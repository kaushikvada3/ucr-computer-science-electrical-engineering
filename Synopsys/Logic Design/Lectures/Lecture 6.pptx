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124"/>
  </p:notesMasterIdLst>
  <p:handoutMasterIdLst>
    <p:handoutMasterId r:id="rId125"/>
  </p:handoutMasterIdLst>
  <p:sldIdLst>
    <p:sldId id="4743" r:id="rId6"/>
    <p:sldId id="537" r:id="rId7"/>
    <p:sldId id="536" r:id="rId8"/>
    <p:sldId id="494" r:id="rId9"/>
    <p:sldId id="495" r:id="rId10"/>
    <p:sldId id="496" r:id="rId11"/>
    <p:sldId id="497" r:id="rId12"/>
    <p:sldId id="592" r:id="rId13"/>
    <p:sldId id="593" r:id="rId14"/>
    <p:sldId id="500" r:id="rId15"/>
    <p:sldId id="594" r:id="rId16"/>
    <p:sldId id="595" r:id="rId17"/>
    <p:sldId id="596" r:id="rId18"/>
    <p:sldId id="504" r:id="rId19"/>
    <p:sldId id="505" r:id="rId20"/>
    <p:sldId id="506" r:id="rId21"/>
    <p:sldId id="507" r:id="rId22"/>
    <p:sldId id="508" r:id="rId23"/>
    <p:sldId id="597" r:id="rId24"/>
    <p:sldId id="598" r:id="rId25"/>
    <p:sldId id="599" r:id="rId26"/>
    <p:sldId id="512" r:id="rId27"/>
    <p:sldId id="600" r:id="rId28"/>
    <p:sldId id="514" r:id="rId29"/>
    <p:sldId id="515" r:id="rId30"/>
    <p:sldId id="601" r:id="rId31"/>
    <p:sldId id="517" r:id="rId32"/>
    <p:sldId id="518" r:id="rId33"/>
    <p:sldId id="636" r:id="rId34"/>
    <p:sldId id="602" r:id="rId35"/>
    <p:sldId id="603" r:id="rId36"/>
    <p:sldId id="521" r:id="rId37"/>
    <p:sldId id="522" r:id="rId38"/>
    <p:sldId id="523" r:id="rId39"/>
    <p:sldId id="524" r:id="rId40"/>
    <p:sldId id="604" r:id="rId41"/>
    <p:sldId id="605" r:id="rId42"/>
    <p:sldId id="527" r:id="rId43"/>
    <p:sldId id="629" r:id="rId44"/>
    <p:sldId id="630" r:id="rId45"/>
    <p:sldId id="628" r:id="rId46"/>
    <p:sldId id="528" r:id="rId47"/>
    <p:sldId id="529" r:id="rId48"/>
    <p:sldId id="530" r:id="rId49"/>
    <p:sldId id="531" r:id="rId50"/>
    <p:sldId id="532" r:id="rId51"/>
    <p:sldId id="533" r:id="rId52"/>
    <p:sldId id="534" r:id="rId53"/>
    <p:sldId id="535" r:id="rId54"/>
    <p:sldId id="4744" r:id="rId55"/>
    <p:sldId id="589" r:id="rId56"/>
    <p:sldId id="4745" r:id="rId57"/>
    <p:sldId id="606" r:id="rId58"/>
    <p:sldId id="539" r:id="rId59"/>
    <p:sldId id="540" r:id="rId60"/>
    <p:sldId id="607" r:id="rId61"/>
    <p:sldId id="542" r:id="rId62"/>
    <p:sldId id="543" r:id="rId63"/>
    <p:sldId id="545" r:id="rId64"/>
    <p:sldId id="546" r:id="rId65"/>
    <p:sldId id="608" r:id="rId66"/>
    <p:sldId id="609" r:id="rId67"/>
    <p:sldId id="610" r:id="rId68"/>
    <p:sldId id="4746" r:id="rId69"/>
    <p:sldId id="612" r:id="rId70"/>
    <p:sldId id="613" r:id="rId71"/>
    <p:sldId id="643" r:id="rId72"/>
    <p:sldId id="644" r:id="rId73"/>
    <p:sldId id="645" r:id="rId74"/>
    <p:sldId id="646" r:id="rId75"/>
    <p:sldId id="647" r:id="rId76"/>
    <p:sldId id="648" r:id="rId77"/>
    <p:sldId id="649" r:id="rId78"/>
    <p:sldId id="553" r:id="rId79"/>
    <p:sldId id="554" r:id="rId80"/>
    <p:sldId id="555" r:id="rId81"/>
    <p:sldId id="657" r:id="rId82"/>
    <p:sldId id="556" r:id="rId83"/>
    <p:sldId id="658" r:id="rId84"/>
    <p:sldId id="557" r:id="rId85"/>
    <p:sldId id="558" r:id="rId86"/>
    <p:sldId id="559" r:id="rId87"/>
    <p:sldId id="560" r:id="rId88"/>
    <p:sldId id="561" r:id="rId89"/>
    <p:sldId id="562" r:id="rId90"/>
    <p:sldId id="563" r:id="rId91"/>
    <p:sldId id="564" r:id="rId92"/>
    <p:sldId id="572" r:id="rId93"/>
    <p:sldId id="573" r:id="rId94"/>
    <p:sldId id="574" r:id="rId95"/>
    <p:sldId id="575" r:id="rId96"/>
    <p:sldId id="637" r:id="rId97"/>
    <p:sldId id="638" r:id="rId98"/>
    <p:sldId id="642" r:id="rId99"/>
    <p:sldId id="618" r:id="rId100"/>
    <p:sldId id="619" r:id="rId101"/>
    <p:sldId id="620" r:id="rId102"/>
    <p:sldId id="621" r:id="rId103"/>
    <p:sldId id="622" r:id="rId104"/>
    <p:sldId id="623" r:id="rId105"/>
    <p:sldId id="639" r:id="rId106"/>
    <p:sldId id="640" r:id="rId107"/>
    <p:sldId id="624" r:id="rId108"/>
    <p:sldId id="625" r:id="rId109"/>
    <p:sldId id="626" r:id="rId110"/>
    <p:sldId id="632" r:id="rId111"/>
    <p:sldId id="631" r:id="rId112"/>
    <p:sldId id="633" r:id="rId113"/>
    <p:sldId id="634" r:id="rId114"/>
    <p:sldId id="616" r:id="rId115"/>
    <p:sldId id="581" r:id="rId116"/>
    <p:sldId id="582" r:id="rId117"/>
    <p:sldId id="583" r:id="rId118"/>
    <p:sldId id="584" r:id="rId119"/>
    <p:sldId id="585" r:id="rId120"/>
    <p:sldId id="586" r:id="rId121"/>
    <p:sldId id="656" r:id="rId122"/>
    <p:sldId id="4790" r:id="rId123"/>
  </p:sldIdLst>
  <p:sldSz cx="12192000" cy="6858000"/>
  <p:notesSz cx="7315200" cy="9601200"/>
  <p:custDataLst>
    <p:tags r:id="rId12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494"/>
            <p14:sldId id="495"/>
            <p14:sldId id="496"/>
            <p14:sldId id="497"/>
            <p14:sldId id="592"/>
            <p14:sldId id="593"/>
            <p14:sldId id="500"/>
            <p14:sldId id="594"/>
            <p14:sldId id="595"/>
            <p14:sldId id="596"/>
            <p14:sldId id="504"/>
            <p14:sldId id="505"/>
            <p14:sldId id="506"/>
            <p14:sldId id="507"/>
            <p14:sldId id="508"/>
            <p14:sldId id="597"/>
            <p14:sldId id="598"/>
            <p14:sldId id="599"/>
            <p14:sldId id="512"/>
            <p14:sldId id="600"/>
            <p14:sldId id="514"/>
            <p14:sldId id="515"/>
            <p14:sldId id="601"/>
            <p14:sldId id="517"/>
            <p14:sldId id="518"/>
            <p14:sldId id="636"/>
            <p14:sldId id="602"/>
            <p14:sldId id="603"/>
            <p14:sldId id="521"/>
            <p14:sldId id="522"/>
            <p14:sldId id="523"/>
            <p14:sldId id="524"/>
            <p14:sldId id="604"/>
            <p14:sldId id="605"/>
            <p14:sldId id="527"/>
            <p14:sldId id="629"/>
            <p14:sldId id="630"/>
            <p14:sldId id="628"/>
            <p14:sldId id="528"/>
            <p14:sldId id="529"/>
            <p14:sldId id="530"/>
            <p14:sldId id="531"/>
            <p14:sldId id="532"/>
            <p14:sldId id="533"/>
            <p14:sldId id="534"/>
            <p14:sldId id="535"/>
            <p14:sldId id="4744"/>
            <p14:sldId id="589"/>
            <p14:sldId id="4745"/>
            <p14:sldId id="606"/>
            <p14:sldId id="539"/>
            <p14:sldId id="540"/>
            <p14:sldId id="607"/>
            <p14:sldId id="542"/>
            <p14:sldId id="543"/>
            <p14:sldId id="545"/>
            <p14:sldId id="546"/>
            <p14:sldId id="608"/>
            <p14:sldId id="609"/>
            <p14:sldId id="610"/>
            <p14:sldId id="4746"/>
            <p14:sldId id="612"/>
            <p14:sldId id="613"/>
            <p14:sldId id="643"/>
            <p14:sldId id="644"/>
            <p14:sldId id="645"/>
            <p14:sldId id="646"/>
            <p14:sldId id="647"/>
            <p14:sldId id="648"/>
            <p14:sldId id="649"/>
            <p14:sldId id="553"/>
            <p14:sldId id="554"/>
            <p14:sldId id="555"/>
            <p14:sldId id="657"/>
            <p14:sldId id="556"/>
            <p14:sldId id="658"/>
            <p14:sldId id="557"/>
            <p14:sldId id="558"/>
            <p14:sldId id="559"/>
            <p14:sldId id="560"/>
            <p14:sldId id="561"/>
            <p14:sldId id="562"/>
            <p14:sldId id="563"/>
            <p14:sldId id="564"/>
            <p14:sldId id="572"/>
            <p14:sldId id="573"/>
            <p14:sldId id="574"/>
            <p14:sldId id="575"/>
            <p14:sldId id="637"/>
            <p14:sldId id="638"/>
            <p14:sldId id="642"/>
            <p14:sldId id="618"/>
            <p14:sldId id="619"/>
            <p14:sldId id="620"/>
            <p14:sldId id="621"/>
            <p14:sldId id="622"/>
            <p14:sldId id="623"/>
            <p14:sldId id="639"/>
            <p14:sldId id="640"/>
            <p14:sldId id="624"/>
            <p14:sldId id="625"/>
            <p14:sldId id="626"/>
            <p14:sldId id="632"/>
            <p14:sldId id="631"/>
            <p14:sldId id="633"/>
            <p14:sldId id="634"/>
            <p14:sldId id="616"/>
            <p14:sldId id="581"/>
            <p14:sldId id="582"/>
            <p14:sldId id="583"/>
            <p14:sldId id="584"/>
            <p14:sldId id="585"/>
            <p14:sldId id="586"/>
            <p14:sldId id="656"/>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56622-E112-4737-ACE9-C888D468760D}" v="199" dt="2023-12-26T09:45:55.321"/>
    <p1510:client id="{8C1C8BBD-A6A8-4A27-9271-2458910CEC78}" v="208" dt="2023-12-27T09:44:56.0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microsoft.com/office/2015/10/relationships/revisionInfo" Target="revisionInfo.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presProps" Target="presProps.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slide" Target="slides/slide113.xml"/><Relationship Id="rId126" Type="http://schemas.openxmlformats.org/officeDocument/2006/relationships/tags" Target="tags/tag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notesMaster" Target="notesMasters/notesMaster1.xml"/><Relationship Id="rId12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commentAuthors" Target="commen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tableStyles" Target="tableStyle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8C1C8BBD-A6A8-4A27-9271-2458910CEC78}"/>
    <pc:docChg chg="undo custSel addSld delSld modSld modSection">
      <pc:chgData name="Margarit Meroyan" userId="630a6349-7c61-463e-804c-816773a1019c" providerId="ADAL" clId="{8C1C8BBD-A6A8-4A27-9271-2458910CEC78}" dt="2023-12-27T09:44:56.085" v="297" actId="207"/>
      <pc:docMkLst>
        <pc:docMk/>
      </pc:docMkLst>
      <pc:sldChg chg="modSp mod">
        <pc:chgData name="Margarit Meroyan" userId="630a6349-7c61-463e-804c-816773a1019c" providerId="ADAL" clId="{8C1C8BBD-A6A8-4A27-9271-2458910CEC78}" dt="2023-12-27T09:34:32.896" v="4" actId="207"/>
        <pc:sldMkLst>
          <pc:docMk/>
          <pc:sldMk cId="0" sldId="496"/>
        </pc:sldMkLst>
        <pc:spChg chg="mod">
          <ac:chgData name="Margarit Meroyan" userId="630a6349-7c61-463e-804c-816773a1019c" providerId="ADAL" clId="{8C1C8BBD-A6A8-4A27-9271-2458910CEC78}" dt="2023-12-27T09:34:32.896" v="4" actId="207"/>
          <ac:spMkLst>
            <pc:docMk/>
            <pc:sldMk cId="0" sldId="496"/>
            <ac:spMk id="15363" creationId="{59153DC0-781E-7F7D-E379-1166CB4A78BB}"/>
          </ac:spMkLst>
        </pc:spChg>
      </pc:sldChg>
      <pc:sldChg chg="modSp mod">
        <pc:chgData name="Margarit Meroyan" userId="630a6349-7c61-463e-804c-816773a1019c" providerId="ADAL" clId="{8C1C8BBD-A6A8-4A27-9271-2458910CEC78}" dt="2023-12-27T09:36:34.827" v="5" actId="207"/>
        <pc:sldMkLst>
          <pc:docMk/>
          <pc:sldMk cId="0" sldId="500"/>
        </pc:sldMkLst>
        <pc:spChg chg="mod">
          <ac:chgData name="Margarit Meroyan" userId="630a6349-7c61-463e-804c-816773a1019c" providerId="ADAL" clId="{8C1C8BBD-A6A8-4A27-9271-2458910CEC78}" dt="2023-12-27T09:36:34.827" v="5" actId="207"/>
          <ac:spMkLst>
            <pc:docMk/>
            <pc:sldMk cId="0" sldId="500"/>
            <ac:spMk id="12322" creationId="{4BF43FE2-DC14-4F4C-B1DE-4ADC7BE7F940}"/>
          </ac:spMkLst>
        </pc:spChg>
        <pc:spChg chg="mod">
          <ac:chgData name="Margarit Meroyan" userId="630a6349-7c61-463e-804c-816773a1019c" providerId="ADAL" clId="{8C1C8BBD-A6A8-4A27-9271-2458910CEC78}" dt="2023-12-27T09:36:34.827" v="5" actId="207"/>
          <ac:spMkLst>
            <pc:docMk/>
            <pc:sldMk cId="0" sldId="500"/>
            <ac:spMk id="12323" creationId="{8A03F33D-E003-4976-8A9B-9EC1FA05BD46}"/>
          </ac:spMkLst>
        </pc:spChg>
        <pc:spChg chg="mod">
          <ac:chgData name="Margarit Meroyan" userId="630a6349-7c61-463e-804c-816773a1019c" providerId="ADAL" clId="{8C1C8BBD-A6A8-4A27-9271-2458910CEC78}" dt="2023-12-27T09:36:34.827" v="5" actId="207"/>
          <ac:spMkLst>
            <pc:docMk/>
            <pc:sldMk cId="0" sldId="500"/>
            <ac:spMk id="12324" creationId="{12A54B23-582B-4661-954D-98AEA2D2E2B9}"/>
          </ac:spMkLst>
        </pc:spChg>
        <pc:spChg chg="mod">
          <ac:chgData name="Margarit Meroyan" userId="630a6349-7c61-463e-804c-816773a1019c" providerId="ADAL" clId="{8C1C8BBD-A6A8-4A27-9271-2458910CEC78}" dt="2023-12-27T09:36:34.827" v="5" actId="207"/>
          <ac:spMkLst>
            <pc:docMk/>
            <pc:sldMk cId="0" sldId="500"/>
            <ac:spMk id="12325" creationId="{53F1A4D6-86B3-4202-A6BE-8718F4A940B5}"/>
          </ac:spMkLst>
        </pc:spChg>
      </pc:sldChg>
      <pc:sldChg chg="modSp">
        <pc:chgData name="Margarit Meroyan" userId="630a6349-7c61-463e-804c-816773a1019c" providerId="ADAL" clId="{8C1C8BBD-A6A8-4A27-9271-2458910CEC78}" dt="2023-12-27T09:37:13.816" v="6" actId="207"/>
        <pc:sldMkLst>
          <pc:docMk/>
          <pc:sldMk cId="0" sldId="522"/>
        </pc:sldMkLst>
        <pc:spChg chg="mod">
          <ac:chgData name="Margarit Meroyan" userId="630a6349-7c61-463e-804c-816773a1019c" providerId="ADAL" clId="{8C1C8BBD-A6A8-4A27-9271-2458910CEC78}" dt="2023-12-27T09:37:13.816" v="6" actId="207"/>
          <ac:spMkLst>
            <pc:docMk/>
            <pc:sldMk cId="0" sldId="522"/>
            <ac:spMk id="57349" creationId="{3A4719AA-5A24-6063-E88F-CECCF4F2DE72}"/>
          </ac:spMkLst>
        </pc:spChg>
        <pc:spChg chg="mod">
          <ac:chgData name="Margarit Meroyan" userId="630a6349-7c61-463e-804c-816773a1019c" providerId="ADAL" clId="{8C1C8BBD-A6A8-4A27-9271-2458910CEC78}" dt="2023-12-27T09:37:13.816" v="6" actId="207"/>
          <ac:spMkLst>
            <pc:docMk/>
            <pc:sldMk cId="0" sldId="522"/>
            <ac:spMk id="57350" creationId="{72948B47-F0B5-977B-95F0-520FBB14D63C}"/>
          </ac:spMkLst>
        </pc:spChg>
      </pc:sldChg>
      <pc:sldChg chg="modSp mod">
        <pc:chgData name="Margarit Meroyan" userId="630a6349-7c61-463e-804c-816773a1019c" providerId="ADAL" clId="{8C1C8BBD-A6A8-4A27-9271-2458910CEC78}" dt="2023-12-27T09:38:04.996" v="13" actId="207"/>
        <pc:sldMkLst>
          <pc:docMk/>
          <pc:sldMk cId="0" sldId="534"/>
        </pc:sldMkLst>
        <pc:spChg chg="mod">
          <ac:chgData name="Margarit Meroyan" userId="630a6349-7c61-463e-804c-816773a1019c" providerId="ADAL" clId="{8C1C8BBD-A6A8-4A27-9271-2458910CEC78}" dt="2023-12-27T09:38:04.996" v="13" actId="207"/>
          <ac:spMkLst>
            <pc:docMk/>
            <pc:sldMk cId="0" sldId="534"/>
            <ac:spMk id="82958" creationId="{62F43118-DDA4-EDD3-4C90-72A2345B7990}"/>
          </ac:spMkLst>
        </pc:spChg>
        <pc:spChg chg="mod">
          <ac:chgData name="Margarit Meroyan" userId="630a6349-7c61-463e-804c-816773a1019c" providerId="ADAL" clId="{8C1C8BBD-A6A8-4A27-9271-2458910CEC78}" dt="2023-12-27T09:38:02.911" v="12" actId="207"/>
          <ac:spMkLst>
            <pc:docMk/>
            <pc:sldMk cId="0" sldId="534"/>
            <ac:spMk id="82969" creationId="{6AA5BE61-BABF-47FC-ED63-041BA0B1268A}"/>
          </ac:spMkLst>
        </pc:spChg>
        <pc:spChg chg="mod">
          <ac:chgData name="Margarit Meroyan" userId="630a6349-7c61-463e-804c-816773a1019c" providerId="ADAL" clId="{8C1C8BBD-A6A8-4A27-9271-2458910CEC78}" dt="2023-12-27T09:38:00.709" v="11" actId="207"/>
          <ac:spMkLst>
            <pc:docMk/>
            <pc:sldMk cId="0" sldId="534"/>
            <ac:spMk id="82990" creationId="{5E993182-C0C3-2D02-6D1D-6958EA657794}"/>
          </ac:spMkLst>
        </pc:spChg>
        <pc:spChg chg="mod">
          <ac:chgData name="Margarit Meroyan" userId="630a6349-7c61-463e-804c-816773a1019c" providerId="ADAL" clId="{8C1C8BBD-A6A8-4A27-9271-2458910CEC78}" dt="2023-12-27T09:37:58.253" v="10" actId="207"/>
          <ac:spMkLst>
            <pc:docMk/>
            <pc:sldMk cId="0" sldId="534"/>
            <ac:spMk id="82994" creationId="{BC1E358D-E0C0-DB3F-EF83-1FA341EEF64A}"/>
          </ac:spMkLst>
        </pc:spChg>
      </pc:sldChg>
      <pc:sldChg chg="delSp mod">
        <pc:chgData name="Margarit Meroyan" userId="630a6349-7c61-463e-804c-816773a1019c" providerId="ADAL" clId="{8C1C8BBD-A6A8-4A27-9271-2458910CEC78}" dt="2023-12-27T09:34:20.826" v="2" actId="478"/>
        <pc:sldMkLst>
          <pc:docMk/>
          <pc:sldMk cId="0" sldId="536"/>
        </pc:sldMkLst>
        <pc:spChg chg="del">
          <ac:chgData name="Margarit Meroyan" userId="630a6349-7c61-463e-804c-816773a1019c" providerId="ADAL" clId="{8C1C8BBD-A6A8-4A27-9271-2458910CEC78}" dt="2023-12-27T09:34:20.826" v="2" actId="478"/>
          <ac:spMkLst>
            <pc:docMk/>
            <pc:sldMk cId="0" sldId="536"/>
            <ac:spMk id="2" creationId="{C308CF19-6630-C492-B724-302243C015A0}"/>
          </ac:spMkLst>
        </pc:spChg>
      </pc:sldChg>
      <pc:sldChg chg="modSp mod">
        <pc:chgData name="Margarit Meroyan" userId="630a6349-7c61-463e-804c-816773a1019c" providerId="ADAL" clId="{8C1C8BBD-A6A8-4A27-9271-2458910CEC78}" dt="2023-12-27T09:42:33.998" v="270" actId="207"/>
        <pc:sldMkLst>
          <pc:docMk/>
          <pc:sldMk cId="0" sldId="553"/>
        </pc:sldMkLst>
        <pc:spChg chg="mod">
          <ac:chgData name="Margarit Meroyan" userId="630a6349-7c61-463e-804c-816773a1019c" providerId="ADAL" clId="{8C1C8BBD-A6A8-4A27-9271-2458910CEC78}" dt="2023-12-27T09:42:33.998" v="270" actId="207"/>
          <ac:spMkLst>
            <pc:docMk/>
            <pc:sldMk cId="0" sldId="553"/>
            <ac:spMk id="65543" creationId="{42E2308E-2916-4E36-93DB-EC81B9EC8232}"/>
          </ac:spMkLst>
        </pc:spChg>
        <pc:spChg chg="mod">
          <ac:chgData name="Margarit Meroyan" userId="630a6349-7c61-463e-804c-816773a1019c" providerId="ADAL" clId="{8C1C8BBD-A6A8-4A27-9271-2458910CEC78}" dt="2023-12-27T09:42:33.998" v="270" actId="207"/>
          <ac:spMkLst>
            <pc:docMk/>
            <pc:sldMk cId="0" sldId="553"/>
            <ac:spMk id="65544" creationId="{9AB5F6AA-FE28-404A-80B1-419E9B4D77EC}"/>
          </ac:spMkLst>
        </pc:spChg>
        <pc:spChg chg="mod">
          <ac:chgData name="Margarit Meroyan" userId="630a6349-7c61-463e-804c-816773a1019c" providerId="ADAL" clId="{8C1C8BBD-A6A8-4A27-9271-2458910CEC78}" dt="2023-12-27T09:42:33.998" v="270" actId="207"/>
          <ac:spMkLst>
            <pc:docMk/>
            <pc:sldMk cId="0" sldId="553"/>
            <ac:spMk id="65545" creationId="{05059E79-B61F-4E4A-9B7D-11B41137B744}"/>
          </ac:spMkLst>
        </pc:spChg>
        <pc:spChg chg="mod">
          <ac:chgData name="Margarit Meroyan" userId="630a6349-7c61-463e-804c-816773a1019c" providerId="ADAL" clId="{8C1C8BBD-A6A8-4A27-9271-2458910CEC78}" dt="2023-12-27T09:42:33.998" v="270" actId="207"/>
          <ac:spMkLst>
            <pc:docMk/>
            <pc:sldMk cId="0" sldId="553"/>
            <ac:spMk id="65546" creationId="{11591F2A-6375-47AE-9808-E37FE8C6C704}"/>
          </ac:spMkLst>
        </pc:spChg>
        <pc:spChg chg="mod">
          <ac:chgData name="Margarit Meroyan" userId="630a6349-7c61-463e-804c-816773a1019c" providerId="ADAL" clId="{8C1C8BBD-A6A8-4A27-9271-2458910CEC78}" dt="2023-12-27T09:42:33.998" v="270" actId="207"/>
          <ac:spMkLst>
            <pc:docMk/>
            <pc:sldMk cId="0" sldId="553"/>
            <ac:spMk id="65547" creationId="{1A29109C-6DDA-45EE-8EE1-4A93752E7F23}"/>
          </ac:spMkLst>
        </pc:spChg>
      </pc:sldChg>
      <pc:sldChg chg="modSp mod">
        <pc:chgData name="Margarit Meroyan" userId="630a6349-7c61-463e-804c-816773a1019c" providerId="ADAL" clId="{8C1C8BBD-A6A8-4A27-9271-2458910CEC78}" dt="2023-12-27T09:43:38.788" v="284" actId="207"/>
        <pc:sldMkLst>
          <pc:docMk/>
          <pc:sldMk cId="0" sldId="558"/>
        </pc:sldMkLst>
        <pc:spChg chg="mod">
          <ac:chgData name="Margarit Meroyan" userId="630a6349-7c61-463e-804c-816773a1019c" providerId="ADAL" clId="{8C1C8BBD-A6A8-4A27-9271-2458910CEC78}" dt="2023-12-27T09:42:48.997" v="272" actId="207"/>
          <ac:spMkLst>
            <pc:docMk/>
            <pc:sldMk cId="0" sldId="558"/>
            <ac:spMk id="70661" creationId="{F2684D77-27A0-475B-A256-2EA24381F22F}"/>
          </ac:spMkLst>
        </pc:spChg>
        <pc:spChg chg="mod">
          <ac:chgData name="Margarit Meroyan" userId="630a6349-7c61-463e-804c-816773a1019c" providerId="ADAL" clId="{8C1C8BBD-A6A8-4A27-9271-2458910CEC78}" dt="2023-12-27T09:42:55.181" v="273" actId="207"/>
          <ac:spMkLst>
            <pc:docMk/>
            <pc:sldMk cId="0" sldId="558"/>
            <ac:spMk id="70757" creationId="{28ACDC75-C679-45D0-9211-DC883CFCB8D6}"/>
          </ac:spMkLst>
        </pc:spChg>
        <pc:spChg chg="mod">
          <ac:chgData name="Margarit Meroyan" userId="630a6349-7c61-463e-804c-816773a1019c" providerId="ADAL" clId="{8C1C8BBD-A6A8-4A27-9271-2458910CEC78}" dt="2023-12-27T09:43:38.788" v="284" actId="207"/>
          <ac:spMkLst>
            <pc:docMk/>
            <pc:sldMk cId="0" sldId="558"/>
            <ac:spMk id="70763" creationId="{2F3CF806-6B8D-4177-92B5-7BEF875032BB}"/>
          </ac:spMkLst>
        </pc:spChg>
        <pc:spChg chg="mod">
          <ac:chgData name="Margarit Meroyan" userId="630a6349-7c61-463e-804c-816773a1019c" providerId="ADAL" clId="{8C1C8BBD-A6A8-4A27-9271-2458910CEC78}" dt="2023-12-27T09:42:55.181" v="273" actId="207"/>
          <ac:spMkLst>
            <pc:docMk/>
            <pc:sldMk cId="0" sldId="558"/>
            <ac:spMk id="70770" creationId="{1D9F99E6-D7EC-4FC0-9B1B-14B1F1E9C9B0}"/>
          </ac:spMkLst>
        </pc:spChg>
        <pc:spChg chg="mod">
          <ac:chgData name="Margarit Meroyan" userId="630a6349-7c61-463e-804c-816773a1019c" providerId="ADAL" clId="{8C1C8BBD-A6A8-4A27-9271-2458910CEC78}" dt="2023-12-27T09:42:55.181" v="273" actId="207"/>
          <ac:spMkLst>
            <pc:docMk/>
            <pc:sldMk cId="0" sldId="558"/>
            <ac:spMk id="70792" creationId="{0995A3B3-DBD2-4CD6-8B5C-002ED400D36C}"/>
          </ac:spMkLst>
        </pc:spChg>
        <pc:spChg chg="mod">
          <ac:chgData name="Margarit Meroyan" userId="630a6349-7c61-463e-804c-816773a1019c" providerId="ADAL" clId="{8C1C8BBD-A6A8-4A27-9271-2458910CEC78}" dt="2023-12-27T09:42:55.181" v="273" actId="207"/>
          <ac:spMkLst>
            <pc:docMk/>
            <pc:sldMk cId="0" sldId="558"/>
            <ac:spMk id="70793" creationId="{324A19E0-7F7A-4EB0-96D3-C2079FE784EC}"/>
          </ac:spMkLst>
        </pc:spChg>
        <pc:spChg chg="mod">
          <ac:chgData name="Margarit Meroyan" userId="630a6349-7c61-463e-804c-816773a1019c" providerId="ADAL" clId="{8C1C8BBD-A6A8-4A27-9271-2458910CEC78}" dt="2023-12-27T09:42:55.181" v="273" actId="207"/>
          <ac:spMkLst>
            <pc:docMk/>
            <pc:sldMk cId="0" sldId="558"/>
            <ac:spMk id="139390" creationId="{0F523EE8-DD7E-E484-BAB2-777777A4B99D}"/>
          </ac:spMkLst>
        </pc:spChg>
      </pc:sldChg>
      <pc:sldChg chg="modSp mod">
        <pc:chgData name="Margarit Meroyan" userId="630a6349-7c61-463e-804c-816773a1019c" providerId="ADAL" clId="{8C1C8BBD-A6A8-4A27-9271-2458910CEC78}" dt="2023-12-27T09:44:19.571" v="287" actId="207"/>
        <pc:sldMkLst>
          <pc:docMk/>
          <pc:sldMk cId="0" sldId="581"/>
        </pc:sldMkLst>
        <pc:spChg chg="mod">
          <ac:chgData name="Margarit Meroyan" userId="630a6349-7c61-463e-804c-816773a1019c" providerId="ADAL" clId="{8C1C8BBD-A6A8-4A27-9271-2458910CEC78}" dt="2023-12-27T09:44:08.204" v="285" actId="1076"/>
          <ac:spMkLst>
            <pc:docMk/>
            <pc:sldMk cId="0" sldId="581"/>
            <ac:spMk id="96304" creationId="{6B12FA37-ACFC-4FFD-A8D8-8ECD5D26DA01}"/>
          </ac:spMkLst>
        </pc:spChg>
        <pc:spChg chg="mod">
          <ac:chgData name="Margarit Meroyan" userId="630a6349-7c61-463e-804c-816773a1019c" providerId="ADAL" clId="{8C1C8BBD-A6A8-4A27-9271-2458910CEC78}" dt="2023-12-27T09:44:10.739" v="286" actId="207"/>
          <ac:spMkLst>
            <pc:docMk/>
            <pc:sldMk cId="0" sldId="581"/>
            <ac:spMk id="181255" creationId="{84255936-F6E0-7755-621F-B354AD666644}"/>
          </ac:spMkLst>
        </pc:spChg>
        <pc:spChg chg="mod">
          <ac:chgData name="Margarit Meroyan" userId="630a6349-7c61-463e-804c-816773a1019c" providerId="ADAL" clId="{8C1C8BBD-A6A8-4A27-9271-2458910CEC78}" dt="2023-12-27T09:44:08.204" v="285" actId="1076"/>
          <ac:spMkLst>
            <pc:docMk/>
            <pc:sldMk cId="0" sldId="581"/>
            <ac:spMk id="181256" creationId="{2C5DAE2D-F642-6C3A-56A3-8EC50EB8D44D}"/>
          </ac:spMkLst>
        </pc:spChg>
        <pc:spChg chg="mod">
          <ac:chgData name="Margarit Meroyan" userId="630a6349-7c61-463e-804c-816773a1019c" providerId="ADAL" clId="{8C1C8BBD-A6A8-4A27-9271-2458910CEC78}" dt="2023-12-27T09:44:08.204" v="285" actId="1076"/>
          <ac:spMkLst>
            <pc:docMk/>
            <pc:sldMk cId="0" sldId="581"/>
            <ac:spMk id="181257" creationId="{85C0A83A-C558-D46E-F3DD-6626DB745CFC}"/>
          </ac:spMkLst>
        </pc:spChg>
        <pc:spChg chg="mod">
          <ac:chgData name="Margarit Meroyan" userId="630a6349-7c61-463e-804c-816773a1019c" providerId="ADAL" clId="{8C1C8BBD-A6A8-4A27-9271-2458910CEC78}" dt="2023-12-27T09:44:08.204" v="285" actId="1076"/>
          <ac:spMkLst>
            <pc:docMk/>
            <pc:sldMk cId="0" sldId="581"/>
            <ac:spMk id="181258" creationId="{548490E1-9D85-1826-C275-AA4588347E97}"/>
          </ac:spMkLst>
        </pc:spChg>
        <pc:spChg chg="mod">
          <ac:chgData name="Margarit Meroyan" userId="630a6349-7c61-463e-804c-816773a1019c" providerId="ADAL" clId="{8C1C8BBD-A6A8-4A27-9271-2458910CEC78}" dt="2023-12-27T09:44:08.204" v="285" actId="1076"/>
          <ac:spMkLst>
            <pc:docMk/>
            <pc:sldMk cId="0" sldId="581"/>
            <ac:spMk id="181259" creationId="{F9C9D5EE-E2D3-4EE1-174A-66708D125530}"/>
          </ac:spMkLst>
        </pc:spChg>
        <pc:spChg chg="mod">
          <ac:chgData name="Margarit Meroyan" userId="630a6349-7c61-463e-804c-816773a1019c" providerId="ADAL" clId="{8C1C8BBD-A6A8-4A27-9271-2458910CEC78}" dt="2023-12-27T09:44:08.204" v="285" actId="1076"/>
          <ac:spMkLst>
            <pc:docMk/>
            <pc:sldMk cId="0" sldId="581"/>
            <ac:spMk id="181260" creationId="{1C4F97DD-ECDB-B1B3-46E6-C289BA4FD267}"/>
          </ac:spMkLst>
        </pc:spChg>
        <pc:spChg chg="mod">
          <ac:chgData name="Margarit Meroyan" userId="630a6349-7c61-463e-804c-816773a1019c" providerId="ADAL" clId="{8C1C8BBD-A6A8-4A27-9271-2458910CEC78}" dt="2023-12-27T09:44:08.204" v="285" actId="1076"/>
          <ac:spMkLst>
            <pc:docMk/>
            <pc:sldMk cId="0" sldId="581"/>
            <ac:spMk id="181261" creationId="{9E634C00-1837-6433-AED2-E619D88A177D}"/>
          </ac:spMkLst>
        </pc:spChg>
        <pc:spChg chg="mod">
          <ac:chgData name="Margarit Meroyan" userId="630a6349-7c61-463e-804c-816773a1019c" providerId="ADAL" clId="{8C1C8BBD-A6A8-4A27-9271-2458910CEC78}" dt="2023-12-27T09:44:08.204" v="285" actId="1076"/>
          <ac:spMkLst>
            <pc:docMk/>
            <pc:sldMk cId="0" sldId="581"/>
            <ac:spMk id="181262" creationId="{3BE97235-809F-2407-4DFC-58A007EEAFFD}"/>
          </ac:spMkLst>
        </pc:spChg>
        <pc:spChg chg="mod">
          <ac:chgData name="Margarit Meroyan" userId="630a6349-7c61-463e-804c-816773a1019c" providerId="ADAL" clId="{8C1C8BBD-A6A8-4A27-9271-2458910CEC78}" dt="2023-12-27T09:44:08.204" v="285" actId="1076"/>
          <ac:spMkLst>
            <pc:docMk/>
            <pc:sldMk cId="0" sldId="581"/>
            <ac:spMk id="181263" creationId="{D8E0443D-A0C8-8282-7051-8F448605EE52}"/>
          </ac:spMkLst>
        </pc:spChg>
        <pc:spChg chg="mod">
          <ac:chgData name="Margarit Meroyan" userId="630a6349-7c61-463e-804c-816773a1019c" providerId="ADAL" clId="{8C1C8BBD-A6A8-4A27-9271-2458910CEC78}" dt="2023-12-27T09:44:08.204" v="285" actId="1076"/>
          <ac:spMkLst>
            <pc:docMk/>
            <pc:sldMk cId="0" sldId="581"/>
            <ac:spMk id="181264" creationId="{A3122E8B-59D6-A6F2-7B6C-DAB23E9196A5}"/>
          </ac:spMkLst>
        </pc:spChg>
        <pc:spChg chg="mod">
          <ac:chgData name="Margarit Meroyan" userId="630a6349-7c61-463e-804c-816773a1019c" providerId="ADAL" clId="{8C1C8BBD-A6A8-4A27-9271-2458910CEC78}" dt="2023-12-27T09:44:08.204" v="285" actId="1076"/>
          <ac:spMkLst>
            <pc:docMk/>
            <pc:sldMk cId="0" sldId="581"/>
            <ac:spMk id="181265" creationId="{DE866232-0B57-EC34-C349-0583163C111F}"/>
          </ac:spMkLst>
        </pc:spChg>
        <pc:spChg chg="mod">
          <ac:chgData name="Margarit Meroyan" userId="630a6349-7c61-463e-804c-816773a1019c" providerId="ADAL" clId="{8C1C8BBD-A6A8-4A27-9271-2458910CEC78}" dt="2023-12-27T09:44:08.204" v="285" actId="1076"/>
          <ac:spMkLst>
            <pc:docMk/>
            <pc:sldMk cId="0" sldId="581"/>
            <ac:spMk id="181266" creationId="{A92A1CE6-9DEE-99EE-AC9D-C423B8522BCF}"/>
          </ac:spMkLst>
        </pc:spChg>
        <pc:spChg chg="mod">
          <ac:chgData name="Margarit Meroyan" userId="630a6349-7c61-463e-804c-816773a1019c" providerId="ADAL" clId="{8C1C8BBD-A6A8-4A27-9271-2458910CEC78}" dt="2023-12-27T09:44:08.204" v="285" actId="1076"/>
          <ac:spMkLst>
            <pc:docMk/>
            <pc:sldMk cId="0" sldId="581"/>
            <ac:spMk id="181267" creationId="{8F6243EB-7458-0D29-EDAC-ECB25C46F2CF}"/>
          </ac:spMkLst>
        </pc:spChg>
        <pc:spChg chg="mod">
          <ac:chgData name="Margarit Meroyan" userId="630a6349-7c61-463e-804c-816773a1019c" providerId="ADAL" clId="{8C1C8BBD-A6A8-4A27-9271-2458910CEC78}" dt="2023-12-27T09:44:08.204" v="285" actId="1076"/>
          <ac:spMkLst>
            <pc:docMk/>
            <pc:sldMk cId="0" sldId="581"/>
            <ac:spMk id="181268" creationId="{DA790BDE-7D00-EA8B-CC9F-9CD2E68AF053}"/>
          </ac:spMkLst>
        </pc:spChg>
        <pc:spChg chg="mod">
          <ac:chgData name="Margarit Meroyan" userId="630a6349-7c61-463e-804c-816773a1019c" providerId="ADAL" clId="{8C1C8BBD-A6A8-4A27-9271-2458910CEC78}" dt="2023-12-27T09:44:08.204" v="285" actId="1076"/>
          <ac:spMkLst>
            <pc:docMk/>
            <pc:sldMk cId="0" sldId="581"/>
            <ac:spMk id="181269" creationId="{30201FC0-DA48-B45B-AEE8-3C93B2A68AF1}"/>
          </ac:spMkLst>
        </pc:spChg>
        <pc:spChg chg="mod">
          <ac:chgData name="Margarit Meroyan" userId="630a6349-7c61-463e-804c-816773a1019c" providerId="ADAL" clId="{8C1C8BBD-A6A8-4A27-9271-2458910CEC78}" dt="2023-12-27T09:44:08.204" v="285" actId="1076"/>
          <ac:spMkLst>
            <pc:docMk/>
            <pc:sldMk cId="0" sldId="581"/>
            <ac:spMk id="181270" creationId="{EE278DB8-3EAD-D060-B877-3A34110C7BF9}"/>
          </ac:spMkLst>
        </pc:spChg>
        <pc:spChg chg="mod">
          <ac:chgData name="Margarit Meroyan" userId="630a6349-7c61-463e-804c-816773a1019c" providerId="ADAL" clId="{8C1C8BBD-A6A8-4A27-9271-2458910CEC78}" dt="2023-12-27T09:44:08.204" v="285" actId="1076"/>
          <ac:spMkLst>
            <pc:docMk/>
            <pc:sldMk cId="0" sldId="581"/>
            <ac:spMk id="181271" creationId="{22E6A5DC-AA33-81FF-2CDF-36572035E92D}"/>
          </ac:spMkLst>
        </pc:spChg>
        <pc:spChg chg="mod">
          <ac:chgData name="Margarit Meroyan" userId="630a6349-7c61-463e-804c-816773a1019c" providerId="ADAL" clId="{8C1C8BBD-A6A8-4A27-9271-2458910CEC78}" dt="2023-12-27T09:44:08.204" v="285" actId="1076"/>
          <ac:spMkLst>
            <pc:docMk/>
            <pc:sldMk cId="0" sldId="581"/>
            <ac:spMk id="181272" creationId="{44102614-ECD5-C9B7-DAFF-55E361C6E15A}"/>
          </ac:spMkLst>
        </pc:spChg>
        <pc:spChg chg="mod">
          <ac:chgData name="Margarit Meroyan" userId="630a6349-7c61-463e-804c-816773a1019c" providerId="ADAL" clId="{8C1C8BBD-A6A8-4A27-9271-2458910CEC78}" dt="2023-12-27T09:44:08.204" v="285" actId="1076"/>
          <ac:spMkLst>
            <pc:docMk/>
            <pc:sldMk cId="0" sldId="581"/>
            <ac:spMk id="181273" creationId="{B606AC07-E49B-9796-ABF5-08CBCFA7A415}"/>
          </ac:spMkLst>
        </pc:spChg>
        <pc:spChg chg="mod">
          <ac:chgData name="Margarit Meroyan" userId="630a6349-7c61-463e-804c-816773a1019c" providerId="ADAL" clId="{8C1C8BBD-A6A8-4A27-9271-2458910CEC78}" dt="2023-12-27T09:44:08.204" v="285" actId="1076"/>
          <ac:spMkLst>
            <pc:docMk/>
            <pc:sldMk cId="0" sldId="581"/>
            <ac:spMk id="181274" creationId="{DD3C0D39-C9A1-2C52-D60A-5A32E670A1D0}"/>
          </ac:spMkLst>
        </pc:spChg>
        <pc:spChg chg="mod">
          <ac:chgData name="Margarit Meroyan" userId="630a6349-7c61-463e-804c-816773a1019c" providerId="ADAL" clId="{8C1C8BBD-A6A8-4A27-9271-2458910CEC78}" dt="2023-12-27T09:44:08.204" v="285" actId="1076"/>
          <ac:spMkLst>
            <pc:docMk/>
            <pc:sldMk cId="0" sldId="581"/>
            <ac:spMk id="181275" creationId="{7787584C-50DC-5583-1977-AE5D993EDCB8}"/>
          </ac:spMkLst>
        </pc:spChg>
        <pc:spChg chg="mod">
          <ac:chgData name="Margarit Meroyan" userId="630a6349-7c61-463e-804c-816773a1019c" providerId="ADAL" clId="{8C1C8BBD-A6A8-4A27-9271-2458910CEC78}" dt="2023-12-27T09:44:08.204" v="285" actId="1076"/>
          <ac:spMkLst>
            <pc:docMk/>
            <pc:sldMk cId="0" sldId="581"/>
            <ac:spMk id="181276" creationId="{2DDD75D3-3383-3915-813B-CFDD48D46DE1}"/>
          </ac:spMkLst>
        </pc:spChg>
        <pc:spChg chg="mod">
          <ac:chgData name="Margarit Meroyan" userId="630a6349-7c61-463e-804c-816773a1019c" providerId="ADAL" clId="{8C1C8BBD-A6A8-4A27-9271-2458910CEC78}" dt="2023-12-27T09:44:08.204" v="285" actId="1076"/>
          <ac:spMkLst>
            <pc:docMk/>
            <pc:sldMk cId="0" sldId="581"/>
            <ac:spMk id="181277" creationId="{5B4C34FD-2BEA-E335-20B8-C52F86530E4D}"/>
          </ac:spMkLst>
        </pc:spChg>
        <pc:spChg chg="mod">
          <ac:chgData name="Margarit Meroyan" userId="630a6349-7c61-463e-804c-816773a1019c" providerId="ADAL" clId="{8C1C8BBD-A6A8-4A27-9271-2458910CEC78}" dt="2023-12-27T09:44:08.204" v="285" actId="1076"/>
          <ac:spMkLst>
            <pc:docMk/>
            <pc:sldMk cId="0" sldId="581"/>
            <ac:spMk id="181278" creationId="{6A179D46-A1AE-E4C7-FCCD-AE8529010674}"/>
          </ac:spMkLst>
        </pc:spChg>
        <pc:spChg chg="mod">
          <ac:chgData name="Margarit Meroyan" userId="630a6349-7c61-463e-804c-816773a1019c" providerId="ADAL" clId="{8C1C8BBD-A6A8-4A27-9271-2458910CEC78}" dt="2023-12-27T09:44:08.204" v="285" actId="1076"/>
          <ac:spMkLst>
            <pc:docMk/>
            <pc:sldMk cId="0" sldId="581"/>
            <ac:spMk id="181279" creationId="{00643726-F0EB-EAE0-C292-677759E9B305}"/>
          </ac:spMkLst>
        </pc:spChg>
        <pc:spChg chg="mod">
          <ac:chgData name="Margarit Meroyan" userId="630a6349-7c61-463e-804c-816773a1019c" providerId="ADAL" clId="{8C1C8BBD-A6A8-4A27-9271-2458910CEC78}" dt="2023-12-27T09:44:19.571" v="287" actId="207"/>
          <ac:spMkLst>
            <pc:docMk/>
            <pc:sldMk cId="0" sldId="581"/>
            <ac:spMk id="181280" creationId="{F46A747E-AEEC-4275-56ED-9002A2127949}"/>
          </ac:spMkLst>
        </pc:spChg>
        <pc:spChg chg="mod">
          <ac:chgData name="Margarit Meroyan" userId="630a6349-7c61-463e-804c-816773a1019c" providerId="ADAL" clId="{8C1C8BBD-A6A8-4A27-9271-2458910CEC78}" dt="2023-12-27T09:44:19.571" v="287" actId="207"/>
          <ac:spMkLst>
            <pc:docMk/>
            <pc:sldMk cId="0" sldId="581"/>
            <ac:spMk id="181281" creationId="{8F2BBC7F-D350-F4F2-8048-F73D3FC6D2CA}"/>
          </ac:spMkLst>
        </pc:spChg>
        <pc:spChg chg="mod">
          <ac:chgData name="Margarit Meroyan" userId="630a6349-7c61-463e-804c-816773a1019c" providerId="ADAL" clId="{8C1C8BBD-A6A8-4A27-9271-2458910CEC78}" dt="2023-12-27T09:44:19.571" v="287" actId="207"/>
          <ac:spMkLst>
            <pc:docMk/>
            <pc:sldMk cId="0" sldId="581"/>
            <ac:spMk id="181282" creationId="{ECE7A602-F609-A91B-27F9-EF5818A91B85}"/>
          </ac:spMkLst>
        </pc:spChg>
        <pc:spChg chg="mod">
          <ac:chgData name="Margarit Meroyan" userId="630a6349-7c61-463e-804c-816773a1019c" providerId="ADAL" clId="{8C1C8BBD-A6A8-4A27-9271-2458910CEC78}" dt="2023-12-27T09:44:19.571" v="287" actId="207"/>
          <ac:spMkLst>
            <pc:docMk/>
            <pc:sldMk cId="0" sldId="581"/>
            <ac:spMk id="181283" creationId="{61FC5EDB-329F-F65A-4B7C-02A9DE893B1D}"/>
          </ac:spMkLst>
        </pc:spChg>
        <pc:spChg chg="mod">
          <ac:chgData name="Margarit Meroyan" userId="630a6349-7c61-463e-804c-816773a1019c" providerId="ADAL" clId="{8C1C8BBD-A6A8-4A27-9271-2458910CEC78}" dt="2023-12-27T09:44:08.204" v="285" actId="1076"/>
          <ac:spMkLst>
            <pc:docMk/>
            <pc:sldMk cId="0" sldId="581"/>
            <ac:spMk id="181284" creationId="{6FA509E9-9B91-E170-6D6F-4EF49B074E4D}"/>
          </ac:spMkLst>
        </pc:spChg>
        <pc:spChg chg="mod">
          <ac:chgData name="Margarit Meroyan" userId="630a6349-7c61-463e-804c-816773a1019c" providerId="ADAL" clId="{8C1C8BBD-A6A8-4A27-9271-2458910CEC78}" dt="2023-12-27T09:44:08.204" v="285" actId="1076"/>
          <ac:spMkLst>
            <pc:docMk/>
            <pc:sldMk cId="0" sldId="581"/>
            <ac:spMk id="181285" creationId="{12653565-0B6B-B5A4-70EE-DBBDAF6DF334}"/>
          </ac:spMkLst>
        </pc:spChg>
        <pc:spChg chg="mod">
          <ac:chgData name="Margarit Meroyan" userId="630a6349-7c61-463e-804c-816773a1019c" providerId="ADAL" clId="{8C1C8BBD-A6A8-4A27-9271-2458910CEC78}" dt="2023-12-27T09:44:08.204" v="285" actId="1076"/>
          <ac:spMkLst>
            <pc:docMk/>
            <pc:sldMk cId="0" sldId="581"/>
            <ac:spMk id="181286" creationId="{57879A35-AA92-DEF0-21B4-715BD7B6BFE8}"/>
          </ac:spMkLst>
        </pc:spChg>
        <pc:spChg chg="mod">
          <ac:chgData name="Margarit Meroyan" userId="630a6349-7c61-463e-804c-816773a1019c" providerId="ADAL" clId="{8C1C8BBD-A6A8-4A27-9271-2458910CEC78}" dt="2023-12-27T09:44:08.204" v="285" actId="1076"/>
          <ac:spMkLst>
            <pc:docMk/>
            <pc:sldMk cId="0" sldId="581"/>
            <ac:spMk id="181287" creationId="{5914BE6E-2B4E-03F4-689B-549CF5DE35C1}"/>
          </ac:spMkLst>
        </pc:spChg>
        <pc:spChg chg="mod">
          <ac:chgData name="Margarit Meroyan" userId="630a6349-7c61-463e-804c-816773a1019c" providerId="ADAL" clId="{8C1C8BBD-A6A8-4A27-9271-2458910CEC78}" dt="2023-12-27T09:44:08.204" v="285" actId="1076"/>
          <ac:spMkLst>
            <pc:docMk/>
            <pc:sldMk cId="0" sldId="581"/>
            <ac:spMk id="181288" creationId="{754282C2-1D7C-D64A-B628-DB29851487A7}"/>
          </ac:spMkLst>
        </pc:spChg>
        <pc:spChg chg="mod">
          <ac:chgData name="Margarit Meroyan" userId="630a6349-7c61-463e-804c-816773a1019c" providerId="ADAL" clId="{8C1C8BBD-A6A8-4A27-9271-2458910CEC78}" dt="2023-12-27T09:44:08.204" v="285" actId="1076"/>
          <ac:spMkLst>
            <pc:docMk/>
            <pc:sldMk cId="0" sldId="581"/>
            <ac:spMk id="181289" creationId="{2AE0BF50-5CD9-13D4-59A9-E0D99A7F0828}"/>
          </ac:spMkLst>
        </pc:spChg>
        <pc:spChg chg="mod">
          <ac:chgData name="Margarit Meroyan" userId="630a6349-7c61-463e-804c-816773a1019c" providerId="ADAL" clId="{8C1C8BBD-A6A8-4A27-9271-2458910CEC78}" dt="2023-12-27T09:44:08.204" v="285" actId="1076"/>
          <ac:spMkLst>
            <pc:docMk/>
            <pc:sldMk cId="0" sldId="581"/>
            <ac:spMk id="181290" creationId="{0DD1F1C3-B5DB-8DED-1484-CFDB3F0BA0CE}"/>
          </ac:spMkLst>
        </pc:spChg>
        <pc:spChg chg="mod">
          <ac:chgData name="Margarit Meroyan" userId="630a6349-7c61-463e-804c-816773a1019c" providerId="ADAL" clId="{8C1C8BBD-A6A8-4A27-9271-2458910CEC78}" dt="2023-12-27T09:44:08.204" v="285" actId="1076"/>
          <ac:spMkLst>
            <pc:docMk/>
            <pc:sldMk cId="0" sldId="581"/>
            <ac:spMk id="181291" creationId="{8878FF14-5EC8-1026-0D49-1BC1CBA46B6F}"/>
          </ac:spMkLst>
        </pc:spChg>
        <pc:spChg chg="mod">
          <ac:chgData name="Margarit Meroyan" userId="630a6349-7c61-463e-804c-816773a1019c" providerId="ADAL" clId="{8C1C8BBD-A6A8-4A27-9271-2458910CEC78}" dt="2023-12-27T09:44:08.204" v="285" actId="1076"/>
          <ac:spMkLst>
            <pc:docMk/>
            <pc:sldMk cId="0" sldId="581"/>
            <ac:spMk id="181292" creationId="{4A12E3B4-F97D-066C-08EB-3AFB9BFBD2D3}"/>
          </ac:spMkLst>
        </pc:spChg>
        <pc:spChg chg="mod">
          <ac:chgData name="Margarit Meroyan" userId="630a6349-7c61-463e-804c-816773a1019c" providerId="ADAL" clId="{8C1C8BBD-A6A8-4A27-9271-2458910CEC78}" dt="2023-12-27T09:44:08.204" v="285" actId="1076"/>
          <ac:spMkLst>
            <pc:docMk/>
            <pc:sldMk cId="0" sldId="581"/>
            <ac:spMk id="181293" creationId="{6F02794C-35EE-816E-6BF0-DA06BF09BC28}"/>
          </ac:spMkLst>
        </pc:spChg>
        <pc:spChg chg="mod">
          <ac:chgData name="Margarit Meroyan" userId="630a6349-7c61-463e-804c-816773a1019c" providerId="ADAL" clId="{8C1C8BBD-A6A8-4A27-9271-2458910CEC78}" dt="2023-12-27T09:44:08.204" v="285" actId="1076"/>
          <ac:spMkLst>
            <pc:docMk/>
            <pc:sldMk cId="0" sldId="581"/>
            <ac:spMk id="181294" creationId="{05344C94-D988-56D6-B40A-D238F015F7FF}"/>
          </ac:spMkLst>
        </pc:spChg>
        <pc:spChg chg="mod">
          <ac:chgData name="Margarit Meroyan" userId="630a6349-7c61-463e-804c-816773a1019c" providerId="ADAL" clId="{8C1C8BBD-A6A8-4A27-9271-2458910CEC78}" dt="2023-12-27T09:44:08.204" v="285" actId="1076"/>
          <ac:spMkLst>
            <pc:docMk/>
            <pc:sldMk cId="0" sldId="581"/>
            <ac:spMk id="181295" creationId="{771F5DC1-48C1-1AC6-6193-BC0A14C204FA}"/>
          </ac:spMkLst>
        </pc:spChg>
        <pc:spChg chg="mod">
          <ac:chgData name="Margarit Meroyan" userId="630a6349-7c61-463e-804c-816773a1019c" providerId="ADAL" clId="{8C1C8BBD-A6A8-4A27-9271-2458910CEC78}" dt="2023-12-27T09:44:08.204" v="285" actId="1076"/>
          <ac:spMkLst>
            <pc:docMk/>
            <pc:sldMk cId="0" sldId="581"/>
            <ac:spMk id="181297" creationId="{E0E1BD29-B31C-2770-1C1F-0735E6D67724}"/>
          </ac:spMkLst>
        </pc:spChg>
        <pc:spChg chg="mod">
          <ac:chgData name="Margarit Meroyan" userId="630a6349-7c61-463e-804c-816773a1019c" providerId="ADAL" clId="{8C1C8BBD-A6A8-4A27-9271-2458910CEC78}" dt="2023-12-27T09:44:08.204" v="285" actId="1076"/>
          <ac:spMkLst>
            <pc:docMk/>
            <pc:sldMk cId="0" sldId="581"/>
            <ac:spMk id="181298" creationId="{0B71CB02-7BE5-A387-E875-43FBA33372E2}"/>
          </ac:spMkLst>
        </pc:spChg>
        <pc:spChg chg="mod">
          <ac:chgData name="Margarit Meroyan" userId="630a6349-7c61-463e-804c-816773a1019c" providerId="ADAL" clId="{8C1C8BBD-A6A8-4A27-9271-2458910CEC78}" dt="2023-12-27T09:44:08.204" v="285" actId="1076"/>
          <ac:spMkLst>
            <pc:docMk/>
            <pc:sldMk cId="0" sldId="581"/>
            <ac:spMk id="181299" creationId="{7D8673FA-E1FD-2EBC-B248-78C68F2050E3}"/>
          </ac:spMkLst>
        </pc:spChg>
        <pc:spChg chg="mod">
          <ac:chgData name="Margarit Meroyan" userId="630a6349-7c61-463e-804c-816773a1019c" providerId="ADAL" clId="{8C1C8BBD-A6A8-4A27-9271-2458910CEC78}" dt="2023-12-27T09:44:08.204" v="285" actId="1076"/>
          <ac:spMkLst>
            <pc:docMk/>
            <pc:sldMk cId="0" sldId="581"/>
            <ac:spMk id="181300" creationId="{8D7A9F01-9D28-D0B3-D8D5-8AACAFB6AB83}"/>
          </ac:spMkLst>
        </pc:spChg>
        <pc:spChg chg="mod">
          <ac:chgData name="Margarit Meroyan" userId="630a6349-7c61-463e-804c-816773a1019c" providerId="ADAL" clId="{8C1C8BBD-A6A8-4A27-9271-2458910CEC78}" dt="2023-12-27T09:44:08.204" v="285" actId="1076"/>
          <ac:spMkLst>
            <pc:docMk/>
            <pc:sldMk cId="0" sldId="581"/>
            <ac:spMk id="181301" creationId="{524A772A-48A9-E6D7-715C-F1883E3273A0}"/>
          </ac:spMkLst>
        </pc:spChg>
        <pc:spChg chg="mod">
          <ac:chgData name="Margarit Meroyan" userId="630a6349-7c61-463e-804c-816773a1019c" providerId="ADAL" clId="{8C1C8BBD-A6A8-4A27-9271-2458910CEC78}" dt="2023-12-27T09:44:08.204" v="285" actId="1076"/>
          <ac:spMkLst>
            <pc:docMk/>
            <pc:sldMk cId="0" sldId="581"/>
            <ac:spMk id="181302" creationId="{A45D4823-DD64-AF8E-2AC5-FF9936A84EBA}"/>
          </ac:spMkLst>
        </pc:spChg>
        <pc:grpChg chg="mod">
          <ac:chgData name="Margarit Meroyan" userId="630a6349-7c61-463e-804c-816773a1019c" providerId="ADAL" clId="{8C1C8BBD-A6A8-4A27-9271-2458910CEC78}" dt="2023-12-27T09:44:08.204" v="285" actId="1076"/>
          <ac:grpSpMkLst>
            <pc:docMk/>
            <pc:sldMk cId="0" sldId="581"/>
            <ac:grpSpMk id="181253" creationId="{D91144FA-0553-4B8E-2370-20D44A84384A}"/>
          </ac:grpSpMkLst>
        </pc:grpChg>
      </pc:sldChg>
      <pc:sldChg chg="modSp mod">
        <pc:chgData name="Margarit Meroyan" userId="630a6349-7c61-463e-804c-816773a1019c" providerId="ADAL" clId="{8C1C8BBD-A6A8-4A27-9271-2458910CEC78}" dt="2023-12-27T09:44:30.435" v="289" actId="207"/>
        <pc:sldMkLst>
          <pc:docMk/>
          <pc:sldMk cId="0" sldId="582"/>
        </pc:sldMkLst>
        <pc:spChg chg="mod">
          <ac:chgData name="Margarit Meroyan" userId="630a6349-7c61-463e-804c-816773a1019c" providerId="ADAL" clId="{8C1C8BBD-A6A8-4A27-9271-2458910CEC78}" dt="2023-12-27T09:44:30.435" v="289" actId="207"/>
          <ac:spMkLst>
            <pc:docMk/>
            <pc:sldMk cId="0" sldId="582"/>
            <ac:spMk id="183330" creationId="{23348FAB-E3AE-A8D3-ECFF-CE420178AF4A}"/>
          </ac:spMkLst>
        </pc:spChg>
        <pc:spChg chg="mod">
          <ac:chgData name="Margarit Meroyan" userId="630a6349-7c61-463e-804c-816773a1019c" providerId="ADAL" clId="{8C1C8BBD-A6A8-4A27-9271-2458910CEC78}" dt="2023-12-27T09:44:30.435" v="289" actId="207"/>
          <ac:spMkLst>
            <pc:docMk/>
            <pc:sldMk cId="0" sldId="582"/>
            <ac:spMk id="183331" creationId="{BA6580EB-B842-F021-9D0A-3D4AA2A3611F}"/>
          </ac:spMkLst>
        </pc:spChg>
        <pc:spChg chg="mod">
          <ac:chgData name="Margarit Meroyan" userId="630a6349-7c61-463e-804c-816773a1019c" providerId="ADAL" clId="{8C1C8BBD-A6A8-4A27-9271-2458910CEC78}" dt="2023-12-27T09:44:30.435" v="289" actId="207"/>
          <ac:spMkLst>
            <pc:docMk/>
            <pc:sldMk cId="0" sldId="582"/>
            <ac:spMk id="183332" creationId="{D241386D-DB72-98A9-991A-78D1F1CA630F}"/>
          </ac:spMkLst>
        </pc:spChg>
        <pc:spChg chg="mod">
          <ac:chgData name="Margarit Meroyan" userId="630a6349-7c61-463e-804c-816773a1019c" providerId="ADAL" clId="{8C1C8BBD-A6A8-4A27-9271-2458910CEC78}" dt="2023-12-27T09:44:30.435" v="289" actId="207"/>
          <ac:spMkLst>
            <pc:docMk/>
            <pc:sldMk cId="0" sldId="582"/>
            <ac:spMk id="183333" creationId="{6F16A09E-72C5-B408-74E5-0F0EE306BE6A}"/>
          </ac:spMkLst>
        </pc:spChg>
        <pc:graphicFrameChg chg="modGraphic">
          <ac:chgData name="Margarit Meroyan" userId="630a6349-7c61-463e-804c-816773a1019c" providerId="ADAL" clId="{8C1C8BBD-A6A8-4A27-9271-2458910CEC78}" dt="2023-12-27T09:44:24.368" v="288" actId="207"/>
          <ac:graphicFrameMkLst>
            <pc:docMk/>
            <pc:sldMk cId="0" sldId="582"/>
            <ac:graphicFrameMk id="97339" creationId="{59A366EA-74A6-43CA-808A-EFEDB8878832}"/>
          </ac:graphicFrameMkLst>
        </pc:graphicFrameChg>
      </pc:sldChg>
      <pc:sldChg chg="modSp">
        <pc:chgData name="Margarit Meroyan" userId="630a6349-7c61-463e-804c-816773a1019c" providerId="ADAL" clId="{8C1C8BBD-A6A8-4A27-9271-2458910CEC78}" dt="2023-12-27T09:44:56.085" v="297" actId="207"/>
        <pc:sldMkLst>
          <pc:docMk/>
          <pc:sldMk cId="0" sldId="583"/>
        </pc:sldMkLst>
        <pc:spChg chg="mod">
          <ac:chgData name="Margarit Meroyan" userId="630a6349-7c61-463e-804c-816773a1019c" providerId="ADAL" clId="{8C1C8BBD-A6A8-4A27-9271-2458910CEC78}" dt="2023-12-27T09:44:35.181" v="291" actId="1076"/>
          <ac:spMkLst>
            <pc:docMk/>
            <pc:sldMk cId="0" sldId="583"/>
            <ac:spMk id="185352" creationId="{486E849F-3982-BD12-8DB7-E2EF65CE83D5}"/>
          </ac:spMkLst>
        </pc:spChg>
        <pc:spChg chg="mod">
          <ac:chgData name="Margarit Meroyan" userId="630a6349-7c61-463e-804c-816773a1019c" providerId="ADAL" clId="{8C1C8BBD-A6A8-4A27-9271-2458910CEC78}" dt="2023-12-27T09:44:45.951" v="294" actId="207"/>
          <ac:spMkLst>
            <pc:docMk/>
            <pc:sldMk cId="0" sldId="583"/>
            <ac:spMk id="185353" creationId="{8070426F-FF63-78BF-122D-DF4EB646AC77}"/>
          </ac:spMkLst>
        </pc:spChg>
        <pc:spChg chg="mod">
          <ac:chgData name="Margarit Meroyan" userId="630a6349-7c61-463e-804c-816773a1019c" providerId="ADAL" clId="{8C1C8BBD-A6A8-4A27-9271-2458910CEC78}" dt="2023-12-27T09:44:45.951" v="294" actId="207"/>
          <ac:spMkLst>
            <pc:docMk/>
            <pc:sldMk cId="0" sldId="583"/>
            <ac:spMk id="185354" creationId="{49FB932C-BB25-62D0-DC0C-DAE5F21C9C0B}"/>
          </ac:spMkLst>
        </pc:spChg>
        <pc:spChg chg="mod">
          <ac:chgData name="Margarit Meroyan" userId="630a6349-7c61-463e-804c-816773a1019c" providerId="ADAL" clId="{8C1C8BBD-A6A8-4A27-9271-2458910CEC78}" dt="2023-12-27T09:44:35.181" v="291" actId="1076"/>
          <ac:spMkLst>
            <pc:docMk/>
            <pc:sldMk cId="0" sldId="583"/>
            <ac:spMk id="185355" creationId="{15E48B1D-32BB-2168-2960-FC024C7DC2F1}"/>
          </ac:spMkLst>
        </pc:spChg>
        <pc:spChg chg="mod">
          <ac:chgData name="Margarit Meroyan" userId="630a6349-7c61-463e-804c-816773a1019c" providerId="ADAL" clId="{8C1C8BBD-A6A8-4A27-9271-2458910CEC78}" dt="2023-12-27T09:44:35.181" v="291" actId="1076"/>
          <ac:spMkLst>
            <pc:docMk/>
            <pc:sldMk cId="0" sldId="583"/>
            <ac:spMk id="185356" creationId="{B7EFA3E9-18BE-51D3-C751-1D4796A8DD01}"/>
          </ac:spMkLst>
        </pc:spChg>
        <pc:spChg chg="mod">
          <ac:chgData name="Margarit Meroyan" userId="630a6349-7c61-463e-804c-816773a1019c" providerId="ADAL" clId="{8C1C8BBD-A6A8-4A27-9271-2458910CEC78}" dt="2023-12-27T09:44:35.181" v="291" actId="1076"/>
          <ac:spMkLst>
            <pc:docMk/>
            <pc:sldMk cId="0" sldId="583"/>
            <ac:spMk id="185357" creationId="{70DA7ABB-1665-EBF6-6789-05990C8B7E93}"/>
          </ac:spMkLst>
        </pc:spChg>
        <pc:spChg chg="mod">
          <ac:chgData name="Margarit Meroyan" userId="630a6349-7c61-463e-804c-816773a1019c" providerId="ADAL" clId="{8C1C8BBD-A6A8-4A27-9271-2458910CEC78}" dt="2023-12-27T09:44:35.181" v="291" actId="1076"/>
          <ac:spMkLst>
            <pc:docMk/>
            <pc:sldMk cId="0" sldId="583"/>
            <ac:spMk id="185358" creationId="{0AA85DAC-E57F-4B33-DB08-53B9F71DAC0F}"/>
          </ac:spMkLst>
        </pc:spChg>
        <pc:spChg chg="mod">
          <ac:chgData name="Margarit Meroyan" userId="630a6349-7c61-463e-804c-816773a1019c" providerId="ADAL" clId="{8C1C8BBD-A6A8-4A27-9271-2458910CEC78}" dt="2023-12-27T09:44:35.181" v="291" actId="1076"/>
          <ac:spMkLst>
            <pc:docMk/>
            <pc:sldMk cId="0" sldId="583"/>
            <ac:spMk id="185359" creationId="{C642CFA9-CB89-D324-5B85-4D9A61BF33BF}"/>
          </ac:spMkLst>
        </pc:spChg>
        <pc:spChg chg="mod">
          <ac:chgData name="Margarit Meroyan" userId="630a6349-7c61-463e-804c-816773a1019c" providerId="ADAL" clId="{8C1C8BBD-A6A8-4A27-9271-2458910CEC78}" dt="2023-12-27T09:44:35.181" v="291" actId="1076"/>
          <ac:spMkLst>
            <pc:docMk/>
            <pc:sldMk cId="0" sldId="583"/>
            <ac:spMk id="185360" creationId="{8EBAE4A8-EF1E-89EA-4619-FD24C4860C5C}"/>
          </ac:spMkLst>
        </pc:spChg>
        <pc:spChg chg="mod">
          <ac:chgData name="Margarit Meroyan" userId="630a6349-7c61-463e-804c-816773a1019c" providerId="ADAL" clId="{8C1C8BBD-A6A8-4A27-9271-2458910CEC78}" dt="2023-12-27T09:44:49.452" v="295" actId="207"/>
          <ac:spMkLst>
            <pc:docMk/>
            <pc:sldMk cId="0" sldId="583"/>
            <ac:spMk id="185361" creationId="{E6B139E0-1614-8B51-2F86-8C7F9783464D}"/>
          </ac:spMkLst>
        </pc:spChg>
        <pc:spChg chg="mod">
          <ac:chgData name="Margarit Meroyan" userId="630a6349-7c61-463e-804c-816773a1019c" providerId="ADAL" clId="{8C1C8BBD-A6A8-4A27-9271-2458910CEC78}" dt="2023-12-27T09:44:49.452" v="295" actId="207"/>
          <ac:spMkLst>
            <pc:docMk/>
            <pc:sldMk cId="0" sldId="583"/>
            <ac:spMk id="185362" creationId="{2744A311-7CC3-C4EE-B280-57C5060C3E3A}"/>
          </ac:spMkLst>
        </pc:spChg>
        <pc:spChg chg="mod">
          <ac:chgData name="Margarit Meroyan" userId="630a6349-7c61-463e-804c-816773a1019c" providerId="ADAL" clId="{8C1C8BBD-A6A8-4A27-9271-2458910CEC78}" dt="2023-12-27T09:44:35.181" v="291" actId="1076"/>
          <ac:spMkLst>
            <pc:docMk/>
            <pc:sldMk cId="0" sldId="583"/>
            <ac:spMk id="185363" creationId="{B2BFA76C-E3BE-6E72-1EBE-61A245E90FBE}"/>
          </ac:spMkLst>
        </pc:spChg>
        <pc:spChg chg="mod">
          <ac:chgData name="Margarit Meroyan" userId="630a6349-7c61-463e-804c-816773a1019c" providerId="ADAL" clId="{8C1C8BBD-A6A8-4A27-9271-2458910CEC78}" dt="2023-12-27T09:44:35.181" v="291" actId="1076"/>
          <ac:spMkLst>
            <pc:docMk/>
            <pc:sldMk cId="0" sldId="583"/>
            <ac:spMk id="185364" creationId="{8A67B3FE-1595-DFB5-CD27-7657DDBB9503}"/>
          </ac:spMkLst>
        </pc:spChg>
        <pc:spChg chg="mod">
          <ac:chgData name="Margarit Meroyan" userId="630a6349-7c61-463e-804c-816773a1019c" providerId="ADAL" clId="{8C1C8BBD-A6A8-4A27-9271-2458910CEC78}" dt="2023-12-27T09:44:38.268" v="292" actId="207"/>
          <ac:spMkLst>
            <pc:docMk/>
            <pc:sldMk cId="0" sldId="583"/>
            <ac:spMk id="185365" creationId="{D8A41054-97F0-8703-26D8-1248117994F3}"/>
          </ac:spMkLst>
        </pc:spChg>
        <pc:spChg chg="mod">
          <ac:chgData name="Margarit Meroyan" userId="630a6349-7c61-463e-804c-816773a1019c" providerId="ADAL" clId="{8C1C8BBD-A6A8-4A27-9271-2458910CEC78}" dt="2023-12-27T09:44:38.268" v="292" actId="207"/>
          <ac:spMkLst>
            <pc:docMk/>
            <pc:sldMk cId="0" sldId="583"/>
            <ac:spMk id="185366" creationId="{CA4B066B-3BBE-F5FD-42E7-6AD1B4567E0E}"/>
          </ac:spMkLst>
        </pc:spChg>
        <pc:spChg chg="mod">
          <ac:chgData name="Margarit Meroyan" userId="630a6349-7c61-463e-804c-816773a1019c" providerId="ADAL" clId="{8C1C8BBD-A6A8-4A27-9271-2458910CEC78}" dt="2023-12-27T09:44:35.181" v="291" actId="1076"/>
          <ac:spMkLst>
            <pc:docMk/>
            <pc:sldMk cId="0" sldId="583"/>
            <ac:spMk id="185367" creationId="{E8D39342-19E7-6CFF-6141-A20B7E675E70}"/>
          </ac:spMkLst>
        </pc:spChg>
        <pc:spChg chg="mod">
          <ac:chgData name="Margarit Meroyan" userId="630a6349-7c61-463e-804c-816773a1019c" providerId="ADAL" clId="{8C1C8BBD-A6A8-4A27-9271-2458910CEC78}" dt="2023-12-27T09:44:35.181" v="291" actId="1076"/>
          <ac:spMkLst>
            <pc:docMk/>
            <pc:sldMk cId="0" sldId="583"/>
            <ac:spMk id="185368" creationId="{60FAE5E4-85BB-FEE2-2C47-7FC6B8F4164D}"/>
          </ac:spMkLst>
        </pc:spChg>
        <pc:spChg chg="mod">
          <ac:chgData name="Margarit Meroyan" userId="630a6349-7c61-463e-804c-816773a1019c" providerId="ADAL" clId="{8C1C8BBD-A6A8-4A27-9271-2458910CEC78}" dt="2023-12-27T09:44:35.181" v="291" actId="1076"/>
          <ac:spMkLst>
            <pc:docMk/>
            <pc:sldMk cId="0" sldId="583"/>
            <ac:spMk id="185369" creationId="{8D847EAD-AA4A-EA56-56BE-79F05723C3C7}"/>
          </ac:spMkLst>
        </pc:spChg>
        <pc:spChg chg="mod">
          <ac:chgData name="Margarit Meroyan" userId="630a6349-7c61-463e-804c-816773a1019c" providerId="ADAL" clId="{8C1C8BBD-A6A8-4A27-9271-2458910CEC78}" dt="2023-12-27T09:44:35.181" v="291" actId="1076"/>
          <ac:spMkLst>
            <pc:docMk/>
            <pc:sldMk cId="0" sldId="583"/>
            <ac:spMk id="185370" creationId="{C8873D9F-EA00-804B-55BD-1236CE86967C}"/>
          </ac:spMkLst>
        </pc:spChg>
        <pc:spChg chg="mod">
          <ac:chgData name="Margarit Meroyan" userId="630a6349-7c61-463e-804c-816773a1019c" providerId="ADAL" clId="{8C1C8BBD-A6A8-4A27-9271-2458910CEC78}" dt="2023-12-27T09:44:35.181" v="291" actId="1076"/>
          <ac:spMkLst>
            <pc:docMk/>
            <pc:sldMk cId="0" sldId="583"/>
            <ac:spMk id="185371" creationId="{D69EFBA6-E1AB-F7D4-731F-8BDE8A1EB04E}"/>
          </ac:spMkLst>
        </pc:spChg>
        <pc:spChg chg="mod">
          <ac:chgData name="Margarit Meroyan" userId="630a6349-7c61-463e-804c-816773a1019c" providerId="ADAL" clId="{8C1C8BBD-A6A8-4A27-9271-2458910CEC78}" dt="2023-12-27T09:44:35.181" v="291" actId="1076"/>
          <ac:spMkLst>
            <pc:docMk/>
            <pc:sldMk cId="0" sldId="583"/>
            <ac:spMk id="185372" creationId="{90FA51A5-6024-9FF0-4E69-2A02B064898B}"/>
          </ac:spMkLst>
        </pc:spChg>
        <pc:spChg chg="mod">
          <ac:chgData name="Margarit Meroyan" userId="630a6349-7c61-463e-804c-816773a1019c" providerId="ADAL" clId="{8C1C8BBD-A6A8-4A27-9271-2458910CEC78}" dt="2023-12-27T09:44:35.181" v="291" actId="1076"/>
          <ac:spMkLst>
            <pc:docMk/>
            <pc:sldMk cId="0" sldId="583"/>
            <ac:spMk id="185373" creationId="{703D9655-F18C-87FC-CC87-611A5AFB21E4}"/>
          </ac:spMkLst>
        </pc:spChg>
        <pc:spChg chg="mod">
          <ac:chgData name="Margarit Meroyan" userId="630a6349-7c61-463e-804c-816773a1019c" providerId="ADAL" clId="{8C1C8BBD-A6A8-4A27-9271-2458910CEC78}" dt="2023-12-27T09:44:42.407" v="293" actId="207"/>
          <ac:spMkLst>
            <pc:docMk/>
            <pc:sldMk cId="0" sldId="583"/>
            <ac:spMk id="185374" creationId="{25FAB53B-F630-48DF-2978-DB9A92F404E0}"/>
          </ac:spMkLst>
        </pc:spChg>
        <pc:spChg chg="mod">
          <ac:chgData name="Margarit Meroyan" userId="630a6349-7c61-463e-804c-816773a1019c" providerId="ADAL" clId="{8C1C8BBD-A6A8-4A27-9271-2458910CEC78}" dt="2023-12-27T09:44:35.181" v="291" actId="1076"/>
          <ac:spMkLst>
            <pc:docMk/>
            <pc:sldMk cId="0" sldId="583"/>
            <ac:spMk id="185375" creationId="{C984B4AD-51AF-8C18-CF41-0744FB34BE9C}"/>
          </ac:spMkLst>
        </pc:spChg>
        <pc:spChg chg="mod">
          <ac:chgData name="Margarit Meroyan" userId="630a6349-7c61-463e-804c-816773a1019c" providerId="ADAL" clId="{8C1C8BBD-A6A8-4A27-9271-2458910CEC78}" dt="2023-12-27T09:44:35.181" v="291" actId="1076"/>
          <ac:spMkLst>
            <pc:docMk/>
            <pc:sldMk cId="0" sldId="583"/>
            <ac:spMk id="185376" creationId="{D5ECE7CC-0B46-41FF-277A-E2E0DD0B0736}"/>
          </ac:spMkLst>
        </pc:spChg>
        <pc:spChg chg="mod">
          <ac:chgData name="Margarit Meroyan" userId="630a6349-7c61-463e-804c-816773a1019c" providerId="ADAL" clId="{8C1C8BBD-A6A8-4A27-9271-2458910CEC78}" dt="2023-12-27T09:44:52.356" v="296" actId="207"/>
          <ac:spMkLst>
            <pc:docMk/>
            <pc:sldMk cId="0" sldId="583"/>
            <ac:spMk id="185377" creationId="{03FE2D5C-30F1-38A3-6025-A5789901374D}"/>
          </ac:spMkLst>
        </pc:spChg>
        <pc:spChg chg="mod">
          <ac:chgData name="Margarit Meroyan" userId="630a6349-7c61-463e-804c-816773a1019c" providerId="ADAL" clId="{8C1C8BBD-A6A8-4A27-9271-2458910CEC78}" dt="2023-12-27T09:44:52.356" v="296" actId="207"/>
          <ac:spMkLst>
            <pc:docMk/>
            <pc:sldMk cId="0" sldId="583"/>
            <ac:spMk id="185378" creationId="{294A2AC6-F3FE-4570-18F3-A8325BF32DC7}"/>
          </ac:spMkLst>
        </pc:spChg>
        <pc:spChg chg="mod">
          <ac:chgData name="Margarit Meroyan" userId="630a6349-7c61-463e-804c-816773a1019c" providerId="ADAL" clId="{8C1C8BBD-A6A8-4A27-9271-2458910CEC78}" dt="2023-12-27T09:44:35.181" v="291" actId="1076"/>
          <ac:spMkLst>
            <pc:docMk/>
            <pc:sldMk cId="0" sldId="583"/>
            <ac:spMk id="185379" creationId="{88DCF704-46B8-F831-7AAF-A35F23CDA66A}"/>
          </ac:spMkLst>
        </pc:spChg>
        <pc:spChg chg="mod">
          <ac:chgData name="Margarit Meroyan" userId="630a6349-7c61-463e-804c-816773a1019c" providerId="ADAL" clId="{8C1C8BBD-A6A8-4A27-9271-2458910CEC78}" dt="2023-12-27T09:44:35.181" v="291" actId="1076"/>
          <ac:spMkLst>
            <pc:docMk/>
            <pc:sldMk cId="0" sldId="583"/>
            <ac:spMk id="185380" creationId="{30F43248-9953-F997-A645-AD6BE11B5DCA}"/>
          </ac:spMkLst>
        </pc:spChg>
        <pc:spChg chg="mod">
          <ac:chgData name="Margarit Meroyan" userId="630a6349-7c61-463e-804c-816773a1019c" providerId="ADAL" clId="{8C1C8BBD-A6A8-4A27-9271-2458910CEC78}" dt="2023-12-27T09:44:35.181" v="291" actId="1076"/>
          <ac:spMkLst>
            <pc:docMk/>
            <pc:sldMk cId="0" sldId="583"/>
            <ac:spMk id="185381" creationId="{C50A8DEA-9E2A-8757-761E-87D4D7A497A8}"/>
          </ac:spMkLst>
        </pc:spChg>
        <pc:spChg chg="mod">
          <ac:chgData name="Margarit Meroyan" userId="630a6349-7c61-463e-804c-816773a1019c" providerId="ADAL" clId="{8C1C8BBD-A6A8-4A27-9271-2458910CEC78}" dt="2023-12-27T09:44:35.181" v="291" actId="1076"/>
          <ac:spMkLst>
            <pc:docMk/>
            <pc:sldMk cId="0" sldId="583"/>
            <ac:spMk id="185382" creationId="{25299FF5-1A1B-68F1-6D08-7F569BAF285F}"/>
          </ac:spMkLst>
        </pc:spChg>
        <pc:spChg chg="mod">
          <ac:chgData name="Margarit Meroyan" userId="630a6349-7c61-463e-804c-816773a1019c" providerId="ADAL" clId="{8C1C8BBD-A6A8-4A27-9271-2458910CEC78}" dt="2023-12-27T09:44:56.085" v="297" actId="207"/>
          <ac:spMkLst>
            <pc:docMk/>
            <pc:sldMk cId="0" sldId="583"/>
            <ac:spMk id="185383" creationId="{F5709246-0203-4F39-52AD-AD31C2168CD9}"/>
          </ac:spMkLst>
        </pc:spChg>
        <pc:spChg chg="mod">
          <ac:chgData name="Margarit Meroyan" userId="630a6349-7c61-463e-804c-816773a1019c" providerId="ADAL" clId="{8C1C8BBD-A6A8-4A27-9271-2458910CEC78}" dt="2023-12-27T09:44:56.085" v="297" actId="207"/>
          <ac:spMkLst>
            <pc:docMk/>
            <pc:sldMk cId="0" sldId="583"/>
            <ac:spMk id="185384" creationId="{23BAD01C-AC01-9CBE-3B34-8EB25285BEF1}"/>
          </ac:spMkLst>
        </pc:spChg>
        <pc:spChg chg="mod">
          <ac:chgData name="Margarit Meroyan" userId="630a6349-7c61-463e-804c-816773a1019c" providerId="ADAL" clId="{8C1C8BBD-A6A8-4A27-9271-2458910CEC78}" dt="2023-12-27T09:44:35.181" v="291" actId="1076"/>
          <ac:spMkLst>
            <pc:docMk/>
            <pc:sldMk cId="0" sldId="583"/>
            <ac:spMk id="185385" creationId="{0AD31762-8867-C26E-DD6A-A45E8DEEC847}"/>
          </ac:spMkLst>
        </pc:spChg>
        <pc:spChg chg="mod">
          <ac:chgData name="Margarit Meroyan" userId="630a6349-7c61-463e-804c-816773a1019c" providerId="ADAL" clId="{8C1C8BBD-A6A8-4A27-9271-2458910CEC78}" dt="2023-12-27T09:44:35.181" v="291" actId="1076"/>
          <ac:spMkLst>
            <pc:docMk/>
            <pc:sldMk cId="0" sldId="583"/>
            <ac:spMk id="185386" creationId="{A3787CD2-8CD8-D5AE-F9DC-78C8490056B9}"/>
          </ac:spMkLst>
        </pc:spChg>
        <pc:spChg chg="mod">
          <ac:chgData name="Margarit Meroyan" userId="630a6349-7c61-463e-804c-816773a1019c" providerId="ADAL" clId="{8C1C8BBD-A6A8-4A27-9271-2458910CEC78}" dt="2023-12-27T09:44:35.181" v="291" actId="1076"/>
          <ac:spMkLst>
            <pc:docMk/>
            <pc:sldMk cId="0" sldId="583"/>
            <ac:spMk id="185387" creationId="{F90BDDF2-B6BE-D329-DD17-D98D8D361075}"/>
          </ac:spMkLst>
        </pc:spChg>
        <pc:spChg chg="mod">
          <ac:chgData name="Margarit Meroyan" userId="630a6349-7c61-463e-804c-816773a1019c" providerId="ADAL" clId="{8C1C8BBD-A6A8-4A27-9271-2458910CEC78}" dt="2023-12-27T09:44:35.181" v="291" actId="1076"/>
          <ac:spMkLst>
            <pc:docMk/>
            <pc:sldMk cId="0" sldId="583"/>
            <ac:spMk id="185388" creationId="{578AA906-BB0F-310A-64A4-D5EC692EAAAA}"/>
          </ac:spMkLst>
        </pc:spChg>
        <pc:spChg chg="mod">
          <ac:chgData name="Margarit Meroyan" userId="630a6349-7c61-463e-804c-816773a1019c" providerId="ADAL" clId="{8C1C8BBD-A6A8-4A27-9271-2458910CEC78}" dt="2023-12-27T09:44:35.181" v="291" actId="1076"/>
          <ac:spMkLst>
            <pc:docMk/>
            <pc:sldMk cId="0" sldId="583"/>
            <ac:spMk id="185389" creationId="{548A2DE7-27B6-32BB-B3A6-6576BF02AF0B}"/>
          </ac:spMkLst>
        </pc:spChg>
        <pc:spChg chg="mod">
          <ac:chgData name="Margarit Meroyan" userId="630a6349-7c61-463e-804c-816773a1019c" providerId="ADAL" clId="{8C1C8BBD-A6A8-4A27-9271-2458910CEC78}" dt="2023-12-27T09:44:35.181" v="291" actId="1076"/>
          <ac:spMkLst>
            <pc:docMk/>
            <pc:sldMk cId="0" sldId="583"/>
            <ac:spMk id="185390" creationId="{7A652EF6-A393-1E92-83F4-5DDE68428781}"/>
          </ac:spMkLst>
        </pc:spChg>
        <pc:spChg chg="mod">
          <ac:chgData name="Margarit Meroyan" userId="630a6349-7c61-463e-804c-816773a1019c" providerId="ADAL" clId="{8C1C8BBD-A6A8-4A27-9271-2458910CEC78}" dt="2023-12-27T09:44:35.181" v="291" actId="1076"/>
          <ac:spMkLst>
            <pc:docMk/>
            <pc:sldMk cId="0" sldId="583"/>
            <ac:spMk id="185391" creationId="{F2CBD506-012F-8DB2-D2E0-E2BAFE5D333F}"/>
          </ac:spMkLst>
        </pc:spChg>
        <pc:spChg chg="mod">
          <ac:chgData name="Margarit Meroyan" userId="630a6349-7c61-463e-804c-816773a1019c" providerId="ADAL" clId="{8C1C8BBD-A6A8-4A27-9271-2458910CEC78}" dt="2023-12-27T09:44:35.181" v="291" actId="1076"/>
          <ac:spMkLst>
            <pc:docMk/>
            <pc:sldMk cId="0" sldId="583"/>
            <ac:spMk id="185392" creationId="{06BC789C-C41C-831F-2741-E9E3B97D2807}"/>
          </ac:spMkLst>
        </pc:spChg>
        <pc:spChg chg="mod">
          <ac:chgData name="Margarit Meroyan" userId="630a6349-7c61-463e-804c-816773a1019c" providerId="ADAL" clId="{8C1C8BBD-A6A8-4A27-9271-2458910CEC78}" dt="2023-12-27T09:44:35.181" v="291" actId="1076"/>
          <ac:spMkLst>
            <pc:docMk/>
            <pc:sldMk cId="0" sldId="583"/>
            <ac:spMk id="185393" creationId="{89AD7551-52B5-B982-8E51-3A8480C345D4}"/>
          </ac:spMkLst>
        </pc:spChg>
        <pc:spChg chg="mod">
          <ac:chgData name="Margarit Meroyan" userId="630a6349-7c61-463e-804c-816773a1019c" providerId="ADAL" clId="{8C1C8BBD-A6A8-4A27-9271-2458910CEC78}" dt="2023-12-27T09:44:35.181" v="291" actId="1076"/>
          <ac:spMkLst>
            <pc:docMk/>
            <pc:sldMk cId="0" sldId="583"/>
            <ac:spMk id="185394" creationId="{CC8252B3-73CB-988C-6235-780500902985}"/>
          </ac:spMkLst>
        </pc:spChg>
        <pc:spChg chg="mod">
          <ac:chgData name="Margarit Meroyan" userId="630a6349-7c61-463e-804c-816773a1019c" providerId="ADAL" clId="{8C1C8BBD-A6A8-4A27-9271-2458910CEC78}" dt="2023-12-27T09:44:35.181" v="291" actId="1076"/>
          <ac:spMkLst>
            <pc:docMk/>
            <pc:sldMk cId="0" sldId="583"/>
            <ac:spMk id="185395" creationId="{379A589D-E1F7-4305-DA20-EA5420DC313A}"/>
          </ac:spMkLst>
        </pc:spChg>
        <pc:spChg chg="mod">
          <ac:chgData name="Margarit Meroyan" userId="630a6349-7c61-463e-804c-816773a1019c" providerId="ADAL" clId="{8C1C8BBD-A6A8-4A27-9271-2458910CEC78}" dt="2023-12-27T09:44:35.181" v="291" actId="1076"/>
          <ac:spMkLst>
            <pc:docMk/>
            <pc:sldMk cId="0" sldId="583"/>
            <ac:spMk id="185396" creationId="{3EFFFF91-C752-69E8-CAD5-2A5C18092222}"/>
          </ac:spMkLst>
        </pc:spChg>
        <pc:spChg chg="mod">
          <ac:chgData name="Margarit Meroyan" userId="630a6349-7c61-463e-804c-816773a1019c" providerId="ADAL" clId="{8C1C8BBD-A6A8-4A27-9271-2458910CEC78}" dt="2023-12-27T09:44:35.181" v="291" actId="1076"/>
          <ac:spMkLst>
            <pc:docMk/>
            <pc:sldMk cId="0" sldId="583"/>
            <ac:spMk id="185397" creationId="{39E4C93E-781D-2C7A-0285-022B2C7FAE3C}"/>
          </ac:spMkLst>
        </pc:spChg>
        <pc:spChg chg="mod">
          <ac:chgData name="Margarit Meroyan" userId="630a6349-7c61-463e-804c-816773a1019c" providerId="ADAL" clId="{8C1C8BBD-A6A8-4A27-9271-2458910CEC78}" dt="2023-12-27T09:44:35.181" v="291" actId="1076"/>
          <ac:spMkLst>
            <pc:docMk/>
            <pc:sldMk cId="0" sldId="583"/>
            <ac:spMk id="185398" creationId="{5846DF4C-4CD0-1E9F-BF8C-37894D5E36CE}"/>
          </ac:spMkLst>
        </pc:spChg>
        <pc:spChg chg="mod">
          <ac:chgData name="Margarit Meroyan" userId="630a6349-7c61-463e-804c-816773a1019c" providerId="ADAL" clId="{8C1C8BBD-A6A8-4A27-9271-2458910CEC78}" dt="2023-12-27T09:44:35.181" v="291" actId="1076"/>
          <ac:spMkLst>
            <pc:docMk/>
            <pc:sldMk cId="0" sldId="583"/>
            <ac:spMk id="185399" creationId="{A06FB6CA-D981-ACB1-193A-FA5E8E95D48F}"/>
          </ac:spMkLst>
        </pc:spChg>
        <pc:spChg chg="mod">
          <ac:chgData name="Margarit Meroyan" userId="630a6349-7c61-463e-804c-816773a1019c" providerId="ADAL" clId="{8C1C8BBD-A6A8-4A27-9271-2458910CEC78}" dt="2023-12-27T09:44:35.181" v="291" actId="1076"/>
          <ac:spMkLst>
            <pc:docMk/>
            <pc:sldMk cId="0" sldId="583"/>
            <ac:spMk id="185400" creationId="{8BD2C57D-72DA-3B8C-46D0-75EEB5C068C4}"/>
          </ac:spMkLst>
        </pc:spChg>
        <pc:spChg chg="mod">
          <ac:chgData name="Margarit Meroyan" userId="630a6349-7c61-463e-804c-816773a1019c" providerId="ADAL" clId="{8C1C8BBD-A6A8-4A27-9271-2458910CEC78}" dt="2023-12-27T09:44:35.181" v="291" actId="1076"/>
          <ac:spMkLst>
            <pc:docMk/>
            <pc:sldMk cId="0" sldId="583"/>
            <ac:spMk id="185401" creationId="{C3A52096-C0DD-4710-3340-6ECB8510FCB2}"/>
          </ac:spMkLst>
        </pc:spChg>
        <pc:spChg chg="mod">
          <ac:chgData name="Margarit Meroyan" userId="630a6349-7c61-463e-804c-816773a1019c" providerId="ADAL" clId="{8C1C8BBD-A6A8-4A27-9271-2458910CEC78}" dt="2023-12-27T09:44:35.181" v="291" actId="1076"/>
          <ac:spMkLst>
            <pc:docMk/>
            <pc:sldMk cId="0" sldId="583"/>
            <ac:spMk id="185402" creationId="{98B57BB2-FD82-8DBE-CDD8-3B3E611CD6A2}"/>
          </ac:spMkLst>
        </pc:spChg>
        <pc:spChg chg="mod">
          <ac:chgData name="Margarit Meroyan" userId="630a6349-7c61-463e-804c-816773a1019c" providerId="ADAL" clId="{8C1C8BBD-A6A8-4A27-9271-2458910CEC78}" dt="2023-12-27T09:44:35.181" v="291" actId="1076"/>
          <ac:spMkLst>
            <pc:docMk/>
            <pc:sldMk cId="0" sldId="583"/>
            <ac:spMk id="185403" creationId="{1A89DAE7-19EC-A9ED-B200-0C9B7A36E900}"/>
          </ac:spMkLst>
        </pc:spChg>
        <pc:spChg chg="mod">
          <ac:chgData name="Margarit Meroyan" userId="630a6349-7c61-463e-804c-816773a1019c" providerId="ADAL" clId="{8C1C8BBD-A6A8-4A27-9271-2458910CEC78}" dt="2023-12-27T09:44:35.181" v="291" actId="1076"/>
          <ac:spMkLst>
            <pc:docMk/>
            <pc:sldMk cId="0" sldId="583"/>
            <ac:spMk id="185404" creationId="{B9F227DC-E8B7-FC03-FDA4-81086A117163}"/>
          </ac:spMkLst>
        </pc:spChg>
        <pc:spChg chg="mod">
          <ac:chgData name="Margarit Meroyan" userId="630a6349-7c61-463e-804c-816773a1019c" providerId="ADAL" clId="{8C1C8BBD-A6A8-4A27-9271-2458910CEC78}" dt="2023-12-27T09:44:35.181" v="291" actId="1076"/>
          <ac:spMkLst>
            <pc:docMk/>
            <pc:sldMk cId="0" sldId="583"/>
            <ac:spMk id="185405" creationId="{14E74877-3166-5659-1A27-474567C9028C}"/>
          </ac:spMkLst>
        </pc:spChg>
        <pc:spChg chg="mod">
          <ac:chgData name="Margarit Meroyan" userId="630a6349-7c61-463e-804c-816773a1019c" providerId="ADAL" clId="{8C1C8BBD-A6A8-4A27-9271-2458910CEC78}" dt="2023-12-27T09:44:35.181" v="291" actId="1076"/>
          <ac:spMkLst>
            <pc:docMk/>
            <pc:sldMk cId="0" sldId="583"/>
            <ac:spMk id="185406" creationId="{29A5C30C-A31C-1579-887F-BD259D99AF6B}"/>
          </ac:spMkLst>
        </pc:spChg>
        <pc:spChg chg="mod">
          <ac:chgData name="Margarit Meroyan" userId="630a6349-7c61-463e-804c-816773a1019c" providerId="ADAL" clId="{8C1C8BBD-A6A8-4A27-9271-2458910CEC78}" dt="2023-12-27T09:44:35.181" v="291" actId="1076"/>
          <ac:spMkLst>
            <pc:docMk/>
            <pc:sldMk cId="0" sldId="583"/>
            <ac:spMk id="185407" creationId="{145CA8D3-8537-12DF-1375-8962F42F5278}"/>
          </ac:spMkLst>
        </pc:spChg>
        <pc:spChg chg="mod">
          <ac:chgData name="Margarit Meroyan" userId="630a6349-7c61-463e-804c-816773a1019c" providerId="ADAL" clId="{8C1C8BBD-A6A8-4A27-9271-2458910CEC78}" dt="2023-12-27T09:44:35.181" v="291" actId="1076"/>
          <ac:spMkLst>
            <pc:docMk/>
            <pc:sldMk cId="0" sldId="583"/>
            <ac:spMk id="185408" creationId="{DA6068B0-E808-2C2A-414F-A6BECB5F0E11}"/>
          </ac:spMkLst>
        </pc:spChg>
        <pc:spChg chg="mod">
          <ac:chgData name="Margarit Meroyan" userId="630a6349-7c61-463e-804c-816773a1019c" providerId="ADAL" clId="{8C1C8BBD-A6A8-4A27-9271-2458910CEC78}" dt="2023-12-27T09:44:35.181" v="291" actId="1076"/>
          <ac:spMkLst>
            <pc:docMk/>
            <pc:sldMk cId="0" sldId="583"/>
            <ac:spMk id="185409" creationId="{F243C310-9A3A-F703-F395-07A549EB29AB}"/>
          </ac:spMkLst>
        </pc:spChg>
        <pc:spChg chg="mod">
          <ac:chgData name="Margarit Meroyan" userId="630a6349-7c61-463e-804c-816773a1019c" providerId="ADAL" clId="{8C1C8BBD-A6A8-4A27-9271-2458910CEC78}" dt="2023-12-27T09:44:35.181" v="291" actId="1076"/>
          <ac:spMkLst>
            <pc:docMk/>
            <pc:sldMk cId="0" sldId="583"/>
            <ac:spMk id="185410" creationId="{420522AF-3B0F-CCA7-2508-6FAEA109996B}"/>
          </ac:spMkLst>
        </pc:spChg>
        <pc:spChg chg="mod">
          <ac:chgData name="Margarit Meroyan" userId="630a6349-7c61-463e-804c-816773a1019c" providerId="ADAL" clId="{8C1C8BBD-A6A8-4A27-9271-2458910CEC78}" dt="2023-12-27T09:44:35.181" v="291" actId="1076"/>
          <ac:spMkLst>
            <pc:docMk/>
            <pc:sldMk cId="0" sldId="583"/>
            <ac:spMk id="185411" creationId="{81615D66-1FD2-A75C-F449-1A6556D60695}"/>
          </ac:spMkLst>
        </pc:spChg>
        <pc:spChg chg="mod">
          <ac:chgData name="Margarit Meroyan" userId="630a6349-7c61-463e-804c-816773a1019c" providerId="ADAL" clId="{8C1C8BBD-A6A8-4A27-9271-2458910CEC78}" dt="2023-12-27T09:44:35.181" v="291" actId="1076"/>
          <ac:spMkLst>
            <pc:docMk/>
            <pc:sldMk cId="0" sldId="583"/>
            <ac:spMk id="185412" creationId="{FB83CB4A-C7CA-BEB8-6DA1-441AFD3F1BB0}"/>
          </ac:spMkLst>
        </pc:spChg>
        <pc:spChg chg="mod">
          <ac:chgData name="Margarit Meroyan" userId="630a6349-7c61-463e-804c-816773a1019c" providerId="ADAL" clId="{8C1C8BBD-A6A8-4A27-9271-2458910CEC78}" dt="2023-12-27T09:44:35.181" v="291" actId="1076"/>
          <ac:spMkLst>
            <pc:docMk/>
            <pc:sldMk cId="0" sldId="583"/>
            <ac:spMk id="185413" creationId="{BF0B8D00-EACE-0C27-431C-8F591F85CEFA}"/>
          </ac:spMkLst>
        </pc:spChg>
        <pc:spChg chg="mod">
          <ac:chgData name="Margarit Meroyan" userId="630a6349-7c61-463e-804c-816773a1019c" providerId="ADAL" clId="{8C1C8BBD-A6A8-4A27-9271-2458910CEC78}" dt="2023-12-27T09:44:35.181" v="291" actId="1076"/>
          <ac:spMkLst>
            <pc:docMk/>
            <pc:sldMk cId="0" sldId="583"/>
            <ac:spMk id="185414" creationId="{45988DB6-C7B8-0DF6-044E-F990A6716127}"/>
          </ac:spMkLst>
        </pc:spChg>
        <pc:spChg chg="mod">
          <ac:chgData name="Margarit Meroyan" userId="630a6349-7c61-463e-804c-816773a1019c" providerId="ADAL" clId="{8C1C8BBD-A6A8-4A27-9271-2458910CEC78}" dt="2023-12-27T09:44:35.181" v="291" actId="1076"/>
          <ac:spMkLst>
            <pc:docMk/>
            <pc:sldMk cId="0" sldId="583"/>
            <ac:spMk id="185415" creationId="{9C5183DE-5CB7-A8DE-E283-1195ED22D8BE}"/>
          </ac:spMkLst>
        </pc:spChg>
        <pc:spChg chg="mod">
          <ac:chgData name="Margarit Meroyan" userId="630a6349-7c61-463e-804c-816773a1019c" providerId="ADAL" clId="{8C1C8BBD-A6A8-4A27-9271-2458910CEC78}" dt="2023-12-27T09:44:35.181" v="291" actId="1076"/>
          <ac:spMkLst>
            <pc:docMk/>
            <pc:sldMk cId="0" sldId="583"/>
            <ac:spMk id="185416" creationId="{3804D56B-0094-7FE6-B387-92F380C6CF18}"/>
          </ac:spMkLst>
        </pc:spChg>
        <pc:spChg chg="mod">
          <ac:chgData name="Margarit Meroyan" userId="630a6349-7c61-463e-804c-816773a1019c" providerId="ADAL" clId="{8C1C8BBD-A6A8-4A27-9271-2458910CEC78}" dt="2023-12-27T09:44:35.181" v="291" actId="1076"/>
          <ac:spMkLst>
            <pc:docMk/>
            <pc:sldMk cId="0" sldId="583"/>
            <ac:spMk id="185417" creationId="{CFBA7EC0-10E4-2CEC-D8EB-BBD6EE53455F}"/>
          </ac:spMkLst>
        </pc:spChg>
        <pc:spChg chg="mod">
          <ac:chgData name="Margarit Meroyan" userId="630a6349-7c61-463e-804c-816773a1019c" providerId="ADAL" clId="{8C1C8BBD-A6A8-4A27-9271-2458910CEC78}" dt="2023-12-27T09:44:35.181" v="291" actId="1076"/>
          <ac:spMkLst>
            <pc:docMk/>
            <pc:sldMk cId="0" sldId="583"/>
            <ac:spMk id="185418" creationId="{789EA95D-7EF2-761B-4DDC-7A918D0D1CF4}"/>
          </ac:spMkLst>
        </pc:spChg>
        <pc:spChg chg="mod">
          <ac:chgData name="Margarit Meroyan" userId="630a6349-7c61-463e-804c-816773a1019c" providerId="ADAL" clId="{8C1C8BBD-A6A8-4A27-9271-2458910CEC78}" dt="2023-12-27T09:44:35.181" v="291" actId="1076"/>
          <ac:spMkLst>
            <pc:docMk/>
            <pc:sldMk cId="0" sldId="583"/>
            <ac:spMk id="185419" creationId="{6BAD1F40-B1BC-7A91-3DA7-1ED9B9181ACB}"/>
          </ac:spMkLst>
        </pc:spChg>
        <pc:spChg chg="mod">
          <ac:chgData name="Margarit Meroyan" userId="630a6349-7c61-463e-804c-816773a1019c" providerId="ADAL" clId="{8C1C8BBD-A6A8-4A27-9271-2458910CEC78}" dt="2023-12-27T09:44:35.181" v="291" actId="1076"/>
          <ac:spMkLst>
            <pc:docMk/>
            <pc:sldMk cId="0" sldId="583"/>
            <ac:spMk id="185420" creationId="{6AB8D226-0F71-C0AA-138B-CED60378DD31}"/>
          </ac:spMkLst>
        </pc:spChg>
        <pc:spChg chg="mod">
          <ac:chgData name="Margarit Meroyan" userId="630a6349-7c61-463e-804c-816773a1019c" providerId="ADAL" clId="{8C1C8BBD-A6A8-4A27-9271-2458910CEC78}" dt="2023-12-27T09:44:35.181" v="291" actId="1076"/>
          <ac:spMkLst>
            <pc:docMk/>
            <pc:sldMk cId="0" sldId="583"/>
            <ac:spMk id="185421" creationId="{1096F2F2-86C4-11BF-1F18-05874743FA68}"/>
          </ac:spMkLst>
        </pc:spChg>
        <pc:spChg chg="mod">
          <ac:chgData name="Margarit Meroyan" userId="630a6349-7c61-463e-804c-816773a1019c" providerId="ADAL" clId="{8C1C8BBD-A6A8-4A27-9271-2458910CEC78}" dt="2023-12-27T09:44:35.181" v="291" actId="1076"/>
          <ac:spMkLst>
            <pc:docMk/>
            <pc:sldMk cId="0" sldId="583"/>
            <ac:spMk id="185422" creationId="{ED1B0C90-BDFF-36A6-2FC2-ACF0318B73DA}"/>
          </ac:spMkLst>
        </pc:spChg>
        <pc:spChg chg="mod">
          <ac:chgData name="Margarit Meroyan" userId="630a6349-7c61-463e-804c-816773a1019c" providerId="ADAL" clId="{8C1C8BBD-A6A8-4A27-9271-2458910CEC78}" dt="2023-12-27T09:44:35.181" v="291" actId="1076"/>
          <ac:spMkLst>
            <pc:docMk/>
            <pc:sldMk cId="0" sldId="583"/>
            <ac:spMk id="185423" creationId="{87F3F829-E1C0-D44C-C746-76DEC3BAE446}"/>
          </ac:spMkLst>
        </pc:spChg>
        <pc:spChg chg="mod">
          <ac:chgData name="Margarit Meroyan" userId="630a6349-7c61-463e-804c-816773a1019c" providerId="ADAL" clId="{8C1C8BBD-A6A8-4A27-9271-2458910CEC78}" dt="2023-12-27T09:44:35.181" v="291" actId="1076"/>
          <ac:spMkLst>
            <pc:docMk/>
            <pc:sldMk cId="0" sldId="583"/>
            <ac:spMk id="185424" creationId="{6EC239E4-C531-D383-9423-8F06D0BFF640}"/>
          </ac:spMkLst>
        </pc:spChg>
        <pc:spChg chg="mod">
          <ac:chgData name="Margarit Meroyan" userId="630a6349-7c61-463e-804c-816773a1019c" providerId="ADAL" clId="{8C1C8BBD-A6A8-4A27-9271-2458910CEC78}" dt="2023-12-27T09:44:35.181" v="291" actId="1076"/>
          <ac:spMkLst>
            <pc:docMk/>
            <pc:sldMk cId="0" sldId="583"/>
            <ac:spMk id="185425" creationId="{391DEC37-D34F-D287-CB0F-390762864BC7}"/>
          </ac:spMkLst>
        </pc:spChg>
        <pc:spChg chg="mod">
          <ac:chgData name="Margarit Meroyan" userId="630a6349-7c61-463e-804c-816773a1019c" providerId="ADAL" clId="{8C1C8BBD-A6A8-4A27-9271-2458910CEC78}" dt="2023-12-27T09:44:35.181" v="291" actId="1076"/>
          <ac:spMkLst>
            <pc:docMk/>
            <pc:sldMk cId="0" sldId="583"/>
            <ac:spMk id="185426" creationId="{07ACDAAB-BEFD-5EB8-2D57-28144FA793A4}"/>
          </ac:spMkLst>
        </pc:spChg>
        <pc:spChg chg="mod">
          <ac:chgData name="Margarit Meroyan" userId="630a6349-7c61-463e-804c-816773a1019c" providerId="ADAL" clId="{8C1C8BBD-A6A8-4A27-9271-2458910CEC78}" dt="2023-12-27T09:44:35.181" v="291" actId="1076"/>
          <ac:spMkLst>
            <pc:docMk/>
            <pc:sldMk cId="0" sldId="583"/>
            <ac:spMk id="185427" creationId="{C47F2FC7-EC91-EF57-EF34-B7FEF33B901F}"/>
          </ac:spMkLst>
        </pc:spChg>
        <pc:spChg chg="mod">
          <ac:chgData name="Margarit Meroyan" userId="630a6349-7c61-463e-804c-816773a1019c" providerId="ADAL" clId="{8C1C8BBD-A6A8-4A27-9271-2458910CEC78}" dt="2023-12-27T09:44:35.181" v="291" actId="1076"/>
          <ac:spMkLst>
            <pc:docMk/>
            <pc:sldMk cId="0" sldId="583"/>
            <ac:spMk id="185428" creationId="{5416FAA4-D92F-D957-F5B5-B8092C14F7E4}"/>
          </ac:spMkLst>
        </pc:spChg>
        <pc:spChg chg="mod">
          <ac:chgData name="Margarit Meroyan" userId="630a6349-7c61-463e-804c-816773a1019c" providerId="ADAL" clId="{8C1C8BBD-A6A8-4A27-9271-2458910CEC78}" dt="2023-12-27T09:44:35.181" v="291" actId="1076"/>
          <ac:spMkLst>
            <pc:docMk/>
            <pc:sldMk cId="0" sldId="583"/>
            <ac:spMk id="185429" creationId="{DD5D3680-3D30-0120-D97E-BB179E218F56}"/>
          </ac:spMkLst>
        </pc:spChg>
        <pc:spChg chg="mod">
          <ac:chgData name="Margarit Meroyan" userId="630a6349-7c61-463e-804c-816773a1019c" providerId="ADAL" clId="{8C1C8BBD-A6A8-4A27-9271-2458910CEC78}" dt="2023-12-27T09:44:35.181" v="291" actId="1076"/>
          <ac:spMkLst>
            <pc:docMk/>
            <pc:sldMk cId="0" sldId="583"/>
            <ac:spMk id="185430" creationId="{0B10EFBE-A42E-4574-6E78-95B6F0EBB9F9}"/>
          </ac:spMkLst>
        </pc:spChg>
        <pc:spChg chg="mod">
          <ac:chgData name="Margarit Meroyan" userId="630a6349-7c61-463e-804c-816773a1019c" providerId="ADAL" clId="{8C1C8BBD-A6A8-4A27-9271-2458910CEC78}" dt="2023-12-27T09:44:35.181" v="291" actId="1076"/>
          <ac:spMkLst>
            <pc:docMk/>
            <pc:sldMk cId="0" sldId="583"/>
            <ac:spMk id="185431" creationId="{CEFD5389-E1BE-E8C6-D742-1137F3998A60}"/>
          </ac:spMkLst>
        </pc:spChg>
        <pc:spChg chg="mod">
          <ac:chgData name="Margarit Meroyan" userId="630a6349-7c61-463e-804c-816773a1019c" providerId="ADAL" clId="{8C1C8BBD-A6A8-4A27-9271-2458910CEC78}" dt="2023-12-27T09:44:35.181" v="291" actId="1076"/>
          <ac:spMkLst>
            <pc:docMk/>
            <pc:sldMk cId="0" sldId="583"/>
            <ac:spMk id="185432" creationId="{477CEC3A-DC5A-F369-7DCA-F235DA018E99}"/>
          </ac:spMkLst>
        </pc:spChg>
        <pc:spChg chg="mod">
          <ac:chgData name="Margarit Meroyan" userId="630a6349-7c61-463e-804c-816773a1019c" providerId="ADAL" clId="{8C1C8BBD-A6A8-4A27-9271-2458910CEC78}" dt="2023-12-27T09:44:35.181" v="291" actId="1076"/>
          <ac:spMkLst>
            <pc:docMk/>
            <pc:sldMk cId="0" sldId="583"/>
            <ac:spMk id="185433" creationId="{14F0DEF0-2B42-0ED2-36B7-49D55874E24F}"/>
          </ac:spMkLst>
        </pc:spChg>
        <pc:spChg chg="mod">
          <ac:chgData name="Margarit Meroyan" userId="630a6349-7c61-463e-804c-816773a1019c" providerId="ADAL" clId="{8C1C8BBD-A6A8-4A27-9271-2458910CEC78}" dt="2023-12-27T09:44:35.181" v="291" actId="1076"/>
          <ac:spMkLst>
            <pc:docMk/>
            <pc:sldMk cId="0" sldId="583"/>
            <ac:spMk id="185434" creationId="{26569D00-E612-0FD5-7FAC-B264953839EB}"/>
          </ac:spMkLst>
        </pc:spChg>
        <pc:spChg chg="mod">
          <ac:chgData name="Margarit Meroyan" userId="630a6349-7c61-463e-804c-816773a1019c" providerId="ADAL" clId="{8C1C8BBD-A6A8-4A27-9271-2458910CEC78}" dt="2023-12-27T09:44:35.181" v="291" actId="1076"/>
          <ac:spMkLst>
            <pc:docMk/>
            <pc:sldMk cId="0" sldId="583"/>
            <ac:spMk id="185435" creationId="{6081F2FA-697B-B39C-A5E4-02BB97E80217}"/>
          </ac:spMkLst>
        </pc:spChg>
        <pc:spChg chg="mod">
          <ac:chgData name="Margarit Meroyan" userId="630a6349-7c61-463e-804c-816773a1019c" providerId="ADAL" clId="{8C1C8BBD-A6A8-4A27-9271-2458910CEC78}" dt="2023-12-27T09:44:35.181" v="291" actId="1076"/>
          <ac:spMkLst>
            <pc:docMk/>
            <pc:sldMk cId="0" sldId="583"/>
            <ac:spMk id="185436" creationId="{10AADD84-9921-79E7-CD17-AA687D8AB000}"/>
          </ac:spMkLst>
        </pc:spChg>
        <pc:spChg chg="mod">
          <ac:chgData name="Margarit Meroyan" userId="630a6349-7c61-463e-804c-816773a1019c" providerId="ADAL" clId="{8C1C8BBD-A6A8-4A27-9271-2458910CEC78}" dt="2023-12-27T09:44:35.181" v="291" actId="1076"/>
          <ac:spMkLst>
            <pc:docMk/>
            <pc:sldMk cId="0" sldId="583"/>
            <ac:spMk id="185437" creationId="{DAC8658A-69DB-8D2A-6FBF-659F1692E9D7}"/>
          </ac:spMkLst>
        </pc:spChg>
        <pc:spChg chg="mod">
          <ac:chgData name="Margarit Meroyan" userId="630a6349-7c61-463e-804c-816773a1019c" providerId="ADAL" clId="{8C1C8BBD-A6A8-4A27-9271-2458910CEC78}" dt="2023-12-27T09:44:35.181" v="291" actId="1076"/>
          <ac:spMkLst>
            <pc:docMk/>
            <pc:sldMk cId="0" sldId="583"/>
            <ac:spMk id="185438" creationId="{EB9801A2-0F36-CA8A-C643-B3ED2A7DB179}"/>
          </ac:spMkLst>
        </pc:spChg>
        <pc:spChg chg="mod">
          <ac:chgData name="Margarit Meroyan" userId="630a6349-7c61-463e-804c-816773a1019c" providerId="ADAL" clId="{8C1C8BBD-A6A8-4A27-9271-2458910CEC78}" dt="2023-12-27T09:44:35.181" v="291" actId="1076"/>
          <ac:spMkLst>
            <pc:docMk/>
            <pc:sldMk cId="0" sldId="583"/>
            <ac:spMk id="185439" creationId="{F64DCCEE-8F2A-104F-6FA9-06B3F8F1753A}"/>
          </ac:spMkLst>
        </pc:spChg>
        <pc:spChg chg="mod">
          <ac:chgData name="Margarit Meroyan" userId="630a6349-7c61-463e-804c-816773a1019c" providerId="ADAL" clId="{8C1C8BBD-A6A8-4A27-9271-2458910CEC78}" dt="2023-12-27T09:44:35.181" v="291" actId="1076"/>
          <ac:spMkLst>
            <pc:docMk/>
            <pc:sldMk cId="0" sldId="583"/>
            <ac:spMk id="185440" creationId="{C8CCC0B4-8C2F-615C-9D25-CD41F6FD4732}"/>
          </ac:spMkLst>
        </pc:spChg>
        <pc:spChg chg="mod">
          <ac:chgData name="Margarit Meroyan" userId="630a6349-7c61-463e-804c-816773a1019c" providerId="ADAL" clId="{8C1C8BBD-A6A8-4A27-9271-2458910CEC78}" dt="2023-12-27T09:44:35.181" v="291" actId="1076"/>
          <ac:spMkLst>
            <pc:docMk/>
            <pc:sldMk cId="0" sldId="583"/>
            <ac:spMk id="185441" creationId="{83C6F7CF-865E-F20D-BC5A-753663A2393C}"/>
          </ac:spMkLst>
        </pc:spChg>
        <pc:spChg chg="mod">
          <ac:chgData name="Margarit Meroyan" userId="630a6349-7c61-463e-804c-816773a1019c" providerId="ADAL" clId="{8C1C8BBD-A6A8-4A27-9271-2458910CEC78}" dt="2023-12-27T09:44:35.181" v="291" actId="1076"/>
          <ac:spMkLst>
            <pc:docMk/>
            <pc:sldMk cId="0" sldId="583"/>
            <ac:spMk id="185442" creationId="{E6DA7B77-A282-ED81-1876-BC25D8BA1A40}"/>
          </ac:spMkLst>
        </pc:spChg>
        <pc:spChg chg="mod">
          <ac:chgData name="Margarit Meroyan" userId="630a6349-7c61-463e-804c-816773a1019c" providerId="ADAL" clId="{8C1C8BBD-A6A8-4A27-9271-2458910CEC78}" dt="2023-12-27T09:44:35.181" v="291" actId="1076"/>
          <ac:spMkLst>
            <pc:docMk/>
            <pc:sldMk cId="0" sldId="583"/>
            <ac:spMk id="185443" creationId="{4D2A7C4E-EB36-758B-107B-91E94417831F}"/>
          </ac:spMkLst>
        </pc:spChg>
        <pc:spChg chg="mod">
          <ac:chgData name="Margarit Meroyan" userId="630a6349-7c61-463e-804c-816773a1019c" providerId="ADAL" clId="{8C1C8BBD-A6A8-4A27-9271-2458910CEC78}" dt="2023-12-27T09:44:35.181" v="291" actId="1076"/>
          <ac:spMkLst>
            <pc:docMk/>
            <pc:sldMk cId="0" sldId="583"/>
            <ac:spMk id="185444" creationId="{873514B3-FD2F-4E05-3756-CA72D3C01209}"/>
          </ac:spMkLst>
        </pc:spChg>
        <pc:spChg chg="mod">
          <ac:chgData name="Margarit Meroyan" userId="630a6349-7c61-463e-804c-816773a1019c" providerId="ADAL" clId="{8C1C8BBD-A6A8-4A27-9271-2458910CEC78}" dt="2023-12-27T09:44:35.181" v="291" actId="1076"/>
          <ac:spMkLst>
            <pc:docMk/>
            <pc:sldMk cId="0" sldId="583"/>
            <ac:spMk id="185445" creationId="{7A5657F8-F255-3072-6F93-C74B323808FC}"/>
          </ac:spMkLst>
        </pc:spChg>
        <pc:spChg chg="mod">
          <ac:chgData name="Margarit Meroyan" userId="630a6349-7c61-463e-804c-816773a1019c" providerId="ADAL" clId="{8C1C8BBD-A6A8-4A27-9271-2458910CEC78}" dt="2023-12-27T09:44:35.181" v="291" actId="1076"/>
          <ac:spMkLst>
            <pc:docMk/>
            <pc:sldMk cId="0" sldId="583"/>
            <ac:spMk id="185446" creationId="{E38F6ADE-4E21-B24C-992A-3EF42873219E}"/>
          </ac:spMkLst>
        </pc:spChg>
        <pc:spChg chg="mod">
          <ac:chgData name="Margarit Meroyan" userId="630a6349-7c61-463e-804c-816773a1019c" providerId="ADAL" clId="{8C1C8BBD-A6A8-4A27-9271-2458910CEC78}" dt="2023-12-27T09:44:35.181" v="291" actId="1076"/>
          <ac:spMkLst>
            <pc:docMk/>
            <pc:sldMk cId="0" sldId="583"/>
            <ac:spMk id="185447" creationId="{E9613380-28D3-C0FF-BAB5-439D502A1175}"/>
          </ac:spMkLst>
        </pc:spChg>
        <pc:spChg chg="mod">
          <ac:chgData name="Margarit Meroyan" userId="630a6349-7c61-463e-804c-816773a1019c" providerId="ADAL" clId="{8C1C8BBD-A6A8-4A27-9271-2458910CEC78}" dt="2023-12-27T09:44:35.181" v="291" actId="1076"/>
          <ac:spMkLst>
            <pc:docMk/>
            <pc:sldMk cId="0" sldId="583"/>
            <ac:spMk id="185448" creationId="{23ED2602-0E66-EA60-4DCE-80A84741BA25}"/>
          </ac:spMkLst>
        </pc:spChg>
        <pc:spChg chg="mod">
          <ac:chgData name="Margarit Meroyan" userId="630a6349-7c61-463e-804c-816773a1019c" providerId="ADAL" clId="{8C1C8BBD-A6A8-4A27-9271-2458910CEC78}" dt="2023-12-27T09:44:35.181" v="291" actId="1076"/>
          <ac:spMkLst>
            <pc:docMk/>
            <pc:sldMk cId="0" sldId="583"/>
            <ac:spMk id="185449" creationId="{3393DC35-DE53-7B31-ADDC-64639F68AA5F}"/>
          </ac:spMkLst>
        </pc:spChg>
        <pc:spChg chg="mod">
          <ac:chgData name="Margarit Meroyan" userId="630a6349-7c61-463e-804c-816773a1019c" providerId="ADAL" clId="{8C1C8BBD-A6A8-4A27-9271-2458910CEC78}" dt="2023-12-27T09:44:35.181" v="291" actId="1076"/>
          <ac:spMkLst>
            <pc:docMk/>
            <pc:sldMk cId="0" sldId="583"/>
            <ac:spMk id="185450" creationId="{E1565344-C183-E604-E8FA-8E823100EA91}"/>
          </ac:spMkLst>
        </pc:spChg>
        <pc:spChg chg="mod">
          <ac:chgData name="Margarit Meroyan" userId="630a6349-7c61-463e-804c-816773a1019c" providerId="ADAL" clId="{8C1C8BBD-A6A8-4A27-9271-2458910CEC78}" dt="2023-12-27T09:44:35.181" v="291" actId="1076"/>
          <ac:spMkLst>
            <pc:docMk/>
            <pc:sldMk cId="0" sldId="583"/>
            <ac:spMk id="185451" creationId="{24F9AF36-C0A0-E0EA-BD91-CF04BB83AF4F}"/>
          </ac:spMkLst>
        </pc:spChg>
        <pc:spChg chg="mod">
          <ac:chgData name="Margarit Meroyan" userId="630a6349-7c61-463e-804c-816773a1019c" providerId="ADAL" clId="{8C1C8BBD-A6A8-4A27-9271-2458910CEC78}" dt="2023-12-27T09:44:35.181" v="291" actId="1076"/>
          <ac:spMkLst>
            <pc:docMk/>
            <pc:sldMk cId="0" sldId="583"/>
            <ac:spMk id="185452" creationId="{F683894F-140F-3E0B-309F-8CF2CA623F5B}"/>
          </ac:spMkLst>
        </pc:spChg>
        <pc:spChg chg="mod">
          <ac:chgData name="Margarit Meroyan" userId="630a6349-7c61-463e-804c-816773a1019c" providerId="ADAL" clId="{8C1C8BBD-A6A8-4A27-9271-2458910CEC78}" dt="2023-12-27T09:44:35.181" v="291" actId="1076"/>
          <ac:spMkLst>
            <pc:docMk/>
            <pc:sldMk cId="0" sldId="583"/>
            <ac:spMk id="185453" creationId="{7055A43A-F24D-6396-1C95-10707654773A}"/>
          </ac:spMkLst>
        </pc:spChg>
        <pc:spChg chg="mod">
          <ac:chgData name="Margarit Meroyan" userId="630a6349-7c61-463e-804c-816773a1019c" providerId="ADAL" clId="{8C1C8BBD-A6A8-4A27-9271-2458910CEC78}" dt="2023-12-27T09:44:35.181" v="291" actId="1076"/>
          <ac:spMkLst>
            <pc:docMk/>
            <pc:sldMk cId="0" sldId="583"/>
            <ac:spMk id="185454" creationId="{684EDDEA-6019-A068-B934-75B4F399C06B}"/>
          </ac:spMkLst>
        </pc:spChg>
        <pc:spChg chg="mod">
          <ac:chgData name="Margarit Meroyan" userId="630a6349-7c61-463e-804c-816773a1019c" providerId="ADAL" clId="{8C1C8BBD-A6A8-4A27-9271-2458910CEC78}" dt="2023-12-27T09:44:35.181" v="291" actId="1076"/>
          <ac:spMkLst>
            <pc:docMk/>
            <pc:sldMk cId="0" sldId="583"/>
            <ac:spMk id="185455" creationId="{708616BE-9125-A18D-4CCE-FA2E413C7B02}"/>
          </ac:spMkLst>
        </pc:spChg>
        <pc:spChg chg="mod">
          <ac:chgData name="Margarit Meroyan" userId="630a6349-7c61-463e-804c-816773a1019c" providerId="ADAL" clId="{8C1C8BBD-A6A8-4A27-9271-2458910CEC78}" dt="2023-12-27T09:44:35.181" v="291" actId="1076"/>
          <ac:spMkLst>
            <pc:docMk/>
            <pc:sldMk cId="0" sldId="583"/>
            <ac:spMk id="185456" creationId="{305CE3E1-3B72-0F05-4104-1BD9847208DD}"/>
          </ac:spMkLst>
        </pc:spChg>
        <pc:spChg chg="mod">
          <ac:chgData name="Margarit Meroyan" userId="630a6349-7c61-463e-804c-816773a1019c" providerId="ADAL" clId="{8C1C8BBD-A6A8-4A27-9271-2458910CEC78}" dt="2023-12-27T09:44:35.181" v="291" actId="1076"/>
          <ac:spMkLst>
            <pc:docMk/>
            <pc:sldMk cId="0" sldId="583"/>
            <ac:spMk id="185457" creationId="{CEA970CC-6DCA-FFA1-32C8-A442D64F6EAB}"/>
          </ac:spMkLst>
        </pc:spChg>
        <pc:spChg chg="mod">
          <ac:chgData name="Margarit Meroyan" userId="630a6349-7c61-463e-804c-816773a1019c" providerId="ADAL" clId="{8C1C8BBD-A6A8-4A27-9271-2458910CEC78}" dt="2023-12-27T09:44:35.181" v="291" actId="1076"/>
          <ac:spMkLst>
            <pc:docMk/>
            <pc:sldMk cId="0" sldId="583"/>
            <ac:spMk id="185458" creationId="{00A28F91-0331-4A3B-5163-7DAFE437E375}"/>
          </ac:spMkLst>
        </pc:spChg>
        <pc:spChg chg="mod">
          <ac:chgData name="Margarit Meroyan" userId="630a6349-7c61-463e-804c-816773a1019c" providerId="ADAL" clId="{8C1C8BBD-A6A8-4A27-9271-2458910CEC78}" dt="2023-12-27T09:44:35.181" v="291" actId="1076"/>
          <ac:spMkLst>
            <pc:docMk/>
            <pc:sldMk cId="0" sldId="583"/>
            <ac:spMk id="185459" creationId="{F3D45463-AD2F-6D08-ECC7-454DD455C26E}"/>
          </ac:spMkLst>
        </pc:spChg>
        <pc:spChg chg="mod">
          <ac:chgData name="Margarit Meroyan" userId="630a6349-7c61-463e-804c-816773a1019c" providerId="ADAL" clId="{8C1C8BBD-A6A8-4A27-9271-2458910CEC78}" dt="2023-12-27T09:44:35.181" v="291" actId="1076"/>
          <ac:spMkLst>
            <pc:docMk/>
            <pc:sldMk cId="0" sldId="583"/>
            <ac:spMk id="185460" creationId="{5BF570E1-2D58-EA8E-C274-87CE7DFA11BA}"/>
          </ac:spMkLst>
        </pc:spChg>
        <pc:spChg chg="mod">
          <ac:chgData name="Margarit Meroyan" userId="630a6349-7c61-463e-804c-816773a1019c" providerId="ADAL" clId="{8C1C8BBD-A6A8-4A27-9271-2458910CEC78}" dt="2023-12-27T09:44:35.181" v="291" actId="1076"/>
          <ac:spMkLst>
            <pc:docMk/>
            <pc:sldMk cId="0" sldId="583"/>
            <ac:spMk id="185461" creationId="{2272A764-2407-1253-E637-819D152006A5}"/>
          </ac:spMkLst>
        </pc:spChg>
        <pc:spChg chg="mod">
          <ac:chgData name="Margarit Meroyan" userId="630a6349-7c61-463e-804c-816773a1019c" providerId="ADAL" clId="{8C1C8BBD-A6A8-4A27-9271-2458910CEC78}" dt="2023-12-27T09:44:35.181" v="291" actId="1076"/>
          <ac:spMkLst>
            <pc:docMk/>
            <pc:sldMk cId="0" sldId="583"/>
            <ac:spMk id="185462" creationId="{0BBA7E18-4A19-FBB0-0AB7-5B5904F09081}"/>
          </ac:spMkLst>
        </pc:spChg>
        <pc:spChg chg="mod">
          <ac:chgData name="Margarit Meroyan" userId="630a6349-7c61-463e-804c-816773a1019c" providerId="ADAL" clId="{8C1C8BBD-A6A8-4A27-9271-2458910CEC78}" dt="2023-12-27T09:44:35.181" v="291" actId="1076"/>
          <ac:spMkLst>
            <pc:docMk/>
            <pc:sldMk cId="0" sldId="583"/>
            <ac:spMk id="185463" creationId="{855D259D-1E1B-FBAB-C5F1-7B01305004C4}"/>
          </ac:spMkLst>
        </pc:spChg>
        <pc:spChg chg="mod">
          <ac:chgData name="Margarit Meroyan" userId="630a6349-7c61-463e-804c-816773a1019c" providerId="ADAL" clId="{8C1C8BBD-A6A8-4A27-9271-2458910CEC78}" dt="2023-12-27T09:44:35.181" v="291" actId="1076"/>
          <ac:spMkLst>
            <pc:docMk/>
            <pc:sldMk cId="0" sldId="583"/>
            <ac:spMk id="185464" creationId="{D1ECFF0D-D5EF-569D-0D71-78704C6E14FC}"/>
          </ac:spMkLst>
        </pc:spChg>
        <pc:spChg chg="mod">
          <ac:chgData name="Margarit Meroyan" userId="630a6349-7c61-463e-804c-816773a1019c" providerId="ADAL" clId="{8C1C8BBD-A6A8-4A27-9271-2458910CEC78}" dt="2023-12-27T09:44:35.181" v="291" actId="1076"/>
          <ac:spMkLst>
            <pc:docMk/>
            <pc:sldMk cId="0" sldId="583"/>
            <ac:spMk id="185465" creationId="{3971F4EC-2034-B90F-539D-AF4AA0F6BB3B}"/>
          </ac:spMkLst>
        </pc:spChg>
        <pc:spChg chg="mod">
          <ac:chgData name="Margarit Meroyan" userId="630a6349-7c61-463e-804c-816773a1019c" providerId="ADAL" clId="{8C1C8BBD-A6A8-4A27-9271-2458910CEC78}" dt="2023-12-27T09:44:35.181" v="291" actId="1076"/>
          <ac:spMkLst>
            <pc:docMk/>
            <pc:sldMk cId="0" sldId="583"/>
            <ac:spMk id="185466" creationId="{BA20050B-EEC8-4AE7-0C36-242108678984}"/>
          </ac:spMkLst>
        </pc:spChg>
        <pc:spChg chg="mod">
          <ac:chgData name="Margarit Meroyan" userId="630a6349-7c61-463e-804c-816773a1019c" providerId="ADAL" clId="{8C1C8BBD-A6A8-4A27-9271-2458910CEC78}" dt="2023-12-27T09:44:35.181" v="291" actId="1076"/>
          <ac:spMkLst>
            <pc:docMk/>
            <pc:sldMk cId="0" sldId="583"/>
            <ac:spMk id="185467" creationId="{04CB6902-BC0F-52D2-C7B5-42163432A48C}"/>
          </ac:spMkLst>
        </pc:spChg>
        <pc:spChg chg="mod">
          <ac:chgData name="Margarit Meroyan" userId="630a6349-7c61-463e-804c-816773a1019c" providerId="ADAL" clId="{8C1C8BBD-A6A8-4A27-9271-2458910CEC78}" dt="2023-12-27T09:44:35.181" v="291" actId="1076"/>
          <ac:spMkLst>
            <pc:docMk/>
            <pc:sldMk cId="0" sldId="583"/>
            <ac:spMk id="185468" creationId="{F43F0F96-FE21-2338-C817-6C0DBC910C15}"/>
          </ac:spMkLst>
        </pc:spChg>
        <pc:spChg chg="mod">
          <ac:chgData name="Margarit Meroyan" userId="630a6349-7c61-463e-804c-816773a1019c" providerId="ADAL" clId="{8C1C8BBD-A6A8-4A27-9271-2458910CEC78}" dt="2023-12-27T09:44:35.181" v="291" actId="1076"/>
          <ac:spMkLst>
            <pc:docMk/>
            <pc:sldMk cId="0" sldId="583"/>
            <ac:spMk id="185469" creationId="{C876AD6C-4D22-6E66-E5E2-DBBCC884CA91}"/>
          </ac:spMkLst>
        </pc:spChg>
        <pc:spChg chg="mod">
          <ac:chgData name="Margarit Meroyan" userId="630a6349-7c61-463e-804c-816773a1019c" providerId="ADAL" clId="{8C1C8BBD-A6A8-4A27-9271-2458910CEC78}" dt="2023-12-27T09:44:35.181" v="291" actId="1076"/>
          <ac:spMkLst>
            <pc:docMk/>
            <pc:sldMk cId="0" sldId="583"/>
            <ac:spMk id="185470" creationId="{272CA512-5220-04F5-5DC8-6980A6A52FC9}"/>
          </ac:spMkLst>
        </pc:spChg>
        <pc:spChg chg="mod">
          <ac:chgData name="Margarit Meroyan" userId="630a6349-7c61-463e-804c-816773a1019c" providerId="ADAL" clId="{8C1C8BBD-A6A8-4A27-9271-2458910CEC78}" dt="2023-12-27T09:44:35.181" v="291" actId="1076"/>
          <ac:spMkLst>
            <pc:docMk/>
            <pc:sldMk cId="0" sldId="583"/>
            <ac:spMk id="185471" creationId="{E4614F02-BF27-1046-D727-BD987BA4FE35}"/>
          </ac:spMkLst>
        </pc:spChg>
        <pc:spChg chg="mod">
          <ac:chgData name="Margarit Meroyan" userId="630a6349-7c61-463e-804c-816773a1019c" providerId="ADAL" clId="{8C1C8BBD-A6A8-4A27-9271-2458910CEC78}" dt="2023-12-27T09:44:35.181" v="291" actId="1076"/>
          <ac:spMkLst>
            <pc:docMk/>
            <pc:sldMk cId="0" sldId="583"/>
            <ac:spMk id="185472" creationId="{A6387640-4136-B742-74B9-282A222B6013}"/>
          </ac:spMkLst>
        </pc:spChg>
        <pc:spChg chg="mod">
          <ac:chgData name="Margarit Meroyan" userId="630a6349-7c61-463e-804c-816773a1019c" providerId="ADAL" clId="{8C1C8BBD-A6A8-4A27-9271-2458910CEC78}" dt="2023-12-27T09:44:35.181" v="291" actId="1076"/>
          <ac:spMkLst>
            <pc:docMk/>
            <pc:sldMk cId="0" sldId="583"/>
            <ac:spMk id="185473" creationId="{44B5EB6F-AB0C-6B78-C1B4-E192CBC627EC}"/>
          </ac:spMkLst>
        </pc:spChg>
        <pc:spChg chg="mod">
          <ac:chgData name="Margarit Meroyan" userId="630a6349-7c61-463e-804c-816773a1019c" providerId="ADAL" clId="{8C1C8BBD-A6A8-4A27-9271-2458910CEC78}" dt="2023-12-27T09:44:42.407" v="293" actId="207"/>
          <ac:spMkLst>
            <pc:docMk/>
            <pc:sldMk cId="0" sldId="583"/>
            <ac:spMk id="185474" creationId="{1991F8AD-A31D-C41C-82A3-50C71C7BC0F3}"/>
          </ac:spMkLst>
        </pc:spChg>
        <pc:spChg chg="mod">
          <ac:chgData name="Margarit Meroyan" userId="630a6349-7c61-463e-804c-816773a1019c" providerId="ADAL" clId="{8C1C8BBD-A6A8-4A27-9271-2458910CEC78}" dt="2023-12-27T09:44:35.181" v="291" actId="1076"/>
          <ac:spMkLst>
            <pc:docMk/>
            <pc:sldMk cId="0" sldId="583"/>
            <ac:spMk id="185475" creationId="{8C88782D-ED50-4D50-15A5-EC0186A18F85}"/>
          </ac:spMkLst>
        </pc:spChg>
        <pc:spChg chg="mod">
          <ac:chgData name="Margarit Meroyan" userId="630a6349-7c61-463e-804c-816773a1019c" providerId="ADAL" clId="{8C1C8BBD-A6A8-4A27-9271-2458910CEC78}" dt="2023-12-27T09:44:35.181" v="291" actId="1076"/>
          <ac:spMkLst>
            <pc:docMk/>
            <pc:sldMk cId="0" sldId="583"/>
            <ac:spMk id="185476" creationId="{B17C53BB-AE46-F767-8DBC-8461923155C7}"/>
          </ac:spMkLst>
        </pc:spChg>
        <pc:spChg chg="mod">
          <ac:chgData name="Margarit Meroyan" userId="630a6349-7c61-463e-804c-816773a1019c" providerId="ADAL" clId="{8C1C8BBD-A6A8-4A27-9271-2458910CEC78}" dt="2023-12-27T09:44:35.181" v="291" actId="1076"/>
          <ac:spMkLst>
            <pc:docMk/>
            <pc:sldMk cId="0" sldId="583"/>
            <ac:spMk id="185477" creationId="{8B8AAE91-9C39-C1AC-842B-36C348757291}"/>
          </ac:spMkLst>
        </pc:spChg>
        <pc:spChg chg="mod">
          <ac:chgData name="Margarit Meroyan" userId="630a6349-7c61-463e-804c-816773a1019c" providerId="ADAL" clId="{8C1C8BBD-A6A8-4A27-9271-2458910CEC78}" dt="2023-12-27T09:44:35.181" v="291" actId="1076"/>
          <ac:spMkLst>
            <pc:docMk/>
            <pc:sldMk cId="0" sldId="583"/>
            <ac:spMk id="185478" creationId="{DA6CE3CA-20D6-02CD-5434-79968D9A1A35}"/>
          </ac:spMkLst>
        </pc:spChg>
        <pc:spChg chg="mod">
          <ac:chgData name="Margarit Meroyan" userId="630a6349-7c61-463e-804c-816773a1019c" providerId="ADAL" clId="{8C1C8BBD-A6A8-4A27-9271-2458910CEC78}" dt="2023-12-27T09:44:35.181" v="291" actId="1076"/>
          <ac:spMkLst>
            <pc:docMk/>
            <pc:sldMk cId="0" sldId="583"/>
            <ac:spMk id="185479" creationId="{8D68F15C-35FC-2C89-EA31-31E2FEA027D5}"/>
          </ac:spMkLst>
        </pc:spChg>
        <pc:spChg chg="mod">
          <ac:chgData name="Margarit Meroyan" userId="630a6349-7c61-463e-804c-816773a1019c" providerId="ADAL" clId="{8C1C8BBD-A6A8-4A27-9271-2458910CEC78}" dt="2023-12-27T09:44:35.181" v="291" actId="1076"/>
          <ac:spMkLst>
            <pc:docMk/>
            <pc:sldMk cId="0" sldId="583"/>
            <ac:spMk id="185480" creationId="{B5177195-4AF9-0919-61CF-7439840AD042}"/>
          </ac:spMkLst>
        </pc:spChg>
        <pc:spChg chg="mod">
          <ac:chgData name="Margarit Meroyan" userId="630a6349-7c61-463e-804c-816773a1019c" providerId="ADAL" clId="{8C1C8BBD-A6A8-4A27-9271-2458910CEC78}" dt="2023-12-27T09:44:35.181" v="291" actId="1076"/>
          <ac:spMkLst>
            <pc:docMk/>
            <pc:sldMk cId="0" sldId="583"/>
            <ac:spMk id="185481" creationId="{1490502F-17A3-5B21-EC4E-D559EDD44CB2}"/>
          </ac:spMkLst>
        </pc:spChg>
        <pc:spChg chg="mod">
          <ac:chgData name="Margarit Meroyan" userId="630a6349-7c61-463e-804c-816773a1019c" providerId="ADAL" clId="{8C1C8BBD-A6A8-4A27-9271-2458910CEC78}" dt="2023-12-27T09:44:35.181" v="291" actId="1076"/>
          <ac:spMkLst>
            <pc:docMk/>
            <pc:sldMk cId="0" sldId="583"/>
            <ac:spMk id="185482" creationId="{0B382619-26C2-410D-026F-D8E78BE695E3}"/>
          </ac:spMkLst>
        </pc:spChg>
        <pc:spChg chg="mod">
          <ac:chgData name="Margarit Meroyan" userId="630a6349-7c61-463e-804c-816773a1019c" providerId="ADAL" clId="{8C1C8BBD-A6A8-4A27-9271-2458910CEC78}" dt="2023-12-27T09:44:35.181" v="291" actId="1076"/>
          <ac:spMkLst>
            <pc:docMk/>
            <pc:sldMk cId="0" sldId="583"/>
            <ac:spMk id="185483" creationId="{0602826F-C94C-8D1B-1E72-7DCA412EB59A}"/>
          </ac:spMkLst>
        </pc:spChg>
        <pc:spChg chg="mod">
          <ac:chgData name="Margarit Meroyan" userId="630a6349-7c61-463e-804c-816773a1019c" providerId="ADAL" clId="{8C1C8BBD-A6A8-4A27-9271-2458910CEC78}" dt="2023-12-27T09:44:35.181" v="291" actId="1076"/>
          <ac:spMkLst>
            <pc:docMk/>
            <pc:sldMk cId="0" sldId="583"/>
            <ac:spMk id="185484" creationId="{15C8AFDA-4546-7292-E9E0-9551E679739D}"/>
          </ac:spMkLst>
        </pc:spChg>
        <pc:spChg chg="mod">
          <ac:chgData name="Margarit Meroyan" userId="630a6349-7c61-463e-804c-816773a1019c" providerId="ADAL" clId="{8C1C8BBD-A6A8-4A27-9271-2458910CEC78}" dt="2023-12-27T09:44:35.181" v="291" actId="1076"/>
          <ac:spMkLst>
            <pc:docMk/>
            <pc:sldMk cId="0" sldId="583"/>
            <ac:spMk id="185485" creationId="{77B9DC75-AC8A-6619-C83A-219DBBD378DF}"/>
          </ac:spMkLst>
        </pc:spChg>
        <pc:spChg chg="mod">
          <ac:chgData name="Margarit Meroyan" userId="630a6349-7c61-463e-804c-816773a1019c" providerId="ADAL" clId="{8C1C8BBD-A6A8-4A27-9271-2458910CEC78}" dt="2023-12-27T09:44:35.181" v="291" actId="1076"/>
          <ac:spMkLst>
            <pc:docMk/>
            <pc:sldMk cId="0" sldId="583"/>
            <ac:spMk id="185486" creationId="{6B846A23-A5B1-4776-85A9-2935711F2C98}"/>
          </ac:spMkLst>
        </pc:spChg>
        <pc:spChg chg="mod">
          <ac:chgData name="Margarit Meroyan" userId="630a6349-7c61-463e-804c-816773a1019c" providerId="ADAL" clId="{8C1C8BBD-A6A8-4A27-9271-2458910CEC78}" dt="2023-12-27T09:44:35.181" v="291" actId="1076"/>
          <ac:spMkLst>
            <pc:docMk/>
            <pc:sldMk cId="0" sldId="583"/>
            <ac:spMk id="185487" creationId="{22E0670D-AC06-0E3C-F4DB-A33A728DB294}"/>
          </ac:spMkLst>
        </pc:spChg>
        <pc:spChg chg="mod">
          <ac:chgData name="Margarit Meroyan" userId="630a6349-7c61-463e-804c-816773a1019c" providerId="ADAL" clId="{8C1C8BBD-A6A8-4A27-9271-2458910CEC78}" dt="2023-12-27T09:44:35.181" v="291" actId="1076"/>
          <ac:spMkLst>
            <pc:docMk/>
            <pc:sldMk cId="0" sldId="583"/>
            <ac:spMk id="185488" creationId="{40DD7040-C06B-E2C0-E1EC-F05E150190A8}"/>
          </ac:spMkLst>
        </pc:spChg>
        <pc:spChg chg="mod">
          <ac:chgData name="Margarit Meroyan" userId="630a6349-7c61-463e-804c-816773a1019c" providerId="ADAL" clId="{8C1C8BBD-A6A8-4A27-9271-2458910CEC78}" dt="2023-12-27T09:44:35.181" v="291" actId="1076"/>
          <ac:spMkLst>
            <pc:docMk/>
            <pc:sldMk cId="0" sldId="583"/>
            <ac:spMk id="185489" creationId="{DDCFC70D-E4AC-B2AF-1D99-6CE88846803F}"/>
          </ac:spMkLst>
        </pc:spChg>
        <pc:spChg chg="mod">
          <ac:chgData name="Margarit Meroyan" userId="630a6349-7c61-463e-804c-816773a1019c" providerId="ADAL" clId="{8C1C8BBD-A6A8-4A27-9271-2458910CEC78}" dt="2023-12-27T09:44:35.181" v="291" actId="1076"/>
          <ac:spMkLst>
            <pc:docMk/>
            <pc:sldMk cId="0" sldId="583"/>
            <ac:spMk id="185490" creationId="{412139AF-B7EA-F4A5-BFA2-9D5DDC45A848}"/>
          </ac:spMkLst>
        </pc:spChg>
        <pc:spChg chg="mod">
          <ac:chgData name="Margarit Meroyan" userId="630a6349-7c61-463e-804c-816773a1019c" providerId="ADAL" clId="{8C1C8BBD-A6A8-4A27-9271-2458910CEC78}" dt="2023-12-27T09:44:35.181" v="291" actId="1076"/>
          <ac:spMkLst>
            <pc:docMk/>
            <pc:sldMk cId="0" sldId="583"/>
            <ac:spMk id="185491" creationId="{24F61E73-7ED4-27F3-5719-85CEE08CD85D}"/>
          </ac:spMkLst>
        </pc:spChg>
        <pc:spChg chg="mod">
          <ac:chgData name="Margarit Meroyan" userId="630a6349-7c61-463e-804c-816773a1019c" providerId="ADAL" clId="{8C1C8BBD-A6A8-4A27-9271-2458910CEC78}" dt="2023-12-27T09:44:35.181" v="291" actId="1076"/>
          <ac:spMkLst>
            <pc:docMk/>
            <pc:sldMk cId="0" sldId="583"/>
            <ac:spMk id="185492" creationId="{D8643D20-6470-E95D-1529-B21916C0DEA3}"/>
          </ac:spMkLst>
        </pc:spChg>
        <pc:spChg chg="mod">
          <ac:chgData name="Margarit Meroyan" userId="630a6349-7c61-463e-804c-816773a1019c" providerId="ADAL" clId="{8C1C8BBD-A6A8-4A27-9271-2458910CEC78}" dt="2023-12-27T09:44:35.181" v="291" actId="1076"/>
          <ac:spMkLst>
            <pc:docMk/>
            <pc:sldMk cId="0" sldId="583"/>
            <ac:spMk id="185493" creationId="{6C85404B-19AF-152B-2D40-8E61BB2402F0}"/>
          </ac:spMkLst>
        </pc:spChg>
        <pc:spChg chg="mod">
          <ac:chgData name="Margarit Meroyan" userId="630a6349-7c61-463e-804c-816773a1019c" providerId="ADAL" clId="{8C1C8BBD-A6A8-4A27-9271-2458910CEC78}" dt="2023-12-27T09:44:35.181" v="291" actId="1076"/>
          <ac:spMkLst>
            <pc:docMk/>
            <pc:sldMk cId="0" sldId="583"/>
            <ac:spMk id="185494" creationId="{961B0E34-E1F5-A9F4-E62B-7BA740FA1DCB}"/>
          </ac:spMkLst>
        </pc:spChg>
        <pc:grpChg chg="mod">
          <ac:chgData name="Margarit Meroyan" userId="630a6349-7c61-463e-804c-816773a1019c" providerId="ADAL" clId="{8C1C8BBD-A6A8-4A27-9271-2458910CEC78}" dt="2023-12-27T09:44:35.181" v="291" actId="1076"/>
          <ac:grpSpMkLst>
            <pc:docMk/>
            <pc:sldMk cId="0" sldId="583"/>
            <ac:grpSpMk id="185350" creationId="{EC67A908-3ECF-FC87-751C-4A437B78C3B1}"/>
          </ac:grpSpMkLst>
        </pc:grpChg>
      </pc:sldChg>
      <pc:sldChg chg="modSp mod">
        <pc:chgData name="Margarit Meroyan" userId="630a6349-7c61-463e-804c-816773a1019c" providerId="ADAL" clId="{8C1C8BBD-A6A8-4A27-9271-2458910CEC78}" dt="2023-12-27T09:38:49.674" v="26" actId="207"/>
        <pc:sldMkLst>
          <pc:docMk/>
          <pc:sldMk cId="0" sldId="589"/>
        </pc:sldMkLst>
        <pc:spChg chg="mod">
          <ac:chgData name="Margarit Meroyan" userId="630a6349-7c61-463e-804c-816773a1019c" providerId="ADAL" clId="{8C1C8BBD-A6A8-4A27-9271-2458910CEC78}" dt="2023-12-27T09:38:44.425" v="25" actId="207"/>
          <ac:spMkLst>
            <pc:docMk/>
            <pc:sldMk cId="0" sldId="589"/>
            <ac:spMk id="89131" creationId="{1A72DC5A-AF51-7911-A622-209698DDC350}"/>
          </ac:spMkLst>
        </pc:spChg>
        <pc:spChg chg="mod">
          <ac:chgData name="Margarit Meroyan" userId="630a6349-7c61-463e-804c-816773a1019c" providerId="ADAL" clId="{8C1C8BBD-A6A8-4A27-9271-2458910CEC78}" dt="2023-12-27T09:38:44.425" v="25" actId="207"/>
          <ac:spMkLst>
            <pc:docMk/>
            <pc:sldMk cId="0" sldId="589"/>
            <ac:spMk id="89132" creationId="{AE578681-9269-0043-CC7F-BDD2B7B7FF4A}"/>
          </ac:spMkLst>
        </pc:spChg>
        <pc:spChg chg="mod">
          <ac:chgData name="Margarit Meroyan" userId="630a6349-7c61-463e-804c-816773a1019c" providerId="ADAL" clId="{8C1C8BBD-A6A8-4A27-9271-2458910CEC78}" dt="2023-12-27T09:38:49.674" v="26" actId="207"/>
          <ac:spMkLst>
            <pc:docMk/>
            <pc:sldMk cId="0" sldId="589"/>
            <ac:spMk id="89148" creationId="{28A8F958-CE85-5398-6280-D04713E67817}"/>
          </ac:spMkLst>
        </pc:spChg>
        <pc:spChg chg="mod">
          <ac:chgData name="Margarit Meroyan" userId="630a6349-7c61-463e-804c-816773a1019c" providerId="ADAL" clId="{8C1C8BBD-A6A8-4A27-9271-2458910CEC78}" dt="2023-12-27T09:38:49.674" v="26" actId="207"/>
          <ac:spMkLst>
            <pc:docMk/>
            <pc:sldMk cId="0" sldId="589"/>
            <ac:spMk id="89149" creationId="{D1D0A945-3EF4-6DB3-C94A-8F8DD6F5ECD6}"/>
          </ac:spMkLst>
        </pc:spChg>
        <pc:spChg chg="mod">
          <ac:chgData name="Margarit Meroyan" userId="630a6349-7c61-463e-804c-816773a1019c" providerId="ADAL" clId="{8C1C8BBD-A6A8-4A27-9271-2458910CEC78}" dt="2023-12-27T09:38:35.935" v="23" actId="207"/>
          <ac:spMkLst>
            <pc:docMk/>
            <pc:sldMk cId="0" sldId="589"/>
            <ac:spMk id="89155" creationId="{1D3E5383-5A2C-444E-9C3D-61045653528C}"/>
          </ac:spMkLst>
        </pc:spChg>
        <pc:spChg chg="mod">
          <ac:chgData name="Margarit Meroyan" userId="630a6349-7c61-463e-804c-816773a1019c" providerId="ADAL" clId="{8C1C8BBD-A6A8-4A27-9271-2458910CEC78}" dt="2023-12-27T09:38:41.390" v="24" actId="207"/>
          <ac:spMkLst>
            <pc:docMk/>
            <pc:sldMk cId="0" sldId="589"/>
            <ac:spMk id="89156" creationId="{7D14CC94-01F8-F019-FCDF-AFB8EA381DFE}"/>
          </ac:spMkLst>
        </pc:spChg>
        <pc:spChg chg="mod">
          <ac:chgData name="Margarit Meroyan" userId="630a6349-7c61-463e-804c-816773a1019c" providerId="ADAL" clId="{8C1C8BBD-A6A8-4A27-9271-2458910CEC78}" dt="2023-12-27T09:38:35.935" v="23" actId="207"/>
          <ac:spMkLst>
            <pc:docMk/>
            <pc:sldMk cId="0" sldId="589"/>
            <ac:spMk id="89157" creationId="{1642E116-F353-4B8D-250E-B15C2BBD1F6D}"/>
          </ac:spMkLst>
        </pc:spChg>
      </pc:sldChg>
      <pc:sldChg chg="del">
        <pc:chgData name="Margarit Meroyan" userId="630a6349-7c61-463e-804c-816773a1019c" providerId="ADAL" clId="{8C1C8BBD-A6A8-4A27-9271-2458910CEC78}" dt="2023-12-27T09:34:11.720" v="0" actId="47"/>
        <pc:sldMkLst>
          <pc:docMk/>
          <pc:sldMk cId="0" sldId="611"/>
        </pc:sldMkLst>
      </pc:sldChg>
      <pc:sldChg chg="modSp mod">
        <pc:chgData name="Margarit Meroyan" userId="630a6349-7c61-463e-804c-816773a1019c" providerId="ADAL" clId="{8C1C8BBD-A6A8-4A27-9271-2458910CEC78}" dt="2023-12-27T09:37:44.108" v="8" actId="1076"/>
        <pc:sldMkLst>
          <pc:docMk/>
          <pc:sldMk cId="0" sldId="628"/>
        </pc:sldMkLst>
        <pc:cxnChg chg="mod">
          <ac:chgData name="Margarit Meroyan" userId="630a6349-7c61-463e-804c-816773a1019c" providerId="ADAL" clId="{8C1C8BBD-A6A8-4A27-9271-2458910CEC78}" dt="2023-12-27T09:37:44.108" v="8" actId="1076"/>
          <ac:cxnSpMkLst>
            <pc:docMk/>
            <pc:sldMk cId="0" sldId="628"/>
            <ac:cxnSpMk id="12" creationId="{14D4B6D2-5ED1-40EE-BC93-6C18482DBADB}"/>
          </ac:cxnSpMkLst>
        </pc:cxnChg>
      </pc:sldChg>
      <pc:sldChg chg="modSp mod">
        <pc:chgData name="Margarit Meroyan" userId="630a6349-7c61-463e-804c-816773a1019c" providerId="ADAL" clId="{8C1C8BBD-A6A8-4A27-9271-2458910CEC78}" dt="2023-12-27T09:39:18.021" v="27" actId="207"/>
        <pc:sldMkLst>
          <pc:docMk/>
          <pc:sldMk cId="0" sldId="643"/>
        </pc:sldMkLst>
        <pc:spChg chg="mod">
          <ac:chgData name="Margarit Meroyan" userId="630a6349-7c61-463e-804c-816773a1019c" providerId="ADAL" clId="{8C1C8BBD-A6A8-4A27-9271-2458910CEC78}" dt="2023-12-27T09:39:18.021" v="27" actId="207"/>
          <ac:spMkLst>
            <pc:docMk/>
            <pc:sldMk cId="0" sldId="643"/>
            <ac:spMk id="112645" creationId="{505D3AA7-EF2A-6685-E37D-DD4475B38F7A}"/>
          </ac:spMkLst>
        </pc:spChg>
        <pc:spChg chg="mod">
          <ac:chgData name="Margarit Meroyan" userId="630a6349-7c61-463e-804c-816773a1019c" providerId="ADAL" clId="{8C1C8BBD-A6A8-4A27-9271-2458910CEC78}" dt="2023-12-27T09:39:18.021" v="27" actId="207"/>
          <ac:spMkLst>
            <pc:docMk/>
            <pc:sldMk cId="0" sldId="643"/>
            <ac:spMk id="112646" creationId="{49746444-77DE-B3F3-2E43-4CD7CE6C57CB}"/>
          </ac:spMkLst>
        </pc:spChg>
        <pc:spChg chg="mod">
          <ac:chgData name="Margarit Meroyan" userId="630a6349-7c61-463e-804c-816773a1019c" providerId="ADAL" clId="{8C1C8BBD-A6A8-4A27-9271-2458910CEC78}" dt="2023-12-27T09:39:18.021" v="27" actId="207"/>
          <ac:spMkLst>
            <pc:docMk/>
            <pc:sldMk cId="0" sldId="643"/>
            <ac:spMk id="112647" creationId="{C37FCB86-4770-4ED3-DD12-C4B5C3B0D6EC}"/>
          </ac:spMkLst>
        </pc:spChg>
        <pc:spChg chg="mod">
          <ac:chgData name="Margarit Meroyan" userId="630a6349-7c61-463e-804c-816773a1019c" providerId="ADAL" clId="{8C1C8BBD-A6A8-4A27-9271-2458910CEC78}" dt="2023-12-27T09:39:18.021" v="27" actId="207"/>
          <ac:spMkLst>
            <pc:docMk/>
            <pc:sldMk cId="0" sldId="643"/>
            <ac:spMk id="112648" creationId="{17B72F28-CA31-F67B-9F5C-88AD0DDC33BB}"/>
          </ac:spMkLst>
        </pc:spChg>
        <pc:spChg chg="mod">
          <ac:chgData name="Margarit Meroyan" userId="630a6349-7c61-463e-804c-816773a1019c" providerId="ADAL" clId="{8C1C8BBD-A6A8-4A27-9271-2458910CEC78}" dt="2023-12-27T09:39:18.021" v="27" actId="207"/>
          <ac:spMkLst>
            <pc:docMk/>
            <pc:sldMk cId="0" sldId="643"/>
            <ac:spMk id="112649" creationId="{0CE3F707-3945-BF3F-827D-6C407CD83413}"/>
          </ac:spMkLst>
        </pc:spChg>
      </pc:sldChg>
      <pc:sldChg chg="modSp mod">
        <pc:chgData name="Margarit Meroyan" userId="630a6349-7c61-463e-804c-816773a1019c" providerId="ADAL" clId="{8C1C8BBD-A6A8-4A27-9271-2458910CEC78}" dt="2023-12-27T09:40:40.434" v="243" actId="207"/>
        <pc:sldMkLst>
          <pc:docMk/>
          <pc:sldMk cId="0" sldId="644"/>
        </pc:sldMkLst>
        <pc:spChg chg="mod">
          <ac:chgData name="Margarit Meroyan" userId="630a6349-7c61-463e-804c-816773a1019c" providerId="ADAL" clId="{8C1C8BBD-A6A8-4A27-9271-2458910CEC78}" dt="2023-12-27T09:39:59.485" v="226" actId="1036"/>
          <ac:spMkLst>
            <pc:docMk/>
            <pc:sldMk cId="0" sldId="644"/>
            <ac:spMk id="114761" creationId="{1C2F1CDB-CADD-B3C3-A055-459DF2534E84}"/>
          </ac:spMkLst>
        </pc:spChg>
        <pc:spChg chg="mod">
          <ac:chgData name="Margarit Meroyan" userId="630a6349-7c61-463e-804c-816773a1019c" providerId="ADAL" clId="{8C1C8BBD-A6A8-4A27-9271-2458910CEC78}" dt="2023-12-27T09:39:48.438" v="165" actId="1037"/>
          <ac:spMkLst>
            <pc:docMk/>
            <pc:sldMk cId="0" sldId="644"/>
            <ac:spMk id="114763" creationId="{23CC7735-EB8F-48F2-2D2C-12C7056C43FF}"/>
          </ac:spMkLst>
        </pc:spChg>
        <pc:graphicFrameChg chg="mod modGraphic">
          <ac:chgData name="Margarit Meroyan" userId="630a6349-7c61-463e-804c-816773a1019c" providerId="ADAL" clId="{8C1C8BBD-A6A8-4A27-9271-2458910CEC78}" dt="2023-12-27T09:40:29.114" v="238" actId="207"/>
          <ac:graphicFrameMkLst>
            <pc:docMk/>
            <pc:sldMk cId="0" sldId="644"/>
            <ac:graphicFrameMk id="80977" creationId="{63533AD2-4154-4ECB-861A-8985215B120D}"/>
          </ac:graphicFrameMkLst>
        </pc:graphicFrameChg>
        <pc:graphicFrameChg chg="mod modGraphic">
          <ac:chgData name="Margarit Meroyan" userId="630a6349-7c61-463e-804c-816773a1019c" providerId="ADAL" clId="{8C1C8BBD-A6A8-4A27-9271-2458910CEC78}" dt="2023-12-27T09:40:40.434" v="243" actId="207"/>
          <ac:graphicFrameMkLst>
            <pc:docMk/>
            <pc:sldMk cId="0" sldId="644"/>
            <ac:graphicFrameMk id="80981" creationId="{76FA24F1-89EE-432F-B28C-D76F22950D3E}"/>
          </ac:graphicFrameMkLst>
        </pc:graphicFrameChg>
        <pc:graphicFrameChg chg="modGraphic">
          <ac:chgData name="Margarit Meroyan" userId="630a6349-7c61-463e-804c-816773a1019c" providerId="ADAL" clId="{8C1C8BBD-A6A8-4A27-9271-2458910CEC78}" dt="2023-12-27T09:40:32.385" v="239" actId="207"/>
          <ac:graphicFrameMkLst>
            <pc:docMk/>
            <pc:sldMk cId="0" sldId="644"/>
            <ac:graphicFrameMk id="80985" creationId="{AB62C454-161F-4969-A3F0-93D143F63053}"/>
          </ac:graphicFrameMkLst>
        </pc:graphicFrameChg>
      </pc:sldChg>
      <pc:sldChg chg="modSp mod">
        <pc:chgData name="Margarit Meroyan" userId="630a6349-7c61-463e-804c-816773a1019c" providerId="ADAL" clId="{8C1C8BBD-A6A8-4A27-9271-2458910CEC78}" dt="2023-12-27T09:42:03.759" v="266" actId="1076"/>
        <pc:sldMkLst>
          <pc:docMk/>
          <pc:sldMk cId="0" sldId="648"/>
        </pc:sldMkLst>
        <pc:spChg chg="mod">
          <ac:chgData name="Margarit Meroyan" userId="630a6349-7c61-463e-804c-816773a1019c" providerId="ADAL" clId="{8C1C8BBD-A6A8-4A27-9271-2458910CEC78}" dt="2023-12-27T09:42:03.759" v="266" actId="1076"/>
          <ac:spMkLst>
            <pc:docMk/>
            <pc:sldMk cId="0" sldId="648"/>
            <ac:spMk id="86104" creationId="{934E4282-D60A-4071-8780-C9540D1BBDC2}"/>
          </ac:spMkLst>
        </pc:spChg>
        <pc:spChg chg="mod">
          <ac:chgData name="Margarit Meroyan" userId="630a6349-7c61-463e-804c-816773a1019c" providerId="ADAL" clId="{8C1C8BBD-A6A8-4A27-9271-2458910CEC78}" dt="2023-12-27T09:42:03.759" v="266" actId="1076"/>
          <ac:spMkLst>
            <pc:docMk/>
            <pc:sldMk cId="0" sldId="648"/>
            <ac:spMk id="120836" creationId="{0F8046CA-41A0-7303-3544-6D324F19604C}"/>
          </ac:spMkLst>
        </pc:spChg>
        <pc:spChg chg="mod">
          <ac:chgData name="Margarit Meroyan" userId="630a6349-7c61-463e-804c-816773a1019c" providerId="ADAL" clId="{8C1C8BBD-A6A8-4A27-9271-2458910CEC78}" dt="2023-12-27T09:42:03.759" v="266" actId="1076"/>
          <ac:spMkLst>
            <pc:docMk/>
            <pc:sldMk cId="0" sldId="648"/>
            <ac:spMk id="120837" creationId="{F3A99447-5E36-E8BC-EAC5-D070F1EAB989}"/>
          </ac:spMkLst>
        </pc:spChg>
        <pc:spChg chg="mod">
          <ac:chgData name="Margarit Meroyan" userId="630a6349-7c61-463e-804c-816773a1019c" providerId="ADAL" clId="{8C1C8BBD-A6A8-4A27-9271-2458910CEC78}" dt="2023-12-27T09:42:03.759" v="266" actId="1076"/>
          <ac:spMkLst>
            <pc:docMk/>
            <pc:sldMk cId="0" sldId="648"/>
            <ac:spMk id="120838" creationId="{8EFF33DC-2B62-A182-CED0-9BAAEA2DADF6}"/>
          </ac:spMkLst>
        </pc:spChg>
        <pc:spChg chg="mod">
          <ac:chgData name="Margarit Meroyan" userId="630a6349-7c61-463e-804c-816773a1019c" providerId="ADAL" clId="{8C1C8BBD-A6A8-4A27-9271-2458910CEC78}" dt="2023-12-27T09:42:03.759" v="266" actId="1076"/>
          <ac:spMkLst>
            <pc:docMk/>
            <pc:sldMk cId="0" sldId="648"/>
            <ac:spMk id="120839" creationId="{1279781A-7E48-6E46-5B8A-06ED24DF7CCC}"/>
          </ac:spMkLst>
        </pc:spChg>
        <pc:spChg chg="mod">
          <ac:chgData name="Margarit Meroyan" userId="630a6349-7c61-463e-804c-816773a1019c" providerId="ADAL" clId="{8C1C8BBD-A6A8-4A27-9271-2458910CEC78}" dt="2023-12-27T09:42:03.759" v="266" actId="1076"/>
          <ac:spMkLst>
            <pc:docMk/>
            <pc:sldMk cId="0" sldId="648"/>
            <ac:spMk id="120840" creationId="{88164838-B3E5-844D-8D8B-05CA038EDB3E}"/>
          </ac:spMkLst>
        </pc:spChg>
        <pc:spChg chg="mod">
          <ac:chgData name="Margarit Meroyan" userId="630a6349-7c61-463e-804c-816773a1019c" providerId="ADAL" clId="{8C1C8BBD-A6A8-4A27-9271-2458910CEC78}" dt="2023-12-27T09:42:03.759" v="266" actId="1076"/>
          <ac:spMkLst>
            <pc:docMk/>
            <pc:sldMk cId="0" sldId="648"/>
            <ac:spMk id="120841" creationId="{A44814DB-75F5-E93C-8B88-540AEB2E82BE}"/>
          </ac:spMkLst>
        </pc:spChg>
        <pc:spChg chg="mod">
          <ac:chgData name="Margarit Meroyan" userId="630a6349-7c61-463e-804c-816773a1019c" providerId="ADAL" clId="{8C1C8BBD-A6A8-4A27-9271-2458910CEC78}" dt="2023-12-27T09:42:03.759" v="266" actId="1076"/>
          <ac:spMkLst>
            <pc:docMk/>
            <pc:sldMk cId="0" sldId="648"/>
            <ac:spMk id="120842" creationId="{D347D14F-3428-7470-BB6E-BCA327E44204}"/>
          </ac:spMkLst>
        </pc:spChg>
        <pc:spChg chg="mod">
          <ac:chgData name="Margarit Meroyan" userId="630a6349-7c61-463e-804c-816773a1019c" providerId="ADAL" clId="{8C1C8BBD-A6A8-4A27-9271-2458910CEC78}" dt="2023-12-27T09:42:03.759" v="266" actId="1076"/>
          <ac:spMkLst>
            <pc:docMk/>
            <pc:sldMk cId="0" sldId="648"/>
            <ac:spMk id="120843" creationId="{00138E1C-6266-45F5-E9A1-9BFB6A545E30}"/>
          </ac:spMkLst>
        </pc:spChg>
        <pc:spChg chg="mod">
          <ac:chgData name="Margarit Meroyan" userId="630a6349-7c61-463e-804c-816773a1019c" providerId="ADAL" clId="{8C1C8BBD-A6A8-4A27-9271-2458910CEC78}" dt="2023-12-27T09:42:03.759" v="266" actId="1076"/>
          <ac:spMkLst>
            <pc:docMk/>
            <pc:sldMk cId="0" sldId="648"/>
            <ac:spMk id="120844" creationId="{7B042424-0EC6-FA76-B745-B932337F9B3B}"/>
          </ac:spMkLst>
        </pc:spChg>
        <pc:spChg chg="mod">
          <ac:chgData name="Margarit Meroyan" userId="630a6349-7c61-463e-804c-816773a1019c" providerId="ADAL" clId="{8C1C8BBD-A6A8-4A27-9271-2458910CEC78}" dt="2023-12-27T09:42:03.759" v="266" actId="1076"/>
          <ac:spMkLst>
            <pc:docMk/>
            <pc:sldMk cId="0" sldId="648"/>
            <ac:spMk id="120845" creationId="{0316A7AE-673E-06CE-1ACA-D3B5AA7B980B}"/>
          </ac:spMkLst>
        </pc:spChg>
        <pc:spChg chg="mod">
          <ac:chgData name="Margarit Meroyan" userId="630a6349-7c61-463e-804c-816773a1019c" providerId="ADAL" clId="{8C1C8BBD-A6A8-4A27-9271-2458910CEC78}" dt="2023-12-27T09:42:03.759" v="266" actId="1076"/>
          <ac:spMkLst>
            <pc:docMk/>
            <pc:sldMk cId="0" sldId="648"/>
            <ac:spMk id="120846" creationId="{CA838516-89BC-28BF-D025-A0FDD9385ADB}"/>
          </ac:spMkLst>
        </pc:spChg>
        <pc:spChg chg="mod">
          <ac:chgData name="Margarit Meroyan" userId="630a6349-7c61-463e-804c-816773a1019c" providerId="ADAL" clId="{8C1C8BBD-A6A8-4A27-9271-2458910CEC78}" dt="2023-12-27T09:42:03.759" v="266" actId="1076"/>
          <ac:spMkLst>
            <pc:docMk/>
            <pc:sldMk cId="0" sldId="648"/>
            <ac:spMk id="120847" creationId="{55447245-B122-0676-CCF6-F4B933D5EAE4}"/>
          </ac:spMkLst>
        </pc:spChg>
        <pc:spChg chg="mod">
          <ac:chgData name="Margarit Meroyan" userId="630a6349-7c61-463e-804c-816773a1019c" providerId="ADAL" clId="{8C1C8BBD-A6A8-4A27-9271-2458910CEC78}" dt="2023-12-27T09:42:03.759" v="266" actId="1076"/>
          <ac:spMkLst>
            <pc:docMk/>
            <pc:sldMk cId="0" sldId="648"/>
            <ac:spMk id="120848" creationId="{20640ED8-C9A8-38B4-C774-44B61DC858D1}"/>
          </ac:spMkLst>
        </pc:spChg>
        <pc:spChg chg="mod">
          <ac:chgData name="Margarit Meroyan" userId="630a6349-7c61-463e-804c-816773a1019c" providerId="ADAL" clId="{8C1C8BBD-A6A8-4A27-9271-2458910CEC78}" dt="2023-12-27T09:42:03.759" v="266" actId="1076"/>
          <ac:spMkLst>
            <pc:docMk/>
            <pc:sldMk cId="0" sldId="648"/>
            <ac:spMk id="120849" creationId="{CD175C79-D8A9-D2FA-0EC6-271AA6FB94F2}"/>
          </ac:spMkLst>
        </pc:spChg>
        <pc:spChg chg="mod">
          <ac:chgData name="Margarit Meroyan" userId="630a6349-7c61-463e-804c-816773a1019c" providerId="ADAL" clId="{8C1C8BBD-A6A8-4A27-9271-2458910CEC78}" dt="2023-12-27T09:42:03.759" v="266" actId="1076"/>
          <ac:spMkLst>
            <pc:docMk/>
            <pc:sldMk cId="0" sldId="648"/>
            <ac:spMk id="120850" creationId="{A2F46AEE-7797-B4AF-8A64-633EB340000D}"/>
          </ac:spMkLst>
        </pc:spChg>
        <pc:spChg chg="mod">
          <ac:chgData name="Margarit Meroyan" userId="630a6349-7c61-463e-804c-816773a1019c" providerId="ADAL" clId="{8C1C8BBD-A6A8-4A27-9271-2458910CEC78}" dt="2023-12-27T09:42:03.759" v="266" actId="1076"/>
          <ac:spMkLst>
            <pc:docMk/>
            <pc:sldMk cId="0" sldId="648"/>
            <ac:spMk id="120851" creationId="{6213595E-AA7A-9805-7B51-3BCBF67B82D3}"/>
          </ac:spMkLst>
        </pc:spChg>
        <pc:spChg chg="mod">
          <ac:chgData name="Margarit Meroyan" userId="630a6349-7c61-463e-804c-816773a1019c" providerId="ADAL" clId="{8C1C8BBD-A6A8-4A27-9271-2458910CEC78}" dt="2023-12-27T09:42:03.759" v="266" actId="1076"/>
          <ac:spMkLst>
            <pc:docMk/>
            <pc:sldMk cId="0" sldId="648"/>
            <ac:spMk id="120852" creationId="{C4074DB3-4E0E-9141-AF3E-2A253351C80E}"/>
          </ac:spMkLst>
        </pc:spChg>
        <pc:spChg chg="mod">
          <ac:chgData name="Margarit Meroyan" userId="630a6349-7c61-463e-804c-816773a1019c" providerId="ADAL" clId="{8C1C8BBD-A6A8-4A27-9271-2458910CEC78}" dt="2023-12-27T09:42:03.759" v="266" actId="1076"/>
          <ac:spMkLst>
            <pc:docMk/>
            <pc:sldMk cId="0" sldId="648"/>
            <ac:spMk id="120853" creationId="{ECF0DA4B-3B50-BA8C-321B-8193A335B090}"/>
          </ac:spMkLst>
        </pc:spChg>
        <pc:spChg chg="mod">
          <ac:chgData name="Margarit Meroyan" userId="630a6349-7c61-463e-804c-816773a1019c" providerId="ADAL" clId="{8C1C8BBD-A6A8-4A27-9271-2458910CEC78}" dt="2023-12-27T09:42:03.759" v="266" actId="1076"/>
          <ac:spMkLst>
            <pc:docMk/>
            <pc:sldMk cId="0" sldId="648"/>
            <ac:spMk id="120854" creationId="{E398639F-DC38-F047-0F0F-E2E4E40ADCFD}"/>
          </ac:spMkLst>
        </pc:spChg>
        <pc:spChg chg="mod">
          <ac:chgData name="Margarit Meroyan" userId="630a6349-7c61-463e-804c-816773a1019c" providerId="ADAL" clId="{8C1C8BBD-A6A8-4A27-9271-2458910CEC78}" dt="2023-12-27T09:42:03.759" v="266" actId="1076"/>
          <ac:spMkLst>
            <pc:docMk/>
            <pc:sldMk cId="0" sldId="648"/>
            <ac:spMk id="120855" creationId="{40BAE47B-2B21-A4F3-06FE-F50D1AC1E10C}"/>
          </ac:spMkLst>
        </pc:spChg>
        <pc:spChg chg="mod">
          <ac:chgData name="Margarit Meroyan" userId="630a6349-7c61-463e-804c-816773a1019c" providerId="ADAL" clId="{8C1C8BBD-A6A8-4A27-9271-2458910CEC78}" dt="2023-12-27T09:42:03.759" v="266" actId="1076"/>
          <ac:spMkLst>
            <pc:docMk/>
            <pc:sldMk cId="0" sldId="648"/>
            <ac:spMk id="120856" creationId="{A01950E4-2ED3-F545-4220-65C6E87F826C}"/>
          </ac:spMkLst>
        </pc:spChg>
        <pc:spChg chg="mod">
          <ac:chgData name="Margarit Meroyan" userId="630a6349-7c61-463e-804c-816773a1019c" providerId="ADAL" clId="{8C1C8BBD-A6A8-4A27-9271-2458910CEC78}" dt="2023-12-27T09:42:03.759" v="266" actId="1076"/>
          <ac:spMkLst>
            <pc:docMk/>
            <pc:sldMk cId="0" sldId="648"/>
            <ac:spMk id="120857" creationId="{7A12E4D7-FF97-0969-39DA-47E742FDB7F3}"/>
          </ac:spMkLst>
        </pc:spChg>
        <pc:spChg chg="mod">
          <ac:chgData name="Margarit Meroyan" userId="630a6349-7c61-463e-804c-816773a1019c" providerId="ADAL" clId="{8C1C8BBD-A6A8-4A27-9271-2458910CEC78}" dt="2023-12-27T09:42:03.759" v="266" actId="1076"/>
          <ac:spMkLst>
            <pc:docMk/>
            <pc:sldMk cId="0" sldId="648"/>
            <ac:spMk id="120858" creationId="{2E1421A7-F233-F898-73C0-7639DFDE9864}"/>
          </ac:spMkLst>
        </pc:spChg>
        <pc:spChg chg="mod">
          <ac:chgData name="Margarit Meroyan" userId="630a6349-7c61-463e-804c-816773a1019c" providerId="ADAL" clId="{8C1C8BBD-A6A8-4A27-9271-2458910CEC78}" dt="2023-12-27T09:42:03.759" v="266" actId="1076"/>
          <ac:spMkLst>
            <pc:docMk/>
            <pc:sldMk cId="0" sldId="648"/>
            <ac:spMk id="120859" creationId="{9EB58DEF-9075-F925-CD79-616B771BCEE9}"/>
          </ac:spMkLst>
        </pc:spChg>
        <pc:spChg chg="mod">
          <ac:chgData name="Margarit Meroyan" userId="630a6349-7c61-463e-804c-816773a1019c" providerId="ADAL" clId="{8C1C8BBD-A6A8-4A27-9271-2458910CEC78}" dt="2023-12-27T09:42:03.759" v="266" actId="1076"/>
          <ac:spMkLst>
            <pc:docMk/>
            <pc:sldMk cId="0" sldId="648"/>
            <ac:spMk id="120860" creationId="{60F110A7-D768-8630-AB72-147550696F65}"/>
          </ac:spMkLst>
        </pc:spChg>
        <pc:spChg chg="mod">
          <ac:chgData name="Margarit Meroyan" userId="630a6349-7c61-463e-804c-816773a1019c" providerId="ADAL" clId="{8C1C8BBD-A6A8-4A27-9271-2458910CEC78}" dt="2023-12-27T09:42:03.759" v="266" actId="1076"/>
          <ac:spMkLst>
            <pc:docMk/>
            <pc:sldMk cId="0" sldId="648"/>
            <ac:spMk id="120861" creationId="{F7AA52DF-C3F2-9B54-036D-F83CC1823480}"/>
          </ac:spMkLst>
        </pc:spChg>
        <pc:spChg chg="mod">
          <ac:chgData name="Margarit Meroyan" userId="630a6349-7c61-463e-804c-816773a1019c" providerId="ADAL" clId="{8C1C8BBD-A6A8-4A27-9271-2458910CEC78}" dt="2023-12-27T09:42:03.759" v="266" actId="1076"/>
          <ac:spMkLst>
            <pc:docMk/>
            <pc:sldMk cId="0" sldId="648"/>
            <ac:spMk id="120862" creationId="{41A04B72-5A21-A373-66EE-AD0EE07B4EDA}"/>
          </ac:spMkLst>
        </pc:spChg>
        <pc:spChg chg="mod">
          <ac:chgData name="Margarit Meroyan" userId="630a6349-7c61-463e-804c-816773a1019c" providerId="ADAL" clId="{8C1C8BBD-A6A8-4A27-9271-2458910CEC78}" dt="2023-12-27T09:42:03.759" v="266" actId="1076"/>
          <ac:spMkLst>
            <pc:docMk/>
            <pc:sldMk cId="0" sldId="648"/>
            <ac:spMk id="120863" creationId="{EF600616-F815-24FA-7FA7-E1D60FBAF034}"/>
          </ac:spMkLst>
        </pc:spChg>
        <pc:spChg chg="mod">
          <ac:chgData name="Margarit Meroyan" userId="630a6349-7c61-463e-804c-816773a1019c" providerId="ADAL" clId="{8C1C8BBD-A6A8-4A27-9271-2458910CEC78}" dt="2023-12-27T09:42:03.759" v="266" actId="1076"/>
          <ac:spMkLst>
            <pc:docMk/>
            <pc:sldMk cId="0" sldId="648"/>
            <ac:spMk id="120864" creationId="{A3419893-3213-EEA3-9EE5-2D3410B631F1}"/>
          </ac:spMkLst>
        </pc:spChg>
        <pc:spChg chg="mod">
          <ac:chgData name="Margarit Meroyan" userId="630a6349-7c61-463e-804c-816773a1019c" providerId="ADAL" clId="{8C1C8BBD-A6A8-4A27-9271-2458910CEC78}" dt="2023-12-27T09:42:03.759" v="266" actId="1076"/>
          <ac:spMkLst>
            <pc:docMk/>
            <pc:sldMk cId="0" sldId="648"/>
            <ac:spMk id="120865" creationId="{CEF1B655-586E-509C-D915-3DBCFF81464C}"/>
          </ac:spMkLst>
        </pc:spChg>
        <pc:spChg chg="mod">
          <ac:chgData name="Margarit Meroyan" userId="630a6349-7c61-463e-804c-816773a1019c" providerId="ADAL" clId="{8C1C8BBD-A6A8-4A27-9271-2458910CEC78}" dt="2023-12-27T09:42:03.759" v="266" actId="1076"/>
          <ac:spMkLst>
            <pc:docMk/>
            <pc:sldMk cId="0" sldId="648"/>
            <ac:spMk id="120866" creationId="{D76E41E4-94B7-D937-E8A0-43614BF722B1}"/>
          </ac:spMkLst>
        </pc:spChg>
        <pc:spChg chg="mod">
          <ac:chgData name="Margarit Meroyan" userId="630a6349-7c61-463e-804c-816773a1019c" providerId="ADAL" clId="{8C1C8BBD-A6A8-4A27-9271-2458910CEC78}" dt="2023-12-27T09:42:03.759" v="266" actId="1076"/>
          <ac:spMkLst>
            <pc:docMk/>
            <pc:sldMk cId="0" sldId="648"/>
            <ac:spMk id="120867" creationId="{104BBFB6-E8C4-CE13-1EDC-DAEEE95DBFC6}"/>
          </ac:spMkLst>
        </pc:spChg>
        <pc:spChg chg="mod">
          <ac:chgData name="Margarit Meroyan" userId="630a6349-7c61-463e-804c-816773a1019c" providerId="ADAL" clId="{8C1C8BBD-A6A8-4A27-9271-2458910CEC78}" dt="2023-12-27T09:42:03.759" v="266" actId="1076"/>
          <ac:spMkLst>
            <pc:docMk/>
            <pc:sldMk cId="0" sldId="648"/>
            <ac:spMk id="120868" creationId="{91A25D9F-3EF5-C5E8-1107-F1D388975643}"/>
          </ac:spMkLst>
        </pc:spChg>
        <pc:spChg chg="mod">
          <ac:chgData name="Margarit Meroyan" userId="630a6349-7c61-463e-804c-816773a1019c" providerId="ADAL" clId="{8C1C8BBD-A6A8-4A27-9271-2458910CEC78}" dt="2023-12-27T09:42:03.759" v="266" actId="1076"/>
          <ac:spMkLst>
            <pc:docMk/>
            <pc:sldMk cId="0" sldId="648"/>
            <ac:spMk id="120869" creationId="{6637818C-42D8-51AB-EE06-6B2997E02A71}"/>
          </ac:spMkLst>
        </pc:spChg>
        <pc:spChg chg="mod">
          <ac:chgData name="Margarit Meroyan" userId="630a6349-7c61-463e-804c-816773a1019c" providerId="ADAL" clId="{8C1C8BBD-A6A8-4A27-9271-2458910CEC78}" dt="2023-12-27T09:42:03.759" v="266" actId="1076"/>
          <ac:spMkLst>
            <pc:docMk/>
            <pc:sldMk cId="0" sldId="648"/>
            <ac:spMk id="120870" creationId="{4834D5F8-47B3-5E1F-C20C-D909A04E4E2F}"/>
          </ac:spMkLst>
        </pc:spChg>
        <pc:spChg chg="mod">
          <ac:chgData name="Margarit Meroyan" userId="630a6349-7c61-463e-804c-816773a1019c" providerId="ADAL" clId="{8C1C8BBD-A6A8-4A27-9271-2458910CEC78}" dt="2023-12-27T09:42:03.759" v="266" actId="1076"/>
          <ac:spMkLst>
            <pc:docMk/>
            <pc:sldMk cId="0" sldId="648"/>
            <ac:spMk id="120871" creationId="{3C8289BA-A14F-01CB-CA35-04D07F496966}"/>
          </ac:spMkLst>
        </pc:spChg>
        <pc:spChg chg="mod">
          <ac:chgData name="Margarit Meroyan" userId="630a6349-7c61-463e-804c-816773a1019c" providerId="ADAL" clId="{8C1C8BBD-A6A8-4A27-9271-2458910CEC78}" dt="2023-12-27T09:42:03.759" v="266" actId="1076"/>
          <ac:spMkLst>
            <pc:docMk/>
            <pc:sldMk cId="0" sldId="648"/>
            <ac:spMk id="120872" creationId="{A333D75B-E107-9806-0543-25E7B1404E8F}"/>
          </ac:spMkLst>
        </pc:spChg>
        <pc:spChg chg="mod">
          <ac:chgData name="Margarit Meroyan" userId="630a6349-7c61-463e-804c-816773a1019c" providerId="ADAL" clId="{8C1C8BBD-A6A8-4A27-9271-2458910CEC78}" dt="2023-12-27T09:42:03.759" v="266" actId="1076"/>
          <ac:spMkLst>
            <pc:docMk/>
            <pc:sldMk cId="0" sldId="648"/>
            <ac:spMk id="120873" creationId="{56318F80-9131-1567-857E-47960C3BCB92}"/>
          </ac:spMkLst>
        </pc:spChg>
        <pc:spChg chg="mod">
          <ac:chgData name="Margarit Meroyan" userId="630a6349-7c61-463e-804c-816773a1019c" providerId="ADAL" clId="{8C1C8BBD-A6A8-4A27-9271-2458910CEC78}" dt="2023-12-27T09:42:03.759" v="266" actId="1076"/>
          <ac:spMkLst>
            <pc:docMk/>
            <pc:sldMk cId="0" sldId="648"/>
            <ac:spMk id="120874" creationId="{0BD62427-E48E-1617-574C-0CD7B2C16EAE}"/>
          </ac:spMkLst>
        </pc:spChg>
        <pc:spChg chg="mod">
          <ac:chgData name="Margarit Meroyan" userId="630a6349-7c61-463e-804c-816773a1019c" providerId="ADAL" clId="{8C1C8BBD-A6A8-4A27-9271-2458910CEC78}" dt="2023-12-27T09:42:03.759" v="266" actId="1076"/>
          <ac:spMkLst>
            <pc:docMk/>
            <pc:sldMk cId="0" sldId="648"/>
            <ac:spMk id="120875" creationId="{4CE61235-A7B5-DD84-A325-A89692C4B1EF}"/>
          </ac:spMkLst>
        </pc:spChg>
        <pc:spChg chg="mod">
          <ac:chgData name="Margarit Meroyan" userId="630a6349-7c61-463e-804c-816773a1019c" providerId="ADAL" clId="{8C1C8BBD-A6A8-4A27-9271-2458910CEC78}" dt="2023-12-27T09:42:03.759" v="266" actId="1076"/>
          <ac:spMkLst>
            <pc:docMk/>
            <pc:sldMk cId="0" sldId="648"/>
            <ac:spMk id="120876" creationId="{2E010456-481F-4B8E-7704-DD8F822AC278}"/>
          </ac:spMkLst>
        </pc:spChg>
        <pc:spChg chg="mod">
          <ac:chgData name="Margarit Meroyan" userId="630a6349-7c61-463e-804c-816773a1019c" providerId="ADAL" clId="{8C1C8BBD-A6A8-4A27-9271-2458910CEC78}" dt="2023-12-27T09:42:03.759" v="266" actId="1076"/>
          <ac:spMkLst>
            <pc:docMk/>
            <pc:sldMk cId="0" sldId="648"/>
            <ac:spMk id="120877" creationId="{8EBD3FED-5FB0-7F61-D207-27037C3CA176}"/>
          </ac:spMkLst>
        </pc:spChg>
        <pc:spChg chg="mod">
          <ac:chgData name="Margarit Meroyan" userId="630a6349-7c61-463e-804c-816773a1019c" providerId="ADAL" clId="{8C1C8BBD-A6A8-4A27-9271-2458910CEC78}" dt="2023-12-27T09:42:03.759" v="266" actId="1076"/>
          <ac:spMkLst>
            <pc:docMk/>
            <pc:sldMk cId="0" sldId="648"/>
            <ac:spMk id="120878" creationId="{3CEB852C-F41E-46AC-9292-8FAB42D488B2}"/>
          </ac:spMkLst>
        </pc:spChg>
        <pc:spChg chg="mod">
          <ac:chgData name="Margarit Meroyan" userId="630a6349-7c61-463e-804c-816773a1019c" providerId="ADAL" clId="{8C1C8BBD-A6A8-4A27-9271-2458910CEC78}" dt="2023-12-27T09:42:03.759" v="266" actId="1076"/>
          <ac:spMkLst>
            <pc:docMk/>
            <pc:sldMk cId="0" sldId="648"/>
            <ac:spMk id="120879" creationId="{39C46ECF-9B42-BF34-5E3A-74E45820A356}"/>
          </ac:spMkLst>
        </pc:spChg>
        <pc:spChg chg="mod">
          <ac:chgData name="Margarit Meroyan" userId="630a6349-7c61-463e-804c-816773a1019c" providerId="ADAL" clId="{8C1C8BBD-A6A8-4A27-9271-2458910CEC78}" dt="2023-12-27T09:42:03.759" v="266" actId="1076"/>
          <ac:spMkLst>
            <pc:docMk/>
            <pc:sldMk cId="0" sldId="648"/>
            <ac:spMk id="120880" creationId="{D582B1E5-B728-A5C3-2E27-55C4DC7874F3}"/>
          </ac:spMkLst>
        </pc:spChg>
        <pc:spChg chg="mod">
          <ac:chgData name="Margarit Meroyan" userId="630a6349-7c61-463e-804c-816773a1019c" providerId="ADAL" clId="{8C1C8BBD-A6A8-4A27-9271-2458910CEC78}" dt="2023-12-27T09:42:03.759" v="266" actId="1076"/>
          <ac:spMkLst>
            <pc:docMk/>
            <pc:sldMk cId="0" sldId="648"/>
            <ac:spMk id="120881" creationId="{DE018832-C504-8BFD-D735-6640208BD2F5}"/>
          </ac:spMkLst>
        </pc:spChg>
        <pc:spChg chg="mod">
          <ac:chgData name="Margarit Meroyan" userId="630a6349-7c61-463e-804c-816773a1019c" providerId="ADAL" clId="{8C1C8BBD-A6A8-4A27-9271-2458910CEC78}" dt="2023-12-27T09:42:03.759" v="266" actId="1076"/>
          <ac:spMkLst>
            <pc:docMk/>
            <pc:sldMk cId="0" sldId="648"/>
            <ac:spMk id="120882" creationId="{C964222D-87F6-F1EB-F187-9F6008DDB463}"/>
          </ac:spMkLst>
        </pc:spChg>
        <pc:spChg chg="mod">
          <ac:chgData name="Margarit Meroyan" userId="630a6349-7c61-463e-804c-816773a1019c" providerId="ADAL" clId="{8C1C8BBD-A6A8-4A27-9271-2458910CEC78}" dt="2023-12-27T09:42:03.759" v="266" actId="1076"/>
          <ac:spMkLst>
            <pc:docMk/>
            <pc:sldMk cId="0" sldId="648"/>
            <ac:spMk id="120883" creationId="{0FA855D7-7E56-451F-5F0B-EB97CDFA6159}"/>
          </ac:spMkLst>
        </pc:spChg>
        <pc:spChg chg="mod">
          <ac:chgData name="Margarit Meroyan" userId="630a6349-7c61-463e-804c-816773a1019c" providerId="ADAL" clId="{8C1C8BBD-A6A8-4A27-9271-2458910CEC78}" dt="2023-12-27T09:42:03.759" v="266" actId="1076"/>
          <ac:spMkLst>
            <pc:docMk/>
            <pc:sldMk cId="0" sldId="648"/>
            <ac:spMk id="120884" creationId="{93EE3CEA-7F21-D277-0E77-10DB211ED982}"/>
          </ac:spMkLst>
        </pc:spChg>
        <pc:spChg chg="mod">
          <ac:chgData name="Margarit Meroyan" userId="630a6349-7c61-463e-804c-816773a1019c" providerId="ADAL" clId="{8C1C8BBD-A6A8-4A27-9271-2458910CEC78}" dt="2023-12-27T09:42:03.759" v="266" actId="1076"/>
          <ac:spMkLst>
            <pc:docMk/>
            <pc:sldMk cId="0" sldId="648"/>
            <ac:spMk id="120885" creationId="{8C29755E-96D5-A8E6-45D8-17ABE46B8845}"/>
          </ac:spMkLst>
        </pc:spChg>
        <pc:spChg chg="mod">
          <ac:chgData name="Margarit Meroyan" userId="630a6349-7c61-463e-804c-816773a1019c" providerId="ADAL" clId="{8C1C8BBD-A6A8-4A27-9271-2458910CEC78}" dt="2023-12-27T09:42:03.759" v="266" actId="1076"/>
          <ac:spMkLst>
            <pc:docMk/>
            <pc:sldMk cId="0" sldId="648"/>
            <ac:spMk id="120886" creationId="{93EDB122-B976-525A-C406-FAC965CD3166}"/>
          </ac:spMkLst>
        </pc:spChg>
        <pc:spChg chg="mod">
          <ac:chgData name="Margarit Meroyan" userId="630a6349-7c61-463e-804c-816773a1019c" providerId="ADAL" clId="{8C1C8BBD-A6A8-4A27-9271-2458910CEC78}" dt="2023-12-27T09:42:03.759" v="266" actId="1076"/>
          <ac:spMkLst>
            <pc:docMk/>
            <pc:sldMk cId="0" sldId="648"/>
            <ac:spMk id="120887" creationId="{9A88C332-0A6D-C679-5C57-687F6DB646BF}"/>
          </ac:spMkLst>
        </pc:spChg>
        <pc:spChg chg="mod">
          <ac:chgData name="Margarit Meroyan" userId="630a6349-7c61-463e-804c-816773a1019c" providerId="ADAL" clId="{8C1C8BBD-A6A8-4A27-9271-2458910CEC78}" dt="2023-12-27T09:42:03.759" v="266" actId="1076"/>
          <ac:spMkLst>
            <pc:docMk/>
            <pc:sldMk cId="0" sldId="648"/>
            <ac:spMk id="120888" creationId="{CA56DB01-1181-C6F6-EDC8-E13D93E88B3A}"/>
          </ac:spMkLst>
        </pc:spChg>
        <pc:spChg chg="mod">
          <ac:chgData name="Margarit Meroyan" userId="630a6349-7c61-463e-804c-816773a1019c" providerId="ADAL" clId="{8C1C8BBD-A6A8-4A27-9271-2458910CEC78}" dt="2023-12-27T09:42:03.759" v="266" actId="1076"/>
          <ac:spMkLst>
            <pc:docMk/>
            <pc:sldMk cId="0" sldId="648"/>
            <ac:spMk id="120889" creationId="{7EE96B1E-F683-29FD-A25D-C637A2B0E523}"/>
          </ac:spMkLst>
        </pc:spChg>
        <pc:spChg chg="mod">
          <ac:chgData name="Margarit Meroyan" userId="630a6349-7c61-463e-804c-816773a1019c" providerId="ADAL" clId="{8C1C8BBD-A6A8-4A27-9271-2458910CEC78}" dt="2023-12-27T09:42:03.759" v="266" actId="1076"/>
          <ac:spMkLst>
            <pc:docMk/>
            <pc:sldMk cId="0" sldId="648"/>
            <ac:spMk id="120890" creationId="{4F131C58-8147-21A2-556A-CDD1611AD438}"/>
          </ac:spMkLst>
        </pc:spChg>
        <pc:spChg chg="mod">
          <ac:chgData name="Margarit Meroyan" userId="630a6349-7c61-463e-804c-816773a1019c" providerId="ADAL" clId="{8C1C8BBD-A6A8-4A27-9271-2458910CEC78}" dt="2023-12-27T09:42:03.759" v="266" actId="1076"/>
          <ac:spMkLst>
            <pc:docMk/>
            <pc:sldMk cId="0" sldId="648"/>
            <ac:spMk id="120891" creationId="{3644DDD6-ECFE-0B03-8C50-074A5C741759}"/>
          </ac:spMkLst>
        </pc:spChg>
        <pc:spChg chg="mod">
          <ac:chgData name="Margarit Meroyan" userId="630a6349-7c61-463e-804c-816773a1019c" providerId="ADAL" clId="{8C1C8BBD-A6A8-4A27-9271-2458910CEC78}" dt="2023-12-27T09:42:03.759" v="266" actId="1076"/>
          <ac:spMkLst>
            <pc:docMk/>
            <pc:sldMk cId="0" sldId="648"/>
            <ac:spMk id="120892" creationId="{97A0F56C-485A-16AC-97A1-EC16AF3DF661}"/>
          </ac:spMkLst>
        </pc:spChg>
        <pc:spChg chg="mod">
          <ac:chgData name="Margarit Meroyan" userId="630a6349-7c61-463e-804c-816773a1019c" providerId="ADAL" clId="{8C1C8BBD-A6A8-4A27-9271-2458910CEC78}" dt="2023-12-27T09:42:03.759" v="266" actId="1076"/>
          <ac:spMkLst>
            <pc:docMk/>
            <pc:sldMk cId="0" sldId="648"/>
            <ac:spMk id="120893" creationId="{F983F741-7226-0A00-FF30-C81C5D0E0E16}"/>
          </ac:spMkLst>
        </pc:spChg>
        <pc:spChg chg="mod">
          <ac:chgData name="Margarit Meroyan" userId="630a6349-7c61-463e-804c-816773a1019c" providerId="ADAL" clId="{8C1C8BBD-A6A8-4A27-9271-2458910CEC78}" dt="2023-12-27T09:42:03.759" v="266" actId="1076"/>
          <ac:spMkLst>
            <pc:docMk/>
            <pc:sldMk cId="0" sldId="648"/>
            <ac:spMk id="120894" creationId="{F3D9EF0E-DE87-3BA5-37C2-C1B77D7EA48C}"/>
          </ac:spMkLst>
        </pc:spChg>
        <pc:spChg chg="mod">
          <ac:chgData name="Margarit Meroyan" userId="630a6349-7c61-463e-804c-816773a1019c" providerId="ADAL" clId="{8C1C8BBD-A6A8-4A27-9271-2458910CEC78}" dt="2023-12-27T09:42:03.759" v="266" actId="1076"/>
          <ac:spMkLst>
            <pc:docMk/>
            <pc:sldMk cId="0" sldId="648"/>
            <ac:spMk id="120895" creationId="{3B8C6055-A713-C165-EE0A-82564D6229EA}"/>
          </ac:spMkLst>
        </pc:spChg>
        <pc:spChg chg="mod">
          <ac:chgData name="Margarit Meroyan" userId="630a6349-7c61-463e-804c-816773a1019c" providerId="ADAL" clId="{8C1C8BBD-A6A8-4A27-9271-2458910CEC78}" dt="2023-12-27T09:42:03.759" v="266" actId="1076"/>
          <ac:spMkLst>
            <pc:docMk/>
            <pc:sldMk cId="0" sldId="648"/>
            <ac:spMk id="120896" creationId="{DA695A8B-180F-4AFF-5FE8-E475AB70942D}"/>
          </ac:spMkLst>
        </pc:spChg>
        <pc:spChg chg="mod">
          <ac:chgData name="Margarit Meroyan" userId="630a6349-7c61-463e-804c-816773a1019c" providerId="ADAL" clId="{8C1C8BBD-A6A8-4A27-9271-2458910CEC78}" dt="2023-12-27T09:42:03.759" v="266" actId="1076"/>
          <ac:spMkLst>
            <pc:docMk/>
            <pc:sldMk cId="0" sldId="648"/>
            <ac:spMk id="120897" creationId="{67D81733-0F80-349F-8C68-752F914EC8CE}"/>
          </ac:spMkLst>
        </pc:spChg>
        <pc:spChg chg="mod">
          <ac:chgData name="Margarit Meroyan" userId="630a6349-7c61-463e-804c-816773a1019c" providerId="ADAL" clId="{8C1C8BBD-A6A8-4A27-9271-2458910CEC78}" dt="2023-12-27T09:42:03.759" v="266" actId="1076"/>
          <ac:spMkLst>
            <pc:docMk/>
            <pc:sldMk cId="0" sldId="648"/>
            <ac:spMk id="120898" creationId="{F15CC7A5-0A91-0C89-1D2F-2487DA88E3E1}"/>
          </ac:spMkLst>
        </pc:spChg>
        <pc:spChg chg="mod">
          <ac:chgData name="Margarit Meroyan" userId="630a6349-7c61-463e-804c-816773a1019c" providerId="ADAL" clId="{8C1C8BBD-A6A8-4A27-9271-2458910CEC78}" dt="2023-12-27T09:42:03.759" v="266" actId="1076"/>
          <ac:spMkLst>
            <pc:docMk/>
            <pc:sldMk cId="0" sldId="648"/>
            <ac:spMk id="120899" creationId="{48D11011-A8F1-18EA-7CE9-7A75C5B1EE92}"/>
          </ac:spMkLst>
        </pc:spChg>
        <pc:spChg chg="mod">
          <ac:chgData name="Margarit Meroyan" userId="630a6349-7c61-463e-804c-816773a1019c" providerId="ADAL" clId="{8C1C8BBD-A6A8-4A27-9271-2458910CEC78}" dt="2023-12-27T09:42:03.759" v="266" actId="1076"/>
          <ac:spMkLst>
            <pc:docMk/>
            <pc:sldMk cId="0" sldId="648"/>
            <ac:spMk id="120900" creationId="{5059C166-8A36-90E3-308F-4282EE6F9BBC}"/>
          </ac:spMkLst>
        </pc:spChg>
        <pc:spChg chg="mod">
          <ac:chgData name="Margarit Meroyan" userId="630a6349-7c61-463e-804c-816773a1019c" providerId="ADAL" clId="{8C1C8BBD-A6A8-4A27-9271-2458910CEC78}" dt="2023-12-27T09:42:03.759" v="266" actId="1076"/>
          <ac:spMkLst>
            <pc:docMk/>
            <pc:sldMk cId="0" sldId="648"/>
            <ac:spMk id="120901" creationId="{51BC0C78-AF55-BC4F-C734-78479C8E2347}"/>
          </ac:spMkLst>
        </pc:spChg>
        <pc:spChg chg="mod">
          <ac:chgData name="Margarit Meroyan" userId="630a6349-7c61-463e-804c-816773a1019c" providerId="ADAL" clId="{8C1C8BBD-A6A8-4A27-9271-2458910CEC78}" dt="2023-12-27T09:42:03.759" v="266" actId="1076"/>
          <ac:spMkLst>
            <pc:docMk/>
            <pc:sldMk cId="0" sldId="648"/>
            <ac:spMk id="120902" creationId="{B69FC5EC-5098-B0C1-9E09-A24841F03E49}"/>
          </ac:spMkLst>
        </pc:spChg>
        <pc:spChg chg="mod">
          <ac:chgData name="Margarit Meroyan" userId="630a6349-7c61-463e-804c-816773a1019c" providerId="ADAL" clId="{8C1C8BBD-A6A8-4A27-9271-2458910CEC78}" dt="2023-12-27T09:42:03.759" v="266" actId="1076"/>
          <ac:spMkLst>
            <pc:docMk/>
            <pc:sldMk cId="0" sldId="648"/>
            <ac:spMk id="120903" creationId="{4292F94D-EDAB-AE1D-B9C2-6FB97A2F72B3}"/>
          </ac:spMkLst>
        </pc:spChg>
        <pc:spChg chg="mod">
          <ac:chgData name="Margarit Meroyan" userId="630a6349-7c61-463e-804c-816773a1019c" providerId="ADAL" clId="{8C1C8BBD-A6A8-4A27-9271-2458910CEC78}" dt="2023-12-27T09:42:03.759" v="266" actId="1076"/>
          <ac:spMkLst>
            <pc:docMk/>
            <pc:sldMk cId="0" sldId="648"/>
            <ac:spMk id="120904" creationId="{4D173145-4A24-1F95-E389-3E1325EE172C}"/>
          </ac:spMkLst>
        </pc:spChg>
        <pc:spChg chg="mod">
          <ac:chgData name="Margarit Meroyan" userId="630a6349-7c61-463e-804c-816773a1019c" providerId="ADAL" clId="{8C1C8BBD-A6A8-4A27-9271-2458910CEC78}" dt="2023-12-27T09:42:03.759" v="266" actId="1076"/>
          <ac:spMkLst>
            <pc:docMk/>
            <pc:sldMk cId="0" sldId="648"/>
            <ac:spMk id="120905" creationId="{0C587C28-ABC3-3BFC-BF05-9CE2AB5CE9E0}"/>
          </ac:spMkLst>
        </pc:spChg>
        <pc:spChg chg="mod">
          <ac:chgData name="Margarit Meroyan" userId="630a6349-7c61-463e-804c-816773a1019c" providerId="ADAL" clId="{8C1C8BBD-A6A8-4A27-9271-2458910CEC78}" dt="2023-12-27T09:42:03.759" v="266" actId="1076"/>
          <ac:spMkLst>
            <pc:docMk/>
            <pc:sldMk cId="0" sldId="648"/>
            <ac:spMk id="120906" creationId="{AC529606-11AF-CF00-6ABF-A30DB0284CEB}"/>
          </ac:spMkLst>
        </pc:spChg>
        <pc:spChg chg="mod">
          <ac:chgData name="Margarit Meroyan" userId="630a6349-7c61-463e-804c-816773a1019c" providerId="ADAL" clId="{8C1C8BBD-A6A8-4A27-9271-2458910CEC78}" dt="2023-12-27T09:42:03.759" v="266" actId="1076"/>
          <ac:spMkLst>
            <pc:docMk/>
            <pc:sldMk cId="0" sldId="648"/>
            <ac:spMk id="120907" creationId="{6E701C74-2B02-16A8-5E51-F33709CE711A}"/>
          </ac:spMkLst>
        </pc:spChg>
        <pc:spChg chg="mod">
          <ac:chgData name="Margarit Meroyan" userId="630a6349-7c61-463e-804c-816773a1019c" providerId="ADAL" clId="{8C1C8BBD-A6A8-4A27-9271-2458910CEC78}" dt="2023-12-27T09:42:03.759" v="266" actId="1076"/>
          <ac:spMkLst>
            <pc:docMk/>
            <pc:sldMk cId="0" sldId="648"/>
            <ac:spMk id="120908" creationId="{88FCE255-A633-63E3-2FFC-15785FEE7978}"/>
          </ac:spMkLst>
        </pc:spChg>
        <pc:spChg chg="mod">
          <ac:chgData name="Margarit Meroyan" userId="630a6349-7c61-463e-804c-816773a1019c" providerId="ADAL" clId="{8C1C8BBD-A6A8-4A27-9271-2458910CEC78}" dt="2023-12-27T09:42:03.759" v="266" actId="1076"/>
          <ac:spMkLst>
            <pc:docMk/>
            <pc:sldMk cId="0" sldId="648"/>
            <ac:spMk id="120909" creationId="{144CA1DA-55EC-3A94-E6F2-CA212DBA31F9}"/>
          </ac:spMkLst>
        </pc:spChg>
        <pc:spChg chg="mod">
          <ac:chgData name="Margarit Meroyan" userId="630a6349-7c61-463e-804c-816773a1019c" providerId="ADAL" clId="{8C1C8BBD-A6A8-4A27-9271-2458910CEC78}" dt="2023-12-27T09:42:03.759" v="266" actId="1076"/>
          <ac:spMkLst>
            <pc:docMk/>
            <pc:sldMk cId="0" sldId="648"/>
            <ac:spMk id="120910" creationId="{3047B1DD-7E23-8146-A19D-37AA1EE425F4}"/>
          </ac:spMkLst>
        </pc:spChg>
        <pc:spChg chg="mod">
          <ac:chgData name="Margarit Meroyan" userId="630a6349-7c61-463e-804c-816773a1019c" providerId="ADAL" clId="{8C1C8BBD-A6A8-4A27-9271-2458910CEC78}" dt="2023-12-27T09:42:03.759" v="266" actId="1076"/>
          <ac:spMkLst>
            <pc:docMk/>
            <pc:sldMk cId="0" sldId="648"/>
            <ac:spMk id="120911" creationId="{475C60F2-7CCC-361C-182E-E296DC5DB3C5}"/>
          </ac:spMkLst>
        </pc:spChg>
        <pc:spChg chg="mod">
          <ac:chgData name="Margarit Meroyan" userId="630a6349-7c61-463e-804c-816773a1019c" providerId="ADAL" clId="{8C1C8BBD-A6A8-4A27-9271-2458910CEC78}" dt="2023-12-27T09:42:03.759" v="266" actId="1076"/>
          <ac:spMkLst>
            <pc:docMk/>
            <pc:sldMk cId="0" sldId="648"/>
            <ac:spMk id="120912" creationId="{7ACB2CFF-793C-3557-85EA-632F6155AE79}"/>
          </ac:spMkLst>
        </pc:spChg>
        <pc:spChg chg="mod">
          <ac:chgData name="Margarit Meroyan" userId="630a6349-7c61-463e-804c-816773a1019c" providerId="ADAL" clId="{8C1C8BBD-A6A8-4A27-9271-2458910CEC78}" dt="2023-12-27T09:42:03.759" v="266" actId="1076"/>
          <ac:spMkLst>
            <pc:docMk/>
            <pc:sldMk cId="0" sldId="648"/>
            <ac:spMk id="120913" creationId="{8763B28D-62E8-0347-BADA-B219736996C8}"/>
          </ac:spMkLst>
        </pc:spChg>
        <pc:spChg chg="mod">
          <ac:chgData name="Margarit Meroyan" userId="630a6349-7c61-463e-804c-816773a1019c" providerId="ADAL" clId="{8C1C8BBD-A6A8-4A27-9271-2458910CEC78}" dt="2023-12-27T09:42:03.759" v="266" actId="1076"/>
          <ac:spMkLst>
            <pc:docMk/>
            <pc:sldMk cId="0" sldId="648"/>
            <ac:spMk id="120914" creationId="{DE2B58F0-5798-27A6-9382-E068E17EBA73}"/>
          </ac:spMkLst>
        </pc:spChg>
        <pc:spChg chg="mod">
          <ac:chgData name="Margarit Meroyan" userId="630a6349-7c61-463e-804c-816773a1019c" providerId="ADAL" clId="{8C1C8BBD-A6A8-4A27-9271-2458910CEC78}" dt="2023-12-27T09:42:03.759" v="266" actId="1076"/>
          <ac:spMkLst>
            <pc:docMk/>
            <pc:sldMk cId="0" sldId="648"/>
            <ac:spMk id="120915" creationId="{82B7DC01-4E3C-1B46-8A35-1FACBF1F9B37}"/>
          </ac:spMkLst>
        </pc:spChg>
        <pc:spChg chg="mod">
          <ac:chgData name="Margarit Meroyan" userId="630a6349-7c61-463e-804c-816773a1019c" providerId="ADAL" clId="{8C1C8BBD-A6A8-4A27-9271-2458910CEC78}" dt="2023-12-27T09:42:03.759" v="266" actId="1076"/>
          <ac:spMkLst>
            <pc:docMk/>
            <pc:sldMk cId="0" sldId="648"/>
            <ac:spMk id="120916" creationId="{5714CA89-A09E-8FFF-4BA4-0E697524C788}"/>
          </ac:spMkLst>
        </pc:spChg>
        <pc:spChg chg="mod">
          <ac:chgData name="Margarit Meroyan" userId="630a6349-7c61-463e-804c-816773a1019c" providerId="ADAL" clId="{8C1C8BBD-A6A8-4A27-9271-2458910CEC78}" dt="2023-12-27T09:42:03.759" v="266" actId="1076"/>
          <ac:spMkLst>
            <pc:docMk/>
            <pc:sldMk cId="0" sldId="648"/>
            <ac:spMk id="120917" creationId="{7F38BF44-D8FD-4171-3AF3-541519ED2662}"/>
          </ac:spMkLst>
        </pc:spChg>
        <pc:spChg chg="mod">
          <ac:chgData name="Margarit Meroyan" userId="630a6349-7c61-463e-804c-816773a1019c" providerId="ADAL" clId="{8C1C8BBD-A6A8-4A27-9271-2458910CEC78}" dt="2023-12-27T09:42:03.759" v="266" actId="1076"/>
          <ac:spMkLst>
            <pc:docMk/>
            <pc:sldMk cId="0" sldId="648"/>
            <ac:spMk id="120918" creationId="{A299E991-EF15-14D3-244A-E10DDAF9B56B}"/>
          </ac:spMkLst>
        </pc:spChg>
        <pc:spChg chg="mod">
          <ac:chgData name="Margarit Meroyan" userId="630a6349-7c61-463e-804c-816773a1019c" providerId="ADAL" clId="{8C1C8BBD-A6A8-4A27-9271-2458910CEC78}" dt="2023-12-27T09:42:03.759" v="266" actId="1076"/>
          <ac:spMkLst>
            <pc:docMk/>
            <pc:sldMk cId="0" sldId="648"/>
            <ac:spMk id="120919" creationId="{0575E1F5-34A8-2C84-547C-9DADA9FFA6CE}"/>
          </ac:spMkLst>
        </pc:spChg>
        <pc:grpChg chg="mod">
          <ac:chgData name="Margarit Meroyan" userId="630a6349-7c61-463e-804c-816773a1019c" providerId="ADAL" clId="{8C1C8BBD-A6A8-4A27-9271-2458910CEC78}" dt="2023-12-27T09:42:03.759" v="266" actId="1076"/>
          <ac:grpSpMkLst>
            <pc:docMk/>
            <pc:sldMk cId="0" sldId="648"/>
            <ac:grpSpMk id="120834" creationId="{B088CCDC-6DC0-9912-57F8-147057F3123F}"/>
          </ac:grpSpMkLst>
        </pc:grpChg>
      </pc:sldChg>
      <pc:sldChg chg="modSp">
        <pc:chgData name="Margarit Meroyan" userId="630a6349-7c61-463e-804c-816773a1019c" providerId="ADAL" clId="{8C1C8BBD-A6A8-4A27-9271-2458910CEC78}" dt="2023-12-27T09:42:22.538" v="269" actId="207"/>
        <pc:sldMkLst>
          <pc:docMk/>
          <pc:sldMk cId="0" sldId="649"/>
        </pc:sldMkLst>
        <pc:spChg chg="mod">
          <ac:chgData name="Margarit Meroyan" userId="630a6349-7c61-463e-804c-816773a1019c" providerId="ADAL" clId="{8C1C8BBD-A6A8-4A27-9271-2458910CEC78}" dt="2023-12-27T09:42:12.493" v="267" actId="207"/>
          <ac:spMkLst>
            <pc:docMk/>
            <pc:sldMk cId="0" sldId="649"/>
            <ac:spMk id="122885" creationId="{D3A1ADAA-20A9-62B1-4685-D221D98A2EA0}"/>
          </ac:spMkLst>
        </pc:spChg>
        <pc:spChg chg="mod">
          <ac:chgData name="Margarit Meroyan" userId="630a6349-7c61-463e-804c-816773a1019c" providerId="ADAL" clId="{8C1C8BBD-A6A8-4A27-9271-2458910CEC78}" dt="2023-12-27T09:42:12.493" v="267" actId="207"/>
          <ac:spMkLst>
            <pc:docMk/>
            <pc:sldMk cId="0" sldId="649"/>
            <ac:spMk id="122886" creationId="{3AB2F379-686B-F312-47F1-2261B612405D}"/>
          </ac:spMkLst>
        </pc:spChg>
        <pc:spChg chg="mod">
          <ac:chgData name="Margarit Meroyan" userId="630a6349-7c61-463e-804c-816773a1019c" providerId="ADAL" clId="{8C1C8BBD-A6A8-4A27-9271-2458910CEC78}" dt="2023-12-27T09:42:12.493" v="267" actId="207"/>
          <ac:spMkLst>
            <pc:docMk/>
            <pc:sldMk cId="0" sldId="649"/>
            <ac:spMk id="122893" creationId="{08F9F197-A34C-53E9-6DC8-7F7A7B455813}"/>
          </ac:spMkLst>
        </pc:spChg>
        <pc:spChg chg="mod">
          <ac:chgData name="Margarit Meroyan" userId="630a6349-7c61-463e-804c-816773a1019c" providerId="ADAL" clId="{8C1C8BBD-A6A8-4A27-9271-2458910CEC78}" dt="2023-12-27T09:42:19.448" v="268" actId="207"/>
          <ac:spMkLst>
            <pc:docMk/>
            <pc:sldMk cId="0" sldId="649"/>
            <ac:spMk id="122896" creationId="{41078172-5B84-6396-8B1D-8A22B06E0F41}"/>
          </ac:spMkLst>
        </pc:spChg>
        <pc:spChg chg="mod">
          <ac:chgData name="Margarit Meroyan" userId="630a6349-7c61-463e-804c-816773a1019c" providerId="ADAL" clId="{8C1C8BBD-A6A8-4A27-9271-2458910CEC78}" dt="2023-12-27T09:42:22.538" v="269" actId="207"/>
          <ac:spMkLst>
            <pc:docMk/>
            <pc:sldMk cId="0" sldId="649"/>
            <ac:spMk id="122897" creationId="{BC6082ED-A380-ACD5-D4E4-ABDA435D4104}"/>
          </ac:spMkLst>
        </pc:spChg>
        <pc:spChg chg="mod">
          <ac:chgData name="Margarit Meroyan" userId="630a6349-7c61-463e-804c-816773a1019c" providerId="ADAL" clId="{8C1C8BBD-A6A8-4A27-9271-2458910CEC78}" dt="2023-12-27T09:42:19.448" v="268" actId="207"/>
          <ac:spMkLst>
            <pc:docMk/>
            <pc:sldMk cId="0" sldId="649"/>
            <ac:spMk id="122898" creationId="{B8A5B30E-C286-21F3-1AEE-BDB529C707D4}"/>
          </ac:spMkLst>
        </pc:spChg>
        <pc:spChg chg="mod">
          <ac:chgData name="Margarit Meroyan" userId="630a6349-7c61-463e-804c-816773a1019c" providerId="ADAL" clId="{8C1C8BBD-A6A8-4A27-9271-2458910CEC78}" dt="2023-12-27T09:42:22.538" v="269" actId="207"/>
          <ac:spMkLst>
            <pc:docMk/>
            <pc:sldMk cId="0" sldId="649"/>
            <ac:spMk id="122910" creationId="{3F80EC54-7C5B-03DB-FCC4-CCEC65EFDD5A}"/>
          </ac:spMkLst>
        </pc:spChg>
      </pc:sldChg>
      <pc:sldChg chg="modSp mod">
        <pc:chgData name="Margarit Meroyan" userId="630a6349-7c61-463e-804c-816773a1019c" providerId="ADAL" clId="{8C1C8BBD-A6A8-4A27-9271-2458910CEC78}" dt="2023-12-27T09:38:28.981" v="22" actId="207"/>
        <pc:sldMkLst>
          <pc:docMk/>
          <pc:sldMk cId="0" sldId="4744"/>
        </pc:sldMkLst>
        <pc:spChg chg="mod">
          <ac:chgData name="Margarit Meroyan" userId="630a6349-7c61-463e-804c-816773a1019c" providerId="ADAL" clId="{8C1C8BBD-A6A8-4A27-9271-2458910CEC78}" dt="2023-12-27T09:38:28.981" v="22" actId="207"/>
          <ac:spMkLst>
            <pc:docMk/>
            <pc:sldMk cId="0" sldId="4744"/>
            <ac:spMk id="87081" creationId="{A6ED3CB8-DB22-DD75-0303-60717E43030E}"/>
          </ac:spMkLst>
        </pc:spChg>
        <pc:spChg chg="mod">
          <ac:chgData name="Margarit Meroyan" userId="630a6349-7c61-463e-804c-816773a1019c" providerId="ADAL" clId="{8C1C8BBD-A6A8-4A27-9271-2458910CEC78}" dt="2023-12-27T09:38:28.981" v="22" actId="207"/>
          <ac:spMkLst>
            <pc:docMk/>
            <pc:sldMk cId="0" sldId="4744"/>
            <ac:spMk id="87082" creationId="{D4597E62-8630-147E-D15F-44B1432FC8FB}"/>
          </ac:spMkLst>
        </pc:spChg>
        <pc:spChg chg="mod">
          <ac:chgData name="Margarit Meroyan" userId="630a6349-7c61-463e-804c-816773a1019c" providerId="ADAL" clId="{8C1C8BBD-A6A8-4A27-9271-2458910CEC78}" dt="2023-12-27T09:38:28.981" v="22" actId="207"/>
          <ac:spMkLst>
            <pc:docMk/>
            <pc:sldMk cId="0" sldId="4744"/>
            <ac:spMk id="87083" creationId="{3AD63036-006D-E150-B3BC-DE369BF22EAF}"/>
          </ac:spMkLst>
        </pc:spChg>
        <pc:spChg chg="mod">
          <ac:chgData name="Margarit Meroyan" userId="630a6349-7c61-463e-804c-816773a1019c" providerId="ADAL" clId="{8C1C8BBD-A6A8-4A27-9271-2458910CEC78}" dt="2023-12-27T09:38:17.429" v="19" actId="207"/>
          <ac:spMkLst>
            <pc:docMk/>
            <pc:sldMk cId="0" sldId="4744"/>
            <ac:spMk id="87085" creationId="{BDF2B3F5-433A-08D6-CBC5-889170D42F2E}"/>
          </ac:spMkLst>
        </pc:spChg>
        <pc:spChg chg="mod">
          <ac:chgData name="Margarit Meroyan" userId="630a6349-7c61-463e-804c-816773a1019c" providerId="ADAL" clId="{8C1C8BBD-A6A8-4A27-9271-2458910CEC78}" dt="2023-12-27T09:38:22.239" v="20" actId="207"/>
          <ac:spMkLst>
            <pc:docMk/>
            <pc:sldMk cId="0" sldId="4744"/>
            <ac:spMk id="87086" creationId="{AC07207C-99A3-8F60-6A51-B62824FA4846}"/>
          </ac:spMkLst>
        </pc:spChg>
        <pc:spChg chg="mod">
          <ac:chgData name="Margarit Meroyan" userId="630a6349-7c61-463e-804c-816773a1019c" providerId="ADAL" clId="{8C1C8BBD-A6A8-4A27-9271-2458910CEC78}" dt="2023-12-27T09:38:22.239" v="20" actId="207"/>
          <ac:spMkLst>
            <pc:docMk/>
            <pc:sldMk cId="0" sldId="4744"/>
            <ac:spMk id="87087" creationId="{0929D66A-8900-62DD-9793-B06795187F8D}"/>
          </ac:spMkLst>
        </pc:spChg>
        <pc:spChg chg="mod">
          <ac:chgData name="Margarit Meroyan" userId="630a6349-7c61-463e-804c-816773a1019c" providerId="ADAL" clId="{8C1C8BBD-A6A8-4A27-9271-2458910CEC78}" dt="2023-12-27T09:38:22.239" v="20" actId="207"/>
          <ac:spMkLst>
            <pc:docMk/>
            <pc:sldMk cId="0" sldId="4744"/>
            <ac:spMk id="87088" creationId="{9D38EB62-FD22-B37E-2216-2F01548E3B4B}"/>
          </ac:spMkLst>
        </pc:spChg>
        <pc:spChg chg="mod">
          <ac:chgData name="Margarit Meroyan" userId="630a6349-7c61-463e-804c-816773a1019c" providerId="ADAL" clId="{8C1C8BBD-A6A8-4A27-9271-2458910CEC78}" dt="2023-12-27T09:38:24.754" v="21" actId="207"/>
          <ac:spMkLst>
            <pc:docMk/>
            <pc:sldMk cId="0" sldId="4744"/>
            <ac:spMk id="87093" creationId="{3A02B6BB-6884-7E0A-1B33-FF4AB3B396A2}"/>
          </ac:spMkLst>
        </pc:spChg>
        <pc:spChg chg="mod">
          <ac:chgData name="Margarit Meroyan" userId="630a6349-7c61-463e-804c-816773a1019c" providerId="ADAL" clId="{8C1C8BBD-A6A8-4A27-9271-2458910CEC78}" dt="2023-12-27T09:38:24.754" v="21" actId="207"/>
          <ac:spMkLst>
            <pc:docMk/>
            <pc:sldMk cId="0" sldId="4744"/>
            <ac:spMk id="87094" creationId="{8E3E2083-F313-E09B-C71F-C1516BF3C0B9}"/>
          </ac:spMkLst>
        </pc:spChg>
      </pc:sldChg>
      <pc:sldChg chg="add">
        <pc:chgData name="Margarit Meroyan" userId="630a6349-7c61-463e-804c-816773a1019c" providerId="ADAL" clId="{8C1C8BBD-A6A8-4A27-9271-2458910CEC78}" dt="2023-12-27T09:34:13.421" v="1"/>
        <pc:sldMkLst>
          <pc:docMk/>
          <pc:sldMk cId="132580393" sldId="4790"/>
        </pc:sldMkLst>
      </pc:sldChg>
      <pc:sldChg chg="add del">
        <pc:chgData name="Margarit Meroyan" userId="630a6349-7c61-463e-804c-816773a1019c" providerId="ADAL" clId="{8C1C8BBD-A6A8-4A27-9271-2458910CEC78}" dt="2023-12-27T09:43:18.423" v="275"/>
        <pc:sldMkLst>
          <pc:docMk/>
          <pc:sldMk cId="1337285850" sldId="47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928D2EB-EA62-BE55-51FD-C07D3444A4AF}"/>
              </a:ext>
            </a:extLst>
          </p:cNvPr>
          <p:cNvSpPr>
            <a:spLocks noGrp="1" noRot="1" noChangeAspect="1" noChangeArrowheads="1" noTextEdit="1"/>
          </p:cNvSpPr>
          <p:nvPr>
            <p:ph type="sldImg"/>
          </p:nvPr>
        </p:nvSpPr>
        <p:spPr>
          <a:xfrm>
            <a:off x="398463" y="696913"/>
            <a:ext cx="6188075" cy="3481387"/>
          </a:xfrm>
          <a:ln/>
        </p:spPr>
      </p:sp>
      <p:sp>
        <p:nvSpPr>
          <p:cNvPr id="12291" name="Rectangle 3">
            <a:extLst>
              <a:ext uri="{FF2B5EF4-FFF2-40B4-BE49-F238E27FC236}">
                <a16:creationId xmlns:a16="http://schemas.microsoft.com/office/drawing/2014/main" id="{1A575F7A-7585-3058-742B-0AFCE19E5B5F}"/>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0D21E87-46DA-697B-D145-B40470FE3B92}"/>
              </a:ext>
            </a:extLst>
          </p:cNvPr>
          <p:cNvSpPr>
            <a:spLocks noGrp="1" noRot="1" noChangeAspect="1" noChangeArrowheads="1" noTextEdit="1"/>
          </p:cNvSpPr>
          <p:nvPr>
            <p:ph type="sldImg"/>
          </p:nvPr>
        </p:nvSpPr>
        <p:spPr>
          <a:xfrm>
            <a:off x="398463" y="696913"/>
            <a:ext cx="6188075" cy="3481387"/>
          </a:xfrm>
          <a:ln/>
        </p:spPr>
      </p:sp>
      <p:sp>
        <p:nvSpPr>
          <p:cNvPr id="14339" name="Rectangle 3">
            <a:extLst>
              <a:ext uri="{FF2B5EF4-FFF2-40B4-BE49-F238E27FC236}">
                <a16:creationId xmlns:a16="http://schemas.microsoft.com/office/drawing/2014/main" id="{10472105-8CF7-7E1B-51BF-226B7187F223}"/>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5177A2F-9C1F-BFE2-1A75-500835897BEE}"/>
              </a:ext>
            </a:extLst>
          </p:cNvPr>
          <p:cNvSpPr>
            <a:spLocks noGrp="1" noRot="1" noChangeAspect="1" noChangeArrowheads="1" noTextEdit="1"/>
          </p:cNvSpPr>
          <p:nvPr>
            <p:ph type="sldImg"/>
          </p:nvPr>
        </p:nvSpPr>
        <p:spPr>
          <a:xfrm>
            <a:off x="398463" y="696913"/>
            <a:ext cx="6188075" cy="3481387"/>
          </a:xfrm>
          <a:ln/>
        </p:spPr>
      </p:sp>
      <p:sp>
        <p:nvSpPr>
          <p:cNvPr id="16387" name="Rectangle 3">
            <a:extLst>
              <a:ext uri="{FF2B5EF4-FFF2-40B4-BE49-F238E27FC236}">
                <a16:creationId xmlns:a16="http://schemas.microsoft.com/office/drawing/2014/main" id="{1B4AB455-D7D8-A677-DF0D-40A35FAE14D5}"/>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F0339BA-F5E3-7F21-8FAC-3A090630FF45}"/>
              </a:ext>
            </a:extLst>
          </p:cNvPr>
          <p:cNvSpPr>
            <a:spLocks noGrp="1" noRot="1" noChangeAspect="1" noChangeArrowheads="1" noTextEdit="1"/>
          </p:cNvSpPr>
          <p:nvPr>
            <p:ph type="sldImg"/>
          </p:nvPr>
        </p:nvSpPr>
        <p:spPr>
          <a:xfrm>
            <a:off x="398463" y="696913"/>
            <a:ext cx="6188075" cy="3481387"/>
          </a:xfrm>
          <a:ln/>
        </p:spPr>
      </p:sp>
      <p:sp>
        <p:nvSpPr>
          <p:cNvPr id="18435" name="Rectangle 3">
            <a:extLst>
              <a:ext uri="{FF2B5EF4-FFF2-40B4-BE49-F238E27FC236}">
                <a16:creationId xmlns:a16="http://schemas.microsoft.com/office/drawing/2014/main" id="{0D5AF6DB-47BD-9DF3-4F8F-5DD8E4E048FE}"/>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C39735C-B13D-7A47-9AD3-1ED10112F022}"/>
              </a:ext>
            </a:extLst>
          </p:cNvPr>
          <p:cNvSpPr>
            <a:spLocks noGrp="1" noRot="1" noChangeAspect="1" noChangeArrowheads="1" noTextEdit="1"/>
          </p:cNvSpPr>
          <p:nvPr>
            <p:ph type="sldImg"/>
          </p:nvPr>
        </p:nvSpPr>
        <p:spPr>
          <a:xfrm>
            <a:off x="398463" y="696913"/>
            <a:ext cx="6188075" cy="3481387"/>
          </a:xfrm>
          <a:ln/>
        </p:spPr>
      </p:sp>
      <p:sp>
        <p:nvSpPr>
          <p:cNvPr id="22531" name="Rectangle 3">
            <a:extLst>
              <a:ext uri="{FF2B5EF4-FFF2-40B4-BE49-F238E27FC236}">
                <a16:creationId xmlns:a16="http://schemas.microsoft.com/office/drawing/2014/main" id="{523A9045-ADB8-F4C3-9C26-93D165D28E07}"/>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AE72F63-71C0-CBC2-2547-C8266C534378}"/>
              </a:ext>
            </a:extLst>
          </p:cNvPr>
          <p:cNvSpPr>
            <a:spLocks noGrp="1" noRot="1" noChangeAspect="1" noChangeArrowheads="1" noTextEdit="1"/>
          </p:cNvSpPr>
          <p:nvPr>
            <p:ph type="sldImg"/>
          </p:nvPr>
        </p:nvSpPr>
        <p:spPr>
          <a:xfrm>
            <a:off x="398463" y="696913"/>
            <a:ext cx="6188075" cy="3481387"/>
          </a:xfrm>
          <a:ln/>
        </p:spPr>
      </p:sp>
      <p:sp>
        <p:nvSpPr>
          <p:cNvPr id="27651" name="Rectangle 3">
            <a:extLst>
              <a:ext uri="{FF2B5EF4-FFF2-40B4-BE49-F238E27FC236}">
                <a16:creationId xmlns:a16="http://schemas.microsoft.com/office/drawing/2014/main" id="{580645C4-736D-E228-F873-5DF23B275163}"/>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82E3457-E779-7CAC-52BF-EE46CD939876}"/>
              </a:ext>
            </a:extLst>
          </p:cNvPr>
          <p:cNvSpPr>
            <a:spLocks noGrp="1" noRot="1" noChangeAspect="1" noChangeArrowheads="1" noTextEdit="1"/>
          </p:cNvSpPr>
          <p:nvPr>
            <p:ph type="sldImg"/>
          </p:nvPr>
        </p:nvSpPr>
        <p:spPr>
          <a:xfrm>
            <a:off x="398463" y="696913"/>
            <a:ext cx="6188075" cy="3481387"/>
          </a:xfrm>
          <a:ln/>
        </p:spPr>
      </p:sp>
      <p:sp>
        <p:nvSpPr>
          <p:cNvPr id="29699" name="Rectangle 3">
            <a:extLst>
              <a:ext uri="{FF2B5EF4-FFF2-40B4-BE49-F238E27FC236}">
                <a16:creationId xmlns:a16="http://schemas.microsoft.com/office/drawing/2014/main" id="{15D4568D-86DD-EB67-19C6-01A68FA7AF8A}"/>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5FD34A4-F488-C01F-9F5D-E1BDD4222A3F}"/>
              </a:ext>
            </a:extLst>
          </p:cNvPr>
          <p:cNvSpPr>
            <a:spLocks noGrp="1" noRot="1" noChangeAspect="1" noChangeArrowheads="1" noTextEdit="1"/>
          </p:cNvSpPr>
          <p:nvPr>
            <p:ph type="sldImg"/>
          </p:nvPr>
        </p:nvSpPr>
        <p:spPr>
          <a:xfrm>
            <a:off x="398463" y="696913"/>
            <a:ext cx="6188075" cy="3481387"/>
          </a:xfrm>
          <a:ln/>
        </p:spPr>
      </p:sp>
      <p:sp>
        <p:nvSpPr>
          <p:cNvPr id="31747" name="Rectangle 3">
            <a:extLst>
              <a:ext uri="{FF2B5EF4-FFF2-40B4-BE49-F238E27FC236}">
                <a16:creationId xmlns:a16="http://schemas.microsoft.com/office/drawing/2014/main" id="{57372E4C-F9C9-4ACE-7ED5-E2C544DC311C}"/>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D644AB7-508D-3967-88B9-71D02B9AF3E1}"/>
              </a:ext>
            </a:extLst>
          </p:cNvPr>
          <p:cNvSpPr>
            <a:spLocks noGrp="1" noRot="1" noChangeAspect="1" noChangeArrowheads="1" noTextEdit="1"/>
          </p:cNvSpPr>
          <p:nvPr>
            <p:ph type="sldImg"/>
          </p:nvPr>
        </p:nvSpPr>
        <p:spPr>
          <a:xfrm>
            <a:off x="398463" y="696913"/>
            <a:ext cx="6188075" cy="3481387"/>
          </a:xfrm>
          <a:ln/>
        </p:spPr>
      </p:sp>
      <p:sp>
        <p:nvSpPr>
          <p:cNvPr id="33795" name="Rectangle 3">
            <a:extLst>
              <a:ext uri="{FF2B5EF4-FFF2-40B4-BE49-F238E27FC236}">
                <a16:creationId xmlns:a16="http://schemas.microsoft.com/office/drawing/2014/main" id="{7B059259-BEFF-C79D-E3ED-E72E498392D0}"/>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9007FC6-4A46-69E8-E70B-E40B6D7DDF1C}"/>
              </a:ext>
            </a:extLst>
          </p:cNvPr>
          <p:cNvSpPr>
            <a:spLocks noGrp="1" noRot="1" noChangeAspect="1" noChangeArrowheads="1" noTextEdit="1"/>
          </p:cNvSpPr>
          <p:nvPr>
            <p:ph type="sldImg"/>
          </p:nvPr>
        </p:nvSpPr>
        <p:spPr>
          <a:xfrm>
            <a:off x="398463" y="696913"/>
            <a:ext cx="6188075" cy="3481387"/>
          </a:xfrm>
          <a:ln/>
        </p:spPr>
      </p:sp>
      <p:sp>
        <p:nvSpPr>
          <p:cNvPr id="35843" name="Rectangle 3">
            <a:extLst>
              <a:ext uri="{FF2B5EF4-FFF2-40B4-BE49-F238E27FC236}">
                <a16:creationId xmlns:a16="http://schemas.microsoft.com/office/drawing/2014/main" id="{B9BF5AFE-021E-3610-10B4-B57D2F88EF1C}"/>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92996A7-7594-54CF-8E47-7A7ECA556D67}"/>
              </a:ext>
            </a:extLst>
          </p:cNvPr>
          <p:cNvSpPr>
            <a:spLocks noGrp="1" noRot="1" noChangeAspect="1" noChangeArrowheads="1" noTextEdit="1"/>
          </p:cNvSpPr>
          <p:nvPr>
            <p:ph type="sldImg"/>
          </p:nvPr>
        </p:nvSpPr>
        <p:spPr>
          <a:xfrm>
            <a:off x="398463" y="696913"/>
            <a:ext cx="6188075" cy="3481387"/>
          </a:xfrm>
          <a:ln/>
        </p:spPr>
      </p:sp>
      <p:sp>
        <p:nvSpPr>
          <p:cNvPr id="40963" name="Rectangle 3">
            <a:extLst>
              <a:ext uri="{FF2B5EF4-FFF2-40B4-BE49-F238E27FC236}">
                <a16:creationId xmlns:a16="http://schemas.microsoft.com/office/drawing/2014/main" id="{2B3061EC-750D-E97B-7053-31360055527A}"/>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7BC6759-08B7-00DE-C6D6-6CE22D4B9925}"/>
              </a:ext>
            </a:extLst>
          </p:cNvPr>
          <p:cNvSpPr>
            <a:spLocks noGrp="1" noRot="1" noChangeAspect="1" noChangeArrowheads="1" noTextEdit="1"/>
          </p:cNvSpPr>
          <p:nvPr>
            <p:ph type="sldImg"/>
          </p:nvPr>
        </p:nvSpPr>
        <p:spPr>
          <a:xfrm>
            <a:off x="398463" y="696913"/>
            <a:ext cx="6188075" cy="3481387"/>
          </a:xfrm>
          <a:ln/>
        </p:spPr>
      </p:sp>
      <p:sp>
        <p:nvSpPr>
          <p:cNvPr id="44035" name="Rectangle 3">
            <a:extLst>
              <a:ext uri="{FF2B5EF4-FFF2-40B4-BE49-F238E27FC236}">
                <a16:creationId xmlns:a16="http://schemas.microsoft.com/office/drawing/2014/main" id="{1D55D2E1-441B-34EC-8072-D8F4E92B2D5C}"/>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E078C99-B486-B560-565F-3DA989AA5719}"/>
              </a:ext>
            </a:extLst>
          </p:cNvPr>
          <p:cNvSpPr>
            <a:spLocks noGrp="1" noRot="1" noChangeAspect="1" noChangeArrowheads="1" noTextEdit="1"/>
          </p:cNvSpPr>
          <p:nvPr>
            <p:ph type="sldImg"/>
          </p:nvPr>
        </p:nvSpPr>
        <p:spPr>
          <a:xfrm>
            <a:off x="398463" y="696913"/>
            <a:ext cx="6188075" cy="3481387"/>
          </a:xfrm>
          <a:ln/>
        </p:spPr>
      </p:sp>
      <p:sp>
        <p:nvSpPr>
          <p:cNvPr id="46083" name="Rectangle 3">
            <a:extLst>
              <a:ext uri="{FF2B5EF4-FFF2-40B4-BE49-F238E27FC236}">
                <a16:creationId xmlns:a16="http://schemas.microsoft.com/office/drawing/2014/main" id="{F387EB34-927F-5C53-CBC2-AC4E96BABDD4}"/>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70BED79-9AA1-25CE-E2B6-31CCBDB7FF2D}"/>
              </a:ext>
            </a:extLst>
          </p:cNvPr>
          <p:cNvSpPr>
            <a:spLocks noGrp="1" noRot="1" noChangeAspect="1" noChangeArrowheads="1" noTextEdit="1"/>
          </p:cNvSpPr>
          <p:nvPr>
            <p:ph type="sldImg"/>
          </p:nvPr>
        </p:nvSpPr>
        <p:spPr>
          <a:xfrm>
            <a:off x="398463" y="696913"/>
            <a:ext cx="6188075" cy="3481387"/>
          </a:xfrm>
          <a:ln/>
        </p:spPr>
      </p:sp>
      <p:sp>
        <p:nvSpPr>
          <p:cNvPr id="49155" name="Rectangle 3">
            <a:extLst>
              <a:ext uri="{FF2B5EF4-FFF2-40B4-BE49-F238E27FC236}">
                <a16:creationId xmlns:a16="http://schemas.microsoft.com/office/drawing/2014/main" id="{981C324C-4789-F0B1-E1A3-A1988A33A880}"/>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AEC88B5-1950-35FC-7270-DA0CBA89B101}"/>
              </a:ext>
            </a:extLst>
          </p:cNvPr>
          <p:cNvSpPr>
            <a:spLocks noGrp="1" noRot="1" noChangeAspect="1" noChangeArrowheads="1" noTextEdit="1"/>
          </p:cNvSpPr>
          <p:nvPr>
            <p:ph type="sldImg"/>
          </p:nvPr>
        </p:nvSpPr>
        <p:spPr>
          <a:xfrm>
            <a:off x="398463" y="696913"/>
            <a:ext cx="6188075" cy="3481387"/>
          </a:xfrm>
          <a:ln/>
        </p:spPr>
      </p:sp>
      <p:sp>
        <p:nvSpPr>
          <p:cNvPr id="51203" name="Rectangle 3">
            <a:extLst>
              <a:ext uri="{FF2B5EF4-FFF2-40B4-BE49-F238E27FC236}">
                <a16:creationId xmlns:a16="http://schemas.microsoft.com/office/drawing/2014/main" id="{94B07EFE-F69D-9231-BE5E-C25DB60EEADD}"/>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F851AEB-6C37-75F1-EED0-23F3321BF246}"/>
              </a:ext>
            </a:extLst>
          </p:cNvPr>
          <p:cNvSpPr>
            <a:spLocks noGrp="1" noRot="1" noChangeAspect="1" noChangeArrowheads="1" noTextEdit="1"/>
          </p:cNvSpPr>
          <p:nvPr>
            <p:ph type="sldImg"/>
          </p:nvPr>
        </p:nvSpPr>
        <p:spPr>
          <a:xfrm>
            <a:off x="398463" y="696913"/>
            <a:ext cx="6188075" cy="3481387"/>
          </a:xfrm>
          <a:ln/>
        </p:spPr>
      </p:sp>
      <p:sp>
        <p:nvSpPr>
          <p:cNvPr id="56323" name="Rectangle 3">
            <a:extLst>
              <a:ext uri="{FF2B5EF4-FFF2-40B4-BE49-F238E27FC236}">
                <a16:creationId xmlns:a16="http://schemas.microsoft.com/office/drawing/2014/main" id="{EA2D1B2A-15D6-4E0E-2E46-0A8376EE664E}"/>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6868FB2-DF3E-649B-F46C-3A7FA0AF1BD3}"/>
              </a:ext>
            </a:extLst>
          </p:cNvPr>
          <p:cNvSpPr>
            <a:spLocks noGrp="1" noRot="1" noChangeAspect="1" noChangeArrowheads="1" noTextEdit="1"/>
          </p:cNvSpPr>
          <p:nvPr>
            <p:ph type="sldImg"/>
          </p:nvPr>
        </p:nvSpPr>
        <p:spPr>
          <a:xfrm>
            <a:off x="398463" y="696913"/>
            <a:ext cx="6188075" cy="3481387"/>
          </a:xfrm>
          <a:ln/>
        </p:spPr>
      </p:sp>
      <p:sp>
        <p:nvSpPr>
          <p:cNvPr id="58371" name="Rectangle 3">
            <a:extLst>
              <a:ext uri="{FF2B5EF4-FFF2-40B4-BE49-F238E27FC236}">
                <a16:creationId xmlns:a16="http://schemas.microsoft.com/office/drawing/2014/main" id="{9AD21889-F70E-C40A-70C1-1F037F7E36E4}"/>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35BF59A-76A6-1BCD-D1A4-2CCE1FBFAEBC}"/>
              </a:ext>
            </a:extLst>
          </p:cNvPr>
          <p:cNvSpPr>
            <a:spLocks noGrp="1" noRot="1" noChangeAspect="1" noChangeArrowheads="1" noTextEdit="1"/>
          </p:cNvSpPr>
          <p:nvPr>
            <p:ph type="sldImg"/>
          </p:nvPr>
        </p:nvSpPr>
        <p:spPr>
          <a:xfrm>
            <a:off x="398463" y="696913"/>
            <a:ext cx="6188075" cy="3481387"/>
          </a:xfrm>
          <a:ln/>
        </p:spPr>
      </p:sp>
      <p:sp>
        <p:nvSpPr>
          <p:cNvPr id="60419" name="Rectangle 3">
            <a:extLst>
              <a:ext uri="{FF2B5EF4-FFF2-40B4-BE49-F238E27FC236}">
                <a16:creationId xmlns:a16="http://schemas.microsoft.com/office/drawing/2014/main" id="{E7C08DE2-36C7-4596-C242-4150A304AE1C}"/>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4E6A2BE-EF15-2FB5-F794-4E690BA26D67}"/>
              </a:ext>
            </a:extLst>
          </p:cNvPr>
          <p:cNvSpPr>
            <a:spLocks noGrp="1" noRot="1" noChangeAspect="1" noChangeArrowheads="1" noTextEdit="1"/>
          </p:cNvSpPr>
          <p:nvPr>
            <p:ph type="sldImg"/>
          </p:nvPr>
        </p:nvSpPr>
        <p:spPr>
          <a:xfrm>
            <a:off x="398463" y="696913"/>
            <a:ext cx="6188075" cy="3481387"/>
          </a:xfrm>
          <a:ln/>
        </p:spPr>
      </p:sp>
      <p:sp>
        <p:nvSpPr>
          <p:cNvPr id="62467" name="Rectangle 3">
            <a:extLst>
              <a:ext uri="{FF2B5EF4-FFF2-40B4-BE49-F238E27FC236}">
                <a16:creationId xmlns:a16="http://schemas.microsoft.com/office/drawing/2014/main" id="{D6F5C283-6080-327C-E12F-698F7E4BC50F}"/>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1B92FE1B-A4EA-847F-7A38-E27410CDAF56}"/>
              </a:ext>
            </a:extLst>
          </p:cNvPr>
          <p:cNvSpPr>
            <a:spLocks noGrp="1" noRot="1" noChangeAspect="1" noChangeArrowheads="1" noTextEdit="1"/>
          </p:cNvSpPr>
          <p:nvPr>
            <p:ph type="sldImg"/>
          </p:nvPr>
        </p:nvSpPr>
        <p:spPr>
          <a:xfrm>
            <a:off x="398463" y="696913"/>
            <a:ext cx="6188075" cy="3481387"/>
          </a:xfrm>
          <a:ln/>
        </p:spPr>
      </p:sp>
      <p:sp>
        <p:nvSpPr>
          <p:cNvPr id="66563" name="Rectangle 3">
            <a:extLst>
              <a:ext uri="{FF2B5EF4-FFF2-40B4-BE49-F238E27FC236}">
                <a16:creationId xmlns:a16="http://schemas.microsoft.com/office/drawing/2014/main" id="{EC58DA63-695A-F24C-BFE2-7BA3A92656BB}"/>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E173FEB-4ED3-C7E0-CBAE-84B468B205F6}"/>
              </a:ext>
            </a:extLst>
          </p:cNvPr>
          <p:cNvSpPr>
            <a:spLocks noGrp="1" noRot="1" noChangeAspect="1" noChangeArrowheads="1" noTextEdit="1"/>
          </p:cNvSpPr>
          <p:nvPr>
            <p:ph type="sldImg"/>
          </p:nvPr>
        </p:nvSpPr>
        <p:spPr>
          <a:xfrm>
            <a:off x="398463" y="696913"/>
            <a:ext cx="6188075" cy="3481387"/>
          </a:xfrm>
          <a:ln/>
        </p:spPr>
      </p:sp>
      <p:sp>
        <p:nvSpPr>
          <p:cNvPr id="71683" name="Rectangle 3">
            <a:extLst>
              <a:ext uri="{FF2B5EF4-FFF2-40B4-BE49-F238E27FC236}">
                <a16:creationId xmlns:a16="http://schemas.microsoft.com/office/drawing/2014/main" id="{27C14BE2-C2CF-ACA6-AC70-DC8CAEC5F962}"/>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A6E54BF-13CE-49F6-A4B3-C7FE4A0CCA20}"/>
              </a:ext>
            </a:extLst>
          </p:cNvPr>
          <p:cNvSpPr>
            <a:spLocks noGrp="1" noRot="1" noChangeAspect="1" noChangeArrowheads="1" noTextEdit="1"/>
          </p:cNvSpPr>
          <p:nvPr>
            <p:ph type="sldImg"/>
          </p:nvPr>
        </p:nvSpPr>
        <p:spPr>
          <a:xfrm>
            <a:off x="398463" y="696913"/>
            <a:ext cx="6188075" cy="3481387"/>
          </a:xfrm>
          <a:ln/>
        </p:spPr>
      </p:sp>
      <p:sp>
        <p:nvSpPr>
          <p:cNvPr id="73731" name="Rectangle 3">
            <a:extLst>
              <a:ext uri="{FF2B5EF4-FFF2-40B4-BE49-F238E27FC236}">
                <a16:creationId xmlns:a16="http://schemas.microsoft.com/office/drawing/2014/main" id="{121A8B1B-5FEF-FC5E-9AC6-8616AC49D409}"/>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E14E738-665C-672E-6DC6-9E488B33E182}"/>
              </a:ext>
            </a:extLst>
          </p:cNvPr>
          <p:cNvSpPr>
            <a:spLocks noGrp="1" noRot="1" noChangeAspect="1" noChangeArrowheads="1" noTextEdit="1"/>
          </p:cNvSpPr>
          <p:nvPr>
            <p:ph type="sldImg"/>
          </p:nvPr>
        </p:nvSpPr>
        <p:spPr>
          <a:xfrm>
            <a:off x="398463" y="696913"/>
            <a:ext cx="6188075" cy="3481387"/>
          </a:xfrm>
          <a:ln/>
        </p:spPr>
      </p:sp>
      <p:sp>
        <p:nvSpPr>
          <p:cNvPr id="75779" name="Rectangle 3">
            <a:extLst>
              <a:ext uri="{FF2B5EF4-FFF2-40B4-BE49-F238E27FC236}">
                <a16:creationId xmlns:a16="http://schemas.microsoft.com/office/drawing/2014/main" id="{49375F8F-50EC-BD6C-ECF7-9B18A3AAB538}"/>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502E581-10CB-AE95-77A2-566EC711EBC2}"/>
              </a:ext>
            </a:extLst>
          </p:cNvPr>
          <p:cNvSpPr>
            <a:spLocks noGrp="1" noRot="1" noChangeAspect="1" noChangeArrowheads="1" noTextEdit="1"/>
          </p:cNvSpPr>
          <p:nvPr>
            <p:ph type="sldImg"/>
          </p:nvPr>
        </p:nvSpPr>
        <p:spPr>
          <a:xfrm>
            <a:off x="398463" y="696913"/>
            <a:ext cx="6188075" cy="3481387"/>
          </a:xfrm>
          <a:ln/>
        </p:spPr>
      </p:sp>
      <p:sp>
        <p:nvSpPr>
          <p:cNvPr id="77827" name="Rectangle 3">
            <a:extLst>
              <a:ext uri="{FF2B5EF4-FFF2-40B4-BE49-F238E27FC236}">
                <a16:creationId xmlns:a16="http://schemas.microsoft.com/office/drawing/2014/main" id="{5EF08274-89C4-3A3F-03DD-5D8DE99F635B}"/>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D7495FEB-392F-F5CE-D356-3EC8B0FA33B8}"/>
              </a:ext>
            </a:extLst>
          </p:cNvPr>
          <p:cNvSpPr>
            <a:spLocks noGrp="1" noRot="1" noChangeAspect="1" noChangeArrowheads="1" noTextEdit="1"/>
          </p:cNvSpPr>
          <p:nvPr>
            <p:ph type="sldImg"/>
          </p:nvPr>
        </p:nvSpPr>
        <p:spPr>
          <a:xfrm>
            <a:off x="398463" y="696913"/>
            <a:ext cx="6188075" cy="3481387"/>
          </a:xfrm>
          <a:ln/>
        </p:spPr>
      </p:sp>
      <p:sp>
        <p:nvSpPr>
          <p:cNvPr id="79875" name="Rectangle 3">
            <a:extLst>
              <a:ext uri="{FF2B5EF4-FFF2-40B4-BE49-F238E27FC236}">
                <a16:creationId xmlns:a16="http://schemas.microsoft.com/office/drawing/2014/main" id="{F483A26F-02EC-2079-3CB9-0D17D61637B6}"/>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1DCB9B08-916F-DA8D-3ACB-B77F7119D8B3}"/>
              </a:ext>
            </a:extLst>
          </p:cNvPr>
          <p:cNvSpPr>
            <a:spLocks noGrp="1" noRot="1" noChangeAspect="1" noChangeArrowheads="1" noTextEdit="1"/>
          </p:cNvSpPr>
          <p:nvPr>
            <p:ph type="sldImg"/>
          </p:nvPr>
        </p:nvSpPr>
        <p:spPr>
          <a:xfrm>
            <a:off x="398463" y="696913"/>
            <a:ext cx="6188075" cy="3481387"/>
          </a:xfrm>
          <a:ln/>
        </p:spPr>
      </p:sp>
      <p:sp>
        <p:nvSpPr>
          <p:cNvPr id="81923" name="Rectangle 3">
            <a:extLst>
              <a:ext uri="{FF2B5EF4-FFF2-40B4-BE49-F238E27FC236}">
                <a16:creationId xmlns:a16="http://schemas.microsoft.com/office/drawing/2014/main" id="{A3CED2A3-B2EB-97ED-A411-0D6F0E379C1B}"/>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EF58E9D-861F-4B3D-E43C-9A77E8804325}"/>
              </a:ext>
            </a:extLst>
          </p:cNvPr>
          <p:cNvSpPr>
            <a:spLocks noGrp="1" noRot="1" noChangeAspect="1" noChangeArrowheads="1" noTextEdit="1"/>
          </p:cNvSpPr>
          <p:nvPr>
            <p:ph type="sldImg"/>
          </p:nvPr>
        </p:nvSpPr>
        <p:spPr>
          <a:xfrm>
            <a:off x="398463" y="696913"/>
            <a:ext cx="6188075" cy="3481387"/>
          </a:xfrm>
          <a:ln/>
        </p:spPr>
      </p:sp>
      <p:sp>
        <p:nvSpPr>
          <p:cNvPr id="83971" name="Rectangle 3">
            <a:extLst>
              <a:ext uri="{FF2B5EF4-FFF2-40B4-BE49-F238E27FC236}">
                <a16:creationId xmlns:a16="http://schemas.microsoft.com/office/drawing/2014/main" id="{51B3B8BC-4656-9538-2622-FDA8E0BBD8F3}"/>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C5919718-BA4C-A909-0288-3907F402C958}"/>
              </a:ext>
            </a:extLst>
          </p:cNvPr>
          <p:cNvSpPr>
            <a:spLocks noGrp="1" noRot="1" noChangeAspect="1" noChangeArrowheads="1" noTextEdit="1"/>
          </p:cNvSpPr>
          <p:nvPr>
            <p:ph type="sldImg"/>
          </p:nvPr>
        </p:nvSpPr>
        <p:spPr>
          <a:xfrm>
            <a:off x="398463" y="696913"/>
            <a:ext cx="6188075" cy="3481387"/>
          </a:xfrm>
          <a:ln/>
        </p:spPr>
      </p:sp>
      <p:sp>
        <p:nvSpPr>
          <p:cNvPr id="86019" name="Rectangle 3">
            <a:extLst>
              <a:ext uri="{FF2B5EF4-FFF2-40B4-BE49-F238E27FC236}">
                <a16:creationId xmlns:a16="http://schemas.microsoft.com/office/drawing/2014/main" id="{C7E2B2C8-AADF-5067-D5A2-81A4221D851D}"/>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FFC24D6C-B086-7ED3-9517-0A2BDE2B7EAA}"/>
              </a:ext>
            </a:extLst>
          </p:cNvPr>
          <p:cNvSpPr>
            <a:spLocks noGrp="1" noRot="1" noChangeAspect="1" noChangeArrowheads="1" noTextEdit="1"/>
          </p:cNvSpPr>
          <p:nvPr>
            <p:ph type="sldImg"/>
          </p:nvPr>
        </p:nvSpPr>
        <p:spPr>
          <a:xfrm>
            <a:off x="398463" y="696913"/>
            <a:ext cx="6188075" cy="3481387"/>
          </a:xfrm>
          <a:ln/>
        </p:spPr>
      </p:sp>
      <p:sp>
        <p:nvSpPr>
          <p:cNvPr id="88067" name="Rectangle 3">
            <a:extLst>
              <a:ext uri="{FF2B5EF4-FFF2-40B4-BE49-F238E27FC236}">
                <a16:creationId xmlns:a16="http://schemas.microsoft.com/office/drawing/2014/main" id="{9DC4D4FA-FEC8-70C9-A2C7-BBB07AF6317E}"/>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868EFC60-DF62-31BF-5679-A36A33FB0649}"/>
              </a:ext>
            </a:extLst>
          </p:cNvPr>
          <p:cNvSpPr>
            <a:spLocks noGrp="1" noRot="1" noChangeAspect="1" noChangeArrowheads="1" noTextEdit="1"/>
          </p:cNvSpPr>
          <p:nvPr>
            <p:ph type="sldImg"/>
          </p:nvPr>
        </p:nvSpPr>
        <p:spPr>
          <a:xfrm>
            <a:off x="398463" y="696913"/>
            <a:ext cx="6188075" cy="3481387"/>
          </a:xfrm>
          <a:ln/>
        </p:spPr>
      </p:sp>
      <p:sp>
        <p:nvSpPr>
          <p:cNvPr id="91139" name="Rectangle 3">
            <a:extLst>
              <a:ext uri="{FF2B5EF4-FFF2-40B4-BE49-F238E27FC236}">
                <a16:creationId xmlns:a16="http://schemas.microsoft.com/office/drawing/2014/main" id="{438152BE-97D4-62FD-4BEE-DDAFB6203E51}"/>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39F24087-B01C-21AB-8F52-8FF73ECAA793}"/>
              </a:ext>
            </a:extLst>
          </p:cNvPr>
          <p:cNvSpPr>
            <a:spLocks noGrp="1" noRot="1" noChangeAspect="1" noChangeArrowheads="1" noTextEdit="1"/>
          </p:cNvSpPr>
          <p:nvPr>
            <p:ph type="sldImg"/>
          </p:nvPr>
        </p:nvSpPr>
        <p:spPr>
          <a:xfrm>
            <a:off x="398463" y="696913"/>
            <a:ext cx="6188075" cy="3481387"/>
          </a:xfrm>
          <a:ln/>
        </p:spPr>
      </p:sp>
      <p:sp>
        <p:nvSpPr>
          <p:cNvPr id="94211" name="Rectangle 3">
            <a:extLst>
              <a:ext uri="{FF2B5EF4-FFF2-40B4-BE49-F238E27FC236}">
                <a16:creationId xmlns:a16="http://schemas.microsoft.com/office/drawing/2014/main" id="{19DA545C-8EBA-3E6B-2482-04353BB2D835}"/>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B5E047CB-BE67-39D2-CB09-D087AA3944DF}"/>
              </a:ext>
            </a:extLst>
          </p:cNvPr>
          <p:cNvSpPr>
            <a:spLocks noGrp="1" noRot="1" noChangeAspect="1" noChangeArrowheads="1" noTextEdit="1"/>
          </p:cNvSpPr>
          <p:nvPr>
            <p:ph type="sldImg"/>
          </p:nvPr>
        </p:nvSpPr>
        <p:spPr>
          <a:xfrm>
            <a:off x="398463" y="696913"/>
            <a:ext cx="6188075" cy="3481387"/>
          </a:xfrm>
          <a:ln/>
        </p:spPr>
      </p:sp>
      <p:sp>
        <p:nvSpPr>
          <p:cNvPr id="96259" name="Rectangle 3">
            <a:extLst>
              <a:ext uri="{FF2B5EF4-FFF2-40B4-BE49-F238E27FC236}">
                <a16:creationId xmlns:a16="http://schemas.microsoft.com/office/drawing/2014/main" id="{8F0D8672-EDDA-037F-3863-654EA13012AE}"/>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35EB1F5B-06DF-FF87-95A4-DCB67382A020}"/>
              </a:ext>
            </a:extLst>
          </p:cNvPr>
          <p:cNvSpPr>
            <a:spLocks noGrp="1" noRot="1" noChangeAspect="1" noChangeArrowheads="1" noTextEdit="1"/>
          </p:cNvSpPr>
          <p:nvPr>
            <p:ph type="sldImg"/>
          </p:nvPr>
        </p:nvSpPr>
        <p:spPr>
          <a:xfrm>
            <a:off x="398463" y="696913"/>
            <a:ext cx="6188075" cy="3481387"/>
          </a:xfrm>
          <a:ln/>
        </p:spPr>
      </p:sp>
      <p:sp>
        <p:nvSpPr>
          <p:cNvPr id="99331" name="Rectangle 3">
            <a:extLst>
              <a:ext uri="{FF2B5EF4-FFF2-40B4-BE49-F238E27FC236}">
                <a16:creationId xmlns:a16="http://schemas.microsoft.com/office/drawing/2014/main" id="{4EAD79CD-6E09-CAE5-6A17-EFD21916D44E}"/>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B6836367-0A4B-3BB4-E2A5-98821BD21970}"/>
              </a:ext>
            </a:extLst>
          </p:cNvPr>
          <p:cNvSpPr>
            <a:spLocks noGrp="1" noRot="1" noChangeAspect="1" noChangeArrowheads="1" noTextEdit="1"/>
          </p:cNvSpPr>
          <p:nvPr>
            <p:ph type="sldImg"/>
          </p:nvPr>
        </p:nvSpPr>
        <p:spPr>
          <a:xfrm>
            <a:off x="398463" y="696913"/>
            <a:ext cx="6188075" cy="3481387"/>
          </a:xfrm>
          <a:ln/>
        </p:spPr>
      </p:sp>
      <p:sp>
        <p:nvSpPr>
          <p:cNvPr id="101379" name="Rectangle 3">
            <a:extLst>
              <a:ext uri="{FF2B5EF4-FFF2-40B4-BE49-F238E27FC236}">
                <a16:creationId xmlns:a16="http://schemas.microsoft.com/office/drawing/2014/main" id="{88460A13-C021-52A3-97DF-0190A986849F}"/>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0EB8D82F-A05C-AEDB-2E33-27F873B53C8D}"/>
              </a:ext>
            </a:extLst>
          </p:cNvPr>
          <p:cNvSpPr>
            <a:spLocks noGrp="1" noRot="1" noChangeAspect="1" noChangeArrowheads="1" noTextEdit="1"/>
          </p:cNvSpPr>
          <p:nvPr>
            <p:ph type="sldImg"/>
          </p:nvPr>
        </p:nvSpPr>
        <p:spPr>
          <a:xfrm>
            <a:off x="398463" y="696913"/>
            <a:ext cx="6188075" cy="3481387"/>
          </a:xfrm>
          <a:ln/>
        </p:spPr>
      </p:sp>
      <p:sp>
        <p:nvSpPr>
          <p:cNvPr id="103427" name="Rectangle 3">
            <a:extLst>
              <a:ext uri="{FF2B5EF4-FFF2-40B4-BE49-F238E27FC236}">
                <a16:creationId xmlns:a16="http://schemas.microsoft.com/office/drawing/2014/main" id="{240C97A6-C1E8-A043-49C8-60417AA2009C}"/>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34648974-14E1-527E-5878-68FDE4597714}"/>
              </a:ext>
            </a:extLst>
          </p:cNvPr>
          <p:cNvSpPr>
            <a:spLocks noGrp="1" noRot="1" noChangeAspect="1" noChangeArrowheads="1" noTextEdit="1"/>
          </p:cNvSpPr>
          <p:nvPr>
            <p:ph type="sldImg"/>
          </p:nvPr>
        </p:nvSpPr>
        <p:spPr>
          <a:xfrm>
            <a:off x="398463" y="696913"/>
            <a:ext cx="6188075" cy="3481387"/>
          </a:xfrm>
          <a:ln/>
        </p:spPr>
      </p:sp>
      <p:sp>
        <p:nvSpPr>
          <p:cNvPr id="105475" name="Rectangle 3">
            <a:extLst>
              <a:ext uri="{FF2B5EF4-FFF2-40B4-BE49-F238E27FC236}">
                <a16:creationId xmlns:a16="http://schemas.microsoft.com/office/drawing/2014/main" id="{158DBB04-4138-C0E9-F5FF-3B8224EF42F5}"/>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59C54967-A210-D5BF-E665-2DAD6C2BFDB8}"/>
              </a:ext>
            </a:extLst>
          </p:cNvPr>
          <p:cNvSpPr>
            <a:spLocks noGrp="1" noRot="1" noChangeAspect="1" noChangeArrowheads="1" noTextEdit="1"/>
          </p:cNvSpPr>
          <p:nvPr>
            <p:ph type="sldImg"/>
          </p:nvPr>
        </p:nvSpPr>
        <p:spPr>
          <a:xfrm>
            <a:off x="398463" y="696913"/>
            <a:ext cx="6188075" cy="3481387"/>
          </a:xfrm>
          <a:ln/>
        </p:spPr>
      </p:sp>
      <p:sp>
        <p:nvSpPr>
          <p:cNvPr id="113667" name="Rectangle 3">
            <a:extLst>
              <a:ext uri="{FF2B5EF4-FFF2-40B4-BE49-F238E27FC236}">
                <a16:creationId xmlns:a16="http://schemas.microsoft.com/office/drawing/2014/main" id="{EAA0E968-A800-DAB8-AD10-0719DCC9B9EF}"/>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1593266C-A2D1-57F2-F330-6F70AE891E5D}"/>
              </a:ext>
            </a:extLst>
          </p:cNvPr>
          <p:cNvSpPr>
            <a:spLocks noGrp="1" noRot="1" noChangeAspect="1" noChangeArrowheads="1" noTextEdit="1"/>
          </p:cNvSpPr>
          <p:nvPr>
            <p:ph type="sldImg"/>
          </p:nvPr>
        </p:nvSpPr>
        <p:spPr>
          <a:xfrm>
            <a:off x="398463" y="696913"/>
            <a:ext cx="6188075" cy="3481387"/>
          </a:xfrm>
          <a:ln/>
        </p:spPr>
      </p:sp>
      <p:sp>
        <p:nvSpPr>
          <p:cNvPr id="116739" name="Rectangle 3">
            <a:extLst>
              <a:ext uri="{FF2B5EF4-FFF2-40B4-BE49-F238E27FC236}">
                <a16:creationId xmlns:a16="http://schemas.microsoft.com/office/drawing/2014/main" id="{AE543997-6722-E1E6-9DDF-E4E6AD93CDEF}"/>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2A31238B-EF4F-AF04-7C08-0F692432AC48}"/>
              </a:ext>
            </a:extLst>
          </p:cNvPr>
          <p:cNvSpPr>
            <a:spLocks noGrp="1" noRot="1" noChangeAspect="1" noChangeArrowheads="1" noTextEdit="1"/>
          </p:cNvSpPr>
          <p:nvPr>
            <p:ph type="sldImg"/>
          </p:nvPr>
        </p:nvSpPr>
        <p:spPr>
          <a:xfrm>
            <a:off x="398463" y="696913"/>
            <a:ext cx="6188075" cy="3481387"/>
          </a:xfrm>
          <a:ln/>
        </p:spPr>
      </p:sp>
      <p:sp>
        <p:nvSpPr>
          <p:cNvPr id="119811" name="Rectangle 3">
            <a:extLst>
              <a:ext uri="{FF2B5EF4-FFF2-40B4-BE49-F238E27FC236}">
                <a16:creationId xmlns:a16="http://schemas.microsoft.com/office/drawing/2014/main" id="{35A379A9-ABEC-70FA-9201-B6C92651989B}"/>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6BC55AFB-C5AC-764E-6EE1-F27D9D6CD863}"/>
              </a:ext>
            </a:extLst>
          </p:cNvPr>
          <p:cNvSpPr>
            <a:spLocks noGrp="1" noRot="1" noChangeAspect="1" noChangeArrowheads="1" noTextEdit="1"/>
          </p:cNvSpPr>
          <p:nvPr>
            <p:ph type="sldImg"/>
          </p:nvPr>
        </p:nvSpPr>
        <p:spPr>
          <a:xfrm>
            <a:off x="398463" y="696913"/>
            <a:ext cx="6188075" cy="3481387"/>
          </a:xfrm>
          <a:ln/>
        </p:spPr>
      </p:sp>
      <p:sp>
        <p:nvSpPr>
          <p:cNvPr id="121859" name="Rectangle 3">
            <a:extLst>
              <a:ext uri="{FF2B5EF4-FFF2-40B4-BE49-F238E27FC236}">
                <a16:creationId xmlns:a16="http://schemas.microsoft.com/office/drawing/2014/main" id="{6F8808BB-FC61-AFDA-BE66-A993B6353218}"/>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8BDDD621-50A0-9A0A-3743-EBE78ACFBA00}"/>
              </a:ext>
            </a:extLst>
          </p:cNvPr>
          <p:cNvSpPr>
            <a:spLocks noGrp="1" noRot="1" noChangeAspect="1" noChangeArrowheads="1" noTextEdit="1"/>
          </p:cNvSpPr>
          <p:nvPr>
            <p:ph type="sldImg"/>
          </p:nvPr>
        </p:nvSpPr>
        <p:spPr>
          <a:xfrm>
            <a:off x="398463" y="696913"/>
            <a:ext cx="6188075" cy="3481387"/>
          </a:xfrm>
          <a:ln/>
        </p:spPr>
      </p:sp>
      <p:sp>
        <p:nvSpPr>
          <p:cNvPr id="123907" name="Rectangle 3">
            <a:extLst>
              <a:ext uri="{FF2B5EF4-FFF2-40B4-BE49-F238E27FC236}">
                <a16:creationId xmlns:a16="http://schemas.microsoft.com/office/drawing/2014/main" id="{10D02008-37ED-39CA-2600-A6A4CD02D319}"/>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9FDE23D5-856A-57B5-4AD6-E315994B6C65}"/>
              </a:ext>
            </a:extLst>
          </p:cNvPr>
          <p:cNvSpPr>
            <a:spLocks noGrp="1" noRot="1" noChangeAspect="1" noChangeArrowheads="1" noTextEdit="1"/>
          </p:cNvSpPr>
          <p:nvPr>
            <p:ph type="sldImg"/>
          </p:nvPr>
        </p:nvSpPr>
        <p:spPr>
          <a:xfrm>
            <a:off x="398463" y="696913"/>
            <a:ext cx="6188075" cy="3481387"/>
          </a:xfrm>
          <a:ln/>
        </p:spPr>
      </p:sp>
      <p:sp>
        <p:nvSpPr>
          <p:cNvPr id="125955" name="Rectangle 3">
            <a:extLst>
              <a:ext uri="{FF2B5EF4-FFF2-40B4-BE49-F238E27FC236}">
                <a16:creationId xmlns:a16="http://schemas.microsoft.com/office/drawing/2014/main" id="{6B55F6CB-A75B-A73B-24E6-5E915725BE01}"/>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0AE69B29-37E9-ED44-4A22-A9A3F5AE9AB1}"/>
              </a:ext>
            </a:extLst>
          </p:cNvPr>
          <p:cNvSpPr>
            <a:spLocks noGrp="1" noRot="1" noChangeAspect="1" noChangeArrowheads="1" noTextEdit="1"/>
          </p:cNvSpPr>
          <p:nvPr>
            <p:ph type="sldImg"/>
          </p:nvPr>
        </p:nvSpPr>
        <p:spPr>
          <a:xfrm>
            <a:off x="398463" y="696913"/>
            <a:ext cx="6188075" cy="3481387"/>
          </a:xfrm>
          <a:ln/>
        </p:spPr>
      </p:sp>
      <p:sp>
        <p:nvSpPr>
          <p:cNvPr id="128003" name="Rectangle 3">
            <a:extLst>
              <a:ext uri="{FF2B5EF4-FFF2-40B4-BE49-F238E27FC236}">
                <a16:creationId xmlns:a16="http://schemas.microsoft.com/office/drawing/2014/main" id="{C7FD31DC-A6BD-EE43-F53F-D04B412A3E2C}"/>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155C00BE-AF5C-10C6-206D-672A44B0AF49}"/>
              </a:ext>
            </a:extLst>
          </p:cNvPr>
          <p:cNvSpPr>
            <a:spLocks noGrp="1" noRot="1" noChangeAspect="1" noChangeArrowheads="1" noTextEdit="1"/>
          </p:cNvSpPr>
          <p:nvPr>
            <p:ph type="sldImg"/>
          </p:nvPr>
        </p:nvSpPr>
        <p:spPr>
          <a:xfrm>
            <a:off x="398463" y="696913"/>
            <a:ext cx="6188075" cy="3481387"/>
          </a:xfrm>
          <a:ln/>
        </p:spPr>
      </p:sp>
      <p:sp>
        <p:nvSpPr>
          <p:cNvPr id="130051" name="Rectangle 3">
            <a:extLst>
              <a:ext uri="{FF2B5EF4-FFF2-40B4-BE49-F238E27FC236}">
                <a16:creationId xmlns:a16="http://schemas.microsoft.com/office/drawing/2014/main" id="{3A858E4D-E4CE-0D0A-64AE-0B588E44A75A}"/>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5F04C215-F04A-329D-B3E4-1364A6D84E48}"/>
              </a:ext>
            </a:extLst>
          </p:cNvPr>
          <p:cNvSpPr>
            <a:spLocks noGrp="1" noRot="1" noChangeAspect="1" noChangeArrowheads="1" noTextEdit="1"/>
          </p:cNvSpPr>
          <p:nvPr>
            <p:ph type="sldImg"/>
          </p:nvPr>
        </p:nvSpPr>
        <p:spPr>
          <a:xfrm>
            <a:off x="398463" y="696913"/>
            <a:ext cx="6188075" cy="3481387"/>
          </a:xfrm>
          <a:ln/>
        </p:spPr>
      </p:sp>
      <p:sp>
        <p:nvSpPr>
          <p:cNvPr id="132099" name="Rectangle 3">
            <a:extLst>
              <a:ext uri="{FF2B5EF4-FFF2-40B4-BE49-F238E27FC236}">
                <a16:creationId xmlns:a16="http://schemas.microsoft.com/office/drawing/2014/main" id="{BD1B82D3-1560-3CEC-5A6E-80C7FB0A406E}"/>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95A5C4F5-8AD2-D141-840A-FF7EDEF7344F}"/>
              </a:ext>
            </a:extLst>
          </p:cNvPr>
          <p:cNvSpPr>
            <a:spLocks noGrp="1" noRot="1" noChangeAspect="1" noChangeArrowheads="1" noTextEdit="1"/>
          </p:cNvSpPr>
          <p:nvPr>
            <p:ph type="sldImg"/>
          </p:nvPr>
        </p:nvSpPr>
        <p:spPr>
          <a:xfrm>
            <a:off x="398463" y="696913"/>
            <a:ext cx="6188075" cy="3481387"/>
          </a:xfrm>
          <a:ln/>
        </p:spPr>
      </p:sp>
      <p:sp>
        <p:nvSpPr>
          <p:cNvPr id="134147" name="Rectangle 3">
            <a:extLst>
              <a:ext uri="{FF2B5EF4-FFF2-40B4-BE49-F238E27FC236}">
                <a16:creationId xmlns:a16="http://schemas.microsoft.com/office/drawing/2014/main" id="{2E489A5A-EBD5-FC9F-C82C-0363BC569565}"/>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9ECC3723-391D-83A8-2CDB-FEC03517F85B}"/>
              </a:ext>
            </a:extLst>
          </p:cNvPr>
          <p:cNvSpPr>
            <a:spLocks noGrp="1" noRot="1" noChangeAspect="1" noChangeArrowheads="1" noTextEdit="1"/>
          </p:cNvSpPr>
          <p:nvPr>
            <p:ph type="sldImg"/>
          </p:nvPr>
        </p:nvSpPr>
        <p:spPr>
          <a:xfrm>
            <a:off x="398463" y="696913"/>
            <a:ext cx="6188075" cy="3481387"/>
          </a:xfrm>
          <a:ln/>
        </p:spPr>
      </p:sp>
      <p:sp>
        <p:nvSpPr>
          <p:cNvPr id="136195" name="Rectangle 3">
            <a:extLst>
              <a:ext uri="{FF2B5EF4-FFF2-40B4-BE49-F238E27FC236}">
                <a16:creationId xmlns:a16="http://schemas.microsoft.com/office/drawing/2014/main" id="{306AFB35-218F-E74A-810A-6D9756E1E3EC}"/>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ABF2B64F-FFD2-DFA1-7940-593D7AF41F31}"/>
              </a:ext>
            </a:extLst>
          </p:cNvPr>
          <p:cNvSpPr>
            <a:spLocks noGrp="1" noRot="1" noChangeAspect="1" noChangeArrowheads="1" noTextEdit="1"/>
          </p:cNvSpPr>
          <p:nvPr>
            <p:ph type="sldImg"/>
          </p:nvPr>
        </p:nvSpPr>
        <p:spPr>
          <a:xfrm>
            <a:off x="398463" y="696913"/>
            <a:ext cx="6188075" cy="3481387"/>
          </a:xfrm>
          <a:ln/>
        </p:spPr>
      </p:sp>
      <p:sp>
        <p:nvSpPr>
          <p:cNvPr id="138243" name="Rectangle 3">
            <a:extLst>
              <a:ext uri="{FF2B5EF4-FFF2-40B4-BE49-F238E27FC236}">
                <a16:creationId xmlns:a16="http://schemas.microsoft.com/office/drawing/2014/main" id="{41B129FC-FD83-9101-D64E-367C6D549923}"/>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C27094C5-261F-5211-5A95-E01934AAF8FA}"/>
              </a:ext>
            </a:extLst>
          </p:cNvPr>
          <p:cNvSpPr>
            <a:spLocks noGrp="1" noRot="1" noChangeAspect="1" noChangeArrowheads="1" noTextEdit="1"/>
          </p:cNvSpPr>
          <p:nvPr>
            <p:ph type="sldImg"/>
          </p:nvPr>
        </p:nvSpPr>
        <p:spPr>
          <a:xfrm>
            <a:off x="398463" y="696913"/>
            <a:ext cx="6188075" cy="3481387"/>
          </a:xfrm>
          <a:ln/>
        </p:spPr>
      </p:sp>
      <p:sp>
        <p:nvSpPr>
          <p:cNvPr id="140291" name="Rectangle 3">
            <a:extLst>
              <a:ext uri="{FF2B5EF4-FFF2-40B4-BE49-F238E27FC236}">
                <a16:creationId xmlns:a16="http://schemas.microsoft.com/office/drawing/2014/main" id="{8D41F354-5CD1-B478-BD1E-DCBFDDC2CC19}"/>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E159841C-74B3-17BF-FB85-38E058E6287F}"/>
              </a:ext>
            </a:extLst>
          </p:cNvPr>
          <p:cNvSpPr>
            <a:spLocks noGrp="1" noRot="1" noChangeAspect="1" noChangeArrowheads="1" noTextEdit="1"/>
          </p:cNvSpPr>
          <p:nvPr>
            <p:ph type="sldImg"/>
          </p:nvPr>
        </p:nvSpPr>
        <p:spPr>
          <a:xfrm>
            <a:off x="398463" y="696913"/>
            <a:ext cx="6188075" cy="3481387"/>
          </a:xfrm>
          <a:ln/>
        </p:spPr>
      </p:sp>
      <p:sp>
        <p:nvSpPr>
          <p:cNvPr id="142339" name="Rectangle 3">
            <a:extLst>
              <a:ext uri="{FF2B5EF4-FFF2-40B4-BE49-F238E27FC236}">
                <a16:creationId xmlns:a16="http://schemas.microsoft.com/office/drawing/2014/main" id="{54BCEA95-BE56-A943-D1EE-230C717CF83F}"/>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7278AD8F-9D15-86E7-9997-214E3505A934}"/>
              </a:ext>
            </a:extLst>
          </p:cNvPr>
          <p:cNvSpPr>
            <a:spLocks noGrp="1" noRot="1" noChangeAspect="1" noChangeArrowheads="1" noTextEdit="1"/>
          </p:cNvSpPr>
          <p:nvPr>
            <p:ph type="sldImg"/>
          </p:nvPr>
        </p:nvSpPr>
        <p:spPr>
          <a:xfrm>
            <a:off x="398463" y="696913"/>
            <a:ext cx="6188075" cy="3481387"/>
          </a:xfrm>
          <a:ln/>
        </p:spPr>
      </p:sp>
      <p:sp>
        <p:nvSpPr>
          <p:cNvPr id="144387" name="Rectangle 3">
            <a:extLst>
              <a:ext uri="{FF2B5EF4-FFF2-40B4-BE49-F238E27FC236}">
                <a16:creationId xmlns:a16="http://schemas.microsoft.com/office/drawing/2014/main" id="{BBAB199C-E2AF-6CB9-3AE3-6EE8C9A80463}"/>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8410AA2E-8948-6318-7AE4-62D210F4E06A}"/>
              </a:ext>
            </a:extLst>
          </p:cNvPr>
          <p:cNvSpPr>
            <a:spLocks noGrp="1" noRot="1" noChangeAspect="1" noChangeArrowheads="1" noTextEdit="1"/>
          </p:cNvSpPr>
          <p:nvPr>
            <p:ph type="sldImg"/>
          </p:nvPr>
        </p:nvSpPr>
        <p:spPr>
          <a:xfrm>
            <a:off x="398463" y="696913"/>
            <a:ext cx="6188075" cy="3481387"/>
          </a:xfrm>
          <a:ln/>
        </p:spPr>
      </p:sp>
      <p:sp>
        <p:nvSpPr>
          <p:cNvPr id="146435" name="Rectangle 3">
            <a:extLst>
              <a:ext uri="{FF2B5EF4-FFF2-40B4-BE49-F238E27FC236}">
                <a16:creationId xmlns:a16="http://schemas.microsoft.com/office/drawing/2014/main" id="{2BFB507E-C530-4C35-3103-DF0BC800353E}"/>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9461CE79-029B-587E-E3FB-CAB9DE304E78}"/>
              </a:ext>
            </a:extLst>
          </p:cNvPr>
          <p:cNvSpPr>
            <a:spLocks noGrp="1" noRot="1" noChangeAspect="1" noChangeArrowheads="1" noTextEdit="1"/>
          </p:cNvSpPr>
          <p:nvPr>
            <p:ph type="sldImg"/>
          </p:nvPr>
        </p:nvSpPr>
        <p:spPr>
          <a:xfrm>
            <a:off x="398463" y="696913"/>
            <a:ext cx="6188075" cy="3481387"/>
          </a:xfrm>
          <a:ln/>
        </p:spPr>
      </p:sp>
      <p:sp>
        <p:nvSpPr>
          <p:cNvPr id="148483" name="Rectangle 3">
            <a:extLst>
              <a:ext uri="{FF2B5EF4-FFF2-40B4-BE49-F238E27FC236}">
                <a16:creationId xmlns:a16="http://schemas.microsoft.com/office/drawing/2014/main" id="{67293E71-61DE-A9CF-99D1-295BDD4191B6}"/>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AFBCF9C8-6376-9263-634A-B35CFE9552CE}"/>
              </a:ext>
            </a:extLst>
          </p:cNvPr>
          <p:cNvSpPr>
            <a:spLocks noGrp="1" noRot="1" noChangeAspect="1" noChangeArrowheads="1" noTextEdit="1"/>
          </p:cNvSpPr>
          <p:nvPr>
            <p:ph type="sldImg"/>
          </p:nvPr>
        </p:nvSpPr>
        <p:spPr>
          <a:xfrm>
            <a:off x="398463" y="696913"/>
            <a:ext cx="6188075" cy="3481387"/>
          </a:xfrm>
          <a:ln/>
        </p:spPr>
      </p:sp>
      <p:sp>
        <p:nvSpPr>
          <p:cNvPr id="150531" name="Rectangle 3">
            <a:extLst>
              <a:ext uri="{FF2B5EF4-FFF2-40B4-BE49-F238E27FC236}">
                <a16:creationId xmlns:a16="http://schemas.microsoft.com/office/drawing/2014/main" id="{54ADAD31-2145-2B5B-5AB3-7F5776FB1F6A}"/>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6E963F31-DDD5-55C0-7C22-B15AE4EA928C}"/>
              </a:ext>
            </a:extLst>
          </p:cNvPr>
          <p:cNvSpPr>
            <a:spLocks noGrp="1" noRot="1" noChangeAspect="1" noChangeArrowheads="1" noTextEdit="1"/>
          </p:cNvSpPr>
          <p:nvPr>
            <p:ph type="sldImg"/>
          </p:nvPr>
        </p:nvSpPr>
        <p:spPr>
          <a:xfrm>
            <a:off x="398463" y="696913"/>
            <a:ext cx="6188075" cy="3481387"/>
          </a:xfrm>
          <a:ln/>
        </p:spPr>
      </p:sp>
      <p:sp>
        <p:nvSpPr>
          <p:cNvPr id="152579" name="Rectangle 3">
            <a:extLst>
              <a:ext uri="{FF2B5EF4-FFF2-40B4-BE49-F238E27FC236}">
                <a16:creationId xmlns:a16="http://schemas.microsoft.com/office/drawing/2014/main" id="{E95AB1B0-638D-BB38-D519-A0EF49D6BBE7}"/>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F48421AF-CDBC-36C0-134E-887D2A7419B2}"/>
              </a:ext>
            </a:extLst>
          </p:cNvPr>
          <p:cNvSpPr>
            <a:spLocks noGrp="1" noRot="1" noChangeAspect="1" noChangeArrowheads="1" noTextEdit="1"/>
          </p:cNvSpPr>
          <p:nvPr>
            <p:ph type="sldImg"/>
          </p:nvPr>
        </p:nvSpPr>
        <p:spPr>
          <a:xfrm>
            <a:off x="398463" y="696913"/>
            <a:ext cx="6188075" cy="3481387"/>
          </a:xfrm>
          <a:ln/>
        </p:spPr>
      </p:sp>
      <p:sp>
        <p:nvSpPr>
          <p:cNvPr id="154627" name="Rectangle 3">
            <a:extLst>
              <a:ext uri="{FF2B5EF4-FFF2-40B4-BE49-F238E27FC236}">
                <a16:creationId xmlns:a16="http://schemas.microsoft.com/office/drawing/2014/main" id="{6F0D8553-73D6-82C7-BB33-B1D12E675C86}"/>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7F53E95A-3884-B020-CEF5-ED4AAB7A4AD1}"/>
              </a:ext>
            </a:extLst>
          </p:cNvPr>
          <p:cNvSpPr>
            <a:spLocks noGrp="1" noRot="1" noChangeAspect="1" noChangeArrowheads="1" noTextEdit="1"/>
          </p:cNvSpPr>
          <p:nvPr>
            <p:ph type="sldImg"/>
          </p:nvPr>
        </p:nvSpPr>
        <p:spPr>
          <a:xfrm>
            <a:off x="398463" y="696913"/>
            <a:ext cx="6188075" cy="3481387"/>
          </a:xfrm>
          <a:ln/>
        </p:spPr>
      </p:sp>
      <p:sp>
        <p:nvSpPr>
          <p:cNvPr id="156675" name="Rectangle 3">
            <a:extLst>
              <a:ext uri="{FF2B5EF4-FFF2-40B4-BE49-F238E27FC236}">
                <a16:creationId xmlns:a16="http://schemas.microsoft.com/office/drawing/2014/main" id="{616A0DD4-0775-4CED-3DF3-E9DED356D313}"/>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C8933B70-B754-7AE5-699D-CA9443CC1D3B}"/>
              </a:ext>
            </a:extLst>
          </p:cNvPr>
          <p:cNvSpPr>
            <a:spLocks noGrp="1" noRot="1" noChangeAspect="1" noChangeArrowheads="1" noTextEdit="1"/>
          </p:cNvSpPr>
          <p:nvPr>
            <p:ph type="sldImg"/>
          </p:nvPr>
        </p:nvSpPr>
        <p:spPr>
          <a:xfrm>
            <a:off x="398463" y="696913"/>
            <a:ext cx="6188075" cy="3481387"/>
          </a:xfrm>
          <a:ln/>
        </p:spPr>
      </p:sp>
      <p:sp>
        <p:nvSpPr>
          <p:cNvPr id="158723" name="Rectangle 3">
            <a:extLst>
              <a:ext uri="{FF2B5EF4-FFF2-40B4-BE49-F238E27FC236}">
                <a16:creationId xmlns:a16="http://schemas.microsoft.com/office/drawing/2014/main" id="{7CDABF41-CCB2-F0AA-1957-847A6800A2F6}"/>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32550778-573F-EECE-3CA3-83517321DB93}"/>
              </a:ext>
            </a:extLst>
          </p:cNvPr>
          <p:cNvSpPr>
            <a:spLocks noGrp="1" noRot="1" noChangeAspect="1" noChangeArrowheads="1" noTextEdit="1"/>
          </p:cNvSpPr>
          <p:nvPr>
            <p:ph type="sldImg"/>
          </p:nvPr>
        </p:nvSpPr>
        <p:spPr>
          <a:xfrm>
            <a:off x="398463" y="696913"/>
            <a:ext cx="6188075" cy="3481387"/>
          </a:xfrm>
          <a:ln/>
        </p:spPr>
      </p:sp>
      <p:sp>
        <p:nvSpPr>
          <p:cNvPr id="160771" name="Rectangle 3">
            <a:extLst>
              <a:ext uri="{FF2B5EF4-FFF2-40B4-BE49-F238E27FC236}">
                <a16:creationId xmlns:a16="http://schemas.microsoft.com/office/drawing/2014/main" id="{FB21346F-BD20-EBE5-365D-D3FCDDAE0441}"/>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46FD6C0A-D6DF-6930-98B7-368612D1429D}"/>
              </a:ext>
            </a:extLst>
          </p:cNvPr>
          <p:cNvSpPr>
            <a:spLocks noGrp="1" noRot="1" noChangeAspect="1" noChangeArrowheads="1" noTextEdit="1"/>
          </p:cNvSpPr>
          <p:nvPr>
            <p:ph type="sldImg"/>
          </p:nvPr>
        </p:nvSpPr>
        <p:spPr>
          <a:xfrm>
            <a:off x="398463" y="696913"/>
            <a:ext cx="6188075" cy="3481387"/>
          </a:xfrm>
          <a:ln/>
        </p:spPr>
      </p:sp>
      <p:sp>
        <p:nvSpPr>
          <p:cNvPr id="182275" name="Rectangle 3">
            <a:extLst>
              <a:ext uri="{FF2B5EF4-FFF2-40B4-BE49-F238E27FC236}">
                <a16:creationId xmlns:a16="http://schemas.microsoft.com/office/drawing/2014/main" id="{F47AA306-1BE8-980A-1463-AA1FA70D7C6A}"/>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0A1A55CE-B474-147D-0C46-91EAEB1F5C1A}"/>
              </a:ext>
            </a:extLst>
          </p:cNvPr>
          <p:cNvSpPr>
            <a:spLocks noGrp="1" noRot="1" noChangeAspect="1" noChangeArrowheads="1" noTextEdit="1"/>
          </p:cNvSpPr>
          <p:nvPr>
            <p:ph type="sldImg"/>
          </p:nvPr>
        </p:nvSpPr>
        <p:spPr>
          <a:xfrm>
            <a:off x="398463" y="696913"/>
            <a:ext cx="6188075" cy="3481387"/>
          </a:xfrm>
          <a:ln/>
        </p:spPr>
      </p:sp>
      <p:sp>
        <p:nvSpPr>
          <p:cNvPr id="184323" name="Rectangle 3">
            <a:extLst>
              <a:ext uri="{FF2B5EF4-FFF2-40B4-BE49-F238E27FC236}">
                <a16:creationId xmlns:a16="http://schemas.microsoft.com/office/drawing/2014/main" id="{30E015B6-7991-A206-DF42-178B2788B152}"/>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8EA9A969-8C2C-F70E-5398-66315DCA6092}"/>
              </a:ext>
            </a:extLst>
          </p:cNvPr>
          <p:cNvSpPr>
            <a:spLocks noGrp="1" noRot="1" noChangeAspect="1" noChangeArrowheads="1" noTextEdit="1"/>
          </p:cNvSpPr>
          <p:nvPr>
            <p:ph type="sldImg"/>
          </p:nvPr>
        </p:nvSpPr>
        <p:spPr>
          <a:xfrm>
            <a:off x="398463" y="696913"/>
            <a:ext cx="6188075" cy="3481387"/>
          </a:xfrm>
          <a:ln/>
        </p:spPr>
      </p:sp>
      <p:sp>
        <p:nvSpPr>
          <p:cNvPr id="186371" name="Rectangle 3">
            <a:extLst>
              <a:ext uri="{FF2B5EF4-FFF2-40B4-BE49-F238E27FC236}">
                <a16:creationId xmlns:a16="http://schemas.microsoft.com/office/drawing/2014/main" id="{F78804B6-1F13-F3B6-97A0-44592F17E72F}"/>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F9A7B7AF-A22C-F2F7-A6B8-ED834572D22D}"/>
              </a:ext>
            </a:extLst>
          </p:cNvPr>
          <p:cNvSpPr>
            <a:spLocks noGrp="1" noRot="1" noChangeAspect="1" noChangeArrowheads="1" noTextEdit="1"/>
          </p:cNvSpPr>
          <p:nvPr>
            <p:ph type="sldImg"/>
          </p:nvPr>
        </p:nvSpPr>
        <p:spPr>
          <a:xfrm>
            <a:off x="398463" y="696913"/>
            <a:ext cx="6188075" cy="3481387"/>
          </a:xfrm>
          <a:ln/>
        </p:spPr>
      </p:sp>
      <p:sp>
        <p:nvSpPr>
          <p:cNvPr id="188419" name="Rectangle 3">
            <a:extLst>
              <a:ext uri="{FF2B5EF4-FFF2-40B4-BE49-F238E27FC236}">
                <a16:creationId xmlns:a16="http://schemas.microsoft.com/office/drawing/2014/main" id="{07E38E47-4F17-952E-55C0-155CDF9A8D7A}"/>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67242D98-782C-B6B3-B793-E152DAB8270A}"/>
              </a:ext>
            </a:extLst>
          </p:cNvPr>
          <p:cNvSpPr>
            <a:spLocks noGrp="1" noRot="1" noChangeAspect="1" noChangeArrowheads="1" noTextEdit="1"/>
          </p:cNvSpPr>
          <p:nvPr>
            <p:ph type="sldImg"/>
          </p:nvPr>
        </p:nvSpPr>
        <p:spPr>
          <a:xfrm>
            <a:off x="398463" y="696913"/>
            <a:ext cx="6188075" cy="3481387"/>
          </a:xfrm>
          <a:ln/>
        </p:spPr>
      </p:sp>
      <p:sp>
        <p:nvSpPr>
          <p:cNvPr id="190467" name="Rectangle 3">
            <a:extLst>
              <a:ext uri="{FF2B5EF4-FFF2-40B4-BE49-F238E27FC236}">
                <a16:creationId xmlns:a16="http://schemas.microsoft.com/office/drawing/2014/main" id="{B6B51222-3899-7C7B-F888-00A99C2CC0ED}"/>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49963C76-B881-7CE8-2445-243564E2A2F0}"/>
              </a:ext>
            </a:extLst>
          </p:cNvPr>
          <p:cNvSpPr>
            <a:spLocks noGrp="1" noRot="1" noChangeAspect="1" noChangeArrowheads="1" noTextEdit="1"/>
          </p:cNvSpPr>
          <p:nvPr>
            <p:ph type="sldImg"/>
          </p:nvPr>
        </p:nvSpPr>
        <p:spPr>
          <a:xfrm>
            <a:off x="398463" y="696913"/>
            <a:ext cx="6188075" cy="3481387"/>
          </a:xfrm>
          <a:ln/>
        </p:spPr>
      </p:sp>
      <p:sp>
        <p:nvSpPr>
          <p:cNvPr id="192515" name="Rectangle 3">
            <a:extLst>
              <a:ext uri="{FF2B5EF4-FFF2-40B4-BE49-F238E27FC236}">
                <a16:creationId xmlns:a16="http://schemas.microsoft.com/office/drawing/2014/main" id="{1631519C-15BC-C8F3-D3B1-F7CF7151F235}"/>
              </a:ext>
            </a:extLst>
          </p:cNvPr>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solidFill>
                  <a:srgbClr val="0000FF"/>
                </a:solidFill>
              </a:rPr>
              <a:t>Synthesis of Synchronous FSM</a:t>
            </a:r>
          </a:p>
          <a:p>
            <a:pPr lvl="1"/>
            <a:r>
              <a:rPr lang="en-US" altLang="en-US" sz="1130" dirty="0">
                <a:solidFill>
                  <a:srgbClr val="0000FF"/>
                </a:solidFill>
              </a:rPr>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Synthesis of Synchronous FSM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6580105-4BDA-2487-119C-82A977C48848}"/>
              </a:ext>
            </a:extLst>
          </p:cNvPr>
          <p:cNvSpPr>
            <a:spLocks noGrp="1"/>
          </p:cNvSpPr>
          <p:nvPr>
            <p:ph type="body" sz="quarter" idx="10"/>
          </p:nvPr>
        </p:nvSpPr>
        <p:spPr/>
        <p:txBody>
          <a:bodyPr/>
          <a:lstStyle/>
          <a:p>
            <a:r>
              <a:rPr lang="en-US" dirty="0"/>
              <a:t>Abstract FSM is the model of algorithm of some transformation of information. Structural FSM is the model of device, that performs this transformation. </a:t>
            </a:r>
          </a:p>
          <a:p>
            <a:endParaRPr lang="en-US" dirty="0"/>
          </a:p>
          <a:p>
            <a:endParaRPr lang="en-US" dirty="0"/>
          </a:p>
        </p:txBody>
      </p:sp>
      <p:grpSp>
        <p:nvGrpSpPr>
          <p:cNvPr id="11267" name="Group 23">
            <a:extLst>
              <a:ext uri="{FF2B5EF4-FFF2-40B4-BE49-F238E27FC236}">
                <a16:creationId xmlns:a16="http://schemas.microsoft.com/office/drawing/2014/main" id="{B5B3B4A3-F027-C12A-C8FA-7FC0AF4B0813}"/>
              </a:ext>
            </a:extLst>
          </p:cNvPr>
          <p:cNvGrpSpPr>
            <a:grpSpLocks/>
          </p:cNvGrpSpPr>
          <p:nvPr/>
        </p:nvGrpSpPr>
        <p:grpSpPr bwMode="auto">
          <a:xfrm>
            <a:off x="5181600" y="3421064"/>
            <a:ext cx="4794250" cy="1512887"/>
            <a:chOff x="2304" y="2155"/>
            <a:chExt cx="3020" cy="953"/>
          </a:xfrm>
        </p:grpSpPr>
        <p:sp>
          <p:nvSpPr>
            <p:cNvPr id="11274" name="Rectangle 4">
              <a:extLst>
                <a:ext uri="{FF2B5EF4-FFF2-40B4-BE49-F238E27FC236}">
                  <a16:creationId xmlns:a16="http://schemas.microsoft.com/office/drawing/2014/main" id="{80F8E5EB-D32F-1AFC-D1CF-43AD41A712B2}"/>
                </a:ext>
              </a:extLst>
            </p:cNvPr>
            <p:cNvSpPr>
              <a:spLocks noChangeArrowheads="1"/>
            </p:cNvSpPr>
            <p:nvPr/>
          </p:nvSpPr>
          <p:spPr bwMode="auto">
            <a:xfrm>
              <a:off x="3412" y="2155"/>
              <a:ext cx="816" cy="953"/>
            </a:xfrm>
            <a:prstGeom prst="rect">
              <a:avLst/>
            </a:prstGeom>
            <a:solidFill>
              <a:schemeClr val="accent1"/>
            </a:solidFill>
            <a:ln w="25400">
              <a:solidFill>
                <a:srgbClr val="000000"/>
              </a:solidFill>
              <a:miter lim="800000"/>
              <a:headEnd/>
              <a:tailEnd/>
            </a:ln>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1800" dirty="0">
                  <a:solidFill>
                    <a:schemeClr val="bg2"/>
                  </a:solidFill>
                </a:rPr>
                <a:t>FSM</a:t>
              </a:r>
            </a:p>
            <a:p>
              <a:pPr algn="ctr"/>
              <a:r>
                <a:rPr lang="en-US" altLang="en-US" sz="1800" dirty="0">
                  <a:solidFill>
                    <a:schemeClr val="bg2"/>
                  </a:solidFill>
                </a:rPr>
                <a:t>(k state-</a:t>
              </a:r>
            </a:p>
            <a:p>
              <a:pPr algn="ctr"/>
              <a:r>
                <a:rPr lang="en-US" altLang="en-US" sz="1800" dirty="0">
                  <a:solidFill>
                    <a:schemeClr val="bg2"/>
                  </a:solidFill>
                </a:rPr>
                <a:t>variables)</a:t>
              </a:r>
              <a:endParaRPr lang="ru-RU" altLang="en-US" sz="1800" dirty="0">
                <a:solidFill>
                  <a:schemeClr val="bg2"/>
                </a:solidFill>
              </a:endParaRPr>
            </a:p>
          </p:txBody>
        </p:sp>
        <p:sp>
          <p:nvSpPr>
            <p:cNvPr id="11275" name="Line 5">
              <a:extLst>
                <a:ext uri="{FF2B5EF4-FFF2-40B4-BE49-F238E27FC236}">
                  <a16:creationId xmlns:a16="http://schemas.microsoft.com/office/drawing/2014/main" id="{108B967B-8D76-1366-54A3-57E9B3E44506}"/>
                </a:ext>
              </a:extLst>
            </p:cNvPr>
            <p:cNvSpPr>
              <a:spLocks noChangeShapeType="1"/>
            </p:cNvSpPr>
            <p:nvPr/>
          </p:nvSpPr>
          <p:spPr bwMode="auto">
            <a:xfrm>
              <a:off x="3112" y="2292"/>
              <a:ext cx="29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6" name="Line 6">
              <a:extLst>
                <a:ext uri="{FF2B5EF4-FFF2-40B4-BE49-F238E27FC236}">
                  <a16:creationId xmlns:a16="http://schemas.microsoft.com/office/drawing/2014/main" id="{1C8FBF98-5ACA-CA20-EFD1-C1659FCAC063}"/>
                </a:ext>
              </a:extLst>
            </p:cNvPr>
            <p:cNvSpPr>
              <a:spLocks noChangeShapeType="1"/>
            </p:cNvSpPr>
            <p:nvPr/>
          </p:nvSpPr>
          <p:spPr bwMode="auto">
            <a:xfrm>
              <a:off x="3112" y="2428"/>
              <a:ext cx="29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7" name="Line 7">
              <a:extLst>
                <a:ext uri="{FF2B5EF4-FFF2-40B4-BE49-F238E27FC236}">
                  <a16:creationId xmlns:a16="http://schemas.microsoft.com/office/drawing/2014/main" id="{31E9B9FF-3EA8-385C-BB7C-9516C231E2C8}"/>
                </a:ext>
              </a:extLst>
            </p:cNvPr>
            <p:cNvSpPr>
              <a:spLocks noChangeShapeType="1"/>
            </p:cNvSpPr>
            <p:nvPr/>
          </p:nvSpPr>
          <p:spPr bwMode="auto">
            <a:xfrm>
              <a:off x="3111" y="2881"/>
              <a:ext cx="29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8" name="Line 8">
              <a:extLst>
                <a:ext uri="{FF2B5EF4-FFF2-40B4-BE49-F238E27FC236}">
                  <a16:creationId xmlns:a16="http://schemas.microsoft.com/office/drawing/2014/main" id="{2AF191C9-8C25-9D18-4A69-B1EB4C3B529C}"/>
                </a:ext>
              </a:extLst>
            </p:cNvPr>
            <p:cNvSpPr>
              <a:spLocks noChangeShapeType="1"/>
            </p:cNvSpPr>
            <p:nvPr/>
          </p:nvSpPr>
          <p:spPr bwMode="auto">
            <a:xfrm>
              <a:off x="4228" y="2292"/>
              <a:ext cx="29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9" name="Line 9">
              <a:extLst>
                <a:ext uri="{FF2B5EF4-FFF2-40B4-BE49-F238E27FC236}">
                  <a16:creationId xmlns:a16="http://schemas.microsoft.com/office/drawing/2014/main" id="{2B4CCA56-FC9F-EF3D-32BB-BB7BBB9497EA}"/>
                </a:ext>
              </a:extLst>
            </p:cNvPr>
            <p:cNvSpPr>
              <a:spLocks noChangeShapeType="1"/>
            </p:cNvSpPr>
            <p:nvPr/>
          </p:nvSpPr>
          <p:spPr bwMode="auto">
            <a:xfrm>
              <a:off x="4218" y="2881"/>
              <a:ext cx="29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80" name="Line 10">
              <a:extLst>
                <a:ext uri="{FF2B5EF4-FFF2-40B4-BE49-F238E27FC236}">
                  <a16:creationId xmlns:a16="http://schemas.microsoft.com/office/drawing/2014/main" id="{322DA47A-69E4-9ADC-FF35-CB316218579E}"/>
                </a:ext>
              </a:extLst>
            </p:cNvPr>
            <p:cNvSpPr>
              <a:spLocks noChangeShapeType="1"/>
            </p:cNvSpPr>
            <p:nvPr/>
          </p:nvSpPr>
          <p:spPr bwMode="auto">
            <a:xfrm>
              <a:off x="4228" y="2428"/>
              <a:ext cx="29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81" name="AutoShape 16">
              <a:extLst>
                <a:ext uri="{FF2B5EF4-FFF2-40B4-BE49-F238E27FC236}">
                  <a16:creationId xmlns:a16="http://schemas.microsoft.com/office/drawing/2014/main" id="{C0716712-A0C4-1D7B-C60E-CF5FA82EA2D4}"/>
                </a:ext>
              </a:extLst>
            </p:cNvPr>
            <p:cNvSpPr>
              <a:spLocks/>
            </p:cNvSpPr>
            <p:nvPr/>
          </p:nvSpPr>
          <p:spPr bwMode="auto">
            <a:xfrm>
              <a:off x="2921" y="2291"/>
              <a:ext cx="136" cy="589"/>
            </a:xfrm>
            <a:prstGeom prst="leftBrace">
              <a:avLst>
                <a:gd name="adj1" fmla="val 36091"/>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1282" name="Text Box 17">
              <a:extLst>
                <a:ext uri="{FF2B5EF4-FFF2-40B4-BE49-F238E27FC236}">
                  <a16:creationId xmlns:a16="http://schemas.microsoft.com/office/drawing/2014/main" id="{C7756280-F589-9103-EB14-288971100B2F}"/>
                </a:ext>
              </a:extLst>
            </p:cNvPr>
            <p:cNvSpPr txBox="1">
              <a:spLocks noChangeArrowheads="1"/>
            </p:cNvSpPr>
            <p:nvPr/>
          </p:nvSpPr>
          <p:spPr bwMode="auto">
            <a:xfrm>
              <a:off x="2304" y="2428"/>
              <a:ext cx="81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m </a:t>
              </a:r>
              <a:br>
                <a:rPr lang="en-US" altLang="en-US" sz="2000"/>
              </a:br>
              <a:r>
                <a:rPr lang="en-US" altLang="en-US" sz="2000"/>
                <a:t>inputs</a:t>
              </a:r>
              <a:endParaRPr lang="ru-RU" altLang="en-US" sz="2000"/>
            </a:p>
          </p:txBody>
        </p:sp>
        <p:sp>
          <p:nvSpPr>
            <p:cNvPr id="11283" name="Text Box 18">
              <a:extLst>
                <a:ext uri="{FF2B5EF4-FFF2-40B4-BE49-F238E27FC236}">
                  <a16:creationId xmlns:a16="http://schemas.microsoft.com/office/drawing/2014/main" id="{8A5DAD2E-A14F-661D-B14A-D60CBF45BFC3}"/>
                </a:ext>
              </a:extLst>
            </p:cNvPr>
            <p:cNvSpPr txBox="1">
              <a:spLocks noChangeArrowheads="1"/>
            </p:cNvSpPr>
            <p:nvPr/>
          </p:nvSpPr>
          <p:spPr bwMode="auto">
            <a:xfrm>
              <a:off x="4507" y="2439"/>
              <a:ext cx="81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n</a:t>
              </a:r>
              <a:br>
                <a:rPr lang="en-US" altLang="en-US" sz="2000"/>
              </a:br>
              <a:r>
                <a:rPr lang="en-US" altLang="en-US" sz="2000"/>
                <a:t> outputs</a:t>
              </a:r>
              <a:endParaRPr lang="ru-RU" altLang="en-US" sz="2000"/>
            </a:p>
          </p:txBody>
        </p:sp>
        <p:sp>
          <p:nvSpPr>
            <p:cNvPr id="11284" name="AutoShape 19">
              <a:extLst>
                <a:ext uri="{FF2B5EF4-FFF2-40B4-BE49-F238E27FC236}">
                  <a16:creationId xmlns:a16="http://schemas.microsoft.com/office/drawing/2014/main" id="{9C85F787-2E7C-4D24-6D18-C293D5ABA3D2}"/>
                </a:ext>
              </a:extLst>
            </p:cNvPr>
            <p:cNvSpPr>
              <a:spLocks/>
            </p:cNvSpPr>
            <p:nvPr/>
          </p:nvSpPr>
          <p:spPr bwMode="auto">
            <a:xfrm rot="10800000">
              <a:off x="4553" y="2291"/>
              <a:ext cx="136" cy="589"/>
            </a:xfrm>
            <a:prstGeom prst="leftBrace">
              <a:avLst>
                <a:gd name="adj1" fmla="val 36091"/>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sp>
        <p:nvSpPr>
          <p:cNvPr id="11269" name="Rectangle 11">
            <a:extLst>
              <a:ext uri="{FF2B5EF4-FFF2-40B4-BE49-F238E27FC236}">
                <a16:creationId xmlns:a16="http://schemas.microsoft.com/office/drawing/2014/main" id="{2371A352-CEA0-AF39-F70B-EF64A7704C24}"/>
              </a:ext>
            </a:extLst>
          </p:cNvPr>
          <p:cNvSpPr>
            <a:spLocks noChangeArrowheads="1"/>
          </p:cNvSpPr>
          <p:nvPr/>
        </p:nvSpPr>
        <p:spPr bwMode="auto">
          <a:xfrm>
            <a:off x="3016250" y="3419475"/>
            <a:ext cx="1295400" cy="1512888"/>
          </a:xfrm>
          <a:prstGeom prst="rect">
            <a:avLst/>
          </a:prstGeom>
          <a:solidFill>
            <a:schemeClr val="accent1"/>
          </a:solidFill>
          <a:ln w="25400">
            <a:solidFill>
              <a:srgbClr val="000000"/>
            </a:solidFill>
            <a:miter lim="800000"/>
            <a:headEnd/>
            <a:tailEnd/>
          </a:ln>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1800" dirty="0">
                <a:solidFill>
                  <a:schemeClr val="bg2"/>
                </a:solidFill>
              </a:rPr>
              <a:t>Abstract</a:t>
            </a:r>
          </a:p>
          <a:p>
            <a:pPr algn="ctr"/>
            <a:r>
              <a:rPr lang="en-US" altLang="en-US" sz="1800" dirty="0">
                <a:solidFill>
                  <a:schemeClr val="bg2"/>
                </a:solidFill>
              </a:rPr>
              <a:t>FSM</a:t>
            </a:r>
          </a:p>
          <a:p>
            <a:pPr algn="ctr"/>
            <a:endParaRPr lang="ru-RU" altLang="en-US" sz="1800" dirty="0">
              <a:solidFill>
                <a:schemeClr val="bg2"/>
              </a:solidFill>
            </a:endParaRPr>
          </a:p>
        </p:txBody>
      </p:sp>
      <p:sp>
        <p:nvSpPr>
          <p:cNvPr id="11270" name="Line 12">
            <a:extLst>
              <a:ext uri="{FF2B5EF4-FFF2-40B4-BE49-F238E27FC236}">
                <a16:creationId xmlns:a16="http://schemas.microsoft.com/office/drawing/2014/main" id="{36A5DFBF-027C-0B78-7E87-13C628DB9B1B}"/>
              </a:ext>
            </a:extLst>
          </p:cNvPr>
          <p:cNvSpPr>
            <a:spLocks noChangeShapeType="1"/>
          </p:cNvSpPr>
          <p:nvPr/>
        </p:nvSpPr>
        <p:spPr bwMode="auto">
          <a:xfrm>
            <a:off x="2459038" y="4141788"/>
            <a:ext cx="53975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1" name="Line 13">
            <a:extLst>
              <a:ext uri="{FF2B5EF4-FFF2-40B4-BE49-F238E27FC236}">
                <a16:creationId xmlns:a16="http://schemas.microsoft.com/office/drawing/2014/main" id="{4022DA4A-3C80-0A64-734B-D2B0398A4AD6}"/>
              </a:ext>
            </a:extLst>
          </p:cNvPr>
          <p:cNvSpPr>
            <a:spLocks noChangeShapeType="1"/>
          </p:cNvSpPr>
          <p:nvPr/>
        </p:nvSpPr>
        <p:spPr bwMode="auto">
          <a:xfrm>
            <a:off x="4318000" y="4125913"/>
            <a:ext cx="53975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2" name="Text Box 20">
            <a:extLst>
              <a:ext uri="{FF2B5EF4-FFF2-40B4-BE49-F238E27FC236}">
                <a16:creationId xmlns:a16="http://schemas.microsoft.com/office/drawing/2014/main" id="{47A3621C-F4EB-04C3-BADF-38F2F8AD3E44}"/>
              </a:ext>
            </a:extLst>
          </p:cNvPr>
          <p:cNvSpPr txBox="1">
            <a:spLocks noChangeArrowheads="1"/>
          </p:cNvSpPr>
          <p:nvPr/>
        </p:nvSpPr>
        <p:spPr bwMode="auto">
          <a:xfrm>
            <a:off x="2109789" y="3943351"/>
            <a:ext cx="642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a:t>
            </a:r>
            <a:endParaRPr lang="ru-RU" altLang="en-US" sz="2000"/>
          </a:p>
        </p:txBody>
      </p:sp>
      <p:sp>
        <p:nvSpPr>
          <p:cNvPr id="11273" name="Text Box 21">
            <a:extLst>
              <a:ext uri="{FF2B5EF4-FFF2-40B4-BE49-F238E27FC236}">
                <a16:creationId xmlns:a16="http://schemas.microsoft.com/office/drawing/2014/main" id="{0B46263F-A7A3-482F-FDDF-2EC3D97B796B}"/>
              </a:ext>
            </a:extLst>
          </p:cNvPr>
          <p:cNvSpPr txBox="1">
            <a:spLocks noChangeArrowheads="1"/>
          </p:cNvSpPr>
          <p:nvPr/>
        </p:nvSpPr>
        <p:spPr bwMode="auto">
          <a:xfrm>
            <a:off x="4800600" y="3914776"/>
            <a:ext cx="642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Y</a:t>
            </a:r>
            <a:endParaRPr lang="ru-RU" altLang="en-US" sz="2000"/>
          </a:p>
        </p:txBody>
      </p:sp>
      <p:sp>
        <p:nvSpPr>
          <p:cNvPr id="10" name="Title 9">
            <a:extLst>
              <a:ext uri="{FF2B5EF4-FFF2-40B4-BE49-F238E27FC236}">
                <a16:creationId xmlns:a16="http://schemas.microsoft.com/office/drawing/2014/main" id="{52EB429F-2D07-8AB5-01E4-1A74B1A55BE6}"/>
              </a:ext>
            </a:extLst>
          </p:cNvPr>
          <p:cNvSpPr>
            <a:spLocks noGrp="1"/>
          </p:cNvSpPr>
          <p:nvPr>
            <p:ph type="title"/>
          </p:nvPr>
        </p:nvSpPr>
        <p:spPr/>
        <p:txBody>
          <a:bodyPr>
            <a:normAutofit/>
          </a:bodyPr>
          <a:lstStyle/>
          <a:p>
            <a:r>
              <a:rPr lang="en-US" dirty="0"/>
              <a:t>Structural Synthesis of FSM</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315E87B-3539-F7A1-4420-7BE63039E86A}"/>
              </a:ext>
            </a:extLst>
          </p:cNvPr>
          <p:cNvSpPr>
            <a:spLocks noGrp="1"/>
          </p:cNvSpPr>
          <p:nvPr>
            <p:ph type="body" sz="quarter" idx="10"/>
          </p:nvPr>
        </p:nvSpPr>
        <p:spPr/>
        <p:txBody>
          <a:bodyPr/>
          <a:lstStyle/>
          <a:p>
            <a:pPr eaLnBrk="1" hangingPunct="1"/>
            <a:endParaRPr lang="en-US" altLang="en-US" sz="2400" dirty="0"/>
          </a:p>
          <a:p>
            <a:pPr eaLnBrk="1" hangingPunct="1"/>
            <a:endParaRPr lang="en-US" altLang="en-US" dirty="0"/>
          </a:p>
          <a:p>
            <a:pPr eaLnBrk="1" hangingPunct="1"/>
            <a:endParaRPr lang="en-US" altLang="en-US" sz="2400" dirty="0"/>
          </a:p>
          <a:p>
            <a:pPr eaLnBrk="1" hangingPunct="1"/>
            <a:endParaRPr lang="en-US" altLang="en-US" dirty="0"/>
          </a:p>
          <a:p>
            <a:pPr eaLnBrk="1" hangingPunct="1"/>
            <a:r>
              <a:rPr lang="en-US" altLang="en-US" dirty="0"/>
              <a:t>General structure of a clocked synchronous FSM.</a:t>
            </a:r>
          </a:p>
          <a:p>
            <a:pPr eaLnBrk="1" hangingPunct="1"/>
            <a:r>
              <a:rPr lang="en-US" altLang="en-US" dirty="0"/>
              <a:t>The state memory – is a set of </a:t>
            </a:r>
            <a:r>
              <a:rPr lang="en-US" altLang="en-US" dirty="0">
                <a:solidFill>
                  <a:srgbClr val="0033CC"/>
                </a:solidFill>
              </a:rPr>
              <a:t>flip-flops</a:t>
            </a:r>
            <a:r>
              <a:rPr lang="en-US" altLang="en-US" dirty="0"/>
              <a:t> that store a current state of FSM.</a:t>
            </a:r>
          </a:p>
          <a:p>
            <a:pPr eaLnBrk="1" hangingPunct="1"/>
            <a:r>
              <a:rPr lang="en-US" altLang="en-US" dirty="0"/>
              <a:t>The next state  logic determines  the next state of FSM:</a:t>
            </a:r>
          </a:p>
          <a:p>
            <a:pPr algn="just" eaLnBrk="1" hangingPunct="1"/>
            <a:r>
              <a:rPr lang="en-US" altLang="en-US" dirty="0"/>
              <a:t>S</a:t>
            </a:r>
            <a:r>
              <a:rPr lang="en-US" altLang="en-US" baseline="-25000" dirty="0"/>
              <a:t>t</a:t>
            </a:r>
            <a:r>
              <a:rPr lang="ru-RU" altLang="en-US" baseline="-25000" dirty="0"/>
              <a:t>+1</a:t>
            </a:r>
            <a:r>
              <a:rPr lang="ru-RU" altLang="en-US" dirty="0"/>
              <a:t> = </a:t>
            </a:r>
            <a:r>
              <a:rPr lang="ru-RU" altLang="en-US" b="1" dirty="0">
                <a:sym typeface="Symbol" panose="05050102010706020507" pitchFamily="18" charset="2"/>
              </a:rPr>
              <a:t></a:t>
            </a:r>
            <a:r>
              <a:rPr lang="ru-RU" altLang="en-US" dirty="0"/>
              <a:t>(S</a:t>
            </a:r>
            <a:r>
              <a:rPr lang="en-US" altLang="en-US" baseline="-25000" dirty="0"/>
              <a:t>t</a:t>
            </a:r>
            <a:r>
              <a:rPr lang="ru-RU" altLang="en-US" dirty="0"/>
              <a:t>, X</a:t>
            </a:r>
            <a:r>
              <a:rPr lang="en-US" altLang="en-US" baseline="-25000" dirty="0"/>
              <a:t>t</a:t>
            </a:r>
            <a:r>
              <a:rPr lang="ru-RU" altLang="en-US" dirty="0"/>
              <a:t> ).</a:t>
            </a:r>
            <a:endParaRPr lang="en-US" altLang="en-US" dirty="0"/>
          </a:p>
          <a:p>
            <a:pPr eaLnBrk="1" hangingPunct="1"/>
            <a:r>
              <a:rPr lang="en-US" altLang="en-US" dirty="0"/>
              <a:t>The output logic determines the output function of FSM:</a:t>
            </a:r>
          </a:p>
          <a:p>
            <a:pPr eaLnBrk="1" hangingPunct="1"/>
            <a:r>
              <a:rPr lang="en-US" altLang="en-US" dirty="0" err="1"/>
              <a:t>Y</a:t>
            </a:r>
            <a:r>
              <a:rPr lang="en-US" altLang="en-US" baseline="-25000" dirty="0" err="1"/>
              <a:t>t</a:t>
            </a:r>
            <a:r>
              <a:rPr lang="ru-RU" altLang="en-US" dirty="0"/>
              <a:t> = </a:t>
            </a:r>
            <a:r>
              <a:rPr lang="ru-RU" altLang="en-US" b="1" dirty="0">
                <a:sym typeface="Symbol" panose="05050102010706020507" pitchFamily="18" charset="2"/>
              </a:rPr>
              <a:t></a:t>
            </a:r>
            <a:r>
              <a:rPr lang="ru-RU" altLang="en-US" dirty="0"/>
              <a:t> (S</a:t>
            </a:r>
            <a:r>
              <a:rPr lang="en-US" altLang="en-US" baseline="-25000" dirty="0"/>
              <a:t>t</a:t>
            </a:r>
            <a:r>
              <a:rPr lang="ru-RU" altLang="en-US" dirty="0"/>
              <a:t> , X</a:t>
            </a:r>
            <a:r>
              <a:rPr lang="en-US" altLang="en-US" baseline="-25000" dirty="0"/>
              <a:t>t</a:t>
            </a:r>
            <a:r>
              <a:rPr lang="ru-RU" altLang="en-US" dirty="0"/>
              <a:t>)</a:t>
            </a:r>
            <a:r>
              <a:rPr lang="en-US" altLang="en-US" dirty="0"/>
              <a:t>.</a:t>
            </a:r>
            <a:endParaRPr lang="ru-RU" altLang="en-US" dirty="0"/>
          </a:p>
          <a:p>
            <a:endParaRPr lang="en-US" dirty="0"/>
          </a:p>
        </p:txBody>
      </p:sp>
      <p:grpSp>
        <p:nvGrpSpPr>
          <p:cNvPr id="13315" name="Group 29">
            <a:extLst>
              <a:ext uri="{FF2B5EF4-FFF2-40B4-BE49-F238E27FC236}">
                <a16:creationId xmlns:a16="http://schemas.microsoft.com/office/drawing/2014/main" id="{619BBD12-A905-B7C2-BB61-A175B18082C7}"/>
              </a:ext>
            </a:extLst>
          </p:cNvPr>
          <p:cNvGrpSpPr>
            <a:grpSpLocks/>
          </p:cNvGrpSpPr>
          <p:nvPr/>
        </p:nvGrpSpPr>
        <p:grpSpPr bwMode="auto">
          <a:xfrm>
            <a:off x="1869168" y="1508807"/>
            <a:ext cx="7742238" cy="1544637"/>
            <a:chOff x="166688" y="1638300"/>
            <a:chExt cx="8591550" cy="1905000"/>
          </a:xfrm>
        </p:grpSpPr>
        <p:sp>
          <p:nvSpPr>
            <p:cNvPr id="13318" name="Text Box 3">
              <a:extLst>
                <a:ext uri="{FF2B5EF4-FFF2-40B4-BE49-F238E27FC236}">
                  <a16:creationId xmlns:a16="http://schemas.microsoft.com/office/drawing/2014/main" id="{6698ABFA-6FC6-5208-A077-D4A57550C80B}"/>
                </a:ext>
              </a:extLst>
            </p:cNvPr>
            <p:cNvSpPr txBox="1">
              <a:spLocks noChangeArrowheads="1"/>
            </p:cNvSpPr>
            <p:nvPr/>
          </p:nvSpPr>
          <p:spPr bwMode="auto">
            <a:xfrm>
              <a:off x="8181975" y="2000250"/>
              <a:ext cx="5762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Y</a:t>
              </a:r>
              <a:r>
                <a:rPr lang="en-US" altLang="en-US" sz="2000" baseline="-25000"/>
                <a:t>t</a:t>
              </a:r>
              <a:endParaRPr lang="en-US" altLang="en-US" sz="2000"/>
            </a:p>
            <a:p>
              <a:endParaRPr lang="en-US" altLang="en-US" sz="2000"/>
            </a:p>
          </p:txBody>
        </p:sp>
        <p:sp>
          <p:nvSpPr>
            <p:cNvPr id="13319" name="Text Box 5">
              <a:extLst>
                <a:ext uri="{FF2B5EF4-FFF2-40B4-BE49-F238E27FC236}">
                  <a16:creationId xmlns:a16="http://schemas.microsoft.com/office/drawing/2014/main" id="{4B3F12BB-1B5E-5A45-C383-32EE01C7FCB5}"/>
                </a:ext>
              </a:extLst>
            </p:cNvPr>
            <p:cNvSpPr txBox="1">
              <a:spLocks noChangeArrowheads="1"/>
            </p:cNvSpPr>
            <p:nvPr/>
          </p:nvSpPr>
          <p:spPr bwMode="auto">
            <a:xfrm>
              <a:off x="166688" y="1905000"/>
              <a:ext cx="5953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X</a:t>
              </a:r>
              <a:r>
                <a:rPr lang="en-US" altLang="en-US" sz="2000" baseline="-25000"/>
                <a:t>t</a:t>
              </a:r>
              <a:endParaRPr lang="en-US" altLang="en-US" sz="2000"/>
            </a:p>
            <a:p>
              <a:endParaRPr lang="en-US" altLang="en-US" sz="2000"/>
            </a:p>
          </p:txBody>
        </p:sp>
        <p:sp>
          <p:nvSpPr>
            <p:cNvPr id="13320" name="Line 7">
              <a:extLst>
                <a:ext uri="{FF2B5EF4-FFF2-40B4-BE49-F238E27FC236}">
                  <a16:creationId xmlns:a16="http://schemas.microsoft.com/office/drawing/2014/main" id="{79C7ABE1-ED42-726F-1553-781217DDBCDC}"/>
                </a:ext>
              </a:extLst>
            </p:cNvPr>
            <p:cNvSpPr>
              <a:spLocks noChangeShapeType="1"/>
            </p:cNvSpPr>
            <p:nvPr/>
          </p:nvSpPr>
          <p:spPr bwMode="auto">
            <a:xfrm>
              <a:off x="671513" y="2520950"/>
              <a:ext cx="5000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1" name="Line 8">
              <a:extLst>
                <a:ext uri="{FF2B5EF4-FFF2-40B4-BE49-F238E27FC236}">
                  <a16:creationId xmlns:a16="http://schemas.microsoft.com/office/drawing/2014/main" id="{01CDA8B5-1694-1FD4-469C-4229EBDFD1B0}"/>
                </a:ext>
              </a:extLst>
            </p:cNvPr>
            <p:cNvSpPr>
              <a:spLocks noChangeShapeType="1"/>
            </p:cNvSpPr>
            <p:nvPr/>
          </p:nvSpPr>
          <p:spPr bwMode="auto">
            <a:xfrm>
              <a:off x="585788" y="2095500"/>
              <a:ext cx="59372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54" name="Text Box 9">
              <a:extLst>
                <a:ext uri="{FF2B5EF4-FFF2-40B4-BE49-F238E27FC236}">
                  <a16:creationId xmlns:a16="http://schemas.microsoft.com/office/drawing/2014/main" id="{B7955EB0-967A-495F-B898-3FDD0126C74F}"/>
                </a:ext>
              </a:extLst>
            </p:cNvPr>
            <p:cNvSpPr txBox="1">
              <a:spLocks noChangeArrowheads="1"/>
            </p:cNvSpPr>
            <p:nvPr/>
          </p:nvSpPr>
          <p:spPr bwMode="auto">
            <a:xfrm>
              <a:off x="3614231" y="1924148"/>
              <a:ext cx="1601336" cy="847754"/>
            </a:xfrm>
            <a:prstGeom prst="rect">
              <a:avLst/>
            </a:prstGeom>
            <a:solidFill>
              <a:schemeClr val="accent1">
                <a:lumMod val="20000"/>
                <a:lumOff val="80000"/>
                <a:alpha val="49001"/>
              </a:schemeClr>
            </a:solidFill>
            <a:ln w="28575">
              <a:solidFill>
                <a:srgbClr val="000000"/>
              </a:solidFill>
              <a:miter lim="800000"/>
              <a:headEnd/>
              <a:tailEnd/>
            </a:ln>
          </p:spPr>
          <p:txBody>
            <a:bodyPr anchor="ctr"/>
            <a:lstStyle/>
            <a:p>
              <a:pPr algn="ctr">
                <a:defRPr/>
              </a:pPr>
              <a:br>
                <a:rPr lang="en-US" sz="2000" dirty="0"/>
              </a:br>
              <a:r>
                <a:rPr lang="en-US" sz="2000" dirty="0"/>
                <a:t>State Memory</a:t>
              </a:r>
            </a:p>
            <a:p>
              <a:pPr>
                <a:defRPr/>
              </a:pPr>
              <a:endParaRPr lang="en-US" sz="2000" dirty="0"/>
            </a:p>
          </p:txBody>
        </p:sp>
        <p:sp>
          <p:nvSpPr>
            <p:cNvPr id="6155" name="Text Box 10">
              <a:extLst>
                <a:ext uri="{FF2B5EF4-FFF2-40B4-BE49-F238E27FC236}">
                  <a16:creationId xmlns:a16="http://schemas.microsoft.com/office/drawing/2014/main" id="{AB8B7E31-C0C8-4664-AA28-7172E3C8887C}"/>
                </a:ext>
              </a:extLst>
            </p:cNvPr>
            <p:cNvSpPr txBox="1">
              <a:spLocks noChangeArrowheads="1"/>
            </p:cNvSpPr>
            <p:nvPr/>
          </p:nvSpPr>
          <p:spPr bwMode="auto">
            <a:xfrm>
              <a:off x="6085820" y="1791013"/>
              <a:ext cx="1752839" cy="837965"/>
            </a:xfrm>
            <a:prstGeom prst="rect">
              <a:avLst/>
            </a:prstGeom>
            <a:solidFill>
              <a:schemeClr val="accent1">
                <a:lumMod val="60000"/>
                <a:lumOff val="40000"/>
              </a:schemeClr>
            </a:solidFill>
            <a:ln w="28575">
              <a:solidFill>
                <a:srgbClr val="000000"/>
              </a:solidFill>
              <a:miter lim="800000"/>
              <a:headEnd/>
              <a:tailEnd/>
            </a:ln>
          </p:spPr>
          <p:txBody>
            <a:bodyPr anchor="ctr"/>
            <a:lstStyle/>
            <a:p>
              <a:pPr algn="ctr">
                <a:defRPr/>
              </a:pPr>
              <a:br>
                <a:rPr lang="en-US" sz="2000" dirty="0"/>
              </a:br>
              <a:r>
                <a:rPr lang="en-US" sz="2000" dirty="0"/>
                <a:t>Output Logic</a:t>
              </a:r>
            </a:p>
            <a:p>
              <a:pPr>
                <a:defRPr/>
              </a:pPr>
              <a:endParaRPr lang="en-US" sz="2000" dirty="0"/>
            </a:p>
          </p:txBody>
        </p:sp>
        <p:sp>
          <p:nvSpPr>
            <p:cNvPr id="13324" name="Line 11">
              <a:extLst>
                <a:ext uri="{FF2B5EF4-FFF2-40B4-BE49-F238E27FC236}">
                  <a16:creationId xmlns:a16="http://schemas.microsoft.com/office/drawing/2014/main" id="{EC8DFD24-3D95-B973-6771-A4FD0C083DE3}"/>
                </a:ext>
              </a:extLst>
            </p:cNvPr>
            <p:cNvSpPr>
              <a:spLocks noChangeShapeType="1"/>
            </p:cNvSpPr>
            <p:nvPr/>
          </p:nvSpPr>
          <p:spPr bwMode="auto">
            <a:xfrm>
              <a:off x="2967038" y="2352675"/>
              <a:ext cx="6477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5" name="Line 12">
              <a:extLst>
                <a:ext uri="{FF2B5EF4-FFF2-40B4-BE49-F238E27FC236}">
                  <a16:creationId xmlns:a16="http://schemas.microsoft.com/office/drawing/2014/main" id="{E17920B3-BC4D-C50D-CB6B-49345D4BFD8B}"/>
                </a:ext>
              </a:extLst>
            </p:cNvPr>
            <p:cNvSpPr>
              <a:spLocks noChangeShapeType="1"/>
            </p:cNvSpPr>
            <p:nvPr/>
          </p:nvSpPr>
          <p:spPr bwMode="auto">
            <a:xfrm>
              <a:off x="5211763" y="2409825"/>
              <a:ext cx="8636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6" name="Line 13">
              <a:extLst>
                <a:ext uri="{FF2B5EF4-FFF2-40B4-BE49-F238E27FC236}">
                  <a16:creationId xmlns:a16="http://schemas.microsoft.com/office/drawing/2014/main" id="{0C81B8FD-83FF-B435-571A-040E6BCB1471}"/>
                </a:ext>
              </a:extLst>
            </p:cNvPr>
            <p:cNvSpPr>
              <a:spLocks noChangeShapeType="1"/>
            </p:cNvSpPr>
            <p:nvPr/>
          </p:nvSpPr>
          <p:spPr bwMode="auto">
            <a:xfrm>
              <a:off x="4519613" y="2767013"/>
              <a:ext cx="0" cy="334962"/>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3327" name="Line 14">
              <a:extLst>
                <a:ext uri="{FF2B5EF4-FFF2-40B4-BE49-F238E27FC236}">
                  <a16:creationId xmlns:a16="http://schemas.microsoft.com/office/drawing/2014/main" id="{44886C78-47D3-F24B-F02F-45FD635D8755}"/>
                </a:ext>
              </a:extLst>
            </p:cNvPr>
            <p:cNvSpPr>
              <a:spLocks noChangeShapeType="1"/>
            </p:cNvSpPr>
            <p:nvPr/>
          </p:nvSpPr>
          <p:spPr bwMode="auto">
            <a:xfrm>
              <a:off x="7829550" y="2205038"/>
              <a:ext cx="41751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8" name="Line 15">
              <a:extLst>
                <a:ext uri="{FF2B5EF4-FFF2-40B4-BE49-F238E27FC236}">
                  <a16:creationId xmlns:a16="http://schemas.microsoft.com/office/drawing/2014/main" id="{4D01EBCB-59B2-531C-004F-6AE9E6215C33}"/>
                </a:ext>
              </a:extLst>
            </p:cNvPr>
            <p:cNvSpPr>
              <a:spLocks noChangeShapeType="1"/>
            </p:cNvSpPr>
            <p:nvPr/>
          </p:nvSpPr>
          <p:spPr bwMode="auto">
            <a:xfrm>
              <a:off x="5645150" y="2409825"/>
              <a:ext cx="0" cy="1025525"/>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3329" name="Line 16">
              <a:extLst>
                <a:ext uri="{FF2B5EF4-FFF2-40B4-BE49-F238E27FC236}">
                  <a16:creationId xmlns:a16="http://schemas.microsoft.com/office/drawing/2014/main" id="{10C00DAB-3FB9-C18E-BA4C-333295303EB6}"/>
                </a:ext>
              </a:extLst>
            </p:cNvPr>
            <p:cNvSpPr>
              <a:spLocks noChangeShapeType="1"/>
            </p:cNvSpPr>
            <p:nvPr/>
          </p:nvSpPr>
          <p:spPr bwMode="auto">
            <a:xfrm flipH="1">
              <a:off x="657225" y="3436938"/>
              <a:ext cx="50101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0" name="Line 17">
              <a:extLst>
                <a:ext uri="{FF2B5EF4-FFF2-40B4-BE49-F238E27FC236}">
                  <a16:creationId xmlns:a16="http://schemas.microsoft.com/office/drawing/2014/main" id="{6343973F-02A0-EAD0-F83F-9148753BAA68}"/>
                </a:ext>
              </a:extLst>
            </p:cNvPr>
            <p:cNvSpPr>
              <a:spLocks noChangeShapeType="1"/>
            </p:cNvSpPr>
            <p:nvPr/>
          </p:nvSpPr>
          <p:spPr bwMode="auto">
            <a:xfrm>
              <a:off x="671513" y="2520950"/>
              <a:ext cx="0" cy="9096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1" name="Text Box 18">
              <a:extLst>
                <a:ext uri="{FF2B5EF4-FFF2-40B4-BE49-F238E27FC236}">
                  <a16:creationId xmlns:a16="http://schemas.microsoft.com/office/drawing/2014/main" id="{74CDF8C6-AF51-38A1-C9F3-33677051F31E}"/>
                </a:ext>
              </a:extLst>
            </p:cNvPr>
            <p:cNvSpPr txBox="1">
              <a:spLocks noChangeArrowheads="1"/>
            </p:cNvSpPr>
            <p:nvPr/>
          </p:nvSpPr>
          <p:spPr bwMode="auto">
            <a:xfrm>
              <a:off x="5227638" y="1925353"/>
              <a:ext cx="695326"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S</a:t>
              </a:r>
              <a:r>
                <a:rPr lang="en-US" altLang="en-US" sz="2000" baseline="-25000"/>
                <a:t>t</a:t>
              </a:r>
              <a:endParaRPr lang="en-US" altLang="en-US" sz="2000"/>
            </a:p>
          </p:txBody>
        </p:sp>
        <p:sp>
          <p:nvSpPr>
            <p:cNvPr id="13332" name="Text Box 19">
              <a:extLst>
                <a:ext uri="{FF2B5EF4-FFF2-40B4-BE49-F238E27FC236}">
                  <a16:creationId xmlns:a16="http://schemas.microsoft.com/office/drawing/2014/main" id="{1A8F256A-643D-9A1E-013F-5E8BF9234E86}"/>
                </a:ext>
              </a:extLst>
            </p:cNvPr>
            <p:cNvSpPr txBox="1">
              <a:spLocks noChangeArrowheads="1"/>
            </p:cNvSpPr>
            <p:nvPr/>
          </p:nvSpPr>
          <p:spPr bwMode="auto">
            <a:xfrm>
              <a:off x="2921000" y="1877763"/>
              <a:ext cx="695326"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S</a:t>
              </a:r>
              <a:r>
                <a:rPr lang="en-US" altLang="en-US" sz="2000" baseline="-25000"/>
                <a:t>t+1</a:t>
              </a:r>
            </a:p>
          </p:txBody>
        </p:sp>
        <p:sp>
          <p:nvSpPr>
            <p:cNvPr id="13333" name="Text Box 20">
              <a:extLst>
                <a:ext uri="{FF2B5EF4-FFF2-40B4-BE49-F238E27FC236}">
                  <a16:creationId xmlns:a16="http://schemas.microsoft.com/office/drawing/2014/main" id="{DAF5F934-5B55-46EA-CF07-ED9060078D46}"/>
                </a:ext>
              </a:extLst>
            </p:cNvPr>
            <p:cNvSpPr txBox="1">
              <a:spLocks noChangeArrowheads="1"/>
            </p:cNvSpPr>
            <p:nvPr/>
          </p:nvSpPr>
          <p:spPr bwMode="auto">
            <a:xfrm>
              <a:off x="4143375" y="3038475"/>
              <a:ext cx="9747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Clock</a:t>
              </a:r>
            </a:p>
          </p:txBody>
        </p:sp>
        <p:sp>
          <p:nvSpPr>
            <p:cNvPr id="13334" name="Line 21">
              <a:extLst>
                <a:ext uri="{FF2B5EF4-FFF2-40B4-BE49-F238E27FC236}">
                  <a16:creationId xmlns:a16="http://schemas.microsoft.com/office/drawing/2014/main" id="{956DDD47-3C2D-003F-4EF0-D0275BFD2787}"/>
                </a:ext>
              </a:extLst>
            </p:cNvPr>
            <p:cNvSpPr>
              <a:spLocks noChangeShapeType="1"/>
            </p:cNvSpPr>
            <p:nvPr/>
          </p:nvSpPr>
          <p:spPr bwMode="auto">
            <a:xfrm flipH="1" flipV="1">
              <a:off x="5659438" y="2068513"/>
              <a:ext cx="417512" cy="0"/>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3335" name="Line 22">
              <a:extLst>
                <a:ext uri="{FF2B5EF4-FFF2-40B4-BE49-F238E27FC236}">
                  <a16:creationId xmlns:a16="http://schemas.microsoft.com/office/drawing/2014/main" id="{FFA54273-5510-7432-1625-A43C003EB86C}"/>
                </a:ext>
              </a:extLst>
            </p:cNvPr>
            <p:cNvSpPr>
              <a:spLocks noChangeShapeType="1"/>
            </p:cNvSpPr>
            <p:nvPr/>
          </p:nvSpPr>
          <p:spPr bwMode="auto">
            <a:xfrm flipV="1">
              <a:off x="5667375" y="1638300"/>
              <a:ext cx="0" cy="4429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6" name="Line 23">
              <a:extLst>
                <a:ext uri="{FF2B5EF4-FFF2-40B4-BE49-F238E27FC236}">
                  <a16:creationId xmlns:a16="http://schemas.microsoft.com/office/drawing/2014/main" id="{113505D3-BAFE-9CC6-EF75-A7EB3EF1BD73}"/>
                </a:ext>
              </a:extLst>
            </p:cNvPr>
            <p:cNvSpPr>
              <a:spLocks noChangeShapeType="1"/>
            </p:cNvSpPr>
            <p:nvPr/>
          </p:nvSpPr>
          <p:spPr bwMode="auto">
            <a:xfrm flipH="1">
              <a:off x="806450" y="1638300"/>
              <a:ext cx="48736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7" name="Line 24">
              <a:extLst>
                <a:ext uri="{FF2B5EF4-FFF2-40B4-BE49-F238E27FC236}">
                  <a16:creationId xmlns:a16="http://schemas.microsoft.com/office/drawing/2014/main" id="{FBCC2E50-BC29-1423-A7CE-55BF86A82B45}"/>
                </a:ext>
              </a:extLst>
            </p:cNvPr>
            <p:cNvSpPr>
              <a:spLocks noChangeShapeType="1"/>
            </p:cNvSpPr>
            <p:nvPr/>
          </p:nvSpPr>
          <p:spPr bwMode="auto">
            <a:xfrm>
              <a:off x="806450" y="1638300"/>
              <a:ext cx="0" cy="447675"/>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338" name="Text Box 28">
              <a:extLst>
                <a:ext uri="{FF2B5EF4-FFF2-40B4-BE49-F238E27FC236}">
                  <a16:creationId xmlns:a16="http://schemas.microsoft.com/office/drawing/2014/main" id="{8D42E569-C29A-2A0C-EBC5-6A124D52E604}"/>
                </a:ext>
              </a:extLst>
            </p:cNvPr>
            <p:cNvSpPr txBox="1">
              <a:spLocks noChangeArrowheads="1"/>
            </p:cNvSpPr>
            <p:nvPr/>
          </p:nvSpPr>
          <p:spPr bwMode="auto">
            <a:xfrm>
              <a:off x="1869511" y="2755899"/>
              <a:ext cx="3035853" cy="49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Excitation functions</a:t>
              </a:r>
              <a:endParaRPr lang="ru-RU" altLang="en-US" sz="2000"/>
            </a:p>
          </p:txBody>
        </p:sp>
        <p:sp>
          <p:nvSpPr>
            <p:cNvPr id="13339" name="Line 29">
              <a:extLst>
                <a:ext uri="{FF2B5EF4-FFF2-40B4-BE49-F238E27FC236}">
                  <a16:creationId xmlns:a16="http://schemas.microsoft.com/office/drawing/2014/main" id="{C1F0C02A-98DD-F313-1656-AF977568169E}"/>
                </a:ext>
              </a:extLst>
            </p:cNvPr>
            <p:cNvSpPr>
              <a:spLocks noChangeShapeType="1"/>
            </p:cNvSpPr>
            <p:nvPr/>
          </p:nvSpPr>
          <p:spPr bwMode="auto">
            <a:xfrm>
              <a:off x="3203575" y="2395538"/>
              <a:ext cx="153771" cy="4569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317" name="Text Box 5">
            <a:extLst>
              <a:ext uri="{FF2B5EF4-FFF2-40B4-BE49-F238E27FC236}">
                <a16:creationId xmlns:a16="http://schemas.microsoft.com/office/drawing/2014/main" id="{EA30FAF8-ADE7-D8C4-B39F-FB9C951DFEDC}"/>
              </a:ext>
            </a:extLst>
          </p:cNvPr>
          <p:cNvSpPr txBox="1">
            <a:spLocks noChangeArrowheads="1"/>
          </p:cNvSpPr>
          <p:nvPr/>
        </p:nvSpPr>
        <p:spPr bwMode="auto">
          <a:xfrm>
            <a:off x="2750232" y="1710419"/>
            <a:ext cx="1635125" cy="695325"/>
          </a:xfrm>
          <a:prstGeom prst="rect">
            <a:avLst/>
          </a:prstGeom>
          <a:solidFill>
            <a:schemeClr val="accent1"/>
          </a:solidFill>
          <a:ln w="25400">
            <a:solidFill>
              <a:srgbClr val="000000"/>
            </a:solidFill>
            <a:miter lim="800000"/>
            <a:headEnd/>
            <a:tailEnd/>
          </a:ln>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1800" dirty="0">
                <a:solidFill>
                  <a:schemeClr val="bg2"/>
                </a:solidFill>
              </a:rPr>
              <a:t>Next State</a:t>
            </a:r>
          </a:p>
          <a:p>
            <a:pPr algn="ctr"/>
            <a:r>
              <a:rPr lang="en-US" altLang="en-US" sz="1800" dirty="0">
                <a:solidFill>
                  <a:schemeClr val="bg2"/>
                </a:solidFill>
              </a:rPr>
              <a:t>Logic</a:t>
            </a:r>
          </a:p>
        </p:txBody>
      </p:sp>
      <p:sp>
        <p:nvSpPr>
          <p:cNvPr id="8" name="Title 7">
            <a:extLst>
              <a:ext uri="{FF2B5EF4-FFF2-40B4-BE49-F238E27FC236}">
                <a16:creationId xmlns:a16="http://schemas.microsoft.com/office/drawing/2014/main" id="{C8540D61-90BF-1275-5F47-12A077DCEC6E}"/>
              </a:ext>
            </a:extLst>
          </p:cNvPr>
          <p:cNvSpPr>
            <a:spLocks noGrp="1"/>
          </p:cNvSpPr>
          <p:nvPr>
            <p:ph type="title"/>
          </p:nvPr>
        </p:nvSpPr>
        <p:spPr/>
        <p:txBody>
          <a:bodyPr>
            <a:normAutofit/>
          </a:bodyPr>
          <a:lstStyle/>
          <a:p>
            <a:r>
              <a:rPr lang="en-US" dirty="0"/>
              <a:t>Clocked Synchronous FSM Structure (Mealy Machine)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a:extLst>
              <a:ext uri="{FF2B5EF4-FFF2-40B4-BE49-F238E27FC236}">
                <a16:creationId xmlns:a16="http://schemas.microsoft.com/office/drawing/2014/main" id="{20323592-B740-C132-586C-B4209F5FA9B1}"/>
              </a:ext>
            </a:extLst>
          </p:cNvPr>
          <p:cNvSpPr txBox="1">
            <a:spLocks noChangeArrowheads="1"/>
          </p:cNvSpPr>
          <p:nvPr/>
        </p:nvSpPr>
        <p:spPr bwMode="auto">
          <a:xfrm>
            <a:off x="2103438" y="1887539"/>
            <a:ext cx="558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X</a:t>
            </a:r>
            <a:r>
              <a:rPr lang="en-US" altLang="en-US" sz="1800" baseline="-25000"/>
              <a:t>t</a:t>
            </a:r>
            <a:endParaRPr lang="en-US" altLang="en-US" sz="1800"/>
          </a:p>
          <a:p>
            <a:endParaRPr lang="en-US" altLang="en-US" sz="1800"/>
          </a:p>
        </p:txBody>
      </p:sp>
      <p:sp>
        <p:nvSpPr>
          <p:cNvPr id="15363" name="Text Box 5">
            <a:extLst>
              <a:ext uri="{FF2B5EF4-FFF2-40B4-BE49-F238E27FC236}">
                <a16:creationId xmlns:a16="http://schemas.microsoft.com/office/drawing/2014/main" id="{59153DC0-781E-7F7D-E379-1166CB4A78BB}"/>
              </a:ext>
            </a:extLst>
          </p:cNvPr>
          <p:cNvSpPr txBox="1">
            <a:spLocks noChangeArrowheads="1"/>
          </p:cNvSpPr>
          <p:nvPr/>
        </p:nvSpPr>
        <p:spPr bwMode="auto">
          <a:xfrm>
            <a:off x="3059114" y="1866901"/>
            <a:ext cx="1635125" cy="695325"/>
          </a:xfrm>
          <a:prstGeom prst="rect">
            <a:avLst/>
          </a:prstGeom>
          <a:solidFill>
            <a:schemeClr val="accent1"/>
          </a:solidFill>
          <a:ln w="25400">
            <a:solidFill>
              <a:srgbClr val="000000"/>
            </a:solidFill>
            <a:miter lim="800000"/>
            <a:headEnd/>
            <a:tailEnd/>
          </a:ln>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1800" dirty="0">
                <a:solidFill>
                  <a:schemeClr val="bg1"/>
                </a:solidFill>
              </a:rPr>
              <a:t>Next State</a:t>
            </a:r>
          </a:p>
          <a:p>
            <a:pPr algn="ctr"/>
            <a:r>
              <a:rPr lang="en-US" altLang="en-US" sz="1800" dirty="0">
                <a:solidFill>
                  <a:schemeClr val="bg1"/>
                </a:solidFill>
              </a:rPr>
              <a:t>Logic</a:t>
            </a:r>
          </a:p>
        </p:txBody>
      </p:sp>
      <p:sp>
        <p:nvSpPr>
          <p:cNvPr id="15364" name="Line 6">
            <a:extLst>
              <a:ext uri="{FF2B5EF4-FFF2-40B4-BE49-F238E27FC236}">
                <a16:creationId xmlns:a16="http://schemas.microsoft.com/office/drawing/2014/main" id="{3F696A58-0A01-D285-122A-CAED8F25A88D}"/>
              </a:ext>
            </a:extLst>
          </p:cNvPr>
          <p:cNvSpPr>
            <a:spLocks noChangeShapeType="1"/>
          </p:cNvSpPr>
          <p:nvPr/>
        </p:nvSpPr>
        <p:spPr bwMode="auto">
          <a:xfrm>
            <a:off x="2552700" y="2386013"/>
            <a:ext cx="50323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5365" name="Line 7">
            <a:extLst>
              <a:ext uri="{FF2B5EF4-FFF2-40B4-BE49-F238E27FC236}">
                <a16:creationId xmlns:a16="http://schemas.microsoft.com/office/drawing/2014/main" id="{3D01BCFC-4E45-6F4E-3BE9-B1CA53689D88}"/>
              </a:ext>
            </a:extLst>
          </p:cNvPr>
          <p:cNvSpPr>
            <a:spLocks noChangeShapeType="1"/>
          </p:cNvSpPr>
          <p:nvPr/>
        </p:nvSpPr>
        <p:spPr bwMode="auto">
          <a:xfrm>
            <a:off x="2484438" y="2035175"/>
            <a:ext cx="55721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94" name="Text Box 8">
            <a:extLst>
              <a:ext uri="{FF2B5EF4-FFF2-40B4-BE49-F238E27FC236}">
                <a16:creationId xmlns:a16="http://schemas.microsoft.com/office/drawing/2014/main" id="{D5D7CDF6-14AD-40BF-85BE-F8A9C990C59A}"/>
              </a:ext>
            </a:extLst>
          </p:cNvPr>
          <p:cNvSpPr txBox="1">
            <a:spLocks noChangeArrowheads="1"/>
          </p:cNvSpPr>
          <p:nvPr/>
        </p:nvSpPr>
        <p:spPr bwMode="auto">
          <a:xfrm>
            <a:off x="5311776" y="1847851"/>
            <a:ext cx="1603375" cy="703263"/>
          </a:xfrm>
          <a:prstGeom prst="rect">
            <a:avLst/>
          </a:prstGeom>
          <a:solidFill>
            <a:schemeClr val="accent1">
              <a:lumMod val="20000"/>
              <a:lumOff val="80000"/>
              <a:alpha val="61000"/>
            </a:schemeClr>
          </a:solidFill>
          <a:ln w="25400">
            <a:solidFill>
              <a:srgbClr val="000000"/>
            </a:solidFill>
            <a:miter lim="800000"/>
            <a:headEnd/>
            <a:tailEnd/>
          </a:ln>
        </p:spPr>
        <p:txBody>
          <a:bodyPr anchor="ctr"/>
          <a:lstStyle/>
          <a:p>
            <a:pPr algn="ctr">
              <a:defRPr/>
            </a:pPr>
            <a:r>
              <a:rPr lang="en-US"/>
              <a:t>State Memory</a:t>
            </a:r>
          </a:p>
        </p:txBody>
      </p:sp>
      <p:sp>
        <p:nvSpPr>
          <p:cNvPr id="7195" name="Text Box 9">
            <a:extLst>
              <a:ext uri="{FF2B5EF4-FFF2-40B4-BE49-F238E27FC236}">
                <a16:creationId xmlns:a16="http://schemas.microsoft.com/office/drawing/2014/main" id="{3F5098A3-8922-45AB-BCD4-32AD42CC494B}"/>
              </a:ext>
            </a:extLst>
          </p:cNvPr>
          <p:cNvSpPr txBox="1">
            <a:spLocks noChangeArrowheads="1"/>
          </p:cNvSpPr>
          <p:nvPr/>
        </p:nvSpPr>
        <p:spPr bwMode="auto">
          <a:xfrm>
            <a:off x="7629526" y="1846263"/>
            <a:ext cx="1643063" cy="692150"/>
          </a:xfrm>
          <a:prstGeom prst="rect">
            <a:avLst/>
          </a:prstGeom>
          <a:solidFill>
            <a:schemeClr val="accent1">
              <a:lumMod val="60000"/>
              <a:lumOff val="40000"/>
            </a:schemeClr>
          </a:solidFill>
          <a:ln w="25400">
            <a:solidFill>
              <a:srgbClr val="000000"/>
            </a:solidFill>
            <a:miter lim="800000"/>
            <a:headEnd/>
            <a:tailEnd/>
          </a:ln>
        </p:spPr>
        <p:txBody>
          <a:bodyPr anchor="ctr"/>
          <a:lstStyle/>
          <a:p>
            <a:pPr algn="ctr">
              <a:defRPr/>
            </a:pPr>
            <a:r>
              <a:rPr lang="en-US"/>
              <a:t>Output Logic</a:t>
            </a:r>
          </a:p>
        </p:txBody>
      </p:sp>
      <p:sp>
        <p:nvSpPr>
          <p:cNvPr id="15368" name="Line 10">
            <a:extLst>
              <a:ext uri="{FF2B5EF4-FFF2-40B4-BE49-F238E27FC236}">
                <a16:creationId xmlns:a16="http://schemas.microsoft.com/office/drawing/2014/main" id="{AF10CC18-B652-9873-D11D-9424201F3273}"/>
              </a:ext>
            </a:extLst>
          </p:cNvPr>
          <p:cNvSpPr>
            <a:spLocks noChangeShapeType="1"/>
          </p:cNvSpPr>
          <p:nvPr/>
        </p:nvSpPr>
        <p:spPr bwMode="auto">
          <a:xfrm>
            <a:off x="4705351" y="2211388"/>
            <a:ext cx="6064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5369" name="Line 11">
            <a:extLst>
              <a:ext uri="{FF2B5EF4-FFF2-40B4-BE49-F238E27FC236}">
                <a16:creationId xmlns:a16="http://schemas.microsoft.com/office/drawing/2014/main" id="{7F7A46DC-8AC2-C6C2-CEA6-1CD8FE8B44A1}"/>
              </a:ext>
            </a:extLst>
          </p:cNvPr>
          <p:cNvSpPr>
            <a:spLocks noChangeShapeType="1"/>
          </p:cNvSpPr>
          <p:nvPr/>
        </p:nvSpPr>
        <p:spPr bwMode="auto">
          <a:xfrm>
            <a:off x="6905626" y="2211388"/>
            <a:ext cx="741363"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5370" name="Line 12">
            <a:extLst>
              <a:ext uri="{FF2B5EF4-FFF2-40B4-BE49-F238E27FC236}">
                <a16:creationId xmlns:a16="http://schemas.microsoft.com/office/drawing/2014/main" id="{1BA01C3C-DC2C-4D26-2EDC-BF06AF6CD411}"/>
              </a:ext>
            </a:extLst>
          </p:cNvPr>
          <p:cNvSpPr>
            <a:spLocks noChangeShapeType="1"/>
          </p:cNvSpPr>
          <p:nvPr/>
        </p:nvSpPr>
        <p:spPr bwMode="auto">
          <a:xfrm>
            <a:off x="6161088" y="2547939"/>
            <a:ext cx="0" cy="27622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15371" name="Line 13">
            <a:extLst>
              <a:ext uri="{FF2B5EF4-FFF2-40B4-BE49-F238E27FC236}">
                <a16:creationId xmlns:a16="http://schemas.microsoft.com/office/drawing/2014/main" id="{F9762BC9-C66D-FD10-8046-55261B93DE3E}"/>
              </a:ext>
            </a:extLst>
          </p:cNvPr>
          <p:cNvSpPr>
            <a:spLocks noChangeShapeType="1"/>
          </p:cNvSpPr>
          <p:nvPr/>
        </p:nvSpPr>
        <p:spPr bwMode="auto">
          <a:xfrm>
            <a:off x="9264651" y="2166938"/>
            <a:ext cx="3905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5372" name="Line 14">
            <a:extLst>
              <a:ext uri="{FF2B5EF4-FFF2-40B4-BE49-F238E27FC236}">
                <a16:creationId xmlns:a16="http://schemas.microsoft.com/office/drawing/2014/main" id="{67CADA26-284B-534F-F0F8-92D68411A0D4}"/>
              </a:ext>
            </a:extLst>
          </p:cNvPr>
          <p:cNvSpPr>
            <a:spLocks noChangeShapeType="1"/>
          </p:cNvSpPr>
          <p:nvPr/>
        </p:nvSpPr>
        <p:spPr bwMode="auto">
          <a:xfrm>
            <a:off x="7221538" y="2224088"/>
            <a:ext cx="0" cy="906462"/>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373" name="Line 15">
            <a:extLst>
              <a:ext uri="{FF2B5EF4-FFF2-40B4-BE49-F238E27FC236}">
                <a16:creationId xmlns:a16="http://schemas.microsoft.com/office/drawing/2014/main" id="{D35C2CC7-9857-F290-6D66-140C9286587C}"/>
              </a:ext>
            </a:extLst>
          </p:cNvPr>
          <p:cNvSpPr>
            <a:spLocks noChangeShapeType="1"/>
          </p:cNvSpPr>
          <p:nvPr/>
        </p:nvSpPr>
        <p:spPr bwMode="auto">
          <a:xfrm flipH="1">
            <a:off x="2540001" y="3143250"/>
            <a:ext cx="4697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4" name="Line 16">
            <a:extLst>
              <a:ext uri="{FF2B5EF4-FFF2-40B4-BE49-F238E27FC236}">
                <a16:creationId xmlns:a16="http://schemas.microsoft.com/office/drawing/2014/main" id="{79B71E65-4AB2-93F8-8AB3-D5DE14B9E26D}"/>
              </a:ext>
            </a:extLst>
          </p:cNvPr>
          <p:cNvSpPr>
            <a:spLocks noChangeShapeType="1"/>
          </p:cNvSpPr>
          <p:nvPr/>
        </p:nvSpPr>
        <p:spPr bwMode="auto">
          <a:xfrm>
            <a:off x="2552700" y="2386014"/>
            <a:ext cx="0" cy="7524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5" name="Text Box 17">
            <a:extLst>
              <a:ext uri="{FF2B5EF4-FFF2-40B4-BE49-F238E27FC236}">
                <a16:creationId xmlns:a16="http://schemas.microsoft.com/office/drawing/2014/main" id="{21FFE7AA-AEEB-48E8-CDE9-60D8A719A485}"/>
              </a:ext>
            </a:extLst>
          </p:cNvPr>
          <p:cNvSpPr txBox="1">
            <a:spLocks noChangeArrowheads="1"/>
          </p:cNvSpPr>
          <p:nvPr/>
        </p:nvSpPr>
        <p:spPr bwMode="auto">
          <a:xfrm>
            <a:off x="6980239" y="1846263"/>
            <a:ext cx="414337"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S</a:t>
            </a:r>
            <a:r>
              <a:rPr lang="en-US" altLang="en-US" sz="1800" baseline="-25000"/>
              <a:t>t</a:t>
            </a:r>
            <a:endParaRPr lang="en-US" altLang="en-US" sz="1800"/>
          </a:p>
        </p:txBody>
      </p:sp>
      <p:sp>
        <p:nvSpPr>
          <p:cNvPr id="15376" name="Text Box 18">
            <a:extLst>
              <a:ext uri="{FF2B5EF4-FFF2-40B4-BE49-F238E27FC236}">
                <a16:creationId xmlns:a16="http://schemas.microsoft.com/office/drawing/2014/main" id="{5F82D1C2-4292-6097-1708-838364A14102}"/>
              </a:ext>
            </a:extLst>
          </p:cNvPr>
          <p:cNvSpPr txBox="1">
            <a:spLocks noChangeArrowheads="1"/>
          </p:cNvSpPr>
          <p:nvPr/>
        </p:nvSpPr>
        <p:spPr bwMode="auto">
          <a:xfrm>
            <a:off x="4700588" y="1806576"/>
            <a:ext cx="652462"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S</a:t>
            </a:r>
            <a:r>
              <a:rPr lang="en-US" altLang="en-US" sz="1800" baseline="-25000"/>
              <a:t>t+1</a:t>
            </a:r>
          </a:p>
        </p:txBody>
      </p:sp>
      <p:sp>
        <p:nvSpPr>
          <p:cNvPr id="15377" name="Text Box 19">
            <a:extLst>
              <a:ext uri="{FF2B5EF4-FFF2-40B4-BE49-F238E27FC236}">
                <a16:creationId xmlns:a16="http://schemas.microsoft.com/office/drawing/2014/main" id="{25E9E507-AD96-A939-A9E0-68AEF684338E}"/>
              </a:ext>
            </a:extLst>
          </p:cNvPr>
          <p:cNvSpPr txBox="1">
            <a:spLocks noChangeArrowheads="1"/>
          </p:cNvSpPr>
          <p:nvPr/>
        </p:nvSpPr>
        <p:spPr bwMode="auto">
          <a:xfrm>
            <a:off x="5808663" y="2790826"/>
            <a:ext cx="91281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Clock</a:t>
            </a:r>
          </a:p>
        </p:txBody>
      </p:sp>
      <p:sp>
        <p:nvSpPr>
          <p:cNvPr id="15378" name="Text Box 20">
            <a:extLst>
              <a:ext uri="{FF2B5EF4-FFF2-40B4-BE49-F238E27FC236}">
                <a16:creationId xmlns:a16="http://schemas.microsoft.com/office/drawing/2014/main" id="{A89A084D-C49F-D1BC-1C1A-A6A1A2656E8E}"/>
              </a:ext>
            </a:extLst>
          </p:cNvPr>
          <p:cNvSpPr txBox="1">
            <a:spLocks noChangeArrowheads="1"/>
          </p:cNvSpPr>
          <p:nvPr/>
        </p:nvSpPr>
        <p:spPr bwMode="auto">
          <a:xfrm>
            <a:off x="9652000" y="1908176"/>
            <a:ext cx="558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b="1"/>
              <a:t>Y</a:t>
            </a:r>
            <a:r>
              <a:rPr lang="en-US" altLang="en-US" sz="1800" b="1" baseline="-25000"/>
              <a:t>t</a:t>
            </a:r>
            <a:endParaRPr lang="en-US" altLang="en-US" sz="1800" b="1"/>
          </a:p>
          <a:p>
            <a:endParaRPr lang="en-US" altLang="en-US" sz="1800" b="1"/>
          </a:p>
        </p:txBody>
      </p:sp>
      <p:sp>
        <p:nvSpPr>
          <p:cNvPr id="15379" name="Text Box 21">
            <a:extLst>
              <a:ext uri="{FF2B5EF4-FFF2-40B4-BE49-F238E27FC236}">
                <a16:creationId xmlns:a16="http://schemas.microsoft.com/office/drawing/2014/main" id="{581CAEE9-3DA2-F7F7-BD40-D3D1AFE1B243}"/>
              </a:ext>
            </a:extLst>
          </p:cNvPr>
          <p:cNvSpPr txBox="1">
            <a:spLocks noChangeArrowheads="1"/>
          </p:cNvSpPr>
          <p:nvPr/>
        </p:nvSpPr>
        <p:spPr bwMode="auto">
          <a:xfrm>
            <a:off x="2449513" y="3233738"/>
            <a:ext cx="4017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cs typeface="Times New Roman" panose="02020603050405020304" pitchFamily="18" charset="0"/>
              </a:rPr>
              <a:t>S</a:t>
            </a:r>
            <a:r>
              <a:rPr lang="en-US" altLang="en-US" sz="2000" baseline="-30000">
                <a:cs typeface="Times New Roman" panose="02020603050405020304" pitchFamily="18" charset="0"/>
              </a:rPr>
              <a:t>t</a:t>
            </a:r>
            <a:r>
              <a:rPr lang="ru-RU" altLang="en-US" sz="2000" baseline="-30000">
                <a:cs typeface="Times New Roman" panose="02020603050405020304" pitchFamily="18" charset="0"/>
              </a:rPr>
              <a:t>+1</a:t>
            </a:r>
            <a:r>
              <a:rPr lang="ru-RU" altLang="en-US" sz="2000">
                <a:cs typeface="Times New Roman" panose="02020603050405020304" pitchFamily="18" charset="0"/>
              </a:rPr>
              <a:t> = </a:t>
            </a:r>
            <a:r>
              <a:rPr lang="ru-RU" altLang="en-US" sz="2000" b="1">
                <a:cs typeface="Times New Roman" panose="02020603050405020304" pitchFamily="18" charset="0"/>
                <a:sym typeface="Symbol" panose="05050102010706020507" pitchFamily="18" charset="2"/>
              </a:rPr>
              <a:t></a:t>
            </a:r>
            <a:r>
              <a:rPr lang="ru-RU" altLang="en-US" sz="2000">
                <a:cs typeface="Times New Roman" panose="02020603050405020304" pitchFamily="18" charset="0"/>
              </a:rPr>
              <a:t>(S</a:t>
            </a:r>
            <a:r>
              <a:rPr lang="en-US" altLang="en-US" sz="2000" baseline="-30000">
                <a:cs typeface="Times New Roman" panose="02020603050405020304" pitchFamily="18" charset="0"/>
              </a:rPr>
              <a:t>t</a:t>
            </a:r>
            <a:r>
              <a:rPr lang="ru-RU" altLang="en-US" sz="2000">
                <a:cs typeface="Times New Roman" panose="02020603050405020304" pitchFamily="18" charset="0"/>
              </a:rPr>
              <a:t>, X</a:t>
            </a:r>
            <a:r>
              <a:rPr lang="en-US" altLang="en-US" sz="2000" baseline="-30000">
                <a:cs typeface="Times New Roman" panose="02020603050405020304" pitchFamily="18" charset="0"/>
              </a:rPr>
              <a:t>t</a:t>
            </a:r>
            <a:r>
              <a:rPr lang="ru-RU" altLang="en-US" sz="2000" baseline="-30000">
                <a:cs typeface="Times New Roman" panose="02020603050405020304" pitchFamily="18" charset="0"/>
              </a:rPr>
              <a:t> </a:t>
            </a:r>
            <a:r>
              <a:rPr lang="ru-RU" altLang="en-US" sz="2000">
                <a:cs typeface="Times New Roman" panose="02020603050405020304" pitchFamily="18" charset="0"/>
              </a:rPr>
              <a:t>)</a:t>
            </a:r>
            <a:r>
              <a:rPr lang="en-US" altLang="en-US" sz="2000">
                <a:cs typeface="Times New Roman" panose="02020603050405020304" pitchFamily="18" charset="0"/>
              </a:rPr>
              <a:t>;   Y</a:t>
            </a:r>
            <a:r>
              <a:rPr lang="en-US" altLang="en-US" sz="2000" baseline="-30000">
                <a:cs typeface="Times New Roman" panose="02020603050405020304" pitchFamily="18" charset="0"/>
              </a:rPr>
              <a:t>t</a:t>
            </a:r>
            <a:r>
              <a:rPr lang="ru-RU" altLang="en-US" sz="2000">
                <a:cs typeface="Times New Roman" panose="02020603050405020304" pitchFamily="18" charset="0"/>
              </a:rPr>
              <a:t> = </a:t>
            </a:r>
            <a:r>
              <a:rPr lang="ru-RU" altLang="en-US" sz="2000" b="1">
                <a:cs typeface="Times New Roman" panose="02020603050405020304" pitchFamily="18" charset="0"/>
                <a:sym typeface="Symbol" panose="05050102010706020507" pitchFamily="18" charset="2"/>
              </a:rPr>
              <a:t></a:t>
            </a:r>
            <a:r>
              <a:rPr lang="ru-RU" altLang="en-US" sz="2000">
                <a:cs typeface="Times New Roman" panose="02020603050405020304" pitchFamily="18" charset="0"/>
              </a:rPr>
              <a:t> (S</a:t>
            </a:r>
            <a:r>
              <a:rPr lang="en-US" altLang="en-US" sz="2000" baseline="-30000">
                <a:cs typeface="Times New Roman" panose="02020603050405020304" pitchFamily="18" charset="0"/>
              </a:rPr>
              <a:t>t</a:t>
            </a:r>
            <a:r>
              <a:rPr lang="ru-RU" altLang="en-US" sz="2000">
                <a:cs typeface="Times New Roman" panose="02020603050405020304" pitchFamily="18" charset="0"/>
              </a:rPr>
              <a:t>) </a:t>
            </a:r>
            <a:endParaRPr lang="en-US" altLang="en-US"/>
          </a:p>
        </p:txBody>
      </p:sp>
      <p:grpSp>
        <p:nvGrpSpPr>
          <p:cNvPr id="15380" name="Group 41">
            <a:extLst>
              <a:ext uri="{FF2B5EF4-FFF2-40B4-BE49-F238E27FC236}">
                <a16:creationId xmlns:a16="http://schemas.microsoft.com/office/drawing/2014/main" id="{86104976-E161-1EA9-0F9B-00FD83253E4C}"/>
              </a:ext>
            </a:extLst>
          </p:cNvPr>
          <p:cNvGrpSpPr>
            <a:grpSpLocks/>
          </p:cNvGrpSpPr>
          <p:nvPr/>
        </p:nvGrpSpPr>
        <p:grpSpPr bwMode="auto">
          <a:xfrm>
            <a:off x="2111375" y="3776664"/>
            <a:ext cx="8129588" cy="2052637"/>
            <a:chOff x="496888" y="4013060"/>
            <a:chExt cx="8254365" cy="2102236"/>
          </a:xfrm>
        </p:grpSpPr>
        <p:sp>
          <p:nvSpPr>
            <p:cNvPr id="15382" name="Text Box 25">
              <a:extLst>
                <a:ext uri="{FF2B5EF4-FFF2-40B4-BE49-F238E27FC236}">
                  <a16:creationId xmlns:a16="http://schemas.microsoft.com/office/drawing/2014/main" id="{6588270B-2D00-549D-DF07-2E8AB30FDAC9}"/>
                </a:ext>
              </a:extLst>
            </p:cNvPr>
            <p:cNvSpPr txBox="1">
              <a:spLocks noChangeArrowheads="1"/>
            </p:cNvSpPr>
            <p:nvPr/>
          </p:nvSpPr>
          <p:spPr bwMode="auto">
            <a:xfrm>
              <a:off x="496888" y="4175125"/>
              <a:ext cx="5953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X</a:t>
              </a:r>
              <a:r>
                <a:rPr lang="en-US" altLang="en-US" sz="1800" baseline="-25000"/>
                <a:t>t</a:t>
              </a:r>
              <a:endParaRPr lang="en-US" altLang="en-US" sz="1800"/>
            </a:p>
            <a:p>
              <a:endParaRPr lang="en-US" altLang="en-US" sz="1800"/>
            </a:p>
          </p:txBody>
        </p:sp>
        <p:sp>
          <p:nvSpPr>
            <p:cNvPr id="15383" name="Text Box 26">
              <a:extLst>
                <a:ext uri="{FF2B5EF4-FFF2-40B4-BE49-F238E27FC236}">
                  <a16:creationId xmlns:a16="http://schemas.microsoft.com/office/drawing/2014/main" id="{50DDC7F8-7ECF-AB8E-EF29-2EB2345E9A5E}"/>
                </a:ext>
              </a:extLst>
            </p:cNvPr>
            <p:cNvSpPr txBox="1">
              <a:spLocks noChangeArrowheads="1"/>
            </p:cNvSpPr>
            <p:nvPr/>
          </p:nvSpPr>
          <p:spPr bwMode="auto">
            <a:xfrm>
              <a:off x="1516063" y="4149725"/>
              <a:ext cx="1744662" cy="8413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1800"/>
                <a:t>Next State</a:t>
              </a:r>
            </a:p>
            <a:p>
              <a:pPr algn="ctr"/>
              <a:r>
                <a:rPr lang="en-US" altLang="en-US" sz="1800"/>
                <a:t>Logic</a:t>
              </a:r>
            </a:p>
          </p:txBody>
        </p:sp>
        <p:sp>
          <p:nvSpPr>
            <p:cNvPr id="15384" name="Line 27">
              <a:extLst>
                <a:ext uri="{FF2B5EF4-FFF2-40B4-BE49-F238E27FC236}">
                  <a16:creationId xmlns:a16="http://schemas.microsoft.com/office/drawing/2014/main" id="{BC61BD3D-E196-D55C-9586-8AFECE583189}"/>
                </a:ext>
              </a:extLst>
            </p:cNvPr>
            <p:cNvSpPr>
              <a:spLocks noChangeShapeType="1"/>
            </p:cNvSpPr>
            <p:nvPr/>
          </p:nvSpPr>
          <p:spPr bwMode="auto">
            <a:xfrm>
              <a:off x="976313" y="4778375"/>
              <a:ext cx="53657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5385" name="Line 28">
              <a:extLst>
                <a:ext uri="{FF2B5EF4-FFF2-40B4-BE49-F238E27FC236}">
                  <a16:creationId xmlns:a16="http://schemas.microsoft.com/office/drawing/2014/main" id="{98C26A06-D365-20E0-DE73-F5C38F0CE22A}"/>
                </a:ext>
              </a:extLst>
            </p:cNvPr>
            <p:cNvSpPr>
              <a:spLocks noChangeShapeType="1"/>
            </p:cNvSpPr>
            <p:nvPr/>
          </p:nvSpPr>
          <p:spPr bwMode="auto">
            <a:xfrm>
              <a:off x="903288" y="4352925"/>
              <a:ext cx="5937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5386" name="Text Box 29">
              <a:extLst>
                <a:ext uri="{FF2B5EF4-FFF2-40B4-BE49-F238E27FC236}">
                  <a16:creationId xmlns:a16="http://schemas.microsoft.com/office/drawing/2014/main" id="{88A8C269-88C3-4AA7-C31F-8A4FCD0E7E7C}"/>
                </a:ext>
              </a:extLst>
            </p:cNvPr>
            <p:cNvSpPr txBox="1">
              <a:spLocks noChangeArrowheads="1"/>
            </p:cNvSpPr>
            <p:nvPr/>
          </p:nvSpPr>
          <p:spPr bwMode="auto">
            <a:xfrm>
              <a:off x="3918879" y="4126870"/>
              <a:ext cx="1710189" cy="85032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1800"/>
                <a:t>State Memory</a:t>
              </a:r>
            </a:p>
          </p:txBody>
        </p:sp>
        <p:sp>
          <p:nvSpPr>
            <p:cNvPr id="15387" name="Line 31">
              <a:extLst>
                <a:ext uri="{FF2B5EF4-FFF2-40B4-BE49-F238E27FC236}">
                  <a16:creationId xmlns:a16="http://schemas.microsoft.com/office/drawing/2014/main" id="{78D734FF-B6E4-F460-A13C-0070EB42B3C1}"/>
                </a:ext>
              </a:extLst>
            </p:cNvPr>
            <p:cNvSpPr>
              <a:spLocks noChangeShapeType="1"/>
            </p:cNvSpPr>
            <p:nvPr/>
          </p:nvSpPr>
          <p:spPr bwMode="auto">
            <a:xfrm>
              <a:off x="3271838" y="4567238"/>
              <a:ext cx="64770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5388" name="Line 32">
              <a:extLst>
                <a:ext uri="{FF2B5EF4-FFF2-40B4-BE49-F238E27FC236}">
                  <a16:creationId xmlns:a16="http://schemas.microsoft.com/office/drawing/2014/main" id="{40FC39AB-609B-D354-CC29-E1B23990BB4F}"/>
                </a:ext>
              </a:extLst>
            </p:cNvPr>
            <p:cNvSpPr>
              <a:spLocks noChangeShapeType="1"/>
            </p:cNvSpPr>
            <p:nvPr/>
          </p:nvSpPr>
          <p:spPr bwMode="auto">
            <a:xfrm>
              <a:off x="5618163" y="4554538"/>
              <a:ext cx="79216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5389" name="Line 33">
              <a:extLst>
                <a:ext uri="{FF2B5EF4-FFF2-40B4-BE49-F238E27FC236}">
                  <a16:creationId xmlns:a16="http://schemas.microsoft.com/office/drawing/2014/main" id="{2F33E928-B957-A5E5-47EB-A75BA915235F}"/>
                </a:ext>
              </a:extLst>
            </p:cNvPr>
            <p:cNvSpPr>
              <a:spLocks noChangeShapeType="1"/>
            </p:cNvSpPr>
            <p:nvPr/>
          </p:nvSpPr>
          <p:spPr bwMode="auto">
            <a:xfrm>
              <a:off x="4824413" y="4973638"/>
              <a:ext cx="0" cy="334962"/>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15390" name="Line 35">
              <a:extLst>
                <a:ext uri="{FF2B5EF4-FFF2-40B4-BE49-F238E27FC236}">
                  <a16:creationId xmlns:a16="http://schemas.microsoft.com/office/drawing/2014/main" id="{1043AF68-1E1C-ECF8-BFA3-77779DF3B9C8}"/>
                </a:ext>
              </a:extLst>
            </p:cNvPr>
            <p:cNvSpPr>
              <a:spLocks noChangeShapeType="1"/>
            </p:cNvSpPr>
            <p:nvPr/>
          </p:nvSpPr>
          <p:spPr bwMode="auto">
            <a:xfrm>
              <a:off x="5956300" y="4556125"/>
              <a:ext cx="0" cy="1133475"/>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5391" name="Line 36">
              <a:extLst>
                <a:ext uri="{FF2B5EF4-FFF2-40B4-BE49-F238E27FC236}">
                  <a16:creationId xmlns:a16="http://schemas.microsoft.com/office/drawing/2014/main" id="{35F21151-F73B-61DA-CF66-23817E79F112}"/>
                </a:ext>
              </a:extLst>
            </p:cNvPr>
            <p:cNvSpPr>
              <a:spLocks noChangeShapeType="1"/>
            </p:cNvSpPr>
            <p:nvPr/>
          </p:nvSpPr>
          <p:spPr bwMode="auto">
            <a:xfrm flipH="1">
              <a:off x="962025" y="5694363"/>
              <a:ext cx="50101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2" name="Line 37">
              <a:extLst>
                <a:ext uri="{FF2B5EF4-FFF2-40B4-BE49-F238E27FC236}">
                  <a16:creationId xmlns:a16="http://schemas.microsoft.com/office/drawing/2014/main" id="{98DBFE14-2FDF-8C5B-6DCD-82EA8B14C3C4}"/>
                </a:ext>
              </a:extLst>
            </p:cNvPr>
            <p:cNvSpPr>
              <a:spLocks noChangeShapeType="1"/>
            </p:cNvSpPr>
            <p:nvPr/>
          </p:nvSpPr>
          <p:spPr bwMode="auto">
            <a:xfrm>
              <a:off x="976313" y="4778375"/>
              <a:ext cx="0" cy="9096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3" name="Text Box 38">
              <a:extLst>
                <a:ext uri="{FF2B5EF4-FFF2-40B4-BE49-F238E27FC236}">
                  <a16:creationId xmlns:a16="http://schemas.microsoft.com/office/drawing/2014/main" id="{B3C8481B-7649-6B7D-470E-8EDFBF33F620}"/>
                </a:ext>
              </a:extLst>
            </p:cNvPr>
            <p:cNvSpPr txBox="1">
              <a:spLocks noChangeArrowheads="1"/>
            </p:cNvSpPr>
            <p:nvPr/>
          </p:nvSpPr>
          <p:spPr bwMode="auto">
            <a:xfrm>
              <a:off x="5697538" y="4124325"/>
              <a:ext cx="4429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S</a:t>
              </a:r>
              <a:r>
                <a:rPr lang="en-US" altLang="en-US" sz="1800" baseline="-25000"/>
                <a:t>t</a:t>
              </a:r>
              <a:endParaRPr lang="en-US" altLang="en-US" sz="1800"/>
            </a:p>
          </p:txBody>
        </p:sp>
        <p:sp>
          <p:nvSpPr>
            <p:cNvPr id="15394" name="Text Box 39">
              <a:extLst>
                <a:ext uri="{FF2B5EF4-FFF2-40B4-BE49-F238E27FC236}">
                  <a16:creationId xmlns:a16="http://schemas.microsoft.com/office/drawing/2014/main" id="{F8958046-F9BF-1AC6-4974-E72296F2D295}"/>
                </a:ext>
              </a:extLst>
            </p:cNvPr>
            <p:cNvSpPr txBox="1">
              <a:spLocks noChangeArrowheads="1"/>
            </p:cNvSpPr>
            <p:nvPr/>
          </p:nvSpPr>
          <p:spPr bwMode="auto">
            <a:xfrm>
              <a:off x="3267075" y="4076700"/>
              <a:ext cx="695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S</a:t>
              </a:r>
              <a:r>
                <a:rPr lang="en-US" altLang="en-US" sz="1800" baseline="-25000"/>
                <a:t>t+1</a:t>
              </a:r>
            </a:p>
          </p:txBody>
        </p:sp>
        <p:sp>
          <p:nvSpPr>
            <p:cNvPr id="15395" name="Text Box 40">
              <a:extLst>
                <a:ext uri="{FF2B5EF4-FFF2-40B4-BE49-F238E27FC236}">
                  <a16:creationId xmlns:a16="http://schemas.microsoft.com/office/drawing/2014/main" id="{BC792345-7955-6D81-79FE-DAF9813FA6FE}"/>
                </a:ext>
              </a:extLst>
            </p:cNvPr>
            <p:cNvSpPr txBox="1">
              <a:spLocks noChangeArrowheads="1"/>
            </p:cNvSpPr>
            <p:nvPr/>
          </p:nvSpPr>
          <p:spPr bwMode="auto">
            <a:xfrm>
              <a:off x="4448175" y="5267325"/>
              <a:ext cx="9747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Clock</a:t>
              </a:r>
            </a:p>
          </p:txBody>
        </p:sp>
        <p:sp>
          <p:nvSpPr>
            <p:cNvPr id="15396" name="Text Box 41">
              <a:extLst>
                <a:ext uri="{FF2B5EF4-FFF2-40B4-BE49-F238E27FC236}">
                  <a16:creationId xmlns:a16="http://schemas.microsoft.com/office/drawing/2014/main" id="{545228CA-506E-15A3-32ED-9FAD5527B3B9}"/>
                </a:ext>
              </a:extLst>
            </p:cNvPr>
            <p:cNvSpPr txBox="1">
              <a:spLocks noChangeArrowheads="1"/>
            </p:cNvSpPr>
            <p:nvPr/>
          </p:nvSpPr>
          <p:spPr bwMode="auto">
            <a:xfrm>
              <a:off x="6156325" y="4149725"/>
              <a:ext cx="5953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Y</a:t>
              </a:r>
              <a:r>
                <a:rPr lang="en-US" altLang="en-US" sz="1800" baseline="-25000"/>
                <a:t>t</a:t>
              </a:r>
              <a:endParaRPr lang="en-US" altLang="en-US" sz="1800"/>
            </a:p>
            <a:p>
              <a:endParaRPr lang="en-US" altLang="en-US" sz="1800"/>
            </a:p>
          </p:txBody>
        </p:sp>
        <p:sp>
          <p:nvSpPr>
            <p:cNvPr id="15397" name="Text Box 43">
              <a:extLst>
                <a:ext uri="{FF2B5EF4-FFF2-40B4-BE49-F238E27FC236}">
                  <a16:creationId xmlns:a16="http://schemas.microsoft.com/office/drawing/2014/main" id="{23EA637B-58D0-279D-FCDC-8C1E7950E8DE}"/>
                </a:ext>
              </a:extLst>
            </p:cNvPr>
            <p:cNvSpPr txBox="1">
              <a:spLocks noChangeArrowheads="1"/>
            </p:cNvSpPr>
            <p:nvPr/>
          </p:nvSpPr>
          <p:spPr bwMode="auto">
            <a:xfrm>
              <a:off x="884238" y="5705475"/>
              <a:ext cx="4392612" cy="409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cs typeface="Times New Roman" panose="02020603050405020304" pitchFamily="18" charset="0"/>
                </a:rPr>
                <a:t>S</a:t>
              </a:r>
              <a:r>
                <a:rPr lang="en-US" altLang="en-US" sz="2000" baseline="-30000">
                  <a:cs typeface="Times New Roman" panose="02020603050405020304" pitchFamily="18" charset="0"/>
                </a:rPr>
                <a:t>t</a:t>
              </a:r>
              <a:r>
                <a:rPr lang="ru-RU" altLang="en-US" sz="2000" baseline="-30000">
                  <a:cs typeface="Times New Roman" panose="02020603050405020304" pitchFamily="18" charset="0"/>
                </a:rPr>
                <a:t>+1</a:t>
              </a:r>
              <a:r>
                <a:rPr lang="ru-RU" altLang="en-US" sz="2000">
                  <a:cs typeface="Times New Roman" panose="02020603050405020304" pitchFamily="18" charset="0"/>
                </a:rPr>
                <a:t> = </a:t>
              </a:r>
              <a:r>
                <a:rPr lang="ru-RU" altLang="en-US" sz="2000" b="1">
                  <a:cs typeface="Times New Roman" panose="02020603050405020304" pitchFamily="18" charset="0"/>
                  <a:sym typeface="Symbol" panose="05050102010706020507" pitchFamily="18" charset="2"/>
                </a:rPr>
                <a:t></a:t>
              </a:r>
              <a:r>
                <a:rPr lang="ru-RU" altLang="en-US" sz="2000">
                  <a:cs typeface="Times New Roman" panose="02020603050405020304" pitchFamily="18" charset="0"/>
                </a:rPr>
                <a:t>(S</a:t>
              </a:r>
              <a:r>
                <a:rPr lang="en-US" altLang="en-US" sz="2000" baseline="-30000">
                  <a:cs typeface="Times New Roman" panose="02020603050405020304" pitchFamily="18" charset="0"/>
                </a:rPr>
                <a:t>t</a:t>
              </a:r>
              <a:r>
                <a:rPr lang="ru-RU" altLang="en-US" sz="2000">
                  <a:cs typeface="Times New Roman" panose="02020603050405020304" pitchFamily="18" charset="0"/>
                </a:rPr>
                <a:t>, X</a:t>
              </a:r>
              <a:r>
                <a:rPr lang="en-US" altLang="en-US" sz="2000" baseline="-30000">
                  <a:cs typeface="Times New Roman" panose="02020603050405020304" pitchFamily="18" charset="0"/>
                </a:rPr>
                <a:t>t</a:t>
              </a:r>
              <a:r>
                <a:rPr lang="ru-RU" altLang="en-US" sz="2000" baseline="-30000">
                  <a:cs typeface="Times New Roman" panose="02020603050405020304" pitchFamily="18" charset="0"/>
                </a:rPr>
                <a:t> </a:t>
              </a:r>
              <a:r>
                <a:rPr lang="ru-RU" altLang="en-US" sz="2000">
                  <a:cs typeface="Times New Roman" panose="02020603050405020304" pitchFamily="18" charset="0"/>
                </a:rPr>
                <a:t>)</a:t>
              </a:r>
              <a:r>
                <a:rPr lang="en-US" altLang="en-US" sz="2000">
                  <a:cs typeface="Times New Roman" panose="02020603050405020304" pitchFamily="18" charset="0"/>
                </a:rPr>
                <a:t>;   Y</a:t>
              </a:r>
              <a:r>
                <a:rPr lang="en-US" altLang="en-US" sz="2000" baseline="-30000">
                  <a:cs typeface="Times New Roman" panose="02020603050405020304" pitchFamily="18" charset="0"/>
                </a:rPr>
                <a:t>t</a:t>
              </a:r>
              <a:r>
                <a:rPr lang="ru-RU" altLang="en-US" sz="2000">
                  <a:cs typeface="Times New Roman" panose="02020603050405020304" pitchFamily="18" charset="0"/>
                </a:rPr>
                <a:t> = S</a:t>
              </a:r>
              <a:r>
                <a:rPr lang="en-US" altLang="en-US" sz="2000" baseline="-30000">
                  <a:cs typeface="Times New Roman" panose="02020603050405020304" pitchFamily="18" charset="0"/>
                </a:rPr>
                <a:t>t</a:t>
              </a:r>
              <a:endParaRPr lang="en-US" altLang="en-US"/>
            </a:p>
          </p:txBody>
        </p:sp>
        <p:sp>
          <p:nvSpPr>
            <p:cNvPr id="15398" name="Text Box 44">
              <a:extLst>
                <a:ext uri="{FF2B5EF4-FFF2-40B4-BE49-F238E27FC236}">
                  <a16:creationId xmlns:a16="http://schemas.microsoft.com/office/drawing/2014/main" id="{F0D3F990-B594-A009-A288-52DBE1A7AF69}"/>
                </a:ext>
              </a:extLst>
            </p:cNvPr>
            <p:cNvSpPr txBox="1">
              <a:spLocks noChangeArrowheads="1"/>
            </p:cNvSpPr>
            <p:nvPr/>
          </p:nvSpPr>
          <p:spPr bwMode="auto">
            <a:xfrm>
              <a:off x="6519228" y="4013060"/>
              <a:ext cx="2232025" cy="662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Output coded</a:t>
              </a:r>
            </a:p>
            <a:p>
              <a:pPr eaLnBrk="1" hangingPunct="1"/>
              <a:r>
                <a:rPr lang="en-US" altLang="en-US" sz="1800"/>
                <a:t>state assignment</a:t>
              </a:r>
              <a:endParaRPr lang="ru-RU" altLang="en-US" sz="1800"/>
            </a:p>
          </p:txBody>
        </p:sp>
      </p:grpSp>
      <p:sp>
        <p:nvSpPr>
          <p:cNvPr id="8" name="Title 7">
            <a:extLst>
              <a:ext uri="{FF2B5EF4-FFF2-40B4-BE49-F238E27FC236}">
                <a16:creationId xmlns:a16="http://schemas.microsoft.com/office/drawing/2014/main" id="{808D42C1-E7C6-202B-47E6-F70F853CABCD}"/>
              </a:ext>
            </a:extLst>
          </p:cNvPr>
          <p:cNvSpPr>
            <a:spLocks noGrp="1"/>
          </p:cNvSpPr>
          <p:nvPr>
            <p:ph type="title"/>
          </p:nvPr>
        </p:nvSpPr>
        <p:spPr/>
        <p:txBody>
          <a:bodyPr>
            <a:normAutofit/>
          </a:bodyPr>
          <a:lstStyle/>
          <a:p>
            <a:r>
              <a:rPr lang="en-US" dirty="0"/>
              <a:t>Clocked Synchronous FSM Structure (Moore Machine)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C541F0D-4B23-5D0C-40E0-8F3B8862FEAF}"/>
              </a:ext>
            </a:extLst>
          </p:cNvPr>
          <p:cNvSpPr>
            <a:spLocks noGrp="1"/>
          </p:cNvSpPr>
          <p:nvPr>
            <p:ph type="body" sz="quarter" idx="10"/>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Outputs during one clock period depend on the state and input during the previous clock period.</a:t>
            </a:r>
          </a:p>
          <a:p>
            <a:endParaRPr lang="en-US" dirty="0"/>
          </a:p>
        </p:txBody>
      </p:sp>
      <p:sp>
        <p:nvSpPr>
          <p:cNvPr id="8217" name="Text Box 26">
            <a:extLst>
              <a:ext uri="{FF2B5EF4-FFF2-40B4-BE49-F238E27FC236}">
                <a16:creationId xmlns:a16="http://schemas.microsoft.com/office/drawing/2014/main" id="{DB648583-62EB-42F7-8D47-319191E07A39}"/>
              </a:ext>
            </a:extLst>
          </p:cNvPr>
          <p:cNvSpPr txBox="1">
            <a:spLocks noChangeArrowheads="1"/>
          </p:cNvSpPr>
          <p:nvPr/>
        </p:nvSpPr>
        <p:spPr bwMode="auto">
          <a:xfrm>
            <a:off x="8264526" y="2151063"/>
            <a:ext cx="1330325" cy="1308100"/>
          </a:xfrm>
          <a:prstGeom prst="rect">
            <a:avLst/>
          </a:prstGeom>
          <a:solidFill>
            <a:schemeClr val="accent1">
              <a:lumMod val="60000"/>
              <a:lumOff val="40000"/>
            </a:schemeClr>
          </a:solidFill>
          <a:ln w="22225">
            <a:solidFill>
              <a:srgbClr val="000000"/>
            </a:solidFill>
            <a:miter lim="800000"/>
            <a:headEnd/>
            <a:tailEnd/>
          </a:ln>
        </p:spPr>
        <p:txBody>
          <a:bodyPr anchor="ctr"/>
          <a:lstStyle/>
          <a:p>
            <a:pPr algn="ctr">
              <a:defRPr/>
            </a:pPr>
            <a:br>
              <a:rPr lang="en-US" sz="2000"/>
            </a:br>
            <a:r>
              <a:rPr lang="en-US" sz="2000"/>
              <a:t>Output Pipeline Register</a:t>
            </a:r>
          </a:p>
          <a:p>
            <a:pPr>
              <a:defRPr/>
            </a:pPr>
            <a:endParaRPr lang="en-US" sz="2000"/>
          </a:p>
        </p:txBody>
      </p:sp>
      <p:sp>
        <p:nvSpPr>
          <p:cNvPr id="17411" name="Text Box 6">
            <a:extLst>
              <a:ext uri="{FF2B5EF4-FFF2-40B4-BE49-F238E27FC236}">
                <a16:creationId xmlns:a16="http://schemas.microsoft.com/office/drawing/2014/main" id="{57AE04DE-1EEE-DF7F-8569-EEFBF699F2C4}"/>
              </a:ext>
            </a:extLst>
          </p:cNvPr>
          <p:cNvSpPr txBox="1">
            <a:spLocks noChangeArrowheads="1"/>
          </p:cNvSpPr>
          <p:nvPr/>
        </p:nvSpPr>
        <p:spPr bwMode="auto">
          <a:xfrm>
            <a:off x="2127250" y="2265363"/>
            <a:ext cx="539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X</a:t>
            </a:r>
            <a:r>
              <a:rPr lang="en-US" altLang="en-US" sz="2000" baseline="-25000"/>
              <a:t>t</a:t>
            </a:r>
            <a:endParaRPr lang="en-US" altLang="en-US" sz="2000"/>
          </a:p>
          <a:p>
            <a:endParaRPr lang="en-US" altLang="en-US" sz="2000"/>
          </a:p>
        </p:txBody>
      </p:sp>
      <p:sp>
        <p:nvSpPr>
          <p:cNvPr id="17412" name="Text Box 7">
            <a:extLst>
              <a:ext uri="{FF2B5EF4-FFF2-40B4-BE49-F238E27FC236}">
                <a16:creationId xmlns:a16="http://schemas.microsoft.com/office/drawing/2014/main" id="{E55116A6-E39A-EEEB-69AD-67973DA103C1}"/>
              </a:ext>
            </a:extLst>
          </p:cNvPr>
          <p:cNvSpPr txBox="1">
            <a:spLocks noChangeArrowheads="1"/>
          </p:cNvSpPr>
          <p:nvPr/>
        </p:nvSpPr>
        <p:spPr bwMode="auto">
          <a:xfrm>
            <a:off x="3054350" y="2205038"/>
            <a:ext cx="1244600" cy="1079500"/>
          </a:xfrm>
          <a:prstGeom prst="rect">
            <a:avLst/>
          </a:prstGeom>
          <a:solidFill>
            <a:schemeClr val="accent1"/>
          </a:solidFill>
          <a:ln w="22225">
            <a:solidFill>
              <a:srgbClr val="000000"/>
            </a:solidFill>
            <a:miter lim="800000"/>
            <a:headEnd/>
            <a:tailEnd/>
          </a:ln>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r>
              <a:rPr lang="en-US" altLang="en-US" sz="2000" dirty="0">
                <a:solidFill>
                  <a:schemeClr val="bg2"/>
                </a:solidFill>
              </a:rPr>
              <a:t>Next State</a:t>
            </a:r>
          </a:p>
          <a:p>
            <a:pPr algn="ctr"/>
            <a:r>
              <a:rPr lang="en-US" altLang="en-US" sz="2000" dirty="0">
                <a:solidFill>
                  <a:schemeClr val="bg2"/>
                </a:solidFill>
              </a:rPr>
              <a:t>Logic</a:t>
            </a:r>
          </a:p>
        </p:txBody>
      </p:sp>
      <p:sp>
        <p:nvSpPr>
          <p:cNvPr id="17413" name="Line 8">
            <a:extLst>
              <a:ext uri="{FF2B5EF4-FFF2-40B4-BE49-F238E27FC236}">
                <a16:creationId xmlns:a16="http://schemas.microsoft.com/office/drawing/2014/main" id="{22FFE738-195A-AC3E-C810-7590CD988BA4}"/>
              </a:ext>
            </a:extLst>
          </p:cNvPr>
          <p:cNvSpPr>
            <a:spLocks noChangeShapeType="1"/>
          </p:cNvSpPr>
          <p:nvPr/>
        </p:nvSpPr>
        <p:spPr bwMode="auto">
          <a:xfrm>
            <a:off x="2584451" y="2895600"/>
            <a:ext cx="455613"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7414" name="Line 9">
            <a:extLst>
              <a:ext uri="{FF2B5EF4-FFF2-40B4-BE49-F238E27FC236}">
                <a16:creationId xmlns:a16="http://schemas.microsoft.com/office/drawing/2014/main" id="{8B9D3A43-686A-78D2-5E54-7A72BAAC4FBE}"/>
              </a:ext>
            </a:extLst>
          </p:cNvPr>
          <p:cNvSpPr>
            <a:spLocks noChangeShapeType="1"/>
          </p:cNvSpPr>
          <p:nvPr/>
        </p:nvSpPr>
        <p:spPr bwMode="auto">
          <a:xfrm>
            <a:off x="2506663" y="2455863"/>
            <a:ext cx="539750"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201" name="Text Box 10">
            <a:extLst>
              <a:ext uri="{FF2B5EF4-FFF2-40B4-BE49-F238E27FC236}">
                <a16:creationId xmlns:a16="http://schemas.microsoft.com/office/drawing/2014/main" id="{50073F3C-EBAF-4F7D-832B-01DD89747073}"/>
              </a:ext>
            </a:extLst>
          </p:cNvPr>
          <p:cNvSpPr txBox="1">
            <a:spLocks noChangeArrowheads="1"/>
          </p:cNvSpPr>
          <p:nvPr/>
        </p:nvSpPr>
        <p:spPr bwMode="auto">
          <a:xfrm>
            <a:off x="4921251" y="2220914"/>
            <a:ext cx="1196975" cy="1144587"/>
          </a:xfrm>
          <a:prstGeom prst="rect">
            <a:avLst/>
          </a:prstGeom>
          <a:solidFill>
            <a:schemeClr val="accent1">
              <a:lumMod val="20000"/>
              <a:lumOff val="80000"/>
              <a:alpha val="47000"/>
            </a:schemeClr>
          </a:solidFill>
          <a:ln w="22225">
            <a:solidFill>
              <a:srgbClr val="000000"/>
            </a:solidFill>
            <a:miter lim="800000"/>
            <a:headEnd/>
            <a:tailEnd/>
          </a:ln>
        </p:spPr>
        <p:txBody>
          <a:bodyPr anchor="ctr"/>
          <a:lstStyle/>
          <a:p>
            <a:pPr algn="ctr">
              <a:defRPr/>
            </a:pPr>
            <a:r>
              <a:rPr lang="en-US" sz="2000"/>
              <a:t>State Register</a:t>
            </a:r>
          </a:p>
        </p:txBody>
      </p:sp>
      <p:sp>
        <p:nvSpPr>
          <p:cNvPr id="8202" name="Text Box 11">
            <a:extLst>
              <a:ext uri="{FF2B5EF4-FFF2-40B4-BE49-F238E27FC236}">
                <a16:creationId xmlns:a16="http://schemas.microsoft.com/office/drawing/2014/main" id="{4DC8ED3D-19AC-4048-AFA2-7F498CA98048}"/>
              </a:ext>
            </a:extLst>
          </p:cNvPr>
          <p:cNvSpPr txBox="1">
            <a:spLocks noChangeArrowheads="1"/>
          </p:cNvSpPr>
          <p:nvPr/>
        </p:nvSpPr>
        <p:spPr bwMode="auto">
          <a:xfrm>
            <a:off x="6854826" y="2151063"/>
            <a:ext cx="1039813" cy="838200"/>
          </a:xfrm>
          <a:prstGeom prst="rect">
            <a:avLst/>
          </a:prstGeom>
          <a:solidFill>
            <a:schemeClr val="accent1">
              <a:lumMod val="60000"/>
              <a:lumOff val="40000"/>
            </a:schemeClr>
          </a:solidFill>
          <a:ln w="22225">
            <a:solidFill>
              <a:srgbClr val="000000"/>
            </a:solidFill>
            <a:miter lim="800000"/>
            <a:headEnd/>
            <a:tailEnd/>
          </a:ln>
        </p:spPr>
        <p:txBody>
          <a:bodyPr anchor="ctr"/>
          <a:lstStyle/>
          <a:p>
            <a:pPr algn="ctr">
              <a:defRPr/>
            </a:pPr>
            <a:r>
              <a:rPr lang="en-US" sz="2000"/>
              <a:t>Output Logic</a:t>
            </a:r>
          </a:p>
        </p:txBody>
      </p:sp>
      <p:sp>
        <p:nvSpPr>
          <p:cNvPr id="17417" name="Line 12">
            <a:extLst>
              <a:ext uri="{FF2B5EF4-FFF2-40B4-BE49-F238E27FC236}">
                <a16:creationId xmlns:a16="http://schemas.microsoft.com/office/drawing/2014/main" id="{8E8D78CC-A0B0-963A-D05E-5E0973FA0EAC}"/>
              </a:ext>
            </a:extLst>
          </p:cNvPr>
          <p:cNvSpPr>
            <a:spLocks noChangeShapeType="1"/>
          </p:cNvSpPr>
          <p:nvPr/>
        </p:nvSpPr>
        <p:spPr bwMode="auto">
          <a:xfrm>
            <a:off x="4281488" y="2713038"/>
            <a:ext cx="620712"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7418" name="Line 13">
            <a:extLst>
              <a:ext uri="{FF2B5EF4-FFF2-40B4-BE49-F238E27FC236}">
                <a16:creationId xmlns:a16="http://schemas.microsoft.com/office/drawing/2014/main" id="{30113F6E-1DF7-20B0-8D52-B314AB298421}"/>
              </a:ext>
            </a:extLst>
          </p:cNvPr>
          <p:cNvSpPr>
            <a:spLocks noChangeShapeType="1"/>
          </p:cNvSpPr>
          <p:nvPr/>
        </p:nvSpPr>
        <p:spPr bwMode="auto">
          <a:xfrm>
            <a:off x="6124576" y="2770188"/>
            <a:ext cx="720725"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7419" name="Line 14">
            <a:extLst>
              <a:ext uri="{FF2B5EF4-FFF2-40B4-BE49-F238E27FC236}">
                <a16:creationId xmlns:a16="http://schemas.microsoft.com/office/drawing/2014/main" id="{EBD96FE6-03A5-5F91-ACCE-05E82904D676}"/>
              </a:ext>
            </a:extLst>
          </p:cNvPr>
          <p:cNvSpPr>
            <a:spLocks noChangeShapeType="1"/>
          </p:cNvSpPr>
          <p:nvPr/>
        </p:nvSpPr>
        <p:spPr bwMode="auto">
          <a:xfrm>
            <a:off x="5535613" y="3355976"/>
            <a:ext cx="0" cy="874713"/>
          </a:xfrm>
          <a:prstGeom prst="line">
            <a:avLst/>
          </a:prstGeom>
          <a:noFill/>
          <a:ln w="22225">
            <a:solidFill>
              <a:srgbClr val="000000"/>
            </a:solidFill>
            <a:round/>
            <a:headEnd type="triangle" w="lg" len="lg"/>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20" name="Line 15">
            <a:extLst>
              <a:ext uri="{FF2B5EF4-FFF2-40B4-BE49-F238E27FC236}">
                <a16:creationId xmlns:a16="http://schemas.microsoft.com/office/drawing/2014/main" id="{7DC14ABA-DC2B-50F5-EED1-14FF6848C587}"/>
              </a:ext>
            </a:extLst>
          </p:cNvPr>
          <p:cNvSpPr>
            <a:spLocks noChangeShapeType="1"/>
          </p:cNvSpPr>
          <p:nvPr/>
        </p:nvSpPr>
        <p:spPr bwMode="auto">
          <a:xfrm>
            <a:off x="7894638" y="2565400"/>
            <a:ext cx="379412"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7421" name="Line 16">
            <a:extLst>
              <a:ext uri="{FF2B5EF4-FFF2-40B4-BE49-F238E27FC236}">
                <a16:creationId xmlns:a16="http://schemas.microsoft.com/office/drawing/2014/main" id="{4AA76710-2055-D40F-83E8-7D7ACF38FF17}"/>
              </a:ext>
            </a:extLst>
          </p:cNvPr>
          <p:cNvSpPr>
            <a:spLocks noChangeShapeType="1"/>
          </p:cNvSpPr>
          <p:nvPr/>
        </p:nvSpPr>
        <p:spPr bwMode="auto">
          <a:xfrm>
            <a:off x="6492875" y="2770188"/>
            <a:ext cx="0" cy="1096962"/>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7422" name="Line 17">
            <a:extLst>
              <a:ext uri="{FF2B5EF4-FFF2-40B4-BE49-F238E27FC236}">
                <a16:creationId xmlns:a16="http://schemas.microsoft.com/office/drawing/2014/main" id="{F8A30BC2-AAD3-DB9A-7818-40A5D0E709B6}"/>
              </a:ext>
            </a:extLst>
          </p:cNvPr>
          <p:cNvSpPr>
            <a:spLocks noChangeShapeType="1"/>
          </p:cNvSpPr>
          <p:nvPr/>
        </p:nvSpPr>
        <p:spPr bwMode="auto">
          <a:xfrm flipH="1">
            <a:off x="2571750" y="3860800"/>
            <a:ext cx="39306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3" name="Line 18">
            <a:extLst>
              <a:ext uri="{FF2B5EF4-FFF2-40B4-BE49-F238E27FC236}">
                <a16:creationId xmlns:a16="http://schemas.microsoft.com/office/drawing/2014/main" id="{31C9EA9F-F8E3-3DAC-78CB-F8BFFDE4D738}"/>
              </a:ext>
            </a:extLst>
          </p:cNvPr>
          <p:cNvSpPr>
            <a:spLocks noChangeShapeType="1"/>
          </p:cNvSpPr>
          <p:nvPr/>
        </p:nvSpPr>
        <p:spPr bwMode="auto">
          <a:xfrm>
            <a:off x="2584450" y="2881313"/>
            <a:ext cx="0" cy="9826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4" name="Text Box 19">
            <a:extLst>
              <a:ext uri="{FF2B5EF4-FFF2-40B4-BE49-F238E27FC236}">
                <a16:creationId xmlns:a16="http://schemas.microsoft.com/office/drawing/2014/main" id="{649168E7-27F2-C93E-BD1D-E41CFDA2EA2F}"/>
              </a:ext>
            </a:extLst>
          </p:cNvPr>
          <p:cNvSpPr txBox="1">
            <a:spLocks noChangeArrowheads="1"/>
          </p:cNvSpPr>
          <p:nvPr/>
        </p:nvSpPr>
        <p:spPr bwMode="auto">
          <a:xfrm>
            <a:off x="6140451" y="2349501"/>
            <a:ext cx="4984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S</a:t>
            </a:r>
            <a:r>
              <a:rPr lang="en-US" altLang="en-US" sz="2000" baseline="-25000"/>
              <a:t>t</a:t>
            </a:r>
            <a:endParaRPr lang="en-US" altLang="en-US" sz="2000"/>
          </a:p>
        </p:txBody>
      </p:sp>
      <p:sp>
        <p:nvSpPr>
          <p:cNvPr id="17425" name="Text Box 20">
            <a:extLst>
              <a:ext uri="{FF2B5EF4-FFF2-40B4-BE49-F238E27FC236}">
                <a16:creationId xmlns:a16="http://schemas.microsoft.com/office/drawing/2014/main" id="{90C804A5-F7FF-6F21-A1E4-ED657D3C17F1}"/>
              </a:ext>
            </a:extLst>
          </p:cNvPr>
          <p:cNvSpPr txBox="1">
            <a:spLocks noChangeArrowheads="1"/>
          </p:cNvSpPr>
          <p:nvPr/>
        </p:nvSpPr>
        <p:spPr bwMode="auto">
          <a:xfrm>
            <a:off x="4297364" y="2305051"/>
            <a:ext cx="6302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S</a:t>
            </a:r>
            <a:r>
              <a:rPr lang="en-US" altLang="en-US" sz="2000" baseline="-25000"/>
              <a:t>t+1</a:t>
            </a:r>
          </a:p>
        </p:txBody>
      </p:sp>
      <p:sp>
        <p:nvSpPr>
          <p:cNvPr id="17426" name="Text Box 21">
            <a:extLst>
              <a:ext uri="{FF2B5EF4-FFF2-40B4-BE49-F238E27FC236}">
                <a16:creationId xmlns:a16="http://schemas.microsoft.com/office/drawing/2014/main" id="{7C2B3808-938E-D8F3-20A3-62F32035645E}"/>
              </a:ext>
            </a:extLst>
          </p:cNvPr>
          <p:cNvSpPr txBox="1">
            <a:spLocks noChangeArrowheads="1"/>
          </p:cNvSpPr>
          <p:nvPr/>
        </p:nvSpPr>
        <p:spPr bwMode="auto">
          <a:xfrm>
            <a:off x="2103439" y="4292601"/>
            <a:ext cx="8858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Clock</a:t>
            </a:r>
          </a:p>
        </p:txBody>
      </p:sp>
      <p:sp>
        <p:nvSpPr>
          <p:cNvPr id="17427" name="Line 22">
            <a:extLst>
              <a:ext uri="{FF2B5EF4-FFF2-40B4-BE49-F238E27FC236}">
                <a16:creationId xmlns:a16="http://schemas.microsoft.com/office/drawing/2014/main" id="{0DFEE7CD-09E0-F07C-A428-E991F888F2C0}"/>
              </a:ext>
            </a:extLst>
          </p:cNvPr>
          <p:cNvSpPr>
            <a:spLocks noChangeShapeType="1"/>
          </p:cNvSpPr>
          <p:nvPr/>
        </p:nvSpPr>
        <p:spPr bwMode="auto">
          <a:xfrm flipH="1" flipV="1">
            <a:off x="6467476" y="2392363"/>
            <a:ext cx="379413" cy="0"/>
          </a:xfrm>
          <a:prstGeom prst="line">
            <a:avLst/>
          </a:prstGeom>
          <a:noFill/>
          <a:ln w="22225">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17428" name="Line 23">
            <a:extLst>
              <a:ext uri="{FF2B5EF4-FFF2-40B4-BE49-F238E27FC236}">
                <a16:creationId xmlns:a16="http://schemas.microsoft.com/office/drawing/2014/main" id="{7A7A72D1-AE97-3667-2A56-170C0770CFA8}"/>
              </a:ext>
            </a:extLst>
          </p:cNvPr>
          <p:cNvSpPr>
            <a:spLocks noChangeShapeType="1"/>
          </p:cNvSpPr>
          <p:nvPr/>
        </p:nvSpPr>
        <p:spPr bwMode="auto">
          <a:xfrm flipV="1">
            <a:off x="6473825" y="1870075"/>
            <a:ext cx="0" cy="5143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9" name="Line 24">
            <a:extLst>
              <a:ext uri="{FF2B5EF4-FFF2-40B4-BE49-F238E27FC236}">
                <a16:creationId xmlns:a16="http://schemas.microsoft.com/office/drawing/2014/main" id="{65F1DF51-9D12-724A-6600-A28238802B41}"/>
              </a:ext>
            </a:extLst>
          </p:cNvPr>
          <p:cNvSpPr>
            <a:spLocks noChangeShapeType="1"/>
          </p:cNvSpPr>
          <p:nvPr/>
        </p:nvSpPr>
        <p:spPr bwMode="auto">
          <a:xfrm flipH="1">
            <a:off x="2708275" y="1870075"/>
            <a:ext cx="37719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0" name="Line 25">
            <a:extLst>
              <a:ext uri="{FF2B5EF4-FFF2-40B4-BE49-F238E27FC236}">
                <a16:creationId xmlns:a16="http://schemas.microsoft.com/office/drawing/2014/main" id="{76CE0420-3068-3851-0DBF-BEB800D9DB56}"/>
              </a:ext>
            </a:extLst>
          </p:cNvPr>
          <p:cNvSpPr>
            <a:spLocks noChangeShapeType="1"/>
          </p:cNvSpPr>
          <p:nvPr/>
        </p:nvSpPr>
        <p:spPr bwMode="auto">
          <a:xfrm>
            <a:off x="2708275" y="1855789"/>
            <a:ext cx="0" cy="593725"/>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31" name="Line 32">
            <a:extLst>
              <a:ext uri="{FF2B5EF4-FFF2-40B4-BE49-F238E27FC236}">
                <a16:creationId xmlns:a16="http://schemas.microsoft.com/office/drawing/2014/main" id="{44F93794-F01D-52FE-DABD-F46D835341BB}"/>
              </a:ext>
            </a:extLst>
          </p:cNvPr>
          <p:cNvSpPr>
            <a:spLocks noChangeShapeType="1"/>
          </p:cNvSpPr>
          <p:nvPr/>
        </p:nvSpPr>
        <p:spPr bwMode="auto">
          <a:xfrm>
            <a:off x="8940800" y="3476625"/>
            <a:ext cx="0" cy="755650"/>
          </a:xfrm>
          <a:prstGeom prst="line">
            <a:avLst/>
          </a:prstGeom>
          <a:noFill/>
          <a:ln w="22225">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17432" name="Line 34">
            <a:extLst>
              <a:ext uri="{FF2B5EF4-FFF2-40B4-BE49-F238E27FC236}">
                <a16:creationId xmlns:a16="http://schemas.microsoft.com/office/drawing/2014/main" id="{CE81912E-DEC5-7107-5C4E-40D08D144FDC}"/>
              </a:ext>
            </a:extLst>
          </p:cNvPr>
          <p:cNvSpPr>
            <a:spLocks noChangeShapeType="1"/>
          </p:cNvSpPr>
          <p:nvPr/>
        </p:nvSpPr>
        <p:spPr bwMode="auto">
          <a:xfrm>
            <a:off x="8940800" y="3789363"/>
            <a:ext cx="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3" name="Line 35">
            <a:extLst>
              <a:ext uri="{FF2B5EF4-FFF2-40B4-BE49-F238E27FC236}">
                <a16:creationId xmlns:a16="http://schemas.microsoft.com/office/drawing/2014/main" id="{CAC2BDF8-BB97-0E7D-C22C-AF6B2E2497A8}"/>
              </a:ext>
            </a:extLst>
          </p:cNvPr>
          <p:cNvSpPr>
            <a:spLocks noChangeShapeType="1"/>
          </p:cNvSpPr>
          <p:nvPr/>
        </p:nvSpPr>
        <p:spPr bwMode="auto">
          <a:xfrm flipH="1">
            <a:off x="2203450" y="4233863"/>
            <a:ext cx="67373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4" name="Line 40">
            <a:extLst>
              <a:ext uri="{FF2B5EF4-FFF2-40B4-BE49-F238E27FC236}">
                <a16:creationId xmlns:a16="http://schemas.microsoft.com/office/drawing/2014/main" id="{1837359E-5D35-1B33-4C76-C6AD51C1D70A}"/>
              </a:ext>
            </a:extLst>
          </p:cNvPr>
          <p:cNvSpPr>
            <a:spLocks noChangeShapeType="1"/>
          </p:cNvSpPr>
          <p:nvPr/>
        </p:nvSpPr>
        <p:spPr bwMode="auto">
          <a:xfrm>
            <a:off x="9594851" y="2667000"/>
            <a:ext cx="379413"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7435" name="Text Box 41">
            <a:extLst>
              <a:ext uri="{FF2B5EF4-FFF2-40B4-BE49-F238E27FC236}">
                <a16:creationId xmlns:a16="http://schemas.microsoft.com/office/drawing/2014/main" id="{D6AF8CDE-A868-DF5E-C9DD-21F572CC33F4}"/>
              </a:ext>
            </a:extLst>
          </p:cNvPr>
          <p:cNvSpPr txBox="1">
            <a:spLocks noChangeArrowheads="1"/>
          </p:cNvSpPr>
          <p:nvPr/>
        </p:nvSpPr>
        <p:spPr bwMode="auto">
          <a:xfrm>
            <a:off x="9563101" y="2682875"/>
            <a:ext cx="6016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Y</a:t>
            </a:r>
            <a:r>
              <a:rPr lang="en-US" altLang="en-US" sz="2000" baseline="-25000"/>
              <a:t>t-1</a:t>
            </a:r>
            <a:endParaRPr lang="en-US" altLang="en-US" sz="2000"/>
          </a:p>
          <a:p>
            <a:endParaRPr lang="en-US" altLang="en-US" sz="2000"/>
          </a:p>
        </p:txBody>
      </p:sp>
      <p:sp>
        <p:nvSpPr>
          <p:cNvPr id="17436" name="Text Box 43">
            <a:extLst>
              <a:ext uri="{FF2B5EF4-FFF2-40B4-BE49-F238E27FC236}">
                <a16:creationId xmlns:a16="http://schemas.microsoft.com/office/drawing/2014/main" id="{4F3E512A-7825-3CAA-4C3C-22885FD22BE9}"/>
              </a:ext>
            </a:extLst>
          </p:cNvPr>
          <p:cNvSpPr txBox="1">
            <a:spLocks noChangeArrowheads="1"/>
          </p:cNvSpPr>
          <p:nvPr/>
        </p:nvSpPr>
        <p:spPr bwMode="auto">
          <a:xfrm>
            <a:off x="7872414" y="2154238"/>
            <a:ext cx="54133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Y</a:t>
            </a:r>
            <a:r>
              <a:rPr lang="en-US" altLang="en-US" sz="2000" baseline="-25000"/>
              <a:t>t</a:t>
            </a:r>
            <a:endParaRPr lang="en-US" altLang="en-US" sz="2000"/>
          </a:p>
          <a:p>
            <a:endParaRPr lang="en-US" altLang="en-US" sz="2000"/>
          </a:p>
        </p:txBody>
      </p:sp>
      <p:sp>
        <p:nvSpPr>
          <p:cNvPr id="8" name="Title 7">
            <a:extLst>
              <a:ext uri="{FF2B5EF4-FFF2-40B4-BE49-F238E27FC236}">
                <a16:creationId xmlns:a16="http://schemas.microsoft.com/office/drawing/2014/main" id="{8DB76071-2D9F-E7F7-EADA-645F808F96CC}"/>
              </a:ext>
            </a:extLst>
          </p:cNvPr>
          <p:cNvSpPr>
            <a:spLocks noGrp="1"/>
          </p:cNvSpPr>
          <p:nvPr>
            <p:ph type="title"/>
          </p:nvPr>
        </p:nvSpPr>
        <p:spPr/>
        <p:txBody>
          <a:bodyPr>
            <a:normAutofit/>
          </a:bodyPr>
          <a:lstStyle/>
          <a:p>
            <a:r>
              <a:rPr lang="en-US" dirty="0"/>
              <a:t>Mealy FSM with Pipelined Output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53E2B5F-84A0-1608-A212-A55E2739F5AF}"/>
              </a:ext>
            </a:extLst>
          </p:cNvPr>
          <p:cNvSpPr>
            <a:spLocks noGrp="1" noChangeArrowheads="1"/>
          </p:cNvSpPr>
          <p:nvPr>
            <p:ph type="title"/>
          </p:nvPr>
        </p:nvSpPr>
        <p:spPr/>
        <p:txBody>
          <a:bodyPr/>
          <a:lstStyle/>
          <a:p>
            <a:r>
              <a:rPr lang="en-US" altLang="en-US"/>
              <a:t>Classification of Flip-flops and Latches</a:t>
            </a:r>
          </a:p>
        </p:txBody>
      </p:sp>
      <p:sp>
        <p:nvSpPr>
          <p:cNvPr id="19459" name="Content Placeholder 2">
            <a:extLst>
              <a:ext uri="{FF2B5EF4-FFF2-40B4-BE49-F238E27FC236}">
                <a16:creationId xmlns:a16="http://schemas.microsoft.com/office/drawing/2014/main" id="{63A2CC11-70D3-4BD0-812E-03F54F21E4D5}"/>
              </a:ext>
            </a:extLst>
          </p:cNvPr>
          <p:cNvSpPr>
            <a:spLocks noGrp="1" noChangeArrowheads="1"/>
          </p:cNvSpPr>
          <p:nvPr>
            <p:ph type="body" sz="quarter" idx="10"/>
          </p:nvPr>
        </p:nvSpPr>
        <p:spPr/>
        <p:txBody>
          <a:bodyPr/>
          <a:lstStyle/>
          <a:p>
            <a:r>
              <a:rPr lang="en-US" altLang="en-US" sz="1800" dirty="0"/>
              <a:t>Flip-flops and latches serve for storing one bit of information. It is the elementary Moore FSM, having two states.</a:t>
            </a:r>
          </a:p>
          <a:p>
            <a:r>
              <a:rPr lang="en-US" altLang="en-US" sz="1800" dirty="0"/>
              <a:t>Classification:</a:t>
            </a:r>
          </a:p>
          <a:p>
            <a:r>
              <a:rPr lang="en-US" altLang="en-US" sz="1800" dirty="0"/>
              <a:t>According to logic functionality</a:t>
            </a:r>
            <a:r>
              <a:rPr lang="ru-RU" altLang="en-US" sz="1800" dirty="0"/>
              <a:t> </a:t>
            </a:r>
            <a:endParaRPr lang="en-US" altLang="en-US" sz="1800" dirty="0"/>
          </a:p>
          <a:p>
            <a:pPr lvl="1"/>
            <a:r>
              <a:rPr lang="ru-RU" altLang="en-US" sz="1600" dirty="0"/>
              <a:t>RS, D, T, JK </a:t>
            </a:r>
            <a:r>
              <a:rPr lang="en-US" altLang="en-US" sz="1600" dirty="0"/>
              <a:t>, </a:t>
            </a:r>
            <a:r>
              <a:rPr lang="en-US" altLang="en-US" sz="1600" dirty="0" err="1"/>
              <a:t>etc</a:t>
            </a:r>
            <a:endParaRPr lang="en-US" altLang="en-US" sz="1600" dirty="0"/>
          </a:p>
          <a:p>
            <a:pPr lvl="1"/>
            <a:r>
              <a:rPr lang="en-US" altLang="en-US" sz="1600" dirty="0"/>
              <a:t>Combined flip-flops </a:t>
            </a:r>
          </a:p>
          <a:p>
            <a:pPr lvl="1"/>
            <a:r>
              <a:rPr lang="en-US" altLang="en-US" sz="1600" dirty="0"/>
              <a:t>Flip-flops with complex input logic</a:t>
            </a:r>
            <a:r>
              <a:rPr lang="ru-RU" altLang="en-US" sz="1600" dirty="0"/>
              <a:t>.</a:t>
            </a:r>
            <a:endParaRPr lang="en-US" altLang="en-US" sz="1600" dirty="0"/>
          </a:p>
          <a:p>
            <a:r>
              <a:rPr lang="en-US" altLang="en-US" sz="1800" dirty="0"/>
              <a:t>According to the way of information writing</a:t>
            </a:r>
          </a:p>
          <a:p>
            <a:pPr lvl="1"/>
            <a:r>
              <a:rPr lang="en-US" altLang="en-US" sz="1600" dirty="0"/>
              <a:t>Asynchronous</a:t>
            </a:r>
            <a:r>
              <a:rPr lang="ru-RU" altLang="en-US" sz="1600" dirty="0"/>
              <a:t> (</a:t>
            </a:r>
            <a:r>
              <a:rPr lang="en-US" altLang="en-US" sz="1600" dirty="0"/>
              <a:t>non-clocked</a:t>
            </a:r>
            <a:r>
              <a:rPr lang="ru-RU" altLang="en-US" sz="1600" dirty="0"/>
              <a:t>)</a:t>
            </a:r>
            <a:endParaRPr lang="en-US" altLang="en-US" sz="1600" dirty="0"/>
          </a:p>
          <a:p>
            <a:pPr lvl="1"/>
            <a:r>
              <a:rPr lang="en-US" altLang="en-US" sz="1600" dirty="0"/>
              <a:t>Synchronous</a:t>
            </a:r>
            <a:r>
              <a:rPr lang="ru-RU" altLang="en-US" sz="1600" dirty="0"/>
              <a:t> (</a:t>
            </a:r>
            <a:r>
              <a:rPr lang="en-US" altLang="en-US" sz="1600" dirty="0"/>
              <a:t>clocked</a:t>
            </a:r>
            <a:r>
              <a:rPr lang="ru-RU" altLang="en-US" sz="1600" dirty="0"/>
              <a:t>) </a:t>
            </a:r>
            <a:r>
              <a:rPr lang="en-US" altLang="en-US" sz="1600" dirty="0"/>
              <a:t>flip-flops.</a:t>
            </a:r>
          </a:p>
          <a:p>
            <a:r>
              <a:rPr lang="en-US" altLang="en-US" sz="1600" dirty="0"/>
              <a:t>Synchronous</a:t>
            </a:r>
          </a:p>
          <a:p>
            <a:pPr lvl="1"/>
            <a:r>
              <a:rPr lang="en-US" altLang="en-US" sz="1600" dirty="0"/>
              <a:t>Level-sensitive (latches)</a:t>
            </a:r>
          </a:p>
          <a:p>
            <a:pPr lvl="1"/>
            <a:r>
              <a:rPr lang="en-US" altLang="en-US" sz="1600" dirty="0"/>
              <a:t>Edge-triggered (flip-flops)</a:t>
            </a:r>
          </a:p>
          <a:p>
            <a:pPr lvl="1"/>
            <a:r>
              <a:rPr lang="en-US" altLang="en-US" sz="1600" dirty="0"/>
              <a:t>Master/Slave (flip-flops):</a:t>
            </a:r>
          </a:p>
          <a:p>
            <a:r>
              <a:rPr lang="en-US" altLang="en-US" sz="1800" dirty="0"/>
              <a:t>Master-slave (two-stage flip-flops) and  one-stage flip-flops (six-gate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438BAB6-F740-A89C-F659-63B907FA0DC7}"/>
              </a:ext>
            </a:extLst>
          </p:cNvPr>
          <p:cNvSpPr>
            <a:spLocks noGrp="1" noChangeArrowheads="1"/>
          </p:cNvSpPr>
          <p:nvPr>
            <p:ph type="title"/>
          </p:nvPr>
        </p:nvSpPr>
        <p:spPr/>
        <p:txBody>
          <a:bodyPr>
            <a:normAutofit/>
          </a:bodyPr>
          <a:lstStyle/>
          <a:p>
            <a:r>
              <a:rPr lang="en-US" altLang="en-US" dirty="0"/>
              <a:t>Classification of Flip-flops and Latches</a:t>
            </a:r>
          </a:p>
        </p:txBody>
      </p:sp>
      <p:sp>
        <p:nvSpPr>
          <p:cNvPr id="20483" name="Content Placeholder 2">
            <a:extLst>
              <a:ext uri="{FF2B5EF4-FFF2-40B4-BE49-F238E27FC236}">
                <a16:creationId xmlns:a16="http://schemas.microsoft.com/office/drawing/2014/main" id="{41242678-779A-A248-49AA-9EDC6CC68A20}"/>
              </a:ext>
            </a:extLst>
          </p:cNvPr>
          <p:cNvSpPr>
            <a:spLocks noGrp="1" noChangeArrowheads="1"/>
          </p:cNvSpPr>
          <p:nvPr>
            <p:ph type="body" sz="quarter" idx="10"/>
          </p:nvPr>
        </p:nvSpPr>
        <p:spPr/>
        <p:txBody>
          <a:bodyPr/>
          <a:lstStyle/>
          <a:p>
            <a:r>
              <a:rPr lang="en-US" altLang="en-US" dirty="0"/>
              <a:t>Latches: asynchronous and level sensitive</a:t>
            </a:r>
          </a:p>
          <a:p>
            <a:pPr lvl="1"/>
            <a:r>
              <a:rPr lang="en-US" altLang="en-US" dirty="0"/>
              <a:t>If input signal is changed, the state of flip-flop can change (asynchronous)</a:t>
            </a:r>
          </a:p>
          <a:p>
            <a:pPr lvl="1"/>
            <a:r>
              <a:rPr lang="en-US" altLang="en-US" dirty="0"/>
              <a:t>Level sensitive latches change state only at the presence/absence  of clock.</a:t>
            </a:r>
          </a:p>
          <a:p>
            <a:pPr lvl="1"/>
            <a:r>
              <a:rPr lang="en-US" altLang="en-US" dirty="0"/>
              <a:t>Flip-flops:</a:t>
            </a:r>
          </a:p>
          <a:p>
            <a:pPr lvl="1"/>
            <a:r>
              <a:rPr lang="en-US" altLang="en-US" dirty="0"/>
              <a:t>In one-stage flip-flop, switching occurs as soon as occur front of clock</a:t>
            </a:r>
          </a:p>
          <a:p>
            <a:pPr lvl="1"/>
            <a:r>
              <a:rPr lang="en-US" altLang="en-US" dirty="0"/>
              <a:t>In a two-stage over two cycles.</a:t>
            </a:r>
            <a:r>
              <a:rPr lang="ru-RU" altLang="en-US" dirty="0"/>
              <a:t> </a:t>
            </a:r>
            <a:r>
              <a:rPr lang="en-US" altLang="en-US" dirty="0"/>
              <a:t>Use two latches: master and slave.</a:t>
            </a:r>
          </a:p>
          <a:p>
            <a:r>
              <a:rPr lang="en-US" altLang="en-US" dirty="0"/>
              <a:t>Master forms the next state, then next state is copied to slave. </a:t>
            </a:r>
          </a:p>
          <a:p>
            <a:r>
              <a:rPr lang="en-US" altLang="en-US" dirty="0"/>
              <a:t>Logic functioning of flip-flops is described by means</a:t>
            </a:r>
            <a:r>
              <a:rPr lang="ru-RU" altLang="en-US" dirty="0"/>
              <a:t>  </a:t>
            </a:r>
            <a:r>
              <a:rPr lang="en-US" altLang="en-US" dirty="0"/>
              <a:t>transition tables</a:t>
            </a:r>
            <a:r>
              <a:rPr lang="ru-RU" altLang="en-US" dirty="0"/>
              <a:t> (</a:t>
            </a:r>
            <a:r>
              <a:rPr lang="en-US" altLang="en-US" dirty="0"/>
              <a:t>truth tables</a:t>
            </a:r>
            <a:r>
              <a:rPr lang="ru-RU" altLang="en-US" dirty="0"/>
              <a:t>), </a:t>
            </a:r>
            <a:r>
              <a:rPr lang="en-US" altLang="en-US" dirty="0"/>
              <a:t>characteristic equations</a:t>
            </a:r>
            <a:r>
              <a:rPr lang="ru-RU" altLang="en-US" dirty="0"/>
              <a:t>,</a:t>
            </a:r>
            <a:r>
              <a:rPr lang="en-US" altLang="en-US" dirty="0"/>
              <a:t> Karnaugh maps</a:t>
            </a:r>
            <a:r>
              <a:rPr lang="ru-RU" altLang="en-US" dirty="0"/>
              <a:t>, </a:t>
            </a:r>
            <a:r>
              <a:rPr lang="en-US" altLang="en-US" dirty="0"/>
              <a:t>state diagrams</a:t>
            </a:r>
            <a:r>
              <a:rPr lang="ru-RU" altLang="en-US" dirty="0"/>
              <a:t> (</a:t>
            </a:r>
            <a:r>
              <a:rPr lang="en-US" altLang="en-US" dirty="0"/>
              <a:t>STG</a:t>
            </a:r>
            <a:r>
              <a:rPr lang="ru-RU" altLang="en-US" dirty="0"/>
              <a:t>), “</a:t>
            </a:r>
            <a:r>
              <a:rPr lang="en-US" altLang="en-US" dirty="0"/>
              <a:t>dictionaries</a:t>
            </a:r>
            <a:r>
              <a:rPr lang="ru-RU" altLang="en-US" dirty="0"/>
              <a:t>” – </a:t>
            </a:r>
            <a:r>
              <a:rPr lang="en-US" altLang="en-US" dirty="0"/>
              <a:t>matrixes of transition functions.</a:t>
            </a:r>
            <a:endParaRPr lang="ru-RU" altLang="en-US" dirty="0"/>
          </a:p>
          <a:p>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7C80AAE-58F4-6FD1-ED5E-3CA8254DC51E}"/>
              </a:ext>
            </a:extLst>
          </p:cNvPr>
          <p:cNvSpPr>
            <a:spLocks noGrp="1"/>
          </p:cNvSpPr>
          <p:nvPr>
            <p:ph type="body" sz="quarter" idx="10"/>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RS latch is a building block for other types of latches and flip-flops.</a:t>
            </a:r>
          </a:p>
          <a:p>
            <a:endParaRPr lang="en-US" dirty="0"/>
          </a:p>
        </p:txBody>
      </p:sp>
      <p:sp>
        <p:nvSpPr>
          <p:cNvPr id="12292" name="Text Box 25">
            <a:extLst>
              <a:ext uri="{FF2B5EF4-FFF2-40B4-BE49-F238E27FC236}">
                <a16:creationId xmlns:a16="http://schemas.microsoft.com/office/drawing/2014/main" id="{47E097F5-9412-4DA3-BCC9-7184AACED517}"/>
              </a:ext>
            </a:extLst>
          </p:cNvPr>
          <p:cNvSpPr txBox="1">
            <a:spLocks noChangeArrowheads="1"/>
          </p:cNvSpPr>
          <p:nvPr/>
        </p:nvSpPr>
        <p:spPr bwMode="auto">
          <a:xfrm>
            <a:off x="2316164" y="1597025"/>
            <a:ext cx="8027987" cy="400050"/>
          </a:xfrm>
          <a:prstGeom prst="rect">
            <a:avLst/>
          </a:prstGeom>
          <a:noFill/>
          <a:ln w="9525">
            <a:noFill/>
            <a:miter lim="800000"/>
            <a:headEnd/>
            <a:tailEnd/>
          </a:ln>
        </p:spPr>
        <p:txBody>
          <a:bodyPr>
            <a:spAutoFit/>
          </a:bodyPr>
          <a:lstStyle/>
          <a:p>
            <a:pPr eaLnBrk="1" hangingPunct="1">
              <a:spcBef>
                <a:spcPct val="50000"/>
              </a:spcBef>
              <a:defRPr/>
            </a:pPr>
            <a:r>
              <a:rPr lang="en-US" sz="2000" dirty="0"/>
              <a:t>R – Reset (Clear), S – Set (Preset)</a:t>
            </a:r>
          </a:p>
        </p:txBody>
      </p:sp>
      <p:grpSp>
        <p:nvGrpSpPr>
          <p:cNvPr id="21507" name="Group 39">
            <a:extLst>
              <a:ext uri="{FF2B5EF4-FFF2-40B4-BE49-F238E27FC236}">
                <a16:creationId xmlns:a16="http://schemas.microsoft.com/office/drawing/2014/main" id="{445EA41A-4504-5050-2AAB-657FFD836300}"/>
              </a:ext>
            </a:extLst>
          </p:cNvPr>
          <p:cNvGrpSpPr>
            <a:grpSpLocks/>
          </p:cNvGrpSpPr>
          <p:nvPr/>
        </p:nvGrpSpPr>
        <p:grpSpPr bwMode="auto">
          <a:xfrm>
            <a:off x="2992439" y="2465389"/>
            <a:ext cx="5953125" cy="1633537"/>
            <a:chOff x="575" y="1658"/>
            <a:chExt cx="3208" cy="908"/>
          </a:xfrm>
        </p:grpSpPr>
        <p:sp>
          <p:nvSpPr>
            <p:cNvPr id="12295" name="Rectangle 27">
              <a:extLst>
                <a:ext uri="{FF2B5EF4-FFF2-40B4-BE49-F238E27FC236}">
                  <a16:creationId xmlns:a16="http://schemas.microsoft.com/office/drawing/2014/main" id="{75FD9E64-B4F2-472B-85BF-D511DD973432}"/>
                </a:ext>
              </a:extLst>
            </p:cNvPr>
            <p:cNvSpPr>
              <a:spLocks noChangeArrowheads="1"/>
            </p:cNvSpPr>
            <p:nvPr/>
          </p:nvSpPr>
          <p:spPr bwMode="auto">
            <a:xfrm>
              <a:off x="1092" y="1658"/>
              <a:ext cx="591" cy="908"/>
            </a:xfrm>
            <a:prstGeom prst="rect">
              <a:avLst/>
            </a:prstGeom>
            <a:solidFill>
              <a:schemeClr val="accent1"/>
            </a:solidFill>
            <a:ln w="28575">
              <a:solidFill>
                <a:schemeClr val="tx1"/>
              </a:solidFill>
              <a:miter lim="800000"/>
              <a:headEnd/>
              <a:tailEnd/>
            </a:ln>
          </p:spPr>
          <p:txBody>
            <a:bodyPr wrap="none"/>
            <a:lstStyle/>
            <a:p>
              <a:pPr eaLnBrk="1" hangingPunct="1">
                <a:defRPr/>
              </a:pPr>
              <a:endParaRPr lang="en-US" sz="2000" dirty="0"/>
            </a:p>
            <a:p>
              <a:pPr eaLnBrk="1" hangingPunct="1">
                <a:defRPr/>
              </a:pPr>
              <a:endParaRPr lang="en-US" sz="2000" dirty="0"/>
            </a:p>
            <a:p>
              <a:pPr eaLnBrk="1" hangingPunct="1">
                <a:defRPr/>
              </a:pPr>
              <a:endParaRPr lang="en-US" sz="2000" dirty="0"/>
            </a:p>
            <a:p>
              <a:pPr eaLnBrk="1" hangingPunct="1">
                <a:defRPr/>
              </a:pPr>
              <a:endParaRPr lang="ru-RU" sz="2000"/>
            </a:p>
          </p:txBody>
        </p:sp>
        <p:sp>
          <p:nvSpPr>
            <p:cNvPr id="12296" name="Rectangle 28">
              <a:extLst>
                <a:ext uri="{FF2B5EF4-FFF2-40B4-BE49-F238E27FC236}">
                  <a16:creationId xmlns:a16="http://schemas.microsoft.com/office/drawing/2014/main" id="{CBC9F82B-819F-42AA-8DB5-9C7CE808D9B6}"/>
                </a:ext>
              </a:extLst>
            </p:cNvPr>
            <p:cNvSpPr>
              <a:spLocks noChangeArrowheads="1"/>
            </p:cNvSpPr>
            <p:nvPr/>
          </p:nvSpPr>
          <p:spPr bwMode="auto">
            <a:xfrm>
              <a:off x="2774" y="1658"/>
              <a:ext cx="589" cy="908"/>
            </a:xfrm>
            <a:prstGeom prst="rect">
              <a:avLst/>
            </a:prstGeom>
            <a:solidFill>
              <a:schemeClr val="accent1"/>
            </a:solidFill>
            <a:ln w="28575">
              <a:solidFill>
                <a:schemeClr val="tx1"/>
              </a:solidFill>
              <a:miter lim="800000"/>
              <a:headEnd/>
              <a:tailEnd/>
            </a:ln>
          </p:spPr>
          <p:txBody>
            <a:bodyPr wrap="none" anchor="ctr"/>
            <a:lstStyle/>
            <a:p>
              <a:pPr eaLnBrk="1" hangingPunct="1">
                <a:defRPr/>
              </a:pPr>
              <a:endParaRPr lang="ru-RU"/>
            </a:p>
          </p:txBody>
        </p:sp>
        <p:sp>
          <p:nvSpPr>
            <p:cNvPr id="12297" name="Line 29">
              <a:extLst>
                <a:ext uri="{FF2B5EF4-FFF2-40B4-BE49-F238E27FC236}">
                  <a16:creationId xmlns:a16="http://schemas.microsoft.com/office/drawing/2014/main" id="{3CA537B8-E873-4F33-A9EA-3A19B873B181}"/>
                </a:ext>
              </a:extLst>
            </p:cNvPr>
            <p:cNvSpPr>
              <a:spLocks noChangeShapeType="1"/>
            </p:cNvSpPr>
            <p:nvPr/>
          </p:nvSpPr>
          <p:spPr bwMode="auto">
            <a:xfrm>
              <a:off x="885" y="1833"/>
              <a:ext cx="198" cy="0"/>
            </a:xfrm>
            <a:prstGeom prst="line">
              <a:avLst/>
            </a:prstGeom>
            <a:noFill/>
            <a:ln w="28575">
              <a:solidFill>
                <a:schemeClr val="tx1"/>
              </a:solidFill>
              <a:round/>
              <a:headEnd/>
              <a:tailEnd/>
            </a:ln>
          </p:spPr>
          <p:txBody>
            <a:bodyPr/>
            <a:lstStyle/>
            <a:p>
              <a:pPr eaLnBrk="1" hangingPunct="1">
                <a:defRPr/>
              </a:pPr>
              <a:endParaRPr lang="en-US" sz="2000" dirty="0"/>
            </a:p>
          </p:txBody>
        </p:sp>
        <p:sp>
          <p:nvSpPr>
            <p:cNvPr id="12298" name="Line 30">
              <a:extLst>
                <a:ext uri="{FF2B5EF4-FFF2-40B4-BE49-F238E27FC236}">
                  <a16:creationId xmlns:a16="http://schemas.microsoft.com/office/drawing/2014/main" id="{10091E97-BC15-4235-82A8-9BEBA3E41BDB}"/>
                </a:ext>
              </a:extLst>
            </p:cNvPr>
            <p:cNvSpPr>
              <a:spLocks noChangeShapeType="1"/>
            </p:cNvSpPr>
            <p:nvPr/>
          </p:nvSpPr>
          <p:spPr bwMode="auto">
            <a:xfrm>
              <a:off x="878" y="2381"/>
              <a:ext cx="197" cy="0"/>
            </a:xfrm>
            <a:prstGeom prst="line">
              <a:avLst/>
            </a:prstGeom>
            <a:noFill/>
            <a:ln w="28575">
              <a:solidFill>
                <a:schemeClr val="tx1"/>
              </a:solidFill>
              <a:round/>
              <a:headEnd/>
              <a:tailEnd/>
            </a:ln>
          </p:spPr>
          <p:txBody>
            <a:bodyPr/>
            <a:lstStyle/>
            <a:p>
              <a:pPr eaLnBrk="1" hangingPunct="1">
                <a:defRPr/>
              </a:pPr>
              <a:endParaRPr lang="en-US" sz="2000" dirty="0"/>
            </a:p>
          </p:txBody>
        </p:sp>
        <p:sp>
          <p:nvSpPr>
            <p:cNvPr id="12299" name="Oval 31">
              <a:extLst>
                <a:ext uri="{FF2B5EF4-FFF2-40B4-BE49-F238E27FC236}">
                  <a16:creationId xmlns:a16="http://schemas.microsoft.com/office/drawing/2014/main" id="{A461EFAC-6CA6-45F1-A679-1FF493A01749}"/>
                </a:ext>
              </a:extLst>
            </p:cNvPr>
            <p:cNvSpPr>
              <a:spLocks noChangeArrowheads="1"/>
            </p:cNvSpPr>
            <p:nvPr/>
          </p:nvSpPr>
          <p:spPr bwMode="auto">
            <a:xfrm>
              <a:off x="2695" y="2328"/>
              <a:ext cx="81" cy="79"/>
            </a:xfrm>
            <a:prstGeom prst="ellipse">
              <a:avLst/>
            </a:prstGeom>
            <a:noFill/>
            <a:ln w="28575">
              <a:solidFill>
                <a:schemeClr val="tx1"/>
              </a:solidFill>
              <a:round/>
              <a:headEnd/>
              <a:tailEnd/>
            </a:ln>
          </p:spPr>
          <p:txBody>
            <a:bodyPr wrap="none" anchor="ctr"/>
            <a:lstStyle/>
            <a:p>
              <a:pPr eaLnBrk="1" hangingPunct="1">
                <a:defRPr/>
              </a:pPr>
              <a:endParaRPr lang="ru-RU"/>
            </a:p>
          </p:txBody>
        </p:sp>
        <p:sp>
          <p:nvSpPr>
            <p:cNvPr id="12300" name="Oval 32">
              <a:extLst>
                <a:ext uri="{FF2B5EF4-FFF2-40B4-BE49-F238E27FC236}">
                  <a16:creationId xmlns:a16="http://schemas.microsoft.com/office/drawing/2014/main" id="{B9F037A0-56BD-47EE-B8AA-A231B2775220}"/>
                </a:ext>
              </a:extLst>
            </p:cNvPr>
            <p:cNvSpPr>
              <a:spLocks noChangeArrowheads="1"/>
            </p:cNvSpPr>
            <p:nvPr/>
          </p:nvSpPr>
          <p:spPr bwMode="auto">
            <a:xfrm>
              <a:off x="1687" y="2340"/>
              <a:ext cx="80" cy="77"/>
            </a:xfrm>
            <a:prstGeom prst="ellipse">
              <a:avLst/>
            </a:prstGeom>
            <a:noFill/>
            <a:ln w="28575">
              <a:solidFill>
                <a:schemeClr val="tx1"/>
              </a:solidFill>
              <a:round/>
              <a:headEnd/>
              <a:tailEnd/>
            </a:ln>
          </p:spPr>
          <p:txBody>
            <a:bodyPr wrap="none" anchor="ctr"/>
            <a:lstStyle/>
            <a:p>
              <a:pPr eaLnBrk="1" hangingPunct="1">
                <a:defRPr/>
              </a:pPr>
              <a:endParaRPr lang="ru-RU"/>
            </a:p>
          </p:txBody>
        </p:sp>
        <p:sp>
          <p:nvSpPr>
            <p:cNvPr id="12301" name="Oval 33">
              <a:extLst>
                <a:ext uri="{FF2B5EF4-FFF2-40B4-BE49-F238E27FC236}">
                  <a16:creationId xmlns:a16="http://schemas.microsoft.com/office/drawing/2014/main" id="{81066436-F32C-431F-B9EF-00D4AFC106D6}"/>
                </a:ext>
              </a:extLst>
            </p:cNvPr>
            <p:cNvSpPr>
              <a:spLocks noChangeArrowheads="1"/>
            </p:cNvSpPr>
            <p:nvPr/>
          </p:nvSpPr>
          <p:spPr bwMode="auto">
            <a:xfrm>
              <a:off x="2694" y="1805"/>
              <a:ext cx="81" cy="77"/>
            </a:xfrm>
            <a:prstGeom prst="ellipse">
              <a:avLst/>
            </a:prstGeom>
            <a:noFill/>
            <a:ln w="28575">
              <a:solidFill>
                <a:schemeClr val="tx1"/>
              </a:solidFill>
              <a:round/>
              <a:headEnd/>
              <a:tailEnd/>
            </a:ln>
          </p:spPr>
          <p:txBody>
            <a:bodyPr wrap="none" anchor="ctr"/>
            <a:lstStyle/>
            <a:p>
              <a:pPr eaLnBrk="1" hangingPunct="1">
                <a:defRPr/>
              </a:pPr>
              <a:endParaRPr lang="ru-RU"/>
            </a:p>
          </p:txBody>
        </p:sp>
        <p:sp>
          <p:nvSpPr>
            <p:cNvPr id="12302" name="Oval 35">
              <a:extLst>
                <a:ext uri="{FF2B5EF4-FFF2-40B4-BE49-F238E27FC236}">
                  <a16:creationId xmlns:a16="http://schemas.microsoft.com/office/drawing/2014/main" id="{FF21AD1D-6BA2-4F8F-B7C9-87F1624698EF}"/>
                </a:ext>
              </a:extLst>
            </p:cNvPr>
            <p:cNvSpPr>
              <a:spLocks noChangeArrowheads="1"/>
            </p:cNvSpPr>
            <p:nvPr/>
          </p:nvSpPr>
          <p:spPr bwMode="auto">
            <a:xfrm>
              <a:off x="3370" y="2326"/>
              <a:ext cx="81" cy="77"/>
            </a:xfrm>
            <a:prstGeom prst="ellipse">
              <a:avLst/>
            </a:prstGeom>
            <a:noFill/>
            <a:ln w="28575">
              <a:solidFill>
                <a:schemeClr val="tx1"/>
              </a:solidFill>
              <a:round/>
              <a:headEnd/>
              <a:tailEnd/>
            </a:ln>
          </p:spPr>
          <p:txBody>
            <a:bodyPr wrap="none" anchor="ctr"/>
            <a:lstStyle/>
            <a:p>
              <a:pPr eaLnBrk="1" hangingPunct="1">
                <a:defRPr/>
              </a:pPr>
              <a:endParaRPr lang="ru-RU"/>
            </a:p>
          </p:txBody>
        </p:sp>
        <p:sp>
          <p:nvSpPr>
            <p:cNvPr id="12303" name="Line 36">
              <a:extLst>
                <a:ext uri="{FF2B5EF4-FFF2-40B4-BE49-F238E27FC236}">
                  <a16:creationId xmlns:a16="http://schemas.microsoft.com/office/drawing/2014/main" id="{B9BDADD0-BA95-44F0-AAC7-945128C50670}"/>
                </a:ext>
              </a:extLst>
            </p:cNvPr>
            <p:cNvSpPr>
              <a:spLocks noChangeShapeType="1"/>
            </p:cNvSpPr>
            <p:nvPr/>
          </p:nvSpPr>
          <p:spPr bwMode="auto">
            <a:xfrm>
              <a:off x="1687" y="1833"/>
              <a:ext cx="197" cy="0"/>
            </a:xfrm>
            <a:prstGeom prst="line">
              <a:avLst/>
            </a:prstGeom>
            <a:noFill/>
            <a:ln w="28575">
              <a:solidFill>
                <a:schemeClr val="tx1"/>
              </a:solidFill>
              <a:round/>
              <a:headEnd/>
              <a:tailEnd/>
            </a:ln>
          </p:spPr>
          <p:txBody>
            <a:bodyPr/>
            <a:lstStyle/>
            <a:p>
              <a:pPr eaLnBrk="1" hangingPunct="1">
                <a:defRPr/>
              </a:pPr>
              <a:endParaRPr lang="en-US" sz="2000" dirty="0"/>
            </a:p>
          </p:txBody>
        </p:sp>
        <p:sp>
          <p:nvSpPr>
            <p:cNvPr id="12304" name="Line 37">
              <a:extLst>
                <a:ext uri="{FF2B5EF4-FFF2-40B4-BE49-F238E27FC236}">
                  <a16:creationId xmlns:a16="http://schemas.microsoft.com/office/drawing/2014/main" id="{5879286C-8EC0-4838-BF79-C12AEFF60472}"/>
                </a:ext>
              </a:extLst>
            </p:cNvPr>
            <p:cNvSpPr>
              <a:spLocks noChangeShapeType="1"/>
            </p:cNvSpPr>
            <p:nvPr/>
          </p:nvSpPr>
          <p:spPr bwMode="auto">
            <a:xfrm>
              <a:off x="1773" y="2381"/>
              <a:ext cx="148" cy="0"/>
            </a:xfrm>
            <a:prstGeom prst="line">
              <a:avLst/>
            </a:prstGeom>
            <a:noFill/>
            <a:ln w="28575">
              <a:solidFill>
                <a:schemeClr val="tx1"/>
              </a:solidFill>
              <a:round/>
              <a:headEnd/>
              <a:tailEnd/>
            </a:ln>
          </p:spPr>
          <p:txBody>
            <a:bodyPr/>
            <a:lstStyle/>
            <a:p>
              <a:pPr eaLnBrk="1" hangingPunct="1">
                <a:defRPr/>
              </a:pPr>
              <a:endParaRPr lang="en-US" sz="2000" dirty="0"/>
            </a:p>
          </p:txBody>
        </p:sp>
        <p:sp>
          <p:nvSpPr>
            <p:cNvPr id="12305" name="Line 38">
              <a:extLst>
                <a:ext uri="{FF2B5EF4-FFF2-40B4-BE49-F238E27FC236}">
                  <a16:creationId xmlns:a16="http://schemas.microsoft.com/office/drawing/2014/main" id="{1B9CBDF1-25F5-444D-9621-3AF8FAC68A7B}"/>
                </a:ext>
              </a:extLst>
            </p:cNvPr>
            <p:cNvSpPr>
              <a:spLocks noChangeShapeType="1"/>
            </p:cNvSpPr>
            <p:nvPr/>
          </p:nvSpPr>
          <p:spPr bwMode="auto">
            <a:xfrm>
              <a:off x="3463" y="2361"/>
              <a:ext cx="99" cy="0"/>
            </a:xfrm>
            <a:prstGeom prst="line">
              <a:avLst/>
            </a:prstGeom>
            <a:noFill/>
            <a:ln w="28575">
              <a:solidFill>
                <a:schemeClr val="tx1"/>
              </a:solidFill>
              <a:round/>
              <a:headEnd/>
              <a:tailEnd/>
            </a:ln>
          </p:spPr>
          <p:txBody>
            <a:bodyPr/>
            <a:lstStyle/>
            <a:p>
              <a:pPr eaLnBrk="1" hangingPunct="1">
                <a:defRPr/>
              </a:pPr>
              <a:endParaRPr lang="en-US" sz="2000" dirty="0"/>
            </a:p>
          </p:txBody>
        </p:sp>
        <p:sp>
          <p:nvSpPr>
            <p:cNvPr id="12306" name="Line 39">
              <a:extLst>
                <a:ext uri="{FF2B5EF4-FFF2-40B4-BE49-F238E27FC236}">
                  <a16:creationId xmlns:a16="http://schemas.microsoft.com/office/drawing/2014/main" id="{D12B57B0-CAE6-4EDD-B042-210890C495A7}"/>
                </a:ext>
              </a:extLst>
            </p:cNvPr>
            <p:cNvSpPr>
              <a:spLocks noChangeShapeType="1"/>
            </p:cNvSpPr>
            <p:nvPr/>
          </p:nvSpPr>
          <p:spPr bwMode="auto">
            <a:xfrm>
              <a:off x="3367" y="1819"/>
              <a:ext cx="197" cy="0"/>
            </a:xfrm>
            <a:prstGeom prst="line">
              <a:avLst/>
            </a:prstGeom>
            <a:noFill/>
            <a:ln w="28575">
              <a:solidFill>
                <a:schemeClr val="tx1"/>
              </a:solidFill>
              <a:round/>
              <a:headEnd/>
              <a:tailEnd/>
            </a:ln>
          </p:spPr>
          <p:txBody>
            <a:bodyPr/>
            <a:lstStyle/>
            <a:p>
              <a:pPr eaLnBrk="1" hangingPunct="1">
                <a:defRPr/>
              </a:pPr>
              <a:endParaRPr lang="en-US" sz="2000" dirty="0"/>
            </a:p>
          </p:txBody>
        </p:sp>
        <p:sp>
          <p:nvSpPr>
            <p:cNvPr id="12307" name="Line 41">
              <a:extLst>
                <a:ext uri="{FF2B5EF4-FFF2-40B4-BE49-F238E27FC236}">
                  <a16:creationId xmlns:a16="http://schemas.microsoft.com/office/drawing/2014/main" id="{6001CA2C-2D1F-4BE1-9E7B-3300AB5DCCA7}"/>
                </a:ext>
              </a:extLst>
            </p:cNvPr>
            <p:cNvSpPr>
              <a:spLocks noChangeShapeType="1"/>
            </p:cNvSpPr>
            <p:nvPr/>
          </p:nvSpPr>
          <p:spPr bwMode="auto">
            <a:xfrm>
              <a:off x="2501" y="2367"/>
              <a:ext cx="198" cy="0"/>
            </a:xfrm>
            <a:prstGeom prst="line">
              <a:avLst/>
            </a:prstGeom>
            <a:noFill/>
            <a:ln w="28575">
              <a:solidFill>
                <a:schemeClr val="tx1"/>
              </a:solidFill>
              <a:round/>
              <a:headEnd/>
              <a:tailEnd/>
            </a:ln>
          </p:spPr>
          <p:txBody>
            <a:bodyPr/>
            <a:lstStyle/>
            <a:p>
              <a:pPr eaLnBrk="1" hangingPunct="1">
                <a:defRPr/>
              </a:pPr>
              <a:endParaRPr lang="en-US" sz="2000" dirty="0"/>
            </a:p>
          </p:txBody>
        </p:sp>
        <p:sp>
          <p:nvSpPr>
            <p:cNvPr id="12308" name="Line 42">
              <a:extLst>
                <a:ext uri="{FF2B5EF4-FFF2-40B4-BE49-F238E27FC236}">
                  <a16:creationId xmlns:a16="http://schemas.microsoft.com/office/drawing/2014/main" id="{10B8537F-B740-43CE-8B00-74672FF947F0}"/>
                </a:ext>
              </a:extLst>
            </p:cNvPr>
            <p:cNvSpPr>
              <a:spLocks noChangeShapeType="1"/>
            </p:cNvSpPr>
            <p:nvPr/>
          </p:nvSpPr>
          <p:spPr bwMode="auto">
            <a:xfrm>
              <a:off x="2495" y="1840"/>
              <a:ext cx="198" cy="0"/>
            </a:xfrm>
            <a:prstGeom prst="line">
              <a:avLst/>
            </a:prstGeom>
            <a:noFill/>
            <a:ln w="28575">
              <a:solidFill>
                <a:schemeClr val="tx1"/>
              </a:solidFill>
              <a:round/>
              <a:headEnd/>
              <a:tailEnd/>
            </a:ln>
          </p:spPr>
          <p:txBody>
            <a:bodyPr/>
            <a:lstStyle/>
            <a:p>
              <a:pPr eaLnBrk="1" hangingPunct="1">
                <a:defRPr/>
              </a:pPr>
              <a:endParaRPr lang="en-US" sz="2000" dirty="0"/>
            </a:p>
          </p:txBody>
        </p:sp>
        <p:sp>
          <p:nvSpPr>
            <p:cNvPr id="12309" name="Text Box 43">
              <a:extLst>
                <a:ext uri="{FF2B5EF4-FFF2-40B4-BE49-F238E27FC236}">
                  <a16:creationId xmlns:a16="http://schemas.microsoft.com/office/drawing/2014/main" id="{80666102-1D49-4631-81EB-01BE8F10948F}"/>
                </a:ext>
              </a:extLst>
            </p:cNvPr>
            <p:cNvSpPr txBox="1">
              <a:spLocks noChangeArrowheads="1"/>
            </p:cNvSpPr>
            <p:nvPr/>
          </p:nvSpPr>
          <p:spPr bwMode="auto">
            <a:xfrm>
              <a:off x="575" y="1693"/>
              <a:ext cx="295" cy="221"/>
            </a:xfrm>
            <a:prstGeom prst="rect">
              <a:avLst/>
            </a:prstGeom>
            <a:noFill/>
            <a:ln w="9525">
              <a:noFill/>
              <a:miter lim="800000"/>
              <a:headEnd/>
              <a:tailEnd/>
            </a:ln>
          </p:spPr>
          <p:txBody>
            <a:bodyPr>
              <a:spAutoFit/>
            </a:bodyPr>
            <a:lstStyle/>
            <a:p>
              <a:pPr eaLnBrk="1" hangingPunct="1">
                <a:spcBef>
                  <a:spcPct val="50000"/>
                </a:spcBef>
                <a:defRPr/>
              </a:pPr>
              <a:endParaRPr lang="ru-RU" sz="2000"/>
            </a:p>
          </p:txBody>
        </p:sp>
        <p:sp>
          <p:nvSpPr>
            <p:cNvPr id="12310" name="Text Box 44">
              <a:extLst>
                <a:ext uri="{FF2B5EF4-FFF2-40B4-BE49-F238E27FC236}">
                  <a16:creationId xmlns:a16="http://schemas.microsoft.com/office/drawing/2014/main" id="{FCADC62A-9511-4EC5-8916-14C55728138E}"/>
                </a:ext>
              </a:extLst>
            </p:cNvPr>
            <p:cNvSpPr txBox="1">
              <a:spLocks noChangeArrowheads="1"/>
            </p:cNvSpPr>
            <p:nvPr/>
          </p:nvSpPr>
          <p:spPr bwMode="auto">
            <a:xfrm>
              <a:off x="703" y="1722"/>
              <a:ext cx="221" cy="221"/>
            </a:xfrm>
            <a:prstGeom prst="rect">
              <a:avLst/>
            </a:prstGeom>
            <a:noFill/>
            <a:ln w="9525">
              <a:noFill/>
              <a:miter lim="800000"/>
              <a:headEnd/>
              <a:tailEnd/>
            </a:ln>
          </p:spPr>
          <p:txBody>
            <a:bodyPr>
              <a:spAutoFit/>
            </a:bodyPr>
            <a:lstStyle/>
            <a:p>
              <a:pPr eaLnBrk="1" hangingPunct="1">
                <a:spcBef>
                  <a:spcPct val="50000"/>
                </a:spcBef>
                <a:defRPr/>
              </a:pPr>
              <a:r>
                <a:rPr lang="en-US" sz="2000" dirty="0">
                  <a:sym typeface="Symbol" pitchFamily="18" charset="2"/>
                </a:rPr>
                <a:t>S</a:t>
              </a:r>
            </a:p>
          </p:txBody>
        </p:sp>
        <p:sp>
          <p:nvSpPr>
            <p:cNvPr id="12311" name="Line 45">
              <a:extLst>
                <a:ext uri="{FF2B5EF4-FFF2-40B4-BE49-F238E27FC236}">
                  <a16:creationId xmlns:a16="http://schemas.microsoft.com/office/drawing/2014/main" id="{12567366-9159-45BF-8E55-3CEB38BDBDC7}"/>
                </a:ext>
              </a:extLst>
            </p:cNvPr>
            <p:cNvSpPr>
              <a:spLocks noChangeShapeType="1"/>
            </p:cNvSpPr>
            <p:nvPr/>
          </p:nvSpPr>
          <p:spPr bwMode="auto">
            <a:xfrm>
              <a:off x="754" y="1763"/>
              <a:ext cx="74" cy="0"/>
            </a:xfrm>
            <a:prstGeom prst="line">
              <a:avLst/>
            </a:prstGeom>
            <a:noFill/>
            <a:ln w="9525">
              <a:solidFill>
                <a:schemeClr val="tx1"/>
              </a:solidFill>
              <a:round/>
              <a:headEnd/>
              <a:tailEnd/>
            </a:ln>
          </p:spPr>
          <p:txBody>
            <a:bodyPr/>
            <a:lstStyle/>
            <a:p>
              <a:pPr eaLnBrk="1" hangingPunct="1">
                <a:defRPr/>
              </a:pPr>
              <a:endParaRPr lang="en-US" sz="2000" dirty="0"/>
            </a:p>
          </p:txBody>
        </p:sp>
        <p:sp>
          <p:nvSpPr>
            <p:cNvPr id="12312" name="Text Box 46">
              <a:extLst>
                <a:ext uri="{FF2B5EF4-FFF2-40B4-BE49-F238E27FC236}">
                  <a16:creationId xmlns:a16="http://schemas.microsoft.com/office/drawing/2014/main" id="{151933BC-1821-42A8-B0D1-09C77DC78BBE}"/>
                </a:ext>
              </a:extLst>
            </p:cNvPr>
            <p:cNvSpPr txBox="1">
              <a:spLocks noChangeArrowheads="1"/>
            </p:cNvSpPr>
            <p:nvPr/>
          </p:nvSpPr>
          <p:spPr bwMode="auto">
            <a:xfrm>
              <a:off x="703" y="2256"/>
              <a:ext cx="221" cy="221"/>
            </a:xfrm>
            <a:prstGeom prst="rect">
              <a:avLst/>
            </a:prstGeom>
            <a:noFill/>
            <a:ln w="9525">
              <a:noFill/>
              <a:miter lim="800000"/>
              <a:headEnd/>
              <a:tailEnd/>
            </a:ln>
          </p:spPr>
          <p:txBody>
            <a:bodyPr>
              <a:spAutoFit/>
            </a:bodyPr>
            <a:lstStyle/>
            <a:p>
              <a:pPr eaLnBrk="1" hangingPunct="1">
                <a:spcBef>
                  <a:spcPct val="50000"/>
                </a:spcBef>
                <a:defRPr/>
              </a:pPr>
              <a:r>
                <a:rPr lang="en-US" sz="2000" dirty="0">
                  <a:sym typeface="Symbol" pitchFamily="18" charset="2"/>
                </a:rPr>
                <a:t>R</a:t>
              </a:r>
            </a:p>
          </p:txBody>
        </p:sp>
        <p:sp>
          <p:nvSpPr>
            <p:cNvPr id="12313" name="Line 47">
              <a:extLst>
                <a:ext uri="{FF2B5EF4-FFF2-40B4-BE49-F238E27FC236}">
                  <a16:creationId xmlns:a16="http://schemas.microsoft.com/office/drawing/2014/main" id="{09EE97AA-C9A3-44A0-B58C-AAFB12B7C5C1}"/>
                </a:ext>
              </a:extLst>
            </p:cNvPr>
            <p:cNvSpPr>
              <a:spLocks noChangeShapeType="1"/>
            </p:cNvSpPr>
            <p:nvPr/>
          </p:nvSpPr>
          <p:spPr bwMode="auto">
            <a:xfrm>
              <a:off x="754" y="2284"/>
              <a:ext cx="74" cy="0"/>
            </a:xfrm>
            <a:prstGeom prst="line">
              <a:avLst/>
            </a:prstGeom>
            <a:noFill/>
            <a:ln w="9525">
              <a:solidFill>
                <a:schemeClr val="tx1"/>
              </a:solidFill>
              <a:round/>
              <a:headEnd/>
              <a:tailEnd/>
            </a:ln>
          </p:spPr>
          <p:txBody>
            <a:bodyPr/>
            <a:lstStyle/>
            <a:p>
              <a:pPr eaLnBrk="1" hangingPunct="1">
                <a:defRPr/>
              </a:pPr>
              <a:endParaRPr lang="en-US" sz="2000" dirty="0"/>
            </a:p>
          </p:txBody>
        </p:sp>
        <p:sp>
          <p:nvSpPr>
            <p:cNvPr id="12314" name="Text Box 48">
              <a:extLst>
                <a:ext uri="{FF2B5EF4-FFF2-40B4-BE49-F238E27FC236}">
                  <a16:creationId xmlns:a16="http://schemas.microsoft.com/office/drawing/2014/main" id="{7D46E8E9-1373-4A75-B6A0-0E3C23D95F88}"/>
                </a:ext>
              </a:extLst>
            </p:cNvPr>
            <p:cNvSpPr txBox="1">
              <a:spLocks noChangeArrowheads="1"/>
            </p:cNvSpPr>
            <p:nvPr/>
          </p:nvSpPr>
          <p:spPr bwMode="auto">
            <a:xfrm>
              <a:off x="2318" y="1722"/>
              <a:ext cx="222" cy="221"/>
            </a:xfrm>
            <a:prstGeom prst="rect">
              <a:avLst/>
            </a:prstGeom>
            <a:noFill/>
            <a:ln w="9525">
              <a:noFill/>
              <a:miter lim="800000"/>
              <a:headEnd/>
              <a:tailEnd/>
            </a:ln>
          </p:spPr>
          <p:txBody>
            <a:bodyPr>
              <a:spAutoFit/>
            </a:bodyPr>
            <a:lstStyle/>
            <a:p>
              <a:pPr eaLnBrk="1" hangingPunct="1">
                <a:spcBef>
                  <a:spcPct val="50000"/>
                </a:spcBef>
                <a:defRPr/>
              </a:pPr>
              <a:r>
                <a:rPr lang="en-US" sz="2000" dirty="0">
                  <a:sym typeface="Symbol" pitchFamily="18" charset="2"/>
                </a:rPr>
                <a:t>S</a:t>
              </a:r>
            </a:p>
          </p:txBody>
        </p:sp>
        <p:sp>
          <p:nvSpPr>
            <p:cNvPr id="12315" name="Text Box 49">
              <a:extLst>
                <a:ext uri="{FF2B5EF4-FFF2-40B4-BE49-F238E27FC236}">
                  <a16:creationId xmlns:a16="http://schemas.microsoft.com/office/drawing/2014/main" id="{3054CF8B-652D-4869-B6C5-C5C458CCF035}"/>
                </a:ext>
              </a:extLst>
            </p:cNvPr>
            <p:cNvSpPr txBox="1">
              <a:spLocks noChangeArrowheads="1"/>
            </p:cNvSpPr>
            <p:nvPr/>
          </p:nvSpPr>
          <p:spPr bwMode="auto">
            <a:xfrm>
              <a:off x="2310" y="2263"/>
              <a:ext cx="222" cy="221"/>
            </a:xfrm>
            <a:prstGeom prst="rect">
              <a:avLst/>
            </a:prstGeom>
            <a:noFill/>
            <a:ln w="9525">
              <a:noFill/>
              <a:miter lim="800000"/>
              <a:headEnd/>
              <a:tailEnd/>
            </a:ln>
          </p:spPr>
          <p:txBody>
            <a:bodyPr>
              <a:spAutoFit/>
            </a:bodyPr>
            <a:lstStyle/>
            <a:p>
              <a:pPr eaLnBrk="1" hangingPunct="1">
                <a:spcBef>
                  <a:spcPct val="50000"/>
                </a:spcBef>
                <a:defRPr/>
              </a:pPr>
              <a:r>
                <a:rPr lang="en-US" sz="2000" dirty="0">
                  <a:sym typeface="Symbol" pitchFamily="18" charset="2"/>
                </a:rPr>
                <a:t>R</a:t>
              </a:r>
            </a:p>
          </p:txBody>
        </p:sp>
        <p:sp>
          <p:nvSpPr>
            <p:cNvPr id="12316" name="Text Box 50">
              <a:extLst>
                <a:ext uri="{FF2B5EF4-FFF2-40B4-BE49-F238E27FC236}">
                  <a16:creationId xmlns:a16="http://schemas.microsoft.com/office/drawing/2014/main" id="{821CDCF3-F61D-4775-9112-354FA748ECE1}"/>
                </a:ext>
              </a:extLst>
            </p:cNvPr>
            <p:cNvSpPr txBox="1">
              <a:spLocks noChangeArrowheads="1"/>
            </p:cNvSpPr>
            <p:nvPr/>
          </p:nvSpPr>
          <p:spPr bwMode="auto">
            <a:xfrm>
              <a:off x="1859" y="1714"/>
              <a:ext cx="222" cy="222"/>
            </a:xfrm>
            <a:prstGeom prst="rect">
              <a:avLst/>
            </a:prstGeom>
            <a:noFill/>
            <a:ln w="9525">
              <a:noFill/>
              <a:miter lim="800000"/>
              <a:headEnd/>
              <a:tailEnd/>
            </a:ln>
          </p:spPr>
          <p:txBody>
            <a:bodyPr>
              <a:spAutoFit/>
            </a:bodyPr>
            <a:lstStyle/>
            <a:p>
              <a:pPr eaLnBrk="1" hangingPunct="1">
                <a:spcBef>
                  <a:spcPct val="50000"/>
                </a:spcBef>
                <a:defRPr/>
              </a:pPr>
              <a:r>
                <a:rPr lang="en-US" sz="2000" dirty="0">
                  <a:sym typeface="Symbol" pitchFamily="18" charset="2"/>
                </a:rPr>
                <a:t>Q</a:t>
              </a:r>
            </a:p>
          </p:txBody>
        </p:sp>
        <p:sp>
          <p:nvSpPr>
            <p:cNvPr id="12317" name="Text Box 51">
              <a:extLst>
                <a:ext uri="{FF2B5EF4-FFF2-40B4-BE49-F238E27FC236}">
                  <a16:creationId xmlns:a16="http://schemas.microsoft.com/office/drawing/2014/main" id="{57682DA0-134F-41FF-85F2-70D90211C82C}"/>
                </a:ext>
              </a:extLst>
            </p:cNvPr>
            <p:cNvSpPr txBox="1">
              <a:spLocks noChangeArrowheads="1"/>
            </p:cNvSpPr>
            <p:nvPr/>
          </p:nvSpPr>
          <p:spPr bwMode="auto">
            <a:xfrm>
              <a:off x="3561" y="1700"/>
              <a:ext cx="222" cy="221"/>
            </a:xfrm>
            <a:prstGeom prst="rect">
              <a:avLst/>
            </a:prstGeom>
            <a:noFill/>
            <a:ln w="9525">
              <a:noFill/>
              <a:miter lim="800000"/>
              <a:headEnd/>
              <a:tailEnd/>
            </a:ln>
          </p:spPr>
          <p:txBody>
            <a:bodyPr>
              <a:spAutoFit/>
            </a:bodyPr>
            <a:lstStyle/>
            <a:p>
              <a:pPr eaLnBrk="1" hangingPunct="1">
                <a:spcBef>
                  <a:spcPct val="50000"/>
                </a:spcBef>
                <a:defRPr/>
              </a:pPr>
              <a:r>
                <a:rPr lang="en-US" sz="2000" dirty="0">
                  <a:sym typeface="Symbol" pitchFamily="18" charset="2"/>
                </a:rPr>
                <a:t>Q</a:t>
              </a:r>
            </a:p>
          </p:txBody>
        </p:sp>
        <p:sp>
          <p:nvSpPr>
            <p:cNvPr id="12318" name="Text Box 52">
              <a:extLst>
                <a:ext uri="{FF2B5EF4-FFF2-40B4-BE49-F238E27FC236}">
                  <a16:creationId xmlns:a16="http://schemas.microsoft.com/office/drawing/2014/main" id="{1293E355-269C-4481-B16E-EAD8C3F61CB4}"/>
                </a:ext>
              </a:extLst>
            </p:cNvPr>
            <p:cNvSpPr txBox="1">
              <a:spLocks noChangeArrowheads="1"/>
            </p:cNvSpPr>
            <p:nvPr/>
          </p:nvSpPr>
          <p:spPr bwMode="auto">
            <a:xfrm>
              <a:off x="3544" y="2256"/>
              <a:ext cx="221" cy="221"/>
            </a:xfrm>
            <a:prstGeom prst="rect">
              <a:avLst/>
            </a:prstGeom>
            <a:noFill/>
            <a:ln w="9525">
              <a:noFill/>
              <a:miter lim="800000"/>
              <a:headEnd/>
              <a:tailEnd/>
            </a:ln>
          </p:spPr>
          <p:txBody>
            <a:bodyPr>
              <a:spAutoFit/>
            </a:bodyPr>
            <a:lstStyle/>
            <a:p>
              <a:pPr eaLnBrk="1" hangingPunct="1">
                <a:spcBef>
                  <a:spcPct val="50000"/>
                </a:spcBef>
                <a:defRPr/>
              </a:pPr>
              <a:r>
                <a:rPr lang="en-US" sz="2000" dirty="0">
                  <a:sym typeface="Symbol" pitchFamily="18" charset="2"/>
                </a:rPr>
                <a:t>Q</a:t>
              </a:r>
            </a:p>
          </p:txBody>
        </p:sp>
        <p:sp>
          <p:nvSpPr>
            <p:cNvPr id="12319" name="Line 53">
              <a:extLst>
                <a:ext uri="{FF2B5EF4-FFF2-40B4-BE49-F238E27FC236}">
                  <a16:creationId xmlns:a16="http://schemas.microsoft.com/office/drawing/2014/main" id="{7E1A45A5-CC45-4599-8BFD-237C9533ABFD}"/>
                </a:ext>
              </a:extLst>
            </p:cNvPr>
            <p:cNvSpPr>
              <a:spLocks noChangeShapeType="1"/>
            </p:cNvSpPr>
            <p:nvPr/>
          </p:nvSpPr>
          <p:spPr bwMode="auto">
            <a:xfrm>
              <a:off x="3600" y="2287"/>
              <a:ext cx="75" cy="0"/>
            </a:xfrm>
            <a:prstGeom prst="line">
              <a:avLst/>
            </a:prstGeom>
            <a:noFill/>
            <a:ln w="9525">
              <a:solidFill>
                <a:schemeClr val="tx1"/>
              </a:solidFill>
              <a:round/>
              <a:headEnd/>
              <a:tailEnd/>
            </a:ln>
          </p:spPr>
          <p:txBody>
            <a:bodyPr/>
            <a:lstStyle/>
            <a:p>
              <a:pPr eaLnBrk="1" hangingPunct="1">
                <a:defRPr/>
              </a:pPr>
              <a:endParaRPr lang="en-US" sz="2000" dirty="0"/>
            </a:p>
          </p:txBody>
        </p:sp>
        <p:sp>
          <p:nvSpPr>
            <p:cNvPr id="12320" name="Text Box 54">
              <a:extLst>
                <a:ext uri="{FF2B5EF4-FFF2-40B4-BE49-F238E27FC236}">
                  <a16:creationId xmlns:a16="http://schemas.microsoft.com/office/drawing/2014/main" id="{F6662CF4-E88A-40AC-87CD-D31CC4BAC5CA}"/>
                </a:ext>
              </a:extLst>
            </p:cNvPr>
            <p:cNvSpPr txBox="1">
              <a:spLocks noChangeArrowheads="1"/>
            </p:cNvSpPr>
            <p:nvPr/>
          </p:nvSpPr>
          <p:spPr bwMode="auto">
            <a:xfrm>
              <a:off x="1885" y="2256"/>
              <a:ext cx="222" cy="221"/>
            </a:xfrm>
            <a:prstGeom prst="rect">
              <a:avLst/>
            </a:prstGeom>
            <a:noFill/>
            <a:ln w="9525">
              <a:noFill/>
              <a:miter lim="800000"/>
              <a:headEnd/>
              <a:tailEnd/>
            </a:ln>
          </p:spPr>
          <p:txBody>
            <a:bodyPr>
              <a:spAutoFit/>
            </a:bodyPr>
            <a:lstStyle/>
            <a:p>
              <a:pPr eaLnBrk="1" hangingPunct="1">
                <a:spcBef>
                  <a:spcPct val="50000"/>
                </a:spcBef>
                <a:defRPr/>
              </a:pPr>
              <a:r>
                <a:rPr lang="en-US" sz="2000" dirty="0">
                  <a:sym typeface="Symbol" pitchFamily="18" charset="2"/>
                </a:rPr>
                <a:t>Q</a:t>
              </a:r>
            </a:p>
          </p:txBody>
        </p:sp>
        <p:sp>
          <p:nvSpPr>
            <p:cNvPr id="12321" name="Line 55">
              <a:extLst>
                <a:ext uri="{FF2B5EF4-FFF2-40B4-BE49-F238E27FC236}">
                  <a16:creationId xmlns:a16="http://schemas.microsoft.com/office/drawing/2014/main" id="{B43B42EC-4371-4991-88BA-CC475A964654}"/>
                </a:ext>
              </a:extLst>
            </p:cNvPr>
            <p:cNvSpPr>
              <a:spLocks noChangeShapeType="1"/>
            </p:cNvSpPr>
            <p:nvPr/>
          </p:nvSpPr>
          <p:spPr bwMode="auto">
            <a:xfrm>
              <a:off x="1942" y="2280"/>
              <a:ext cx="74" cy="0"/>
            </a:xfrm>
            <a:prstGeom prst="line">
              <a:avLst/>
            </a:prstGeom>
            <a:noFill/>
            <a:ln w="9525">
              <a:solidFill>
                <a:schemeClr val="tx1"/>
              </a:solidFill>
              <a:round/>
              <a:headEnd/>
              <a:tailEnd/>
            </a:ln>
          </p:spPr>
          <p:txBody>
            <a:bodyPr/>
            <a:lstStyle/>
            <a:p>
              <a:pPr eaLnBrk="1" hangingPunct="1">
                <a:defRPr/>
              </a:pPr>
              <a:endParaRPr lang="en-US" sz="2000" dirty="0"/>
            </a:p>
          </p:txBody>
        </p:sp>
        <p:sp>
          <p:nvSpPr>
            <p:cNvPr id="12322" name="Text Box 56">
              <a:extLst>
                <a:ext uri="{FF2B5EF4-FFF2-40B4-BE49-F238E27FC236}">
                  <a16:creationId xmlns:a16="http://schemas.microsoft.com/office/drawing/2014/main" id="{4BF43FE2-DC14-4F4C-B1DE-4ADC7BE7F940}"/>
                </a:ext>
              </a:extLst>
            </p:cNvPr>
            <p:cNvSpPr txBox="1">
              <a:spLocks noChangeArrowheads="1"/>
            </p:cNvSpPr>
            <p:nvPr/>
          </p:nvSpPr>
          <p:spPr bwMode="auto">
            <a:xfrm>
              <a:off x="1104" y="1722"/>
              <a:ext cx="222" cy="221"/>
            </a:xfrm>
            <a:prstGeom prst="rect">
              <a:avLst/>
            </a:prstGeom>
            <a:noFill/>
            <a:ln w="9525">
              <a:noFill/>
              <a:miter lim="800000"/>
              <a:headEnd/>
              <a:tailEnd/>
            </a:ln>
          </p:spPr>
          <p:txBody>
            <a:bodyPr>
              <a:spAutoFit/>
            </a:bodyPr>
            <a:lstStyle/>
            <a:p>
              <a:pPr eaLnBrk="1" hangingPunct="1">
                <a:spcBef>
                  <a:spcPct val="50000"/>
                </a:spcBef>
                <a:defRPr/>
              </a:pPr>
              <a:r>
                <a:rPr lang="en-US" sz="2000" dirty="0">
                  <a:solidFill>
                    <a:schemeClr val="bg1"/>
                  </a:solidFill>
                  <a:sym typeface="Symbol" pitchFamily="18" charset="2"/>
                </a:rPr>
                <a:t>S</a:t>
              </a:r>
            </a:p>
          </p:txBody>
        </p:sp>
        <p:sp>
          <p:nvSpPr>
            <p:cNvPr id="12323" name="Text Box 57">
              <a:extLst>
                <a:ext uri="{FF2B5EF4-FFF2-40B4-BE49-F238E27FC236}">
                  <a16:creationId xmlns:a16="http://schemas.microsoft.com/office/drawing/2014/main" id="{8A03F33D-E003-4976-8A9B-9EC1FA05BD46}"/>
                </a:ext>
              </a:extLst>
            </p:cNvPr>
            <p:cNvSpPr txBox="1">
              <a:spLocks noChangeArrowheads="1"/>
            </p:cNvSpPr>
            <p:nvPr/>
          </p:nvSpPr>
          <p:spPr bwMode="auto">
            <a:xfrm>
              <a:off x="1089" y="2256"/>
              <a:ext cx="222" cy="221"/>
            </a:xfrm>
            <a:prstGeom prst="rect">
              <a:avLst/>
            </a:prstGeom>
            <a:noFill/>
            <a:ln w="9525">
              <a:noFill/>
              <a:miter lim="800000"/>
              <a:headEnd/>
              <a:tailEnd/>
            </a:ln>
          </p:spPr>
          <p:txBody>
            <a:bodyPr>
              <a:spAutoFit/>
            </a:bodyPr>
            <a:lstStyle/>
            <a:p>
              <a:pPr eaLnBrk="1" hangingPunct="1">
                <a:spcBef>
                  <a:spcPct val="50000"/>
                </a:spcBef>
                <a:defRPr/>
              </a:pPr>
              <a:r>
                <a:rPr lang="en-US" sz="2000" dirty="0">
                  <a:solidFill>
                    <a:schemeClr val="bg1"/>
                  </a:solidFill>
                  <a:sym typeface="Symbol" pitchFamily="18" charset="2"/>
                </a:rPr>
                <a:t>R</a:t>
              </a:r>
            </a:p>
          </p:txBody>
        </p:sp>
        <p:sp>
          <p:nvSpPr>
            <p:cNvPr id="12324" name="Text Box 58">
              <a:extLst>
                <a:ext uri="{FF2B5EF4-FFF2-40B4-BE49-F238E27FC236}">
                  <a16:creationId xmlns:a16="http://schemas.microsoft.com/office/drawing/2014/main" id="{12A54B23-582B-4661-954D-98AEA2D2E2B9}"/>
                </a:ext>
              </a:extLst>
            </p:cNvPr>
            <p:cNvSpPr txBox="1">
              <a:spLocks noChangeArrowheads="1"/>
            </p:cNvSpPr>
            <p:nvPr/>
          </p:nvSpPr>
          <p:spPr bwMode="auto">
            <a:xfrm>
              <a:off x="2779" y="2243"/>
              <a:ext cx="222" cy="222"/>
            </a:xfrm>
            <a:prstGeom prst="rect">
              <a:avLst/>
            </a:prstGeom>
            <a:noFill/>
            <a:ln w="9525">
              <a:noFill/>
              <a:miter lim="800000"/>
              <a:headEnd/>
              <a:tailEnd/>
            </a:ln>
          </p:spPr>
          <p:txBody>
            <a:bodyPr>
              <a:spAutoFit/>
            </a:bodyPr>
            <a:lstStyle/>
            <a:p>
              <a:pPr eaLnBrk="1" hangingPunct="1">
                <a:spcBef>
                  <a:spcPct val="50000"/>
                </a:spcBef>
                <a:defRPr/>
              </a:pPr>
              <a:r>
                <a:rPr lang="en-US" sz="2000" dirty="0">
                  <a:solidFill>
                    <a:schemeClr val="bg1"/>
                  </a:solidFill>
                  <a:sym typeface="Symbol" pitchFamily="18" charset="2"/>
                </a:rPr>
                <a:t>R</a:t>
              </a:r>
            </a:p>
          </p:txBody>
        </p:sp>
        <p:sp>
          <p:nvSpPr>
            <p:cNvPr id="12325" name="Text Box 59">
              <a:extLst>
                <a:ext uri="{FF2B5EF4-FFF2-40B4-BE49-F238E27FC236}">
                  <a16:creationId xmlns:a16="http://schemas.microsoft.com/office/drawing/2014/main" id="{53F1A4D6-86B3-4202-A6BE-8718F4A940B5}"/>
                </a:ext>
              </a:extLst>
            </p:cNvPr>
            <p:cNvSpPr txBox="1">
              <a:spLocks noChangeArrowheads="1"/>
            </p:cNvSpPr>
            <p:nvPr/>
          </p:nvSpPr>
          <p:spPr bwMode="auto">
            <a:xfrm>
              <a:off x="2787" y="1715"/>
              <a:ext cx="221" cy="221"/>
            </a:xfrm>
            <a:prstGeom prst="rect">
              <a:avLst/>
            </a:prstGeom>
            <a:noFill/>
            <a:ln w="9525">
              <a:noFill/>
              <a:miter lim="800000"/>
              <a:headEnd/>
              <a:tailEnd/>
            </a:ln>
          </p:spPr>
          <p:txBody>
            <a:bodyPr>
              <a:spAutoFit/>
            </a:bodyPr>
            <a:lstStyle/>
            <a:p>
              <a:pPr eaLnBrk="1" hangingPunct="1">
                <a:spcBef>
                  <a:spcPct val="50000"/>
                </a:spcBef>
                <a:defRPr/>
              </a:pPr>
              <a:r>
                <a:rPr lang="en-US" sz="2000" dirty="0">
                  <a:solidFill>
                    <a:schemeClr val="bg1"/>
                  </a:solidFill>
                  <a:sym typeface="Symbol" pitchFamily="18" charset="2"/>
                </a:rPr>
                <a:t>S</a:t>
              </a:r>
            </a:p>
          </p:txBody>
        </p:sp>
      </p:grpSp>
      <p:sp>
        <p:nvSpPr>
          <p:cNvPr id="8" name="Title 7">
            <a:extLst>
              <a:ext uri="{FF2B5EF4-FFF2-40B4-BE49-F238E27FC236}">
                <a16:creationId xmlns:a16="http://schemas.microsoft.com/office/drawing/2014/main" id="{84AAB668-5653-A8AB-5F2E-51426B616667}"/>
              </a:ext>
            </a:extLst>
          </p:cNvPr>
          <p:cNvSpPr>
            <a:spLocks noGrp="1"/>
          </p:cNvSpPr>
          <p:nvPr>
            <p:ph type="title"/>
          </p:nvPr>
        </p:nvSpPr>
        <p:spPr/>
        <p:txBody>
          <a:bodyPr>
            <a:normAutofit/>
          </a:bodyPr>
          <a:lstStyle/>
          <a:p>
            <a:r>
              <a:rPr lang="en-US" dirty="0"/>
              <a:t>Asynchronous RS-latch</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4FBAC92A-6A95-7DB0-5F9D-62D5E885C62D}"/>
              </a:ext>
            </a:extLst>
          </p:cNvPr>
          <p:cNvSpPr>
            <a:spLocks noGrp="1" noChangeArrowheads="1"/>
          </p:cNvSpPr>
          <p:nvPr>
            <p:ph type="title"/>
          </p:nvPr>
        </p:nvSpPr>
        <p:spPr/>
        <p:txBody>
          <a:bodyPr>
            <a:normAutofit/>
          </a:bodyPr>
          <a:lstStyle/>
          <a:p>
            <a:r>
              <a:rPr lang="en-US" altLang="en-US" dirty="0"/>
              <a:t>Truth Table of RS-Latch</a:t>
            </a:r>
          </a:p>
        </p:txBody>
      </p:sp>
      <p:graphicFrame>
        <p:nvGraphicFramePr>
          <p:cNvPr id="5" name="Table 4">
            <a:extLst>
              <a:ext uri="{FF2B5EF4-FFF2-40B4-BE49-F238E27FC236}">
                <a16:creationId xmlns:a16="http://schemas.microsoft.com/office/drawing/2014/main" id="{04538E40-1343-4D9E-B9D3-432788E799FF}"/>
              </a:ext>
            </a:extLst>
          </p:cNvPr>
          <p:cNvGraphicFramePr>
            <a:graphicFrameLocks noGrp="1"/>
          </p:cNvGraphicFramePr>
          <p:nvPr>
            <p:extLst>
              <p:ext uri="{D42A27DB-BD31-4B8C-83A1-F6EECF244321}">
                <p14:modId xmlns:p14="http://schemas.microsoft.com/office/powerpoint/2010/main" val="3700436895"/>
              </p:ext>
            </p:extLst>
          </p:nvPr>
        </p:nvGraphicFramePr>
        <p:xfrm>
          <a:off x="2752725" y="1397000"/>
          <a:ext cx="2152652" cy="3257550"/>
        </p:xfrm>
        <a:graphic>
          <a:graphicData uri="http://schemas.openxmlformats.org/drawingml/2006/table">
            <a:tbl>
              <a:tblPr firstRow="1" bandRow="1">
                <a:tableStyleId>{5C22544A-7EE6-4342-B048-85BDC9FD1C3A}</a:tableStyleId>
              </a:tblPr>
              <a:tblGrid>
                <a:gridCol w="538163">
                  <a:extLst>
                    <a:ext uri="{9D8B030D-6E8A-4147-A177-3AD203B41FA5}">
                      <a16:colId xmlns:a16="http://schemas.microsoft.com/office/drawing/2014/main" val="20000"/>
                    </a:ext>
                  </a:extLst>
                </a:gridCol>
                <a:gridCol w="538163">
                  <a:extLst>
                    <a:ext uri="{9D8B030D-6E8A-4147-A177-3AD203B41FA5}">
                      <a16:colId xmlns:a16="http://schemas.microsoft.com/office/drawing/2014/main" val="20001"/>
                    </a:ext>
                  </a:extLst>
                </a:gridCol>
                <a:gridCol w="538163">
                  <a:extLst>
                    <a:ext uri="{9D8B030D-6E8A-4147-A177-3AD203B41FA5}">
                      <a16:colId xmlns:a16="http://schemas.microsoft.com/office/drawing/2014/main" val="20002"/>
                    </a:ext>
                  </a:extLst>
                </a:gridCol>
                <a:gridCol w="538163">
                  <a:extLst>
                    <a:ext uri="{9D8B030D-6E8A-4147-A177-3AD203B41FA5}">
                      <a16:colId xmlns:a16="http://schemas.microsoft.com/office/drawing/2014/main" val="20003"/>
                    </a:ext>
                  </a:extLst>
                </a:gridCol>
              </a:tblGrid>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2"/>
                          </a:solidFill>
                          <a:effectLst/>
                          <a:latin typeface="Arial" pitchFamily="34" charset="0"/>
                          <a:cs typeface="Arial" pitchFamily="34" charset="0"/>
                        </a:rPr>
                        <a:t>R</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bg2"/>
                          </a:solidFill>
                          <a:effectLst/>
                          <a:latin typeface="Arial" pitchFamily="34" charset="0"/>
                          <a:cs typeface="Arial" pitchFamily="34" charset="0"/>
                        </a:rPr>
                        <a:t>S</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2"/>
                          </a:solidFill>
                          <a:effectLst/>
                          <a:latin typeface="Arial" pitchFamily="34" charset="0"/>
                          <a:cs typeface="Arial" pitchFamily="34" charset="0"/>
                        </a:rPr>
                        <a:t>Q</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2"/>
                          </a:solidFill>
                          <a:effectLst/>
                          <a:latin typeface="Arial" pitchFamily="34" charset="0"/>
                          <a:cs typeface="Arial" pitchFamily="34" charset="0"/>
                        </a:rPr>
                        <a:t>Q*</a:t>
                      </a:r>
                    </a:p>
                  </a:txBody>
                  <a:tcPr marT="45711" marB="45711" horzOverflow="overflow"/>
                </a:tc>
                <a:extLst>
                  <a:ext uri="{0D108BD9-81ED-4DB2-BD59-A6C34878D82A}">
                    <a16:rowId xmlns:a16="http://schemas.microsoft.com/office/drawing/2014/main" val="10000"/>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extLst>
                  <a:ext uri="{0D108BD9-81ED-4DB2-BD59-A6C34878D82A}">
                    <a16:rowId xmlns:a16="http://schemas.microsoft.com/office/drawing/2014/main" val="10001"/>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extLst>
                  <a:ext uri="{0D108BD9-81ED-4DB2-BD59-A6C34878D82A}">
                    <a16:rowId xmlns:a16="http://schemas.microsoft.com/office/drawing/2014/main" val="10002"/>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extLst>
                  <a:ext uri="{0D108BD9-81ED-4DB2-BD59-A6C34878D82A}">
                    <a16:rowId xmlns:a16="http://schemas.microsoft.com/office/drawing/2014/main" val="10003"/>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extLst>
                  <a:ext uri="{0D108BD9-81ED-4DB2-BD59-A6C34878D82A}">
                    <a16:rowId xmlns:a16="http://schemas.microsoft.com/office/drawing/2014/main" val="10004"/>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extLst>
                  <a:ext uri="{0D108BD9-81ED-4DB2-BD59-A6C34878D82A}">
                    <a16:rowId xmlns:a16="http://schemas.microsoft.com/office/drawing/2014/main" val="10005"/>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extLst>
                  <a:ext uri="{0D108BD9-81ED-4DB2-BD59-A6C34878D82A}">
                    <a16:rowId xmlns:a16="http://schemas.microsoft.com/office/drawing/2014/main" val="10006"/>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t>
                      </a:r>
                    </a:p>
                  </a:txBody>
                  <a:tcPr marT="45711" marB="45711" horzOverflow="overflow"/>
                </a:tc>
                <a:extLst>
                  <a:ext uri="{0D108BD9-81ED-4DB2-BD59-A6C34878D82A}">
                    <a16:rowId xmlns:a16="http://schemas.microsoft.com/office/drawing/2014/main" val="10007"/>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t>
                      </a:r>
                    </a:p>
                  </a:txBody>
                  <a:tcPr marT="45711" marB="45711" horzOverflow="overflow"/>
                </a:tc>
                <a:extLst>
                  <a:ext uri="{0D108BD9-81ED-4DB2-BD59-A6C34878D82A}">
                    <a16:rowId xmlns:a16="http://schemas.microsoft.com/office/drawing/2014/main" val="10008"/>
                  </a:ext>
                </a:extLst>
              </a:tr>
            </a:tbl>
          </a:graphicData>
        </a:graphic>
      </p:graphicFrame>
      <p:graphicFrame>
        <p:nvGraphicFramePr>
          <p:cNvPr id="7" name="Table 6">
            <a:extLst>
              <a:ext uri="{FF2B5EF4-FFF2-40B4-BE49-F238E27FC236}">
                <a16:creationId xmlns:a16="http://schemas.microsoft.com/office/drawing/2014/main" id="{9F247FA2-60B0-4DC8-A0D4-779E8EC424CC}"/>
              </a:ext>
            </a:extLst>
          </p:cNvPr>
          <p:cNvGraphicFramePr>
            <a:graphicFrameLocks noGrp="1"/>
          </p:cNvGraphicFramePr>
          <p:nvPr>
            <p:extLst>
              <p:ext uri="{D42A27DB-BD31-4B8C-83A1-F6EECF244321}">
                <p14:modId xmlns:p14="http://schemas.microsoft.com/office/powerpoint/2010/main" val="58158437"/>
              </p:ext>
            </p:extLst>
          </p:nvPr>
        </p:nvGraphicFramePr>
        <p:xfrm>
          <a:off x="6762750" y="1416050"/>
          <a:ext cx="1614489" cy="1809750"/>
        </p:xfrm>
        <a:graphic>
          <a:graphicData uri="http://schemas.openxmlformats.org/drawingml/2006/table">
            <a:tbl>
              <a:tblPr firstRow="1" bandRow="1">
                <a:tableStyleId>{5C22544A-7EE6-4342-B048-85BDC9FD1C3A}</a:tableStyleId>
              </a:tblPr>
              <a:tblGrid>
                <a:gridCol w="538163">
                  <a:extLst>
                    <a:ext uri="{9D8B030D-6E8A-4147-A177-3AD203B41FA5}">
                      <a16:colId xmlns:a16="http://schemas.microsoft.com/office/drawing/2014/main" val="20000"/>
                    </a:ext>
                  </a:extLst>
                </a:gridCol>
                <a:gridCol w="538163">
                  <a:extLst>
                    <a:ext uri="{9D8B030D-6E8A-4147-A177-3AD203B41FA5}">
                      <a16:colId xmlns:a16="http://schemas.microsoft.com/office/drawing/2014/main" val="20001"/>
                    </a:ext>
                  </a:extLst>
                </a:gridCol>
                <a:gridCol w="538163">
                  <a:extLst>
                    <a:ext uri="{9D8B030D-6E8A-4147-A177-3AD203B41FA5}">
                      <a16:colId xmlns:a16="http://schemas.microsoft.com/office/drawing/2014/main" val="20002"/>
                    </a:ext>
                  </a:extLst>
                </a:gridCol>
              </a:tblGrid>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2"/>
                          </a:solidFill>
                          <a:effectLst/>
                          <a:latin typeface="Arial" pitchFamily="34" charset="0"/>
                          <a:cs typeface="Arial" pitchFamily="34" charset="0"/>
                        </a:rPr>
                        <a:t>R</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bg2"/>
                          </a:solidFill>
                          <a:effectLst/>
                          <a:latin typeface="Arial" pitchFamily="34" charset="0"/>
                          <a:cs typeface="Arial" pitchFamily="34" charset="0"/>
                        </a:rPr>
                        <a:t>S</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2"/>
                          </a:solidFill>
                          <a:effectLst/>
                          <a:latin typeface="Arial" pitchFamily="34" charset="0"/>
                          <a:cs typeface="Arial" pitchFamily="34" charset="0"/>
                        </a:rPr>
                        <a:t>Q*</a:t>
                      </a:r>
                    </a:p>
                  </a:txBody>
                  <a:tcPr marT="45711" marB="45711" horzOverflow="overflow"/>
                </a:tc>
                <a:extLst>
                  <a:ext uri="{0D108BD9-81ED-4DB2-BD59-A6C34878D82A}">
                    <a16:rowId xmlns:a16="http://schemas.microsoft.com/office/drawing/2014/main" val="10000"/>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Q</a:t>
                      </a:r>
                    </a:p>
                  </a:txBody>
                  <a:tcPr marT="45711" marB="45711" horzOverflow="overflow"/>
                </a:tc>
                <a:extLst>
                  <a:ext uri="{0D108BD9-81ED-4DB2-BD59-A6C34878D82A}">
                    <a16:rowId xmlns:a16="http://schemas.microsoft.com/office/drawing/2014/main" val="10001"/>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p>
                  </a:txBody>
                  <a:tcPr marT="45711" marB="45711" horzOverflow="overflow"/>
                </a:tc>
                <a:extLst>
                  <a:ext uri="{0D108BD9-81ED-4DB2-BD59-A6C34878D82A}">
                    <a16:rowId xmlns:a16="http://schemas.microsoft.com/office/drawing/2014/main" val="10002"/>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p>
                  </a:txBody>
                  <a:tcPr marT="45711" marB="45711" horzOverflow="overflow"/>
                </a:tc>
                <a:extLst>
                  <a:ext uri="{0D108BD9-81ED-4DB2-BD59-A6C34878D82A}">
                    <a16:rowId xmlns:a16="http://schemas.microsoft.com/office/drawing/2014/main" val="10003"/>
                  </a:ext>
                </a:extLst>
              </a:tr>
              <a:tr h="3619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a:t>
                      </a:r>
                    </a:p>
                  </a:txBody>
                  <a:tcPr marT="45711" marB="45711" horzOverflow="overflow"/>
                </a:tc>
                <a:extLst>
                  <a:ext uri="{0D108BD9-81ED-4DB2-BD59-A6C34878D82A}">
                    <a16:rowId xmlns:a16="http://schemas.microsoft.com/office/drawing/2014/main" val="10004"/>
                  </a:ext>
                </a:extLst>
              </a:tr>
            </a:tbl>
          </a:graphicData>
        </a:graphic>
      </p:graphicFrame>
      <p:sp>
        <p:nvSpPr>
          <p:cNvPr id="23633" name="Text Box 184">
            <a:extLst>
              <a:ext uri="{FF2B5EF4-FFF2-40B4-BE49-F238E27FC236}">
                <a16:creationId xmlns:a16="http://schemas.microsoft.com/office/drawing/2014/main" id="{B749EA7D-8AD9-9D25-5567-79008557CB59}"/>
              </a:ext>
            </a:extLst>
          </p:cNvPr>
          <p:cNvSpPr txBox="1">
            <a:spLocks noChangeArrowheads="1"/>
          </p:cNvSpPr>
          <p:nvPr/>
        </p:nvSpPr>
        <p:spPr bwMode="auto">
          <a:xfrm>
            <a:off x="1779588" y="4805363"/>
            <a:ext cx="44307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Characteristic equation of RS-latch</a:t>
            </a:r>
          </a:p>
          <a:p>
            <a:pPr algn="ctr" eaLnBrk="1" hangingPunct="1"/>
            <a:r>
              <a:rPr lang="en-US" altLang="en-US" sz="1800">
                <a:solidFill>
                  <a:srgbClr val="1C1FA6"/>
                </a:solidFill>
              </a:rPr>
              <a:t>Q</a:t>
            </a:r>
            <a:r>
              <a:rPr lang="en-US" altLang="en-US" sz="1800" baseline="30000">
                <a:solidFill>
                  <a:srgbClr val="1C1FA6"/>
                </a:solidFill>
              </a:rPr>
              <a:t>* </a:t>
            </a:r>
            <a:r>
              <a:rPr lang="en-US" altLang="en-US" sz="1800">
                <a:solidFill>
                  <a:srgbClr val="1C1FA6"/>
                </a:solidFill>
              </a:rPr>
              <a:t>= S </a:t>
            </a:r>
            <a:r>
              <a:rPr lang="en-US" altLang="en-US" sz="1800">
                <a:solidFill>
                  <a:srgbClr val="1C1FA6"/>
                </a:solidFill>
                <a:sym typeface="Symbol" panose="05050102010706020507" pitchFamily="18" charset="2"/>
              </a:rPr>
              <a:t>+ ~RQ</a:t>
            </a:r>
            <a:endParaRPr lang="en-US" altLang="en-US" sz="1800">
              <a:solidFill>
                <a:srgbClr val="1C1FA6"/>
              </a:solidFill>
            </a:endParaRPr>
          </a:p>
        </p:txBody>
      </p:sp>
      <p:sp>
        <p:nvSpPr>
          <p:cNvPr id="9" name="Rectangle 6">
            <a:extLst>
              <a:ext uri="{FF2B5EF4-FFF2-40B4-BE49-F238E27FC236}">
                <a16:creationId xmlns:a16="http://schemas.microsoft.com/office/drawing/2014/main" id="{08241221-F108-4A06-9AE2-8D188B7C965A}"/>
              </a:ext>
            </a:extLst>
          </p:cNvPr>
          <p:cNvSpPr txBox="1">
            <a:spLocks noGrp="1" noChangeArrowheads="1"/>
          </p:cNvSpPr>
          <p:nvPr/>
        </p:nvSpPr>
        <p:spPr bwMode="auto">
          <a:xfrm>
            <a:off x="7088188" y="5237163"/>
            <a:ext cx="1905000" cy="457200"/>
          </a:xfrm>
          <a:prstGeom prst="rect">
            <a:avLst/>
          </a:prstGeom>
          <a:noFill/>
          <a:ln>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r" eaLnBrk="1" hangingPunct="1"/>
            <a:fld id="{DCED4E9F-A8FF-409F-A7AD-7C3608CFE6F7}" type="slidenum">
              <a:rPr lang="en-US" altLang="en-US" sz="1400"/>
              <a:pPr algn="r" eaLnBrk="1" hangingPunct="1"/>
              <a:t>11</a:t>
            </a:fld>
            <a:endParaRPr lang="en-US" altLang="en-US" sz="1400"/>
          </a:p>
        </p:txBody>
      </p:sp>
      <p:sp>
        <p:nvSpPr>
          <p:cNvPr id="10" name="Rectangle 163">
            <a:extLst>
              <a:ext uri="{FF2B5EF4-FFF2-40B4-BE49-F238E27FC236}">
                <a16:creationId xmlns:a16="http://schemas.microsoft.com/office/drawing/2014/main" id="{29904D16-9283-4650-AF45-DA4666C33AB3}"/>
              </a:ext>
            </a:extLst>
          </p:cNvPr>
          <p:cNvSpPr>
            <a:spLocks noChangeArrowheads="1"/>
          </p:cNvSpPr>
          <p:nvPr/>
        </p:nvSpPr>
        <p:spPr bwMode="auto">
          <a:xfrm>
            <a:off x="6450013" y="4295775"/>
            <a:ext cx="2667000" cy="1168400"/>
          </a:xfrm>
          <a:prstGeom prst="rect">
            <a:avLst/>
          </a:prstGeom>
          <a:solidFill>
            <a:schemeClr val="bg1"/>
          </a:solidFill>
          <a:ln w="9525">
            <a:solidFill>
              <a:schemeClr val="tx1"/>
            </a:solidFill>
            <a:miter lim="800000"/>
            <a:headEnd/>
            <a:tailEnd/>
          </a:ln>
        </p:spPr>
        <p:txBody>
          <a:bodyPr wrap="none" anchor="ctr"/>
          <a:lstStyle/>
          <a:p>
            <a:pPr eaLnBrk="1" hangingPunct="1">
              <a:defRPr/>
            </a:pPr>
            <a:endParaRPr lang="ru-RU" sz="2000"/>
          </a:p>
        </p:txBody>
      </p:sp>
      <p:sp>
        <p:nvSpPr>
          <p:cNvPr id="11" name="Line 164">
            <a:extLst>
              <a:ext uri="{FF2B5EF4-FFF2-40B4-BE49-F238E27FC236}">
                <a16:creationId xmlns:a16="http://schemas.microsoft.com/office/drawing/2014/main" id="{9563A942-6B33-495F-AE82-68379805B653}"/>
              </a:ext>
            </a:extLst>
          </p:cNvPr>
          <p:cNvSpPr>
            <a:spLocks noChangeShapeType="1"/>
          </p:cNvSpPr>
          <p:nvPr/>
        </p:nvSpPr>
        <p:spPr bwMode="auto">
          <a:xfrm>
            <a:off x="7770813" y="4295775"/>
            <a:ext cx="0" cy="1169988"/>
          </a:xfrm>
          <a:prstGeom prst="line">
            <a:avLst/>
          </a:prstGeom>
          <a:noFill/>
          <a:ln w="9525">
            <a:solidFill>
              <a:schemeClr val="tx1"/>
            </a:solidFill>
            <a:round/>
            <a:headEnd/>
            <a:tailEnd/>
          </a:ln>
        </p:spPr>
        <p:txBody>
          <a:bodyPr/>
          <a:lstStyle/>
          <a:p>
            <a:pPr eaLnBrk="1" hangingPunct="1">
              <a:defRPr/>
            </a:pPr>
            <a:endParaRPr lang="en-US" dirty="0"/>
          </a:p>
        </p:txBody>
      </p:sp>
      <p:sp>
        <p:nvSpPr>
          <p:cNvPr id="12" name="Line 165">
            <a:extLst>
              <a:ext uri="{FF2B5EF4-FFF2-40B4-BE49-F238E27FC236}">
                <a16:creationId xmlns:a16="http://schemas.microsoft.com/office/drawing/2014/main" id="{DC4A331D-EA54-40D4-989C-6C32C7185EA8}"/>
              </a:ext>
            </a:extLst>
          </p:cNvPr>
          <p:cNvSpPr>
            <a:spLocks noChangeShapeType="1"/>
          </p:cNvSpPr>
          <p:nvPr/>
        </p:nvSpPr>
        <p:spPr bwMode="auto">
          <a:xfrm>
            <a:off x="7085013" y="4295775"/>
            <a:ext cx="0" cy="1169988"/>
          </a:xfrm>
          <a:prstGeom prst="line">
            <a:avLst/>
          </a:prstGeom>
          <a:noFill/>
          <a:ln w="9525">
            <a:solidFill>
              <a:schemeClr val="tx1"/>
            </a:solidFill>
            <a:round/>
            <a:headEnd/>
            <a:tailEnd/>
          </a:ln>
        </p:spPr>
        <p:txBody>
          <a:bodyPr/>
          <a:lstStyle/>
          <a:p>
            <a:pPr eaLnBrk="1" hangingPunct="1">
              <a:defRPr/>
            </a:pPr>
            <a:endParaRPr lang="en-US" dirty="0"/>
          </a:p>
        </p:txBody>
      </p:sp>
      <p:sp>
        <p:nvSpPr>
          <p:cNvPr id="13" name="Line 166">
            <a:extLst>
              <a:ext uri="{FF2B5EF4-FFF2-40B4-BE49-F238E27FC236}">
                <a16:creationId xmlns:a16="http://schemas.microsoft.com/office/drawing/2014/main" id="{4B63C02E-2CEB-47F7-8B34-F258FF5CBBCF}"/>
              </a:ext>
            </a:extLst>
          </p:cNvPr>
          <p:cNvSpPr>
            <a:spLocks noChangeShapeType="1"/>
          </p:cNvSpPr>
          <p:nvPr/>
        </p:nvSpPr>
        <p:spPr bwMode="auto">
          <a:xfrm>
            <a:off x="8431213" y="4308475"/>
            <a:ext cx="0" cy="1169988"/>
          </a:xfrm>
          <a:prstGeom prst="line">
            <a:avLst/>
          </a:prstGeom>
          <a:noFill/>
          <a:ln w="9525">
            <a:solidFill>
              <a:schemeClr val="tx1"/>
            </a:solidFill>
            <a:round/>
            <a:headEnd/>
            <a:tailEnd/>
          </a:ln>
        </p:spPr>
        <p:txBody>
          <a:bodyPr/>
          <a:lstStyle/>
          <a:p>
            <a:pPr eaLnBrk="1" hangingPunct="1">
              <a:defRPr/>
            </a:pPr>
            <a:endParaRPr lang="en-US" dirty="0"/>
          </a:p>
        </p:txBody>
      </p:sp>
      <p:sp>
        <p:nvSpPr>
          <p:cNvPr id="14" name="Line 167">
            <a:extLst>
              <a:ext uri="{FF2B5EF4-FFF2-40B4-BE49-F238E27FC236}">
                <a16:creationId xmlns:a16="http://schemas.microsoft.com/office/drawing/2014/main" id="{F149E65C-01E7-4186-9E1E-FC182890D338}"/>
              </a:ext>
            </a:extLst>
          </p:cNvPr>
          <p:cNvSpPr>
            <a:spLocks noChangeShapeType="1"/>
          </p:cNvSpPr>
          <p:nvPr/>
        </p:nvSpPr>
        <p:spPr bwMode="auto">
          <a:xfrm>
            <a:off x="6450013" y="4854575"/>
            <a:ext cx="2667000" cy="1588"/>
          </a:xfrm>
          <a:prstGeom prst="line">
            <a:avLst/>
          </a:prstGeom>
          <a:noFill/>
          <a:ln w="9525">
            <a:solidFill>
              <a:schemeClr val="tx1"/>
            </a:solidFill>
            <a:round/>
            <a:headEnd/>
            <a:tailEnd/>
          </a:ln>
        </p:spPr>
        <p:txBody>
          <a:bodyPr/>
          <a:lstStyle/>
          <a:p>
            <a:pPr eaLnBrk="1" hangingPunct="1">
              <a:defRPr/>
            </a:pPr>
            <a:endParaRPr lang="en-US" dirty="0"/>
          </a:p>
        </p:txBody>
      </p:sp>
      <p:sp>
        <p:nvSpPr>
          <p:cNvPr id="15" name="Line 168">
            <a:extLst>
              <a:ext uri="{FF2B5EF4-FFF2-40B4-BE49-F238E27FC236}">
                <a16:creationId xmlns:a16="http://schemas.microsoft.com/office/drawing/2014/main" id="{98A4ADA5-22AA-4514-B6EE-D0D89E9439E2}"/>
              </a:ext>
            </a:extLst>
          </p:cNvPr>
          <p:cNvSpPr>
            <a:spLocks noChangeShapeType="1"/>
          </p:cNvSpPr>
          <p:nvPr/>
        </p:nvSpPr>
        <p:spPr bwMode="auto">
          <a:xfrm>
            <a:off x="6069013" y="3940175"/>
            <a:ext cx="381000" cy="381000"/>
          </a:xfrm>
          <a:prstGeom prst="line">
            <a:avLst/>
          </a:prstGeom>
          <a:noFill/>
          <a:ln w="9525">
            <a:solidFill>
              <a:schemeClr val="tx1"/>
            </a:solidFill>
            <a:round/>
            <a:headEnd/>
            <a:tailEnd/>
          </a:ln>
        </p:spPr>
        <p:txBody>
          <a:bodyPr/>
          <a:lstStyle/>
          <a:p>
            <a:pPr eaLnBrk="1" hangingPunct="1">
              <a:defRPr/>
            </a:pPr>
            <a:endParaRPr lang="en-US" dirty="0"/>
          </a:p>
        </p:txBody>
      </p:sp>
      <p:sp>
        <p:nvSpPr>
          <p:cNvPr id="16" name="Text Box 169">
            <a:extLst>
              <a:ext uri="{FF2B5EF4-FFF2-40B4-BE49-F238E27FC236}">
                <a16:creationId xmlns:a16="http://schemas.microsoft.com/office/drawing/2014/main" id="{2073846E-52D5-4E1A-9EA2-539BCF2413A6}"/>
              </a:ext>
            </a:extLst>
          </p:cNvPr>
          <p:cNvSpPr txBox="1">
            <a:spLocks noChangeArrowheads="1"/>
          </p:cNvSpPr>
          <p:nvPr/>
        </p:nvSpPr>
        <p:spPr bwMode="auto">
          <a:xfrm>
            <a:off x="5840413" y="4016376"/>
            <a:ext cx="4572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R</a:t>
            </a:r>
          </a:p>
        </p:txBody>
      </p:sp>
      <p:sp>
        <p:nvSpPr>
          <p:cNvPr id="17" name="Text Box 170">
            <a:extLst>
              <a:ext uri="{FF2B5EF4-FFF2-40B4-BE49-F238E27FC236}">
                <a16:creationId xmlns:a16="http://schemas.microsoft.com/office/drawing/2014/main" id="{8E0BA76C-5E51-4D23-8F55-7CCB5D633776}"/>
              </a:ext>
            </a:extLst>
          </p:cNvPr>
          <p:cNvSpPr txBox="1">
            <a:spLocks noChangeArrowheads="1"/>
          </p:cNvSpPr>
          <p:nvPr/>
        </p:nvSpPr>
        <p:spPr bwMode="auto">
          <a:xfrm>
            <a:off x="6119813" y="3775076"/>
            <a:ext cx="6731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SQ</a:t>
            </a:r>
          </a:p>
        </p:txBody>
      </p:sp>
      <p:sp>
        <p:nvSpPr>
          <p:cNvPr id="18" name="Text Box 171">
            <a:extLst>
              <a:ext uri="{FF2B5EF4-FFF2-40B4-BE49-F238E27FC236}">
                <a16:creationId xmlns:a16="http://schemas.microsoft.com/office/drawing/2014/main" id="{94DF5C94-2DC0-4593-ABEC-B24D75A2CB0F}"/>
              </a:ext>
            </a:extLst>
          </p:cNvPr>
          <p:cNvSpPr txBox="1">
            <a:spLocks noChangeArrowheads="1"/>
          </p:cNvSpPr>
          <p:nvPr/>
        </p:nvSpPr>
        <p:spPr bwMode="auto">
          <a:xfrm>
            <a:off x="6538913" y="3962401"/>
            <a:ext cx="5334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00</a:t>
            </a:r>
          </a:p>
        </p:txBody>
      </p:sp>
      <p:sp>
        <p:nvSpPr>
          <p:cNvPr id="19" name="Text Box 172">
            <a:extLst>
              <a:ext uri="{FF2B5EF4-FFF2-40B4-BE49-F238E27FC236}">
                <a16:creationId xmlns:a16="http://schemas.microsoft.com/office/drawing/2014/main" id="{C7B7654D-331E-4DA5-AD09-03514E085171}"/>
              </a:ext>
            </a:extLst>
          </p:cNvPr>
          <p:cNvSpPr txBox="1">
            <a:spLocks noChangeArrowheads="1"/>
          </p:cNvSpPr>
          <p:nvPr/>
        </p:nvSpPr>
        <p:spPr bwMode="auto">
          <a:xfrm>
            <a:off x="7123113" y="3949701"/>
            <a:ext cx="5334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01</a:t>
            </a:r>
          </a:p>
        </p:txBody>
      </p:sp>
      <p:sp>
        <p:nvSpPr>
          <p:cNvPr id="20" name="Text Box 173">
            <a:extLst>
              <a:ext uri="{FF2B5EF4-FFF2-40B4-BE49-F238E27FC236}">
                <a16:creationId xmlns:a16="http://schemas.microsoft.com/office/drawing/2014/main" id="{7C183409-0563-4492-9D91-528240DCE468}"/>
              </a:ext>
            </a:extLst>
          </p:cNvPr>
          <p:cNvSpPr txBox="1">
            <a:spLocks noChangeArrowheads="1"/>
          </p:cNvSpPr>
          <p:nvPr/>
        </p:nvSpPr>
        <p:spPr bwMode="auto">
          <a:xfrm>
            <a:off x="7808913" y="3962401"/>
            <a:ext cx="5334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11</a:t>
            </a:r>
          </a:p>
        </p:txBody>
      </p:sp>
      <p:sp>
        <p:nvSpPr>
          <p:cNvPr id="21" name="Text Box 174">
            <a:extLst>
              <a:ext uri="{FF2B5EF4-FFF2-40B4-BE49-F238E27FC236}">
                <a16:creationId xmlns:a16="http://schemas.microsoft.com/office/drawing/2014/main" id="{B111816E-87AA-4102-8F78-5A2294B0C74D}"/>
              </a:ext>
            </a:extLst>
          </p:cNvPr>
          <p:cNvSpPr txBox="1">
            <a:spLocks noChangeArrowheads="1"/>
          </p:cNvSpPr>
          <p:nvPr/>
        </p:nvSpPr>
        <p:spPr bwMode="auto">
          <a:xfrm>
            <a:off x="8505825" y="3944939"/>
            <a:ext cx="5334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10</a:t>
            </a:r>
          </a:p>
        </p:txBody>
      </p:sp>
      <p:sp>
        <p:nvSpPr>
          <p:cNvPr id="22" name="Text Box 175">
            <a:extLst>
              <a:ext uri="{FF2B5EF4-FFF2-40B4-BE49-F238E27FC236}">
                <a16:creationId xmlns:a16="http://schemas.microsoft.com/office/drawing/2014/main" id="{B6A86D71-87E9-47D0-91BE-03FB27366F7C}"/>
              </a:ext>
            </a:extLst>
          </p:cNvPr>
          <p:cNvSpPr txBox="1">
            <a:spLocks noChangeArrowheads="1"/>
          </p:cNvSpPr>
          <p:nvPr/>
        </p:nvSpPr>
        <p:spPr bwMode="auto">
          <a:xfrm>
            <a:off x="6030913" y="4381500"/>
            <a:ext cx="533400" cy="369332"/>
          </a:xfrm>
          <a:prstGeom prst="rect">
            <a:avLst/>
          </a:prstGeom>
          <a:noFill/>
          <a:ln w="9525">
            <a:noFill/>
            <a:miter lim="800000"/>
            <a:headEnd/>
            <a:tailEnd/>
          </a:ln>
        </p:spPr>
        <p:txBody>
          <a:bodyPr>
            <a:spAutoFit/>
          </a:bodyPr>
          <a:lstStyle/>
          <a:p>
            <a:pPr eaLnBrk="1" hangingPunct="1">
              <a:spcBef>
                <a:spcPct val="50000"/>
              </a:spcBef>
              <a:defRPr/>
            </a:pPr>
            <a:r>
              <a:rPr lang="en-US" dirty="0"/>
              <a:t>0</a:t>
            </a:r>
          </a:p>
        </p:txBody>
      </p:sp>
      <p:sp>
        <p:nvSpPr>
          <p:cNvPr id="23" name="Text Box 176">
            <a:extLst>
              <a:ext uri="{FF2B5EF4-FFF2-40B4-BE49-F238E27FC236}">
                <a16:creationId xmlns:a16="http://schemas.microsoft.com/office/drawing/2014/main" id="{DE31DE4F-4267-40C8-9134-1F158CED956F}"/>
              </a:ext>
            </a:extLst>
          </p:cNvPr>
          <p:cNvSpPr txBox="1">
            <a:spLocks noChangeArrowheads="1"/>
          </p:cNvSpPr>
          <p:nvPr/>
        </p:nvSpPr>
        <p:spPr bwMode="auto">
          <a:xfrm>
            <a:off x="6043613" y="4953000"/>
            <a:ext cx="406400" cy="369332"/>
          </a:xfrm>
          <a:prstGeom prst="rect">
            <a:avLst/>
          </a:prstGeom>
          <a:noFill/>
          <a:ln w="9525">
            <a:noFill/>
            <a:miter lim="800000"/>
            <a:headEnd/>
            <a:tailEnd/>
          </a:ln>
        </p:spPr>
        <p:txBody>
          <a:bodyPr>
            <a:spAutoFit/>
          </a:bodyPr>
          <a:lstStyle/>
          <a:p>
            <a:pPr eaLnBrk="1" hangingPunct="1">
              <a:spcBef>
                <a:spcPct val="50000"/>
              </a:spcBef>
              <a:defRPr/>
            </a:pPr>
            <a:r>
              <a:rPr lang="en-US" dirty="0"/>
              <a:t>1</a:t>
            </a:r>
          </a:p>
        </p:txBody>
      </p:sp>
      <p:sp>
        <p:nvSpPr>
          <p:cNvPr id="24" name="Text Box 177">
            <a:extLst>
              <a:ext uri="{FF2B5EF4-FFF2-40B4-BE49-F238E27FC236}">
                <a16:creationId xmlns:a16="http://schemas.microsoft.com/office/drawing/2014/main" id="{75EDA33F-DE05-4646-B3D4-33130898FF5A}"/>
              </a:ext>
            </a:extLst>
          </p:cNvPr>
          <p:cNvSpPr txBox="1">
            <a:spLocks noChangeArrowheads="1"/>
          </p:cNvSpPr>
          <p:nvPr/>
        </p:nvSpPr>
        <p:spPr bwMode="auto">
          <a:xfrm>
            <a:off x="7212013" y="4394201"/>
            <a:ext cx="4064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25" name="Text Box 178">
            <a:extLst>
              <a:ext uri="{FF2B5EF4-FFF2-40B4-BE49-F238E27FC236}">
                <a16:creationId xmlns:a16="http://schemas.microsoft.com/office/drawing/2014/main" id="{BD1F130A-AD68-4510-8C1F-8CF2ECA69A0E}"/>
              </a:ext>
            </a:extLst>
          </p:cNvPr>
          <p:cNvSpPr txBox="1">
            <a:spLocks noChangeArrowheads="1"/>
          </p:cNvSpPr>
          <p:nvPr/>
        </p:nvSpPr>
        <p:spPr bwMode="auto">
          <a:xfrm>
            <a:off x="7859713" y="4381501"/>
            <a:ext cx="4064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26" name="Text Box 179">
            <a:extLst>
              <a:ext uri="{FF2B5EF4-FFF2-40B4-BE49-F238E27FC236}">
                <a16:creationId xmlns:a16="http://schemas.microsoft.com/office/drawing/2014/main" id="{3D2EA577-8F6F-45BC-91EE-115DC6EA2A02}"/>
              </a:ext>
            </a:extLst>
          </p:cNvPr>
          <p:cNvSpPr txBox="1">
            <a:spLocks noChangeArrowheads="1"/>
          </p:cNvSpPr>
          <p:nvPr/>
        </p:nvSpPr>
        <p:spPr bwMode="auto">
          <a:xfrm>
            <a:off x="8545513" y="4394201"/>
            <a:ext cx="4064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27" name="Text Box 180">
            <a:extLst>
              <a:ext uri="{FF2B5EF4-FFF2-40B4-BE49-F238E27FC236}">
                <a16:creationId xmlns:a16="http://schemas.microsoft.com/office/drawing/2014/main" id="{09BF77B8-6808-470F-B51A-D8FC138B7FE6}"/>
              </a:ext>
            </a:extLst>
          </p:cNvPr>
          <p:cNvSpPr txBox="1">
            <a:spLocks noChangeArrowheads="1"/>
          </p:cNvSpPr>
          <p:nvPr/>
        </p:nvSpPr>
        <p:spPr bwMode="auto">
          <a:xfrm>
            <a:off x="7885113" y="4927600"/>
            <a:ext cx="406400" cy="369332"/>
          </a:xfrm>
          <a:prstGeom prst="rect">
            <a:avLst/>
          </a:prstGeom>
          <a:noFill/>
          <a:ln w="9525">
            <a:noFill/>
            <a:miter lim="800000"/>
            <a:headEnd/>
            <a:tailEnd/>
          </a:ln>
        </p:spPr>
        <p:txBody>
          <a:bodyPr>
            <a:spAutoFit/>
          </a:bodyPr>
          <a:lstStyle/>
          <a:p>
            <a:pPr eaLnBrk="1" hangingPunct="1">
              <a:spcBef>
                <a:spcPct val="50000"/>
              </a:spcBef>
              <a:defRPr/>
            </a:pPr>
            <a:r>
              <a:rPr lang="en-US" dirty="0"/>
              <a:t>-</a:t>
            </a:r>
          </a:p>
        </p:txBody>
      </p:sp>
      <p:sp>
        <p:nvSpPr>
          <p:cNvPr id="28" name="Text Box 181">
            <a:extLst>
              <a:ext uri="{FF2B5EF4-FFF2-40B4-BE49-F238E27FC236}">
                <a16:creationId xmlns:a16="http://schemas.microsoft.com/office/drawing/2014/main" id="{20DBC237-F66A-413C-9200-585EBF0892B9}"/>
              </a:ext>
            </a:extLst>
          </p:cNvPr>
          <p:cNvSpPr txBox="1">
            <a:spLocks noChangeArrowheads="1"/>
          </p:cNvSpPr>
          <p:nvPr/>
        </p:nvSpPr>
        <p:spPr bwMode="auto">
          <a:xfrm>
            <a:off x="8507413" y="4927600"/>
            <a:ext cx="406400" cy="369332"/>
          </a:xfrm>
          <a:prstGeom prst="rect">
            <a:avLst/>
          </a:prstGeom>
          <a:noFill/>
          <a:ln w="9525">
            <a:noFill/>
            <a:miter lim="800000"/>
            <a:headEnd/>
            <a:tailEnd/>
          </a:ln>
        </p:spPr>
        <p:txBody>
          <a:bodyPr>
            <a:spAutoFit/>
          </a:bodyPr>
          <a:lstStyle/>
          <a:p>
            <a:pPr eaLnBrk="1" hangingPunct="1">
              <a:spcBef>
                <a:spcPct val="50000"/>
              </a:spcBef>
              <a:defRPr/>
            </a:pPr>
            <a:r>
              <a:rPr lang="en-US" dirty="0"/>
              <a:t>-</a:t>
            </a:r>
          </a:p>
        </p:txBody>
      </p:sp>
      <p:sp>
        <p:nvSpPr>
          <p:cNvPr id="29" name="AutoShape 182">
            <a:extLst>
              <a:ext uri="{FF2B5EF4-FFF2-40B4-BE49-F238E27FC236}">
                <a16:creationId xmlns:a16="http://schemas.microsoft.com/office/drawing/2014/main" id="{2B55B371-7B35-4500-A7A6-A7338ADD278C}"/>
              </a:ext>
            </a:extLst>
          </p:cNvPr>
          <p:cNvSpPr>
            <a:spLocks noChangeArrowheads="1"/>
          </p:cNvSpPr>
          <p:nvPr/>
        </p:nvSpPr>
        <p:spPr bwMode="auto">
          <a:xfrm>
            <a:off x="7872413" y="4448175"/>
            <a:ext cx="1168400" cy="939800"/>
          </a:xfrm>
          <a:prstGeom prst="roundRect">
            <a:avLst>
              <a:gd name="adj" fmla="val 16667"/>
            </a:avLst>
          </a:prstGeom>
          <a:noFill/>
          <a:ln w="44450">
            <a:solidFill>
              <a:schemeClr val="tx1">
                <a:lumMod val="50000"/>
                <a:lumOff val="50000"/>
              </a:schemeClr>
            </a:solidFill>
            <a:round/>
            <a:headEnd/>
            <a:tailEnd/>
          </a:ln>
        </p:spPr>
        <p:txBody>
          <a:bodyPr wrap="none" anchor="ctr"/>
          <a:lstStyle/>
          <a:p>
            <a:pPr eaLnBrk="1" hangingPunct="1">
              <a:defRPr/>
            </a:pPr>
            <a:endParaRPr lang="ru-RU" sz="2000"/>
          </a:p>
        </p:txBody>
      </p:sp>
      <p:sp>
        <p:nvSpPr>
          <p:cNvPr id="30" name="AutoShape 183">
            <a:extLst>
              <a:ext uri="{FF2B5EF4-FFF2-40B4-BE49-F238E27FC236}">
                <a16:creationId xmlns:a16="http://schemas.microsoft.com/office/drawing/2014/main" id="{3E335F7C-7FA1-4EAF-B37D-5C71BC7EA24F}"/>
              </a:ext>
            </a:extLst>
          </p:cNvPr>
          <p:cNvSpPr>
            <a:spLocks noChangeArrowheads="1"/>
          </p:cNvSpPr>
          <p:nvPr/>
        </p:nvSpPr>
        <p:spPr bwMode="auto">
          <a:xfrm>
            <a:off x="7212013" y="4371975"/>
            <a:ext cx="1168400" cy="444500"/>
          </a:xfrm>
          <a:prstGeom prst="roundRect">
            <a:avLst>
              <a:gd name="adj" fmla="val 16667"/>
            </a:avLst>
          </a:prstGeom>
          <a:noFill/>
          <a:ln w="47625">
            <a:solidFill>
              <a:schemeClr val="accent1"/>
            </a:solidFill>
            <a:round/>
            <a:headEnd/>
            <a:tailEnd/>
          </a:ln>
        </p:spPr>
        <p:txBody>
          <a:bodyPr wrap="none" anchor="ctr"/>
          <a:lstStyle/>
          <a:p>
            <a:pPr eaLnBrk="1" hangingPunct="1">
              <a:defRPr/>
            </a:pPr>
            <a:endParaRPr lang="ru-RU" sz="2000"/>
          </a:p>
        </p:txBody>
      </p:sp>
      <p:sp>
        <p:nvSpPr>
          <p:cNvPr id="31" name="Text Box 174">
            <a:extLst>
              <a:ext uri="{FF2B5EF4-FFF2-40B4-BE49-F238E27FC236}">
                <a16:creationId xmlns:a16="http://schemas.microsoft.com/office/drawing/2014/main" id="{B544BFE6-F342-4DCB-B174-EF3BA988E443}"/>
              </a:ext>
            </a:extLst>
          </p:cNvPr>
          <p:cNvSpPr txBox="1">
            <a:spLocks noChangeArrowheads="1"/>
          </p:cNvSpPr>
          <p:nvPr/>
        </p:nvSpPr>
        <p:spPr bwMode="auto">
          <a:xfrm>
            <a:off x="8778875" y="3765551"/>
            <a:ext cx="533400" cy="396875"/>
          </a:xfrm>
          <a:prstGeom prst="rect">
            <a:avLst/>
          </a:prstGeom>
          <a:noFill/>
          <a:ln w="9525">
            <a:noFill/>
            <a:miter lim="800000"/>
            <a:headEnd/>
            <a:tailEnd/>
          </a:ln>
        </p:spPr>
        <p:txBody>
          <a:bodyPr>
            <a:spAutoFit/>
          </a:bodyPr>
          <a:lstStyle/>
          <a:p>
            <a:pPr eaLnBrk="1" hangingPunct="1">
              <a:spcBef>
                <a:spcPct val="50000"/>
              </a:spcBef>
              <a:defRPr/>
            </a:pPr>
            <a:r>
              <a:rPr lang="en-US" sz="2000" dirty="0"/>
              <a:t>Q*</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a:extLst>
              <a:ext uri="{FF2B5EF4-FFF2-40B4-BE49-F238E27FC236}">
                <a16:creationId xmlns:a16="http://schemas.microsoft.com/office/drawing/2014/main" id="{485B79DC-F73E-A961-185B-BF7CCD66FB52}"/>
              </a:ext>
            </a:extLst>
          </p:cNvPr>
          <p:cNvSpPr>
            <a:spLocks noGrp="1" noChangeArrowheads="1"/>
          </p:cNvSpPr>
          <p:nvPr>
            <p:ph type="title"/>
          </p:nvPr>
        </p:nvSpPr>
        <p:spPr/>
        <p:txBody>
          <a:bodyPr>
            <a:normAutofit/>
          </a:bodyPr>
          <a:lstStyle/>
          <a:p>
            <a:r>
              <a:rPr lang="en-US" altLang="en-US" dirty="0"/>
              <a:t>RS-Latch</a:t>
            </a:r>
          </a:p>
        </p:txBody>
      </p:sp>
      <p:sp>
        <p:nvSpPr>
          <p:cNvPr id="10" name="Text Placeholder 9">
            <a:extLst>
              <a:ext uri="{FF2B5EF4-FFF2-40B4-BE49-F238E27FC236}">
                <a16:creationId xmlns:a16="http://schemas.microsoft.com/office/drawing/2014/main" id="{3C199452-7928-F857-CCE5-B6DEB139D40D}"/>
              </a:ext>
            </a:extLst>
          </p:cNvPr>
          <p:cNvSpPr>
            <a:spLocks noGrp="1"/>
          </p:cNvSpPr>
          <p:nvPr>
            <p:ph type="body" sz="quarter" idx="10"/>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The matrix of excitation functions “-” -  don’t care</a:t>
            </a:r>
          </a:p>
          <a:p>
            <a:endParaRPr lang="en-US" dirty="0"/>
          </a:p>
        </p:txBody>
      </p:sp>
      <p:graphicFrame>
        <p:nvGraphicFramePr>
          <p:cNvPr id="5" name="Table 4">
            <a:extLst>
              <a:ext uri="{FF2B5EF4-FFF2-40B4-BE49-F238E27FC236}">
                <a16:creationId xmlns:a16="http://schemas.microsoft.com/office/drawing/2014/main" id="{08C5CD1A-395D-49E4-BBEA-6EFFE7242D44}"/>
              </a:ext>
            </a:extLst>
          </p:cNvPr>
          <p:cNvGraphicFramePr>
            <a:graphicFrameLocks noGrp="1"/>
          </p:cNvGraphicFramePr>
          <p:nvPr>
            <p:extLst>
              <p:ext uri="{D42A27DB-BD31-4B8C-83A1-F6EECF244321}">
                <p14:modId xmlns:p14="http://schemas.microsoft.com/office/powerpoint/2010/main" val="2803107763"/>
              </p:ext>
            </p:extLst>
          </p:nvPr>
        </p:nvGraphicFramePr>
        <p:xfrm>
          <a:off x="2819401" y="1752600"/>
          <a:ext cx="2430463" cy="2114551"/>
        </p:xfrm>
        <a:graphic>
          <a:graphicData uri="http://schemas.openxmlformats.org/drawingml/2006/table">
            <a:tbl>
              <a:tblPr firstRow="1" bandRow="1">
                <a:tableStyleId>{5C22544A-7EE6-4342-B048-85BDC9FD1C3A}</a:tableStyleId>
              </a:tblPr>
              <a:tblGrid>
                <a:gridCol w="1522310">
                  <a:extLst>
                    <a:ext uri="{9D8B030D-6E8A-4147-A177-3AD203B41FA5}">
                      <a16:colId xmlns:a16="http://schemas.microsoft.com/office/drawing/2014/main" val="20000"/>
                    </a:ext>
                  </a:extLst>
                </a:gridCol>
                <a:gridCol w="534272">
                  <a:extLst>
                    <a:ext uri="{9D8B030D-6E8A-4147-A177-3AD203B41FA5}">
                      <a16:colId xmlns:a16="http://schemas.microsoft.com/office/drawing/2014/main" val="20001"/>
                    </a:ext>
                  </a:extLst>
                </a:gridCol>
                <a:gridCol w="373881">
                  <a:extLst>
                    <a:ext uri="{9D8B030D-6E8A-4147-A177-3AD203B41FA5}">
                      <a16:colId xmlns:a16="http://schemas.microsoft.com/office/drawing/2014/main" val="20002"/>
                    </a:ext>
                  </a:extLst>
                </a:gridCol>
              </a:tblGrid>
              <a:tr h="63163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bg2"/>
                          </a:solidFill>
                        </a:rPr>
                        <a:t>Transition</a:t>
                      </a:r>
                    </a:p>
                  </a:txBody>
                  <a:tcPr marL="91469" marR="91469" marT="45706" marB="45706"/>
                </a:tc>
                <a:tc>
                  <a:txBody>
                    <a:bodyPr/>
                    <a:lstStyle/>
                    <a:p>
                      <a:pPr algn="ctr"/>
                      <a:r>
                        <a:rPr lang="en-US" sz="1800" b="0" dirty="0">
                          <a:solidFill>
                            <a:schemeClr val="bg2"/>
                          </a:solidFill>
                        </a:rPr>
                        <a:t>R</a:t>
                      </a:r>
                    </a:p>
                  </a:txBody>
                  <a:tcPr marL="91469" marR="91469" marT="45706" marB="45706"/>
                </a:tc>
                <a:tc>
                  <a:txBody>
                    <a:bodyPr/>
                    <a:lstStyle/>
                    <a:p>
                      <a:pPr algn="ctr"/>
                      <a:r>
                        <a:rPr lang="en-US" sz="1800" b="0" dirty="0">
                          <a:solidFill>
                            <a:schemeClr val="bg2"/>
                          </a:solidFill>
                        </a:rPr>
                        <a:t>S</a:t>
                      </a:r>
                    </a:p>
                  </a:txBody>
                  <a:tcPr marL="91469" marR="91469" marT="45706" marB="45706"/>
                </a:tc>
                <a:extLst>
                  <a:ext uri="{0D108BD9-81ED-4DB2-BD59-A6C34878D82A}">
                    <a16:rowId xmlns:a16="http://schemas.microsoft.com/office/drawing/2014/main" val="10000"/>
                  </a:ext>
                </a:extLst>
              </a:tr>
              <a:tr h="37072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sym typeface="Symbol" pitchFamily="18" charset="2"/>
                        </a:rPr>
                        <a:t> 0  0</a:t>
                      </a:r>
                      <a:endParaRPr lang="en-US" sz="1800" b="0" dirty="0">
                        <a:solidFill>
                          <a:schemeClr val="tx1"/>
                        </a:solidFill>
                      </a:endParaRPr>
                    </a:p>
                  </a:txBody>
                  <a:tcPr marL="91469" marR="91469" marT="45706" marB="45706"/>
                </a:tc>
                <a:tc>
                  <a:txBody>
                    <a:bodyPr/>
                    <a:lstStyle/>
                    <a:p>
                      <a:pPr algn="ctr"/>
                      <a:r>
                        <a:rPr lang="en-US" sz="1800" b="0" dirty="0">
                          <a:solidFill>
                            <a:schemeClr val="tx1"/>
                          </a:solidFill>
                        </a:rPr>
                        <a:t>-</a:t>
                      </a:r>
                    </a:p>
                  </a:txBody>
                  <a:tcPr marL="91469" marR="91469" marT="45706" marB="45706"/>
                </a:tc>
                <a:tc>
                  <a:txBody>
                    <a:bodyPr/>
                    <a:lstStyle/>
                    <a:p>
                      <a:pPr algn="ctr"/>
                      <a:r>
                        <a:rPr lang="en-US" sz="1800" b="0" dirty="0">
                          <a:solidFill>
                            <a:schemeClr val="tx1"/>
                          </a:solidFill>
                        </a:rPr>
                        <a:t>0</a:t>
                      </a:r>
                    </a:p>
                  </a:txBody>
                  <a:tcPr marL="91469" marR="91469" marT="45706" marB="45706"/>
                </a:tc>
                <a:extLst>
                  <a:ext uri="{0D108BD9-81ED-4DB2-BD59-A6C34878D82A}">
                    <a16:rowId xmlns:a16="http://schemas.microsoft.com/office/drawing/2014/main" val="10001"/>
                  </a:ext>
                </a:extLst>
              </a:tr>
              <a:tr h="37072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sym typeface="Symbol" pitchFamily="18" charset="2"/>
                        </a:rPr>
                        <a:t> 0  1</a:t>
                      </a:r>
                      <a:endParaRPr lang="en-US" sz="1800" b="0" dirty="0">
                        <a:solidFill>
                          <a:schemeClr val="tx1"/>
                        </a:solidFill>
                      </a:endParaRPr>
                    </a:p>
                  </a:txBody>
                  <a:tcPr marL="91469" marR="91469" marT="45706" marB="45706"/>
                </a:tc>
                <a:tc>
                  <a:txBody>
                    <a:bodyPr/>
                    <a:lstStyle/>
                    <a:p>
                      <a:pPr algn="ctr"/>
                      <a:r>
                        <a:rPr lang="en-US" sz="1800" b="0" dirty="0">
                          <a:solidFill>
                            <a:schemeClr val="tx1"/>
                          </a:solidFill>
                        </a:rPr>
                        <a:t>0</a:t>
                      </a:r>
                    </a:p>
                  </a:txBody>
                  <a:tcPr marL="91469" marR="91469" marT="45706" marB="45706"/>
                </a:tc>
                <a:tc>
                  <a:txBody>
                    <a:bodyPr/>
                    <a:lstStyle/>
                    <a:p>
                      <a:pPr algn="ctr"/>
                      <a:r>
                        <a:rPr lang="en-US" sz="1800" b="0" dirty="0">
                          <a:solidFill>
                            <a:schemeClr val="tx1"/>
                          </a:solidFill>
                        </a:rPr>
                        <a:t>1</a:t>
                      </a:r>
                    </a:p>
                  </a:txBody>
                  <a:tcPr marL="91469" marR="91469" marT="45706" marB="45706"/>
                </a:tc>
                <a:extLst>
                  <a:ext uri="{0D108BD9-81ED-4DB2-BD59-A6C34878D82A}">
                    <a16:rowId xmlns:a16="http://schemas.microsoft.com/office/drawing/2014/main" val="10002"/>
                  </a:ext>
                </a:extLst>
              </a:tr>
              <a:tr h="37072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sym typeface="Symbol" pitchFamily="18" charset="2"/>
                        </a:rPr>
                        <a:t> 1  0</a:t>
                      </a:r>
                      <a:endParaRPr lang="en-US" sz="1800" b="0" dirty="0">
                        <a:solidFill>
                          <a:schemeClr val="tx1"/>
                        </a:solidFill>
                      </a:endParaRPr>
                    </a:p>
                  </a:txBody>
                  <a:tcPr marL="91469" marR="91469" marT="45706" marB="45706"/>
                </a:tc>
                <a:tc>
                  <a:txBody>
                    <a:bodyPr/>
                    <a:lstStyle/>
                    <a:p>
                      <a:pPr algn="ctr"/>
                      <a:r>
                        <a:rPr lang="en-US" sz="1800" b="0" dirty="0">
                          <a:solidFill>
                            <a:schemeClr val="tx1"/>
                          </a:solidFill>
                        </a:rPr>
                        <a:t>1</a:t>
                      </a:r>
                    </a:p>
                  </a:txBody>
                  <a:tcPr marL="91469" marR="91469" marT="45706" marB="45706"/>
                </a:tc>
                <a:tc>
                  <a:txBody>
                    <a:bodyPr/>
                    <a:lstStyle/>
                    <a:p>
                      <a:pPr algn="ctr"/>
                      <a:r>
                        <a:rPr lang="en-US" sz="1800" b="0" dirty="0">
                          <a:solidFill>
                            <a:schemeClr val="tx1"/>
                          </a:solidFill>
                        </a:rPr>
                        <a:t>0</a:t>
                      </a:r>
                    </a:p>
                  </a:txBody>
                  <a:tcPr marL="91469" marR="91469" marT="45706" marB="45706"/>
                </a:tc>
                <a:extLst>
                  <a:ext uri="{0D108BD9-81ED-4DB2-BD59-A6C34878D82A}">
                    <a16:rowId xmlns:a16="http://schemas.microsoft.com/office/drawing/2014/main" val="10003"/>
                  </a:ext>
                </a:extLst>
              </a:tr>
              <a:tr h="37072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sym typeface="Symbol" pitchFamily="18" charset="2"/>
                        </a:rPr>
                        <a:t> 1  1</a:t>
                      </a:r>
                      <a:endParaRPr lang="en-US" sz="1800" b="0" dirty="0">
                        <a:solidFill>
                          <a:schemeClr val="tx1"/>
                        </a:solidFill>
                      </a:endParaRPr>
                    </a:p>
                  </a:txBody>
                  <a:tcPr marL="91469" marR="91469" marT="45706" marB="45706"/>
                </a:tc>
                <a:tc>
                  <a:txBody>
                    <a:bodyPr/>
                    <a:lstStyle/>
                    <a:p>
                      <a:pPr algn="ctr"/>
                      <a:r>
                        <a:rPr lang="en-US" sz="1800" b="0" dirty="0">
                          <a:solidFill>
                            <a:schemeClr val="tx1"/>
                          </a:solidFill>
                        </a:rPr>
                        <a:t>0</a:t>
                      </a:r>
                    </a:p>
                  </a:txBody>
                  <a:tcPr marL="91469" marR="91469" marT="45706" marB="45706"/>
                </a:tc>
                <a:tc>
                  <a:txBody>
                    <a:bodyPr/>
                    <a:lstStyle/>
                    <a:p>
                      <a:pPr algn="ctr"/>
                      <a:r>
                        <a:rPr lang="en-US" sz="1800" b="0" dirty="0">
                          <a:solidFill>
                            <a:schemeClr val="tx1"/>
                          </a:solidFill>
                        </a:rPr>
                        <a:t>-</a:t>
                      </a:r>
                    </a:p>
                  </a:txBody>
                  <a:tcPr marL="91469" marR="91469" marT="45706" marB="45706"/>
                </a:tc>
                <a:extLst>
                  <a:ext uri="{0D108BD9-81ED-4DB2-BD59-A6C34878D82A}">
                    <a16:rowId xmlns:a16="http://schemas.microsoft.com/office/drawing/2014/main" val="10004"/>
                  </a:ext>
                </a:extLst>
              </a:tr>
            </a:tbl>
          </a:graphicData>
        </a:graphic>
      </p:graphicFrame>
      <p:grpSp>
        <p:nvGrpSpPr>
          <p:cNvPr id="24605" name="Group 39">
            <a:extLst>
              <a:ext uri="{FF2B5EF4-FFF2-40B4-BE49-F238E27FC236}">
                <a16:creationId xmlns:a16="http://schemas.microsoft.com/office/drawing/2014/main" id="{502EE4F0-9497-8078-B7F2-5007B89589A1}"/>
              </a:ext>
            </a:extLst>
          </p:cNvPr>
          <p:cNvGrpSpPr>
            <a:grpSpLocks/>
          </p:cNvGrpSpPr>
          <p:nvPr/>
        </p:nvGrpSpPr>
        <p:grpSpPr bwMode="auto">
          <a:xfrm>
            <a:off x="5689600" y="2014538"/>
            <a:ext cx="4114800" cy="1803400"/>
            <a:chOff x="4160146" y="2014220"/>
            <a:chExt cx="4665459" cy="1803400"/>
          </a:xfrm>
        </p:grpSpPr>
        <p:sp>
          <p:nvSpPr>
            <p:cNvPr id="24607" name="Text Box 29">
              <a:extLst>
                <a:ext uri="{FF2B5EF4-FFF2-40B4-BE49-F238E27FC236}">
                  <a16:creationId xmlns:a16="http://schemas.microsoft.com/office/drawing/2014/main" id="{786F61D7-0DB2-ED8E-3202-16D9003A12BA}"/>
                </a:ext>
              </a:extLst>
            </p:cNvPr>
            <p:cNvSpPr txBox="1">
              <a:spLocks noChangeArrowheads="1"/>
            </p:cNvSpPr>
            <p:nvPr/>
          </p:nvSpPr>
          <p:spPr bwMode="auto">
            <a:xfrm>
              <a:off x="6067424" y="2014220"/>
              <a:ext cx="68783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01</a:t>
              </a:r>
            </a:p>
          </p:txBody>
        </p:sp>
        <p:sp>
          <p:nvSpPr>
            <p:cNvPr id="24608" name="Oval 31">
              <a:extLst>
                <a:ext uri="{FF2B5EF4-FFF2-40B4-BE49-F238E27FC236}">
                  <a16:creationId xmlns:a16="http://schemas.microsoft.com/office/drawing/2014/main" id="{C467C2FD-D3FB-7C02-37BB-24CF6F730203}"/>
                </a:ext>
              </a:extLst>
            </p:cNvPr>
            <p:cNvSpPr>
              <a:spLocks noChangeArrowheads="1"/>
            </p:cNvSpPr>
            <p:nvPr/>
          </p:nvSpPr>
          <p:spPr bwMode="auto">
            <a:xfrm>
              <a:off x="4924425" y="2598420"/>
              <a:ext cx="870589" cy="769938"/>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dirty="0">
                  <a:solidFill>
                    <a:schemeClr val="bg2"/>
                  </a:solidFill>
                </a:rPr>
                <a:t>0</a:t>
              </a:r>
            </a:p>
          </p:txBody>
        </p:sp>
        <p:sp>
          <p:nvSpPr>
            <p:cNvPr id="24609" name="Oval 32">
              <a:extLst>
                <a:ext uri="{FF2B5EF4-FFF2-40B4-BE49-F238E27FC236}">
                  <a16:creationId xmlns:a16="http://schemas.microsoft.com/office/drawing/2014/main" id="{0EC17C1C-3908-4EFD-8E20-45900437282B}"/>
                </a:ext>
              </a:extLst>
            </p:cNvPr>
            <p:cNvSpPr>
              <a:spLocks noChangeArrowheads="1"/>
            </p:cNvSpPr>
            <p:nvPr/>
          </p:nvSpPr>
          <p:spPr bwMode="auto">
            <a:xfrm>
              <a:off x="7032625" y="2539683"/>
              <a:ext cx="870589" cy="769937"/>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dirty="0">
                  <a:solidFill>
                    <a:schemeClr val="bg2"/>
                  </a:solidFill>
                </a:rPr>
                <a:t>1</a:t>
              </a:r>
            </a:p>
          </p:txBody>
        </p:sp>
        <p:sp>
          <p:nvSpPr>
            <p:cNvPr id="24610" name="Arc 33">
              <a:extLst>
                <a:ext uri="{FF2B5EF4-FFF2-40B4-BE49-F238E27FC236}">
                  <a16:creationId xmlns:a16="http://schemas.microsoft.com/office/drawing/2014/main" id="{2B0DBCB0-9E99-83E7-27D9-A55E8F97C867}"/>
                </a:ext>
              </a:extLst>
            </p:cNvPr>
            <p:cNvSpPr>
              <a:spLocks/>
            </p:cNvSpPr>
            <p:nvPr/>
          </p:nvSpPr>
          <p:spPr bwMode="auto">
            <a:xfrm>
              <a:off x="5535613" y="2473008"/>
              <a:ext cx="1555750" cy="620712"/>
            </a:xfrm>
            <a:custGeom>
              <a:avLst/>
              <a:gdLst>
                <a:gd name="T0" fmla="*/ 0 w 32116"/>
                <a:gd name="T1" fmla="*/ 0 h 21600"/>
                <a:gd name="T2" fmla="*/ 2147483646 w 32116"/>
                <a:gd name="T3" fmla="*/ 0 h 21600"/>
                <a:gd name="T4" fmla="*/ 0 w 32116"/>
                <a:gd name="T5" fmla="*/ 0 h 21600"/>
                <a:gd name="T6" fmla="*/ 0 60000 65536"/>
                <a:gd name="T7" fmla="*/ 0 60000 65536"/>
                <a:gd name="T8" fmla="*/ 0 60000 65536"/>
                <a:gd name="T9" fmla="*/ 0 w 32116"/>
                <a:gd name="T10" fmla="*/ 0 h 21600"/>
                <a:gd name="T11" fmla="*/ 32116 w 32116"/>
                <a:gd name="T12" fmla="*/ 21600 h 21600"/>
              </a:gdLst>
              <a:ahLst/>
              <a:cxnLst>
                <a:cxn ang="T6">
                  <a:pos x="T0" y="T1"/>
                </a:cxn>
                <a:cxn ang="T7">
                  <a:pos x="T2" y="T3"/>
                </a:cxn>
                <a:cxn ang="T8">
                  <a:pos x="T4" y="T5"/>
                </a:cxn>
              </a:cxnLst>
              <a:rect l="T9" t="T10" r="T11" b="T12"/>
              <a:pathLst>
                <a:path w="32116" h="21600" fill="none" extrusionOk="0">
                  <a:moveTo>
                    <a:pt x="-1" y="6208"/>
                  </a:moveTo>
                  <a:cubicBezTo>
                    <a:pt x="4040" y="2230"/>
                    <a:pt x="9484" y="-1"/>
                    <a:pt x="15155" y="0"/>
                  </a:cubicBezTo>
                  <a:cubicBezTo>
                    <a:pt x="21769" y="0"/>
                    <a:pt x="28019" y="3030"/>
                    <a:pt x="32115" y="8225"/>
                  </a:cubicBezTo>
                </a:path>
                <a:path w="32116" h="21600" stroke="0" extrusionOk="0">
                  <a:moveTo>
                    <a:pt x="-1" y="6208"/>
                  </a:moveTo>
                  <a:cubicBezTo>
                    <a:pt x="4040" y="2230"/>
                    <a:pt x="9484" y="-1"/>
                    <a:pt x="15155" y="0"/>
                  </a:cubicBezTo>
                  <a:cubicBezTo>
                    <a:pt x="21769" y="0"/>
                    <a:pt x="28019" y="3030"/>
                    <a:pt x="32115" y="8225"/>
                  </a:cubicBezTo>
                  <a:lnTo>
                    <a:pt x="15155" y="21600"/>
                  </a:lnTo>
                  <a:lnTo>
                    <a:pt x="-1" y="6208"/>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611" name="Arc 34">
              <a:extLst>
                <a:ext uri="{FF2B5EF4-FFF2-40B4-BE49-F238E27FC236}">
                  <a16:creationId xmlns:a16="http://schemas.microsoft.com/office/drawing/2014/main" id="{F3C1D27E-FB8F-1904-ACAB-E57B0172A4C1}"/>
                </a:ext>
              </a:extLst>
            </p:cNvPr>
            <p:cNvSpPr>
              <a:spLocks/>
            </p:cNvSpPr>
            <p:nvPr/>
          </p:nvSpPr>
          <p:spPr bwMode="auto">
            <a:xfrm rot="10800000">
              <a:off x="5700576" y="2861120"/>
              <a:ext cx="1482725" cy="541338"/>
            </a:xfrm>
            <a:custGeom>
              <a:avLst/>
              <a:gdLst>
                <a:gd name="T0" fmla="*/ 0 w 32691"/>
                <a:gd name="T1" fmla="*/ 0 h 21600"/>
                <a:gd name="T2" fmla="*/ 2147483646 w 32691"/>
                <a:gd name="T3" fmla="*/ 0 h 21600"/>
                <a:gd name="T4" fmla="*/ 0 w 32691"/>
                <a:gd name="T5" fmla="*/ 0 h 21600"/>
                <a:gd name="T6" fmla="*/ 0 60000 65536"/>
                <a:gd name="T7" fmla="*/ 0 60000 65536"/>
                <a:gd name="T8" fmla="*/ 0 60000 65536"/>
                <a:gd name="T9" fmla="*/ 0 w 32691"/>
                <a:gd name="T10" fmla="*/ 0 h 21600"/>
                <a:gd name="T11" fmla="*/ 32691 w 32691"/>
                <a:gd name="T12" fmla="*/ 21600 h 21600"/>
              </a:gdLst>
              <a:ahLst/>
              <a:cxnLst>
                <a:cxn ang="T6">
                  <a:pos x="T0" y="T1"/>
                </a:cxn>
                <a:cxn ang="T7">
                  <a:pos x="T2" y="T3"/>
                </a:cxn>
                <a:cxn ang="T8">
                  <a:pos x="T4" y="T5"/>
                </a:cxn>
              </a:cxnLst>
              <a:rect l="T9" t="T10" r="T11" b="T12"/>
              <a:pathLst>
                <a:path w="32691" h="21600" fill="none" extrusionOk="0">
                  <a:moveTo>
                    <a:pt x="-1" y="6094"/>
                  </a:moveTo>
                  <a:cubicBezTo>
                    <a:pt x="4029" y="2186"/>
                    <a:pt x="9423" y="-1"/>
                    <a:pt x="15038" y="0"/>
                  </a:cubicBezTo>
                  <a:cubicBezTo>
                    <a:pt x="22060" y="0"/>
                    <a:pt x="28644" y="3414"/>
                    <a:pt x="32691" y="9153"/>
                  </a:cubicBezTo>
                </a:path>
                <a:path w="32691" h="21600" stroke="0" extrusionOk="0">
                  <a:moveTo>
                    <a:pt x="-1" y="6094"/>
                  </a:moveTo>
                  <a:cubicBezTo>
                    <a:pt x="4029" y="2186"/>
                    <a:pt x="9423" y="-1"/>
                    <a:pt x="15038" y="0"/>
                  </a:cubicBezTo>
                  <a:cubicBezTo>
                    <a:pt x="22060" y="0"/>
                    <a:pt x="28644" y="3414"/>
                    <a:pt x="32691" y="9153"/>
                  </a:cubicBezTo>
                  <a:lnTo>
                    <a:pt x="15038" y="21600"/>
                  </a:lnTo>
                  <a:lnTo>
                    <a:pt x="-1" y="6094"/>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24612" name="Arc 35">
              <a:extLst>
                <a:ext uri="{FF2B5EF4-FFF2-40B4-BE49-F238E27FC236}">
                  <a16:creationId xmlns:a16="http://schemas.microsoft.com/office/drawing/2014/main" id="{42857E72-5ECE-F7CF-B288-E481AC1AC1EE}"/>
                </a:ext>
              </a:extLst>
            </p:cNvPr>
            <p:cNvSpPr>
              <a:spLocks/>
            </p:cNvSpPr>
            <p:nvPr/>
          </p:nvSpPr>
          <p:spPr bwMode="auto">
            <a:xfrm flipH="1">
              <a:off x="4543425" y="2560320"/>
              <a:ext cx="596900" cy="633413"/>
            </a:xfrm>
            <a:custGeom>
              <a:avLst/>
              <a:gdLst>
                <a:gd name="T0" fmla="*/ 0 w 36972"/>
                <a:gd name="T1" fmla="*/ 0 h 43200"/>
                <a:gd name="T2" fmla="*/ 0 w 36972"/>
                <a:gd name="T3" fmla="*/ 0 h 43200"/>
                <a:gd name="T4" fmla="*/ 0 w 36972"/>
                <a:gd name="T5" fmla="*/ 0 h 43200"/>
                <a:gd name="T6" fmla="*/ 0 60000 65536"/>
                <a:gd name="T7" fmla="*/ 0 60000 65536"/>
                <a:gd name="T8" fmla="*/ 0 60000 65536"/>
                <a:gd name="T9" fmla="*/ 0 w 36972"/>
                <a:gd name="T10" fmla="*/ 0 h 43200"/>
                <a:gd name="T11" fmla="*/ 36972 w 36972"/>
                <a:gd name="T12" fmla="*/ 43200 h 43200"/>
              </a:gdLst>
              <a:ahLst/>
              <a:cxnLst>
                <a:cxn ang="T6">
                  <a:pos x="T0" y="T1"/>
                </a:cxn>
                <a:cxn ang="T7">
                  <a:pos x="T2" y="T3"/>
                </a:cxn>
                <a:cxn ang="T8">
                  <a:pos x="T4" y="T5"/>
                </a:cxn>
              </a:cxnLst>
              <a:rect l="T9" t="T10" r="T11" b="T12"/>
              <a:pathLst>
                <a:path w="36972" h="43200" fill="none" extrusionOk="0">
                  <a:moveTo>
                    <a:pt x="0" y="6425"/>
                  </a:moveTo>
                  <a:cubicBezTo>
                    <a:pt x="4058" y="2314"/>
                    <a:pt x="9595" y="-1"/>
                    <a:pt x="15372" y="0"/>
                  </a:cubicBezTo>
                  <a:cubicBezTo>
                    <a:pt x="27301" y="0"/>
                    <a:pt x="36972" y="9670"/>
                    <a:pt x="36972" y="21600"/>
                  </a:cubicBezTo>
                  <a:cubicBezTo>
                    <a:pt x="36972" y="33529"/>
                    <a:pt x="27301" y="43200"/>
                    <a:pt x="15372" y="43200"/>
                  </a:cubicBezTo>
                  <a:cubicBezTo>
                    <a:pt x="13953" y="43200"/>
                    <a:pt x="12538" y="43060"/>
                    <a:pt x="11147" y="42782"/>
                  </a:cubicBezTo>
                </a:path>
                <a:path w="36972" h="43200" stroke="0" extrusionOk="0">
                  <a:moveTo>
                    <a:pt x="0" y="6425"/>
                  </a:moveTo>
                  <a:cubicBezTo>
                    <a:pt x="4058" y="2314"/>
                    <a:pt x="9595" y="-1"/>
                    <a:pt x="15372" y="0"/>
                  </a:cubicBezTo>
                  <a:cubicBezTo>
                    <a:pt x="27301" y="0"/>
                    <a:pt x="36972" y="9670"/>
                    <a:pt x="36972" y="21600"/>
                  </a:cubicBezTo>
                  <a:cubicBezTo>
                    <a:pt x="36972" y="33529"/>
                    <a:pt x="27301" y="43200"/>
                    <a:pt x="15372" y="43200"/>
                  </a:cubicBezTo>
                  <a:cubicBezTo>
                    <a:pt x="13953" y="43200"/>
                    <a:pt x="12538" y="43060"/>
                    <a:pt x="11147" y="42782"/>
                  </a:cubicBezTo>
                  <a:lnTo>
                    <a:pt x="15372" y="21600"/>
                  </a:lnTo>
                  <a:lnTo>
                    <a:pt x="0" y="6425"/>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613" name="Arc 36">
              <a:extLst>
                <a:ext uri="{FF2B5EF4-FFF2-40B4-BE49-F238E27FC236}">
                  <a16:creationId xmlns:a16="http://schemas.microsoft.com/office/drawing/2014/main" id="{921C52B1-0064-1AA5-96C2-E94DE694C152}"/>
                </a:ext>
              </a:extLst>
            </p:cNvPr>
            <p:cNvSpPr>
              <a:spLocks/>
            </p:cNvSpPr>
            <p:nvPr/>
          </p:nvSpPr>
          <p:spPr bwMode="auto">
            <a:xfrm rot="9581927" flipH="1">
              <a:off x="7680949" y="2684908"/>
              <a:ext cx="665163" cy="633412"/>
            </a:xfrm>
            <a:custGeom>
              <a:avLst/>
              <a:gdLst>
                <a:gd name="T0" fmla="*/ 0 w 41244"/>
                <a:gd name="T1" fmla="*/ 0 h 43200"/>
                <a:gd name="T2" fmla="*/ 0 w 41244"/>
                <a:gd name="T3" fmla="*/ 0 h 43200"/>
                <a:gd name="T4" fmla="*/ 0 w 41244"/>
                <a:gd name="T5" fmla="*/ 0 h 43200"/>
                <a:gd name="T6" fmla="*/ 0 60000 65536"/>
                <a:gd name="T7" fmla="*/ 0 60000 65536"/>
                <a:gd name="T8" fmla="*/ 0 60000 65536"/>
                <a:gd name="T9" fmla="*/ 0 w 41244"/>
                <a:gd name="T10" fmla="*/ 0 h 43200"/>
                <a:gd name="T11" fmla="*/ 41244 w 41244"/>
                <a:gd name="T12" fmla="*/ 43200 h 43200"/>
              </a:gdLst>
              <a:ahLst/>
              <a:cxnLst>
                <a:cxn ang="T6">
                  <a:pos x="T0" y="T1"/>
                </a:cxn>
                <a:cxn ang="T7">
                  <a:pos x="T2" y="T3"/>
                </a:cxn>
                <a:cxn ang="T8">
                  <a:pos x="T4" y="T5"/>
                </a:cxn>
              </a:cxnLst>
              <a:rect l="T9" t="T10" r="T11" b="T12"/>
              <a:pathLst>
                <a:path w="41244" h="43200" fill="none" extrusionOk="0">
                  <a:moveTo>
                    <a:pt x="0" y="12617"/>
                  </a:moveTo>
                  <a:cubicBezTo>
                    <a:pt x="3515" y="4930"/>
                    <a:pt x="11191" y="-1"/>
                    <a:pt x="19644" y="0"/>
                  </a:cubicBezTo>
                  <a:cubicBezTo>
                    <a:pt x="31573" y="0"/>
                    <a:pt x="41244" y="9670"/>
                    <a:pt x="41244" y="21600"/>
                  </a:cubicBezTo>
                  <a:cubicBezTo>
                    <a:pt x="41244" y="33529"/>
                    <a:pt x="31573" y="43200"/>
                    <a:pt x="19644" y="43200"/>
                  </a:cubicBezTo>
                  <a:cubicBezTo>
                    <a:pt x="18225" y="43200"/>
                    <a:pt x="16810" y="43060"/>
                    <a:pt x="15419" y="42782"/>
                  </a:cubicBezTo>
                </a:path>
                <a:path w="41244" h="43200" stroke="0" extrusionOk="0">
                  <a:moveTo>
                    <a:pt x="0" y="12617"/>
                  </a:moveTo>
                  <a:cubicBezTo>
                    <a:pt x="3515" y="4930"/>
                    <a:pt x="11191" y="-1"/>
                    <a:pt x="19644" y="0"/>
                  </a:cubicBezTo>
                  <a:cubicBezTo>
                    <a:pt x="31573" y="0"/>
                    <a:pt x="41244" y="9670"/>
                    <a:pt x="41244" y="21600"/>
                  </a:cubicBezTo>
                  <a:cubicBezTo>
                    <a:pt x="41244" y="33529"/>
                    <a:pt x="31573" y="43200"/>
                    <a:pt x="19644" y="43200"/>
                  </a:cubicBezTo>
                  <a:cubicBezTo>
                    <a:pt x="18225" y="43200"/>
                    <a:pt x="16810" y="43060"/>
                    <a:pt x="15419" y="42782"/>
                  </a:cubicBezTo>
                  <a:lnTo>
                    <a:pt x="19644" y="21600"/>
                  </a:lnTo>
                  <a:lnTo>
                    <a:pt x="0" y="12617"/>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24614" name="Text Box 37">
              <a:extLst>
                <a:ext uri="{FF2B5EF4-FFF2-40B4-BE49-F238E27FC236}">
                  <a16:creationId xmlns:a16="http://schemas.microsoft.com/office/drawing/2014/main" id="{D0936099-2B62-5A1F-7A32-A3A324FBC41F}"/>
                </a:ext>
              </a:extLst>
            </p:cNvPr>
            <p:cNvSpPr txBox="1">
              <a:spLocks noChangeArrowheads="1"/>
            </p:cNvSpPr>
            <p:nvPr/>
          </p:nvSpPr>
          <p:spPr bwMode="auto">
            <a:xfrm>
              <a:off x="5977825" y="3360420"/>
              <a:ext cx="635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10</a:t>
              </a:r>
            </a:p>
          </p:txBody>
        </p:sp>
        <p:sp>
          <p:nvSpPr>
            <p:cNvPr id="24615" name="Text Box 38">
              <a:extLst>
                <a:ext uri="{FF2B5EF4-FFF2-40B4-BE49-F238E27FC236}">
                  <a16:creationId xmlns:a16="http://schemas.microsoft.com/office/drawing/2014/main" id="{8F287BC7-A290-EF5D-E818-5121E2D91383}"/>
                </a:ext>
              </a:extLst>
            </p:cNvPr>
            <p:cNvSpPr txBox="1">
              <a:spLocks noChangeArrowheads="1"/>
            </p:cNvSpPr>
            <p:nvPr/>
          </p:nvSpPr>
          <p:spPr bwMode="auto">
            <a:xfrm>
              <a:off x="4160146" y="2395220"/>
              <a:ext cx="5334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p>
          </p:txBody>
        </p:sp>
        <p:sp>
          <p:nvSpPr>
            <p:cNvPr id="24616" name="Text Box 39">
              <a:extLst>
                <a:ext uri="{FF2B5EF4-FFF2-40B4-BE49-F238E27FC236}">
                  <a16:creationId xmlns:a16="http://schemas.microsoft.com/office/drawing/2014/main" id="{C1467E56-76D3-217C-C7AD-9CE13E55F944}"/>
                </a:ext>
              </a:extLst>
            </p:cNvPr>
            <p:cNvSpPr txBox="1">
              <a:spLocks noChangeArrowheads="1"/>
            </p:cNvSpPr>
            <p:nvPr/>
          </p:nvSpPr>
          <p:spPr bwMode="auto">
            <a:xfrm>
              <a:off x="8292204" y="2700020"/>
              <a:ext cx="5334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0-</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2C546DF-7A1D-4162-BEEB-AE93F9125654}"/>
              </a:ext>
            </a:extLst>
          </p:cNvPr>
          <p:cNvGraphicFramePr>
            <a:graphicFrameLocks noGrp="1"/>
          </p:cNvGraphicFramePr>
          <p:nvPr>
            <p:extLst>
              <p:ext uri="{D42A27DB-BD31-4B8C-83A1-F6EECF244321}">
                <p14:modId xmlns:p14="http://schemas.microsoft.com/office/powerpoint/2010/main" val="3560210921"/>
              </p:ext>
            </p:extLst>
          </p:nvPr>
        </p:nvGraphicFramePr>
        <p:xfrm>
          <a:off x="6610351" y="1225550"/>
          <a:ext cx="2847976" cy="1854200"/>
        </p:xfrm>
        <a:graphic>
          <a:graphicData uri="http://schemas.openxmlformats.org/drawingml/2006/table">
            <a:tbl>
              <a:tblPr firstRow="1" bandRow="1">
                <a:tableStyleId>{5C22544A-7EE6-4342-B048-85BDC9FD1C3A}</a:tableStyleId>
              </a:tblPr>
              <a:tblGrid>
                <a:gridCol w="711994">
                  <a:extLst>
                    <a:ext uri="{9D8B030D-6E8A-4147-A177-3AD203B41FA5}">
                      <a16:colId xmlns:a16="http://schemas.microsoft.com/office/drawing/2014/main" val="20000"/>
                    </a:ext>
                  </a:extLst>
                </a:gridCol>
                <a:gridCol w="711994">
                  <a:extLst>
                    <a:ext uri="{9D8B030D-6E8A-4147-A177-3AD203B41FA5}">
                      <a16:colId xmlns:a16="http://schemas.microsoft.com/office/drawing/2014/main" val="20001"/>
                    </a:ext>
                  </a:extLst>
                </a:gridCol>
                <a:gridCol w="711994">
                  <a:extLst>
                    <a:ext uri="{9D8B030D-6E8A-4147-A177-3AD203B41FA5}">
                      <a16:colId xmlns:a16="http://schemas.microsoft.com/office/drawing/2014/main" val="20002"/>
                    </a:ext>
                  </a:extLst>
                </a:gridCol>
                <a:gridCol w="711994">
                  <a:extLst>
                    <a:ext uri="{9D8B030D-6E8A-4147-A177-3AD203B41FA5}">
                      <a16:colId xmlns:a16="http://schemas.microsoft.com/office/drawing/2014/main" val="20003"/>
                    </a:ext>
                  </a:extLst>
                </a:gridCol>
              </a:tblGrid>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dirty="0">
                          <a:ln>
                            <a:noFill/>
                          </a:ln>
                          <a:solidFill>
                            <a:schemeClr val="bg2"/>
                          </a:solidFill>
                          <a:effectLst/>
                          <a:latin typeface="Arial" pitchFamily="34" charset="0"/>
                          <a:sym typeface="Symbol" pitchFamily="18" charset="2"/>
                        </a:rPr>
                        <a:t></a:t>
                      </a:r>
                      <a:r>
                        <a:rPr kumimoji="0" lang="en-US" sz="1800" b="0" i="0" u="none" strike="noStrike" cap="none" normalizeH="0" baseline="0" dirty="0">
                          <a:ln>
                            <a:noFill/>
                          </a:ln>
                          <a:solidFill>
                            <a:schemeClr val="bg2"/>
                          </a:solidFill>
                          <a:effectLst/>
                          <a:latin typeface="Arial" pitchFamily="34" charset="0"/>
                          <a:sym typeface="Symbol" pitchFamily="18" charset="2"/>
                        </a:rPr>
                        <a:t>S</a:t>
                      </a:r>
                      <a:endParaRPr kumimoji="0" lang="ru-RU" sz="1800" b="0" i="0" u="none" strike="noStrike" cap="none" normalizeH="0" baseline="0" dirty="0">
                        <a:ln>
                          <a:noFill/>
                        </a:ln>
                        <a:solidFill>
                          <a:schemeClr val="bg2"/>
                        </a:solidFill>
                        <a:effectLst/>
                        <a:latin typeface="Arial" pitchFamily="34" charset="0"/>
                        <a:sym typeface="Symbol" pitchFamily="18" charset="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bg2"/>
                          </a:solidFill>
                          <a:effectLst/>
                          <a:latin typeface="Arial" pitchFamily="34" charset="0"/>
                          <a:sym typeface="Symbol" pitchFamily="18" charset="2"/>
                        </a:rPr>
                        <a:t></a:t>
                      </a:r>
                      <a:r>
                        <a:rPr kumimoji="0" lang="en-US" sz="1800" b="0" i="0" u="none" strike="noStrike" cap="none" normalizeH="0" baseline="0" dirty="0">
                          <a:ln>
                            <a:noFill/>
                          </a:ln>
                          <a:solidFill>
                            <a:schemeClr val="bg2"/>
                          </a:solidFill>
                          <a:effectLst/>
                          <a:latin typeface="Arial" pitchFamily="34" charset="0"/>
                          <a:sym typeface="Symbol" pitchFamily="18" charset="2"/>
                        </a:rPr>
                        <a:t>R</a:t>
                      </a:r>
                      <a:endParaRPr kumimoji="0" lang="ru-RU" sz="1800" b="0" i="0" u="none" strike="noStrike" cap="none" normalizeH="0" baseline="0">
                        <a:ln>
                          <a:noFill/>
                        </a:ln>
                        <a:solidFill>
                          <a:schemeClr val="bg2"/>
                        </a:solidFill>
                        <a:effectLst/>
                        <a:latin typeface="Arial" pitchFamily="34" charset="0"/>
                        <a:sym typeface="Symbol" pitchFamily="18" charset="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Q</a:t>
                      </a:r>
                      <a:endParaRPr kumimoji="0" lang="ru-RU" sz="1800" b="0" i="0" u="none" strike="noStrike" cap="none" normalizeH="0" baseline="0">
                        <a:ln>
                          <a:noFill/>
                        </a:ln>
                        <a:solidFill>
                          <a:schemeClr val="bg2"/>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dirty="0">
                          <a:ln>
                            <a:noFill/>
                          </a:ln>
                          <a:solidFill>
                            <a:schemeClr val="bg2"/>
                          </a:solidFill>
                          <a:effectLst/>
                          <a:latin typeface="Arial" pitchFamily="34" charset="0"/>
                          <a:sym typeface="Symbol" pitchFamily="18" charset="2"/>
                        </a:rPr>
                        <a:t></a:t>
                      </a:r>
                      <a:r>
                        <a:rPr kumimoji="0" lang="en-US" sz="1800" b="0" i="0" u="none" strike="noStrike" cap="none" normalizeH="0" baseline="0" dirty="0">
                          <a:ln>
                            <a:noFill/>
                          </a:ln>
                          <a:solidFill>
                            <a:schemeClr val="bg2"/>
                          </a:solidFill>
                          <a:effectLst/>
                          <a:latin typeface="Arial" pitchFamily="34" charset="0"/>
                          <a:sym typeface="Symbol" pitchFamily="18" charset="2"/>
                        </a:rPr>
                        <a:t>Q</a:t>
                      </a:r>
                      <a:endParaRPr kumimoji="0" lang="ru-RU" sz="1800" b="0" i="0" u="none" strike="noStrike" cap="none" normalizeH="0" baseline="0" dirty="0">
                        <a:ln>
                          <a:noFill/>
                        </a:ln>
                        <a:solidFill>
                          <a:schemeClr val="bg2"/>
                        </a:solidFill>
                        <a:effectLst/>
                        <a:latin typeface="Arial" pitchFamily="34" charset="0"/>
                        <a:sym typeface="Symbol" pitchFamily="18" charset="2"/>
                      </a:endParaRPr>
                    </a:p>
                  </a:txBody>
                  <a:tcPr horzOverflow="overflow"/>
                </a:tc>
                <a:extLst>
                  <a:ext uri="{0D108BD9-81ED-4DB2-BD59-A6C34878D82A}">
                    <a16:rowId xmlns:a16="http://schemas.microsoft.com/office/drawing/2014/main" val="10000"/>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1"/>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3"/>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Q</a:t>
                      </a:r>
                      <a:r>
                        <a:rPr kumimoji="0" lang="en-US" sz="1800" b="0" i="0" u="none" strike="noStrike" cap="none" normalizeH="0" baseline="-25000" dirty="0">
                          <a:ln>
                            <a:noFill/>
                          </a:ln>
                          <a:solidFill>
                            <a:schemeClr val="tx1"/>
                          </a:solidFill>
                          <a:effectLst/>
                          <a:latin typeface="Arial" pitchFamily="34" charset="0"/>
                        </a:rPr>
                        <a:t>last</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dirty="0">
                          <a:ln>
                            <a:noFill/>
                          </a:ln>
                          <a:solidFill>
                            <a:schemeClr val="tx1"/>
                          </a:solidFill>
                          <a:effectLst/>
                          <a:latin typeface="Arial" pitchFamily="34" charset="0"/>
                          <a:sym typeface="Symbol" pitchFamily="18" charset="2"/>
                        </a:rPr>
                        <a:t></a:t>
                      </a:r>
                      <a:r>
                        <a:rPr kumimoji="0" lang="en-US" sz="1800" b="0" i="0" u="none" strike="noStrike" cap="none" normalizeH="0" baseline="0" dirty="0">
                          <a:ln>
                            <a:noFill/>
                          </a:ln>
                          <a:solidFill>
                            <a:schemeClr val="tx1"/>
                          </a:solidFill>
                          <a:effectLst/>
                          <a:latin typeface="Arial" pitchFamily="34" charset="0"/>
                          <a:sym typeface="Symbol" pitchFamily="18" charset="2"/>
                        </a:rPr>
                        <a:t>Q</a:t>
                      </a:r>
                      <a:r>
                        <a:rPr kumimoji="0" lang="en-US" sz="1800" b="0" i="0" u="none" strike="noStrike" cap="none" normalizeH="0" baseline="-25000" dirty="0">
                          <a:ln>
                            <a:noFill/>
                          </a:ln>
                          <a:solidFill>
                            <a:schemeClr val="tx1"/>
                          </a:solidFill>
                          <a:effectLst/>
                          <a:latin typeface="Arial" pitchFamily="34" charset="0"/>
                          <a:sym typeface="Symbol" pitchFamily="18" charset="2"/>
                        </a:rPr>
                        <a:t>last</a:t>
                      </a:r>
                      <a:endParaRPr kumimoji="0" lang="ru-RU" sz="1800" b="0" i="0" u="none" strike="noStrike" cap="none" normalizeH="0" baseline="0" dirty="0">
                        <a:ln>
                          <a:noFill/>
                        </a:ln>
                        <a:solidFill>
                          <a:schemeClr val="tx1"/>
                        </a:solidFill>
                        <a:effectLst/>
                        <a:latin typeface="Arial" pitchFamily="34" charset="0"/>
                        <a:sym typeface="Symbol" pitchFamily="18" charset="2"/>
                      </a:endParaRPr>
                    </a:p>
                  </a:txBody>
                  <a:tcPr horzOverflow="overflow"/>
                </a:tc>
                <a:extLst>
                  <a:ext uri="{0D108BD9-81ED-4DB2-BD59-A6C34878D82A}">
                    <a16:rowId xmlns:a16="http://schemas.microsoft.com/office/drawing/2014/main" val="10004"/>
                  </a:ext>
                </a:extLst>
              </a:tr>
            </a:tbl>
          </a:graphicData>
        </a:graphic>
      </p:graphicFrame>
      <p:graphicFrame>
        <p:nvGraphicFramePr>
          <p:cNvPr id="3" name="Table 2">
            <a:extLst>
              <a:ext uri="{FF2B5EF4-FFF2-40B4-BE49-F238E27FC236}">
                <a16:creationId xmlns:a16="http://schemas.microsoft.com/office/drawing/2014/main" id="{E56D6040-C171-47B6-8336-77102605A46D}"/>
              </a:ext>
            </a:extLst>
          </p:cNvPr>
          <p:cNvGraphicFramePr>
            <a:graphicFrameLocks noGrp="1"/>
          </p:cNvGraphicFramePr>
          <p:nvPr>
            <p:extLst>
              <p:ext uri="{D42A27DB-BD31-4B8C-83A1-F6EECF244321}">
                <p14:modId xmlns:p14="http://schemas.microsoft.com/office/powerpoint/2010/main" val="901550886"/>
              </p:ext>
            </p:extLst>
          </p:nvPr>
        </p:nvGraphicFramePr>
        <p:xfrm>
          <a:off x="6619876" y="3387725"/>
          <a:ext cx="2847976" cy="1854200"/>
        </p:xfrm>
        <a:graphic>
          <a:graphicData uri="http://schemas.openxmlformats.org/drawingml/2006/table">
            <a:tbl>
              <a:tblPr firstRow="1" bandRow="1">
                <a:tableStyleId>{5C22544A-7EE6-4342-B048-85BDC9FD1C3A}</a:tableStyleId>
              </a:tblPr>
              <a:tblGrid>
                <a:gridCol w="711994">
                  <a:extLst>
                    <a:ext uri="{9D8B030D-6E8A-4147-A177-3AD203B41FA5}">
                      <a16:colId xmlns:a16="http://schemas.microsoft.com/office/drawing/2014/main" val="20000"/>
                    </a:ext>
                  </a:extLst>
                </a:gridCol>
                <a:gridCol w="711994">
                  <a:extLst>
                    <a:ext uri="{9D8B030D-6E8A-4147-A177-3AD203B41FA5}">
                      <a16:colId xmlns:a16="http://schemas.microsoft.com/office/drawing/2014/main" val="20001"/>
                    </a:ext>
                  </a:extLst>
                </a:gridCol>
                <a:gridCol w="711994">
                  <a:extLst>
                    <a:ext uri="{9D8B030D-6E8A-4147-A177-3AD203B41FA5}">
                      <a16:colId xmlns:a16="http://schemas.microsoft.com/office/drawing/2014/main" val="20002"/>
                    </a:ext>
                  </a:extLst>
                </a:gridCol>
                <a:gridCol w="711994">
                  <a:extLst>
                    <a:ext uri="{9D8B030D-6E8A-4147-A177-3AD203B41FA5}">
                      <a16:colId xmlns:a16="http://schemas.microsoft.com/office/drawing/2014/main" val="20003"/>
                    </a:ext>
                  </a:extLst>
                </a:gridCol>
              </a:tblGrid>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sym typeface="Symbol" pitchFamily="18" charset="2"/>
                        </a:rPr>
                        <a:t>S</a:t>
                      </a:r>
                      <a:endParaRPr kumimoji="0" lang="ru-RU" sz="1800" b="0" i="0" u="none" strike="noStrike" cap="none" normalizeH="0" baseline="0" dirty="0">
                        <a:ln>
                          <a:noFill/>
                        </a:ln>
                        <a:solidFill>
                          <a:schemeClr val="bg2"/>
                        </a:solidFill>
                        <a:effectLst/>
                        <a:latin typeface="Arial" pitchFamily="34" charset="0"/>
                        <a:sym typeface="Symbol" pitchFamily="18" charset="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sym typeface="Symbol" pitchFamily="18" charset="2"/>
                        </a:rPr>
                        <a:t>R</a:t>
                      </a:r>
                      <a:endParaRPr kumimoji="0" lang="ru-RU" sz="1800" b="0" i="0" u="none" strike="noStrike" cap="none" normalizeH="0" baseline="0">
                        <a:ln>
                          <a:noFill/>
                        </a:ln>
                        <a:solidFill>
                          <a:schemeClr val="bg2"/>
                        </a:solidFill>
                        <a:effectLst/>
                        <a:latin typeface="Arial" pitchFamily="34" charset="0"/>
                        <a:sym typeface="Symbol" pitchFamily="18" charset="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Q</a:t>
                      </a:r>
                      <a:endParaRPr kumimoji="0" lang="ru-RU" sz="1800" b="0" i="0" u="none" strike="noStrike" cap="none" normalizeH="0" baseline="0">
                        <a:ln>
                          <a:noFill/>
                        </a:ln>
                        <a:solidFill>
                          <a:schemeClr val="bg2"/>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dirty="0">
                          <a:ln>
                            <a:noFill/>
                          </a:ln>
                          <a:solidFill>
                            <a:schemeClr val="bg2"/>
                          </a:solidFill>
                          <a:effectLst/>
                          <a:latin typeface="Arial" pitchFamily="34" charset="0"/>
                          <a:sym typeface="Symbol" pitchFamily="18" charset="2"/>
                        </a:rPr>
                        <a:t></a:t>
                      </a:r>
                      <a:r>
                        <a:rPr kumimoji="0" lang="en-US" sz="1800" b="0" i="0" u="none" strike="noStrike" cap="none" normalizeH="0" baseline="0" dirty="0">
                          <a:ln>
                            <a:noFill/>
                          </a:ln>
                          <a:solidFill>
                            <a:schemeClr val="bg2"/>
                          </a:solidFill>
                          <a:effectLst/>
                          <a:latin typeface="Arial" pitchFamily="34" charset="0"/>
                          <a:sym typeface="Symbol" pitchFamily="18" charset="2"/>
                        </a:rPr>
                        <a:t>Q</a:t>
                      </a:r>
                      <a:endParaRPr kumimoji="0" lang="ru-RU" sz="1800" b="0" i="0" u="none" strike="noStrike" cap="none" normalizeH="0" baseline="0" dirty="0">
                        <a:ln>
                          <a:noFill/>
                        </a:ln>
                        <a:solidFill>
                          <a:schemeClr val="bg2"/>
                        </a:solidFill>
                        <a:effectLst/>
                        <a:latin typeface="Arial" pitchFamily="34" charset="0"/>
                        <a:sym typeface="Symbol" pitchFamily="18" charset="2"/>
                      </a:endParaRPr>
                    </a:p>
                  </a:txBody>
                  <a:tcPr horzOverflow="overflow"/>
                </a:tc>
                <a:extLst>
                  <a:ext uri="{0D108BD9-81ED-4DB2-BD59-A6C34878D82A}">
                    <a16:rowId xmlns:a16="http://schemas.microsoft.com/office/drawing/2014/main" val="10000"/>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Q</a:t>
                      </a:r>
                      <a:r>
                        <a:rPr kumimoji="0" lang="en-US" sz="1800" b="0" i="0" u="none" strike="noStrike" cap="none" normalizeH="0" baseline="-25000" dirty="0">
                          <a:ln>
                            <a:noFill/>
                          </a:ln>
                          <a:solidFill>
                            <a:schemeClr val="tx1"/>
                          </a:solidFill>
                          <a:effectLst/>
                          <a:latin typeface="Arial" pitchFamily="34" charset="0"/>
                        </a:rPr>
                        <a:t>last</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sym typeface="Symbol" pitchFamily="18" charset="2"/>
                        </a:rPr>
                        <a:t>Q</a:t>
                      </a:r>
                      <a:r>
                        <a:rPr kumimoji="0" lang="en-US" sz="1800" b="0" i="0" u="none" strike="noStrike" cap="none" normalizeH="0" baseline="-25000" dirty="0">
                          <a:ln>
                            <a:noFill/>
                          </a:ln>
                          <a:solidFill>
                            <a:schemeClr val="tx1"/>
                          </a:solidFill>
                          <a:effectLst/>
                          <a:latin typeface="Arial" pitchFamily="34" charset="0"/>
                          <a:sym typeface="Symbol" pitchFamily="18" charset="2"/>
                        </a:rPr>
                        <a:t>last</a:t>
                      </a:r>
                      <a:endParaRPr kumimoji="0" lang="en-US" sz="1800" b="0" i="0" u="none" strike="noStrike" cap="none" normalizeH="0" baseline="0" dirty="0">
                        <a:ln>
                          <a:noFill/>
                        </a:ln>
                        <a:solidFill>
                          <a:schemeClr val="tx1"/>
                        </a:solidFill>
                        <a:effectLst/>
                        <a:latin typeface="Arial" pitchFamily="34" charset="0"/>
                        <a:sym typeface="Symbol" pitchFamily="18" charset="2"/>
                      </a:endParaRPr>
                    </a:p>
                  </a:txBody>
                  <a:tcPr horzOverflow="overflow"/>
                </a:tc>
                <a:extLst>
                  <a:ext uri="{0D108BD9-81ED-4DB2-BD59-A6C34878D82A}">
                    <a16:rowId xmlns:a16="http://schemas.microsoft.com/office/drawing/2014/main" val="10001"/>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3"/>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sym typeface="Symbol" pitchFamily="18" charset="2"/>
                        </a:rPr>
                        <a:t>0</a:t>
                      </a:r>
                      <a:endParaRPr kumimoji="0" lang="ru-RU" sz="1800" b="0" i="0" u="none" strike="noStrike" cap="none" normalizeH="0" baseline="0" dirty="0">
                        <a:ln>
                          <a:noFill/>
                        </a:ln>
                        <a:solidFill>
                          <a:schemeClr val="tx1"/>
                        </a:solidFill>
                        <a:effectLst/>
                        <a:latin typeface="Arial" pitchFamily="34" charset="0"/>
                        <a:sym typeface="Symbol" pitchFamily="18" charset="2"/>
                      </a:endParaRPr>
                    </a:p>
                  </a:txBody>
                  <a:tcPr horzOverflow="overflow"/>
                </a:tc>
                <a:extLst>
                  <a:ext uri="{0D108BD9-81ED-4DB2-BD59-A6C34878D82A}">
                    <a16:rowId xmlns:a16="http://schemas.microsoft.com/office/drawing/2014/main" val="10004"/>
                  </a:ext>
                </a:extLst>
              </a:tr>
            </a:tbl>
          </a:graphicData>
        </a:graphic>
      </p:graphicFrame>
      <p:sp>
        <p:nvSpPr>
          <p:cNvPr id="25666" name="Title 3">
            <a:extLst>
              <a:ext uri="{FF2B5EF4-FFF2-40B4-BE49-F238E27FC236}">
                <a16:creationId xmlns:a16="http://schemas.microsoft.com/office/drawing/2014/main" id="{D4C3B93A-00CC-C4C8-0AD5-26A958A5F755}"/>
              </a:ext>
            </a:extLst>
          </p:cNvPr>
          <p:cNvSpPr>
            <a:spLocks noGrp="1" noChangeArrowheads="1"/>
          </p:cNvSpPr>
          <p:nvPr>
            <p:ph type="title"/>
          </p:nvPr>
        </p:nvSpPr>
        <p:spPr/>
        <p:txBody>
          <a:bodyPr>
            <a:normAutofit/>
          </a:bodyPr>
          <a:lstStyle/>
          <a:p>
            <a:r>
              <a:rPr lang="en-US" altLang="en-US" dirty="0"/>
              <a:t>Circuits of Asynchronous RS Latches</a:t>
            </a:r>
          </a:p>
        </p:txBody>
      </p:sp>
      <p:grpSp>
        <p:nvGrpSpPr>
          <p:cNvPr id="25667" name="Group 62">
            <a:extLst>
              <a:ext uri="{FF2B5EF4-FFF2-40B4-BE49-F238E27FC236}">
                <a16:creationId xmlns:a16="http://schemas.microsoft.com/office/drawing/2014/main" id="{B7956B25-46DF-D514-AA07-0AE8041E3CDB}"/>
              </a:ext>
            </a:extLst>
          </p:cNvPr>
          <p:cNvGrpSpPr>
            <a:grpSpLocks/>
          </p:cNvGrpSpPr>
          <p:nvPr/>
        </p:nvGrpSpPr>
        <p:grpSpPr bwMode="auto">
          <a:xfrm>
            <a:off x="2211388" y="1616075"/>
            <a:ext cx="1390650" cy="1435100"/>
            <a:chOff x="687388" y="1616075"/>
            <a:chExt cx="1390650" cy="1435205"/>
          </a:xfrm>
        </p:grpSpPr>
        <p:sp>
          <p:nvSpPr>
            <p:cNvPr id="6" name="Line 97">
              <a:extLst>
                <a:ext uri="{FF2B5EF4-FFF2-40B4-BE49-F238E27FC236}">
                  <a16:creationId xmlns:a16="http://schemas.microsoft.com/office/drawing/2014/main" id="{5D6D021C-CFEF-4840-97FC-893E5FFDB4F9}"/>
                </a:ext>
              </a:extLst>
            </p:cNvPr>
            <p:cNvSpPr>
              <a:spLocks noChangeShapeType="1"/>
            </p:cNvSpPr>
            <p:nvPr/>
          </p:nvSpPr>
          <p:spPr bwMode="auto">
            <a:xfrm>
              <a:off x="1595438" y="1873269"/>
              <a:ext cx="48260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7" name="Line 98">
              <a:extLst>
                <a:ext uri="{FF2B5EF4-FFF2-40B4-BE49-F238E27FC236}">
                  <a16:creationId xmlns:a16="http://schemas.microsoft.com/office/drawing/2014/main" id="{398B6A11-6E8A-4530-B6D3-5CF232519878}"/>
                </a:ext>
              </a:extLst>
            </p:cNvPr>
            <p:cNvSpPr>
              <a:spLocks noChangeShapeType="1"/>
            </p:cNvSpPr>
            <p:nvPr/>
          </p:nvSpPr>
          <p:spPr bwMode="auto">
            <a:xfrm>
              <a:off x="1581150" y="2790911"/>
              <a:ext cx="484188"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8" name="Line 99">
              <a:extLst>
                <a:ext uri="{FF2B5EF4-FFF2-40B4-BE49-F238E27FC236}">
                  <a16:creationId xmlns:a16="http://schemas.microsoft.com/office/drawing/2014/main" id="{69AFB213-5C29-4145-A9CA-F2D46D421556}"/>
                </a:ext>
              </a:extLst>
            </p:cNvPr>
            <p:cNvSpPr>
              <a:spLocks noChangeShapeType="1"/>
            </p:cNvSpPr>
            <p:nvPr/>
          </p:nvSpPr>
          <p:spPr bwMode="auto">
            <a:xfrm>
              <a:off x="1871663" y="1873269"/>
              <a:ext cx="0" cy="287359"/>
            </a:xfrm>
            <a:prstGeom prst="line">
              <a:avLst/>
            </a:prstGeom>
            <a:solidFill>
              <a:schemeClr val="accent1"/>
            </a:solidFill>
            <a:ln w="25400">
              <a:solidFill>
                <a:schemeClr val="tx1"/>
              </a:solidFill>
              <a:round/>
              <a:headEnd type="oval" w="med" len="med"/>
              <a:tailEnd/>
            </a:ln>
          </p:spPr>
          <p:txBody>
            <a:bodyPr/>
            <a:lstStyle/>
            <a:p>
              <a:pPr eaLnBrk="1" hangingPunct="1">
                <a:defRPr/>
              </a:pPr>
              <a:endParaRPr lang="en-US" dirty="0"/>
            </a:p>
          </p:txBody>
        </p:sp>
        <p:sp>
          <p:nvSpPr>
            <p:cNvPr id="9" name="Line 100">
              <a:extLst>
                <a:ext uri="{FF2B5EF4-FFF2-40B4-BE49-F238E27FC236}">
                  <a16:creationId xmlns:a16="http://schemas.microsoft.com/office/drawing/2014/main" id="{C5033C79-8A13-4283-8335-2C91CE00FFF7}"/>
                </a:ext>
              </a:extLst>
            </p:cNvPr>
            <p:cNvSpPr>
              <a:spLocks noChangeShapeType="1"/>
            </p:cNvSpPr>
            <p:nvPr/>
          </p:nvSpPr>
          <p:spPr bwMode="auto">
            <a:xfrm flipH="1">
              <a:off x="700088" y="2149514"/>
              <a:ext cx="1171575" cy="350864"/>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10" name="Line 101">
              <a:extLst>
                <a:ext uri="{FF2B5EF4-FFF2-40B4-BE49-F238E27FC236}">
                  <a16:creationId xmlns:a16="http://schemas.microsoft.com/office/drawing/2014/main" id="{7A471854-6A36-419F-B465-2C7C1D73E5CF}"/>
                </a:ext>
              </a:extLst>
            </p:cNvPr>
            <p:cNvSpPr>
              <a:spLocks noChangeShapeType="1"/>
            </p:cNvSpPr>
            <p:nvPr/>
          </p:nvSpPr>
          <p:spPr bwMode="auto">
            <a:xfrm>
              <a:off x="1887538" y="2470212"/>
              <a:ext cx="0" cy="309586"/>
            </a:xfrm>
            <a:prstGeom prst="line">
              <a:avLst/>
            </a:prstGeom>
            <a:solidFill>
              <a:schemeClr val="accent1"/>
            </a:solidFill>
            <a:ln w="25400">
              <a:solidFill>
                <a:schemeClr val="tx1"/>
              </a:solidFill>
              <a:round/>
              <a:headEnd/>
              <a:tailEnd type="oval" w="med" len="med"/>
            </a:ln>
          </p:spPr>
          <p:txBody>
            <a:bodyPr/>
            <a:lstStyle/>
            <a:p>
              <a:pPr eaLnBrk="1" hangingPunct="1">
                <a:defRPr/>
              </a:pPr>
              <a:endParaRPr lang="en-US" dirty="0"/>
            </a:p>
          </p:txBody>
        </p:sp>
        <p:sp>
          <p:nvSpPr>
            <p:cNvPr id="11" name="Line 102">
              <a:extLst>
                <a:ext uri="{FF2B5EF4-FFF2-40B4-BE49-F238E27FC236}">
                  <a16:creationId xmlns:a16="http://schemas.microsoft.com/office/drawing/2014/main" id="{DC463FB1-CC91-4604-9FB5-E7EBAAE36FCF}"/>
                </a:ext>
              </a:extLst>
            </p:cNvPr>
            <p:cNvSpPr>
              <a:spLocks noChangeShapeType="1"/>
            </p:cNvSpPr>
            <p:nvPr/>
          </p:nvSpPr>
          <p:spPr bwMode="auto">
            <a:xfrm rot="71609" flipH="1" flipV="1">
              <a:off x="690563" y="2208256"/>
              <a:ext cx="1201737" cy="24608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12" name="Line 103">
              <a:extLst>
                <a:ext uri="{FF2B5EF4-FFF2-40B4-BE49-F238E27FC236}">
                  <a16:creationId xmlns:a16="http://schemas.microsoft.com/office/drawing/2014/main" id="{CD4B3569-312F-471C-BFB1-8528577F12F7}"/>
                </a:ext>
              </a:extLst>
            </p:cNvPr>
            <p:cNvSpPr>
              <a:spLocks noChangeShapeType="1"/>
            </p:cNvSpPr>
            <p:nvPr/>
          </p:nvSpPr>
          <p:spPr bwMode="auto">
            <a:xfrm>
              <a:off x="700088" y="2500378"/>
              <a:ext cx="0" cy="309585"/>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13" name="Line 104">
              <a:extLst>
                <a:ext uri="{FF2B5EF4-FFF2-40B4-BE49-F238E27FC236}">
                  <a16:creationId xmlns:a16="http://schemas.microsoft.com/office/drawing/2014/main" id="{8228FFB7-12A2-40FC-8CCC-7B455DF32921}"/>
                </a:ext>
              </a:extLst>
            </p:cNvPr>
            <p:cNvSpPr>
              <a:spLocks noChangeShapeType="1"/>
            </p:cNvSpPr>
            <p:nvPr/>
          </p:nvSpPr>
          <p:spPr bwMode="auto">
            <a:xfrm>
              <a:off x="690563" y="1887558"/>
              <a:ext cx="0" cy="309585"/>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14" name="Line 105">
              <a:extLst>
                <a:ext uri="{FF2B5EF4-FFF2-40B4-BE49-F238E27FC236}">
                  <a16:creationId xmlns:a16="http://schemas.microsoft.com/office/drawing/2014/main" id="{38611A7B-7992-4812-9450-672419ED7349}"/>
                </a:ext>
              </a:extLst>
            </p:cNvPr>
            <p:cNvSpPr>
              <a:spLocks noChangeShapeType="1"/>
            </p:cNvSpPr>
            <p:nvPr/>
          </p:nvSpPr>
          <p:spPr bwMode="auto">
            <a:xfrm>
              <a:off x="687388" y="1887558"/>
              <a:ext cx="377825"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15" name="Line 106">
              <a:extLst>
                <a:ext uri="{FF2B5EF4-FFF2-40B4-BE49-F238E27FC236}">
                  <a16:creationId xmlns:a16="http://schemas.microsoft.com/office/drawing/2014/main" id="{EC48BEE4-379E-446B-8180-366E9F964FCC}"/>
                </a:ext>
              </a:extLst>
            </p:cNvPr>
            <p:cNvSpPr>
              <a:spLocks noChangeShapeType="1"/>
            </p:cNvSpPr>
            <p:nvPr/>
          </p:nvSpPr>
          <p:spPr bwMode="auto">
            <a:xfrm>
              <a:off x="700088" y="2805200"/>
              <a:ext cx="354012"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grpSp>
          <p:nvGrpSpPr>
            <p:cNvPr id="16" name="Group 133">
              <a:extLst>
                <a:ext uri="{FF2B5EF4-FFF2-40B4-BE49-F238E27FC236}">
                  <a16:creationId xmlns:a16="http://schemas.microsoft.com/office/drawing/2014/main" id="{8AC56033-7DA2-496B-AC2C-B37D426753A3}"/>
                </a:ext>
              </a:extLst>
            </p:cNvPr>
            <p:cNvGrpSpPr>
              <a:grpSpLocks/>
            </p:cNvGrpSpPr>
            <p:nvPr/>
          </p:nvGrpSpPr>
          <p:grpSpPr bwMode="auto">
            <a:xfrm>
              <a:off x="1083861" y="1616075"/>
              <a:ext cx="500414" cy="517563"/>
              <a:chOff x="894" y="2432"/>
              <a:chExt cx="337" cy="326"/>
            </a:xfrm>
            <a:solidFill>
              <a:schemeClr val="accent1"/>
            </a:solidFill>
          </p:grpSpPr>
          <p:sp>
            <p:nvSpPr>
              <p:cNvPr id="60" name="AutoShape 134">
                <a:extLst>
                  <a:ext uri="{FF2B5EF4-FFF2-40B4-BE49-F238E27FC236}">
                    <a16:creationId xmlns:a16="http://schemas.microsoft.com/office/drawing/2014/main" id="{C257DF2B-5E8E-4D03-843C-FC6D53E80EB1}"/>
                  </a:ext>
                </a:extLst>
              </p:cNvPr>
              <p:cNvSpPr>
                <a:spLocks noChangeArrowheads="1"/>
              </p:cNvSpPr>
              <p:nvPr/>
            </p:nvSpPr>
            <p:spPr bwMode="auto">
              <a:xfrm rot="5400000">
                <a:off x="860" y="2466"/>
                <a:ext cx="326" cy="258"/>
              </a:xfrm>
              <a:prstGeom prst="triangle">
                <a:avLst>
                  <a:gd name="adj" fmla="val 50000"/>
                </a:avLst>
              </a:prstGeom>
              <a:grpFill/>
              <a:ln w="25400">
                <a:solidFill>
                  <a:schemeClr val="tx1"/>
                </a:solidFill>
                <a:miter lim="800000"/>
                <a:headEnd/>
                <a:tailEnd/>
              </a:ln>
            </p:spPr>
            <p:txBody>
              <a:bodyPr wrap="none" anchor="ctr"/>
              <a:lstStyle/>
              <a:p>
                <a:pPr eaLnBrk="1" hangingPunct="1">
                  <a:defRPr/>
                </a:pPr>
                <a:endParaRPr lang="ru-RU" sz="2000"/>
              </a:p>
            </p:txBody>
          </p:sp>
          <p:sp>
            <p:nvSpPr>
              <p:cNvPr id="61" name="Oval 135">
                <a:extLst>
                  <a:ext uri="{FF2B5EF4-FFF2-40B4-BE49-F238E27FC236}">
                    <a16:creationId xmlns:a16="http://schemas.microsoft.com/office/drawing/2014/main" id="{E06A00B1-9EFD-4CB2-B212-1433B690F2FE}"/>
                  </a:ext>
                </a:extLst>
              </p:cNvPr>
              <p:cNvSpPr>
                <a:spLocks noChangeArrowheads="1"/>
              </p:cNvSpPr>
              <p:nvPr/>
            </p:nvSpPr>
            <p:spPr bwMode="auto">
              <a:xfrm>
                <a:off x="1154" y="2558"/>
                <a:ext cx="77" cy="77"/>
              </a:xfrm>
              <a:prstGeom prst="ellipse">
                <a:avLst/>
              </a:prstGeom>
              <a:grpFill/>
              <a:ln w="25400">
                <a:solidFill>
                  <a:schemeClr val="tx1"/>
                </a:solidFill>
                <a:round/>
                <a:headEnd/>
                <a:tailEnd/>
              </a:ln>
            </p:spPr>
            <p:txBody>
              <a:bodyPr wrap="none" anchor="ctr"/>
              <a:lstStyle/>
              <a:p>
                <a:pPr eaLnBrk="1" hangingPunct="1">
                  <a:defRPr/>
                </a:pPr>
                <a:endParaRPr lang="ru-RU" sz="2000"/>
              </a:p>
            </p:txBody>
          </p:sp>
        </p:grpSp>
        <p:grpSp>
          <p:nvGrpSpPr>
            <p:cNvPr id="47" name="Group 136">
              <a:extLst>
                <a:ext uri="{FF2B5EF4-FFF2-40B4-BE49-F238E27FC236}">
                  <a16:creationId xmlns:a16="http://schemas.microsoft.com/office/drawing/2014/main" id="{3D1BF6BA-E8E3-4752-BE54-A68DBB30D503}"/>
                </a:ext>
              </a:extLst>
            </p:cNvPr>
            <p:cNvGrpSpPr>
              <a:grpSpLocks/>
            </p:cNvGrpSpPr>
            <p:nvPr/>
          </p:nvGrpSpPr>
          <p:grpSpPr bwMode="auto">
            <a:xfrm>
              <a:off x="1066040" y="2533717"/>
              <a:ext cx="509324" cy="517563"/>
              <a:chOff x="891" y="2434"/>
              <a:chExt cx="343" cy="326"/>
            </a:xfrm>
            <a:solidFill>
              <a:schemeClr val="accent1"/>
            </a:solidFill>
          </p:grpSpPr>
          <p:sp>
            <p:nvSpPr>
              <p:cNvPr id="58" name="AutoShape 137">
                <a:extLst>
                  <a:ext uri="{FF2B5EF4-FFF2-40B4-BE49-F238E27FC236}">
                    <a16:creationId xmlns:a16="http://schemas.microsoft.com/office/drawing/2014/main" id="{8EC4A25B-07AA-4377-91E9-213FE1F91B75}"/>
                  </a:ext>
                </a:extLst>
              </p:cNvPr>
              <p:cNvSpPr>
                <a:spLocks noChangeArrowheads="1"/>
              </p:cNvSpPr>
              <p:nvPr/>
            </p:nvSpPr>
            <p:spPr bwMode="auto">
              <a:xfrm rot="5400000">
                <a:off x="859" y="2466"/>
                <a:ext cx="326" cy="261"/>
              </a:xfrm>
              <a:prstGeom prst="triangle">
                <a:avLst>
                  <a:gd name="adj" fmla="val 50000"/>
                </a:avLst>
              </a:prstGeom>
              <a:grpFill/>
              <a:ln w="25400">
                <a:solidFill>
                  <a:schemeClr val="tx1"/>
                </a:solidFill>
                <a:miter lim="800000"/>
                <a:headEnd/>
                <a:tailEnd/>
              </a:ln>
            </p:spPr>
            <p:txBody>
              <a:bodyPr wrap="none" anchor="ctr"/>
              <a:lstStyle/>
              <a:p>
                <a:pPr eaLnBrk="1" hangingPunct="1">
                  <a:defRPr/>
                </a:pPr>
                <a:endParaRPr lang="ru-RU" sz="2000"/>
              </a:p>
            </p:txBody>
          </p:sp>
          <p:sp>
            <p:nvSpPr>
              <p:cNvPr id="59" name="Oval 138">
                <a:extLst>
                  <a:ext uri="{FF2B5EF4-FFF2-40B4-BE49-F238E27FC236}">
                    <a16:creationId xmlns:a16="http://schemas.microsoft.com/office/drawing/2014/main" id="{19A87B89-E8CD-4491-BE22-CC6D2A3B534D}"/>
                  </a:ext>
                </a:extLst>
              </p:cNvPr>
              <p:cNvSpPr>
                <a:spLocks noChangeArrowheads="1"/>
              </p:cNvSpPr>
              <p:nvPr/>
            </p:nvSpPr>
            <p:spPr bwMode="auto">
              <a:xfrm>
                <a:off x="1157" y="2558"/>
                <a:ext cx="77" cy="77"/>
              </a:xfrm>
              <a:prstGeom prst="ellipse">
                <a:avLst/>
              </a:prstGeom>
              <a:grpFill/>
              <a:ln w="25400">
                <a:solidFill>
                  <a:schemeClr val="tx1"/>
                </a:solidFill>
                <a:round/>
                <a:headEnd/>
                <a:tailEnd/>
              </a:ln>
            </p:spPr>
            <p:txBody>
              <a:bodyPr wrap="none" anchor="ctr"/>
              <a:lstStyle/>
              <a:p>
                <a:pPr eaLnBrk="1" hangingPunct="1">
                  <a:defRPr/>
                </a:pPr>
                <a:endParaRPr lang="ru-RU" sz="2000"/>
              </a:p>
            </p:txBody>
          </p:sp>
        </p:grpSp>
      </p:grpSp>
      <p:sp>
        <p:nvSpPr>
          <p:cNvPr id="18" name="Line 10">
            <a:extLst>
              <a:ext uri="{FF2B5EF4-FFF2-40B4-BE49-F238E27FC236}">
                <a16:creationId xmlns:a16="http://schemas.microsoft.com/office/drawing/2014/main" id="{B4353E24-7A70-4FF7-8ADB-696419DDB749}"/>
              </a:ext>
            </a:extLst>
          </p:cNvPr>
          <p:cNvSpPr>
            <a:spLocks noChangeShapeType="1"/>
          </p:cNvSpPr>
          <p:nvPr/>
        </p:nvSpPr>
        <p:spPr bwMode="auto">
          <a:xfrm>
            <a:off x="5440363" y="1965325"/>
            <a:ext cx="64135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19" name="Line 11">
            <a:extLst>
              <a:ext uri="{FF2B5EF4-FFF2-40B4-BE49-F238E27FC236}">
                <a16:creationId xmlns:a16="http://schemas.microsoft.com/office/drawing/2014/main" id="{1DE34D85-52B3-4C87-8080-2318AD8EC6EA}"/>
              </a:ext>
            </a:extLst>
          </p:cNvPr>
          <p:cNvSpPr>
            <a:spLocks noChangeShapeType="1"/>
          </p:cNvSpPr>
          <p:nvPr/>
        </p:nvSpPr>
        <p:spPr bwMode="auto">
          <a:xfrm>
            <a:off x="5478463" y="3159125"/>
            <a:ext cx="64135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20" name="Line 12">
            <a:extLst>
              <a:ext uri="{FF2B5EF4-FFF2-40B4-BE49-F238E27FC236}">
                <a16:creationId xmlns:a16="http://schemas.microsoft.com/office/drawing/2014/main" id="{68942820-C211-42FC-9164-420A683F2541}"/>
              </a:ext>
            </a:extLst>
          </p:cNvPr>
          <p:cNvSpPr>
            <a:spLocks noChangeShapeType="1"/>
          </p:cNvSpPr>
          <p:nvPr/>
        </p:nvSpPr>
        <p:spPr bwMode="auto">
          <a:xfrm>
            <a:off x="4189413" y="1851025"/>
            <a:ext cx="64135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21" name="Line 13">
            <a:extLst>
              <a:ext uri="{FF2B5EF4-FFF2-40B4-BE49-F238E27FC236}">
                <a16:creationId xmlns:a16="http://schemas.microsoft.com/office/drawing/2014/main" id="{95BF4BCE-A2C6-4477-A1FC-E3CA9A0C2BDC}"/>
              </a:ext>
            </a:extLst>
          </p:cNvPr>
          <p:cNvSpPr>
            <a:spLocks noChangeShapeType="1"/>
          </p:cNvSpPr>
          <p:nvPr/>
        </p:nvSpPr>
        <p:spPr bwMode="auto">
          <a:xfrm>
            <a:off x="4230689" y="3251200"/>
            <a:ext cx="663575"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22" name="Line 14">
            <a:extLst>
              <a:ext uri="{FF2B5EF4-FFF2-40B4-BE49-F238E27FC236}">
                <a16:creationId xmlns:a16="http://schemas.microsoft.com/office/drawing/2014/main" id="{77232504-4CB8-4B08-8E38-7F179B932ECD}"/>
              </a:ext>
            </a:extLst>
          </p:cNvPr>
          <p:cNvSpPr>
            <a:spLocks noChangeShapeType="1"/>
          </p:cNvSpPr>
          <p:nvPr/>
        </p:nvSpPr>
        <p:spPr bwMode="auto">
          <a:xfrm>
            <a:off x="5780088" y="1965325"/>
            <a:ext cx="0" cy="381000"/>
          </a:xfrm>
          <a:prstGeom prst="line">
            <a:avLst/>
          </a:prstGeom>
          <a:solidFill>
            <a:schemeClr val="accent1"/>
          </a:solidFill>
          <a:ln w="25400">
            <a:solidFill>
              <a:schemeClr val="tx1"/>
            </a:solidFill>
            <a:round/>
            <a:headEnd type="oval" w="med" len="med"/>
            <a:tailEnd/>
          </a:ln>
        </p:spPr>
        <p:txBody>
          <a:bodyPr/>
          <a:lstStyle/>
          <a:p>
            <a:pPr eaLnBrk="1" hangingPunct="1">
              <a:defRPr/>
            </a:pPr>
            <a:endParaRPr lang="en-US" dirty="0"/>
          </a:p>
        </p:txBody>
      </p:sp>
      <p:sp>
        <p:nvSpPr>
          <p:cNvPr id="23" name="Line 15">
            <a:extLst>
              <a:ext uri="{FF2B5EF4-FFF2-40B4-BE49-F238E27FC236}">
                <a16:creationId xmlns:a16="http://schemas.microsoft.com/office/drawing/2014/main" id="{929D5AD8-11A3-4E9C-8288-F63DBA51CE11}"/>
              </a:ext>
            </a:extLst>
          </p:cNvPr>
          <p:cNvSpPr>
            <a:spLocks noChangeShapeType="1"/>
          </p:cNvSpPr>
          <p:nvPr/>
        </p:nvSpPr>
        <p:spPr bwMode="auto">
          <a:xfrm>
            <a:off x="5780088" y="2762250"/>
            <a:ext cx="0" cy="381000"/>
          </a:xfrm>
          <a:prstGeom prst="line">
            <a:avLst/>
          </a:prstGeom>
          <a:solidFill>
            <a:schemeClr val="accent1"/>
          </a:solidFill>
          <a:ln w="25400">
            <a:solidFill>
              <a:schemeClr val="tx1"/>
            </a:solidFill>
            <a:round/>
            <a:headEnd/>
            <a:tailEnd type="oval" w="med" len="med"/>
          </a:ln>
        </p:spPr>
        <p:txBody>
          <a:bodyPr/>
          <a:lstStyle/>
          <a:p>
            <a:pPr eaLnBrk="1" hangingPunct="1">
              <a:defRPr/>
            </a:pPr>
            <a:endParaRPr lang="en-US" dirty="0"/>
          </a:p>
        </p:txBody>
      </p:sp>
      <p:sp>
        <p:nvSpPr>
          <p:cNvPr id="24" name="Line 16">
            <a:extLst>
              <a:ext uri="{FF2B5EF4-FFF2-40B4-BE49-F238E27FC236}">
                <a16:creationId xmlns:a16="http://schemas.microsoft.com/office/drawing/2014/main" id="{4E32983E-1196-4816-A5A3-B85D69F3315A}"/>
              </a:ext>
            </a:extLst>
          </p:cNvPr>
          <p:cNvSpPr>
            <a:spLocks noChangeShapeType="1"/>
          </p:cNvSpPr>
          <p:nvPr/>
        </p:nvSpPr>
        <p:spPr bwMode="auto">
          <a:xfrm flipH="1">
            <a:off x="4598988" y="2346325"/>
            <a:ext cx="1181100" cy="43180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25" name="Line 17">
            <a:extLst>
              <a:ext uri="{FF2B5EF4-FFF2-40B4-BE49-F238E27FC236}">
                <a16:creationId xmlns:a16="http://schemas.microsoft.com/office/drawing/2014/main" id="{3B79B7C9-55E6-4255-ADE8-B15049AADC9B}"/>
              </a:ext>
            </a:extLst>
          </p:cNvPr>
          <p:cNvSpPr>
            <a:spLocks noChangeShapeType="1"/>
          </p:cNvSpPr>
          <p:nvPr/>
        </p:nvSpPr>
        <p:spPr bwMode="auto">
          <a:xfrm>
            <a:off x="4598988" y="3041650"/>
            <a:ext cx="28575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26" name="Line 18">
            <a:extLst>
              <a:ext uri="{FF2B5EF4-FFF2-40B4-BE49-F238E27FC236}">
                <a16:creationId xmlns:a16="http://schemas.microsoft.com/office/drawing/2014/main" id="{7F3DA80B-FC21-4A7E-ABED-E3E36169A19F}"/>
              </a:ext>
            </a:extLst>
          </p:cNvPr>
          <p:cNvSpPr>
            <a:spLocks noChangeShapeType="1"/>
          </p:cNvSpPr>
          <p:nvPr/>
        </p:nvSpPr>
        <p:spPr bwMode="auto">
          <a:xfrm>
            <a:off x="4606925" y="2767013"/>
            <a:ext cx="0" cy="26670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27" name="Line 19">
            <a:extLst>
              <a:ext uri="{FF2B5EF4-FFF2-40B4-BE49-F238E27FC236}">
                <a16:creationId xmlns:a16="http://schemas.microsoft.com/office/drawing/2014/main" id="{20E7ED69-39AD-4CFD-B8EB-1928F40E76B4}"/>
              </a:ext>
            </a:extLst>
          </p:cNvPr>
          <p:cNvSpPr>
            <a:spLocks noChangeShapeType="1"/>
          </p:cNvSpPr>
          <p:nvPr/>
        </p:nvSpPr>
        <p:spPr bwMode="auto">
          <a:xfrm>
            <a:off x="4560888" y="2071688"/>
            <a:ext cx="296862"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28" name="Line 20">
            <a:extLst>
              <a:ext uri="{FF2B5EF4-FFF2-40B4-BE49-F238E27FC236}">
                <a16:creationId xmlns:a16="http://schemas.microsoft.com/office/drawing/2014/main" id="{9F323442-B7AB-4F46-B219-B40AD805A6FB}"/>
              </a:ext>
            </a:extLst>
          </p:cNvPr>
          <p:cNvSpPr>
            <a:spLocks noChangeShapeType="1"/>
          </p:cNvSpPr>
          <p:nvPr/>
        </p:nvSpPr>
        <p:spPr bwMode="auto">
          <a:xfrm>
            <a:off x="4567238" y="2065338"/>
            <a:ext cx="0" cy="26670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29" name="Line 21">
            <a:extLst>
              <a:ext uri="{FF2B5EF4-FFF2-40B4-BE49-F238E27FC236}">
                <a16:creationId xmlns:a16="http://schemas.microsoft.com/office/drawing/2014/main" id="{67AF9898-80A2-498B-B0C8-694094783EA4}"/>
              </a:ext>
            </a:extLst>
          </p:cNvPr>
          <p:cNvSpPr>
            <a:spLocks noChangeShapeType="1"/>
          </p:cNvSpPr>
          <p:nvPr/>
        </p:nvSpPr>
        <p:spPr bwMode="auto">
          <a:xfrm>
            <a:off x="4564064" y="2317751"/>
            <a:ext cx="1216025" cy="447675"/>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30" name="Text Box 22">
            <a:extLst>
              <a:ext uri="{FF2B5EF4-FFF2-40B4-BE49-F238E27FC236}">
                <a16:creationId xmlns:a16="http://schemas.microsoft.com/office/drawing/2014/main" id="{BD3135D8-99A9-4353-81AC-C4BD4FAD6F05}"/>
              </a:ext>
            </a:extLst>
          </p:cNvPr>
          <p:cNvSpPr txBox="1">
            <a:spLocks noChangeArrowheads="1"/>
          </p:cNvSpPr>
          <p:nvPr/>
        </p:nvSpPr>
        <p:spPr bwMode="auto">
          <a:xfrm>
            <a:off x="3740150" y="1657350"/>
            <a:ext cx="642938" cy="369332"/>
          </a:xfrm>
          <a:prstGeom prst="rect">
            <a:avLst/>
          </a:prstGeom>
          <a:noFill/>
          <a:ln w="25400">
            <a:noFill/>
            <a:miter lim="800000"/>
            <a:headEnd/>
            <a:tailEnd/>
          </a:ln>
        </p:spPr>
        <p:txBody>
          <a:bodyPr>
            <a:spAutoFit/>
          </a:bodyPr>
          <a:lstStyle/>
          <a:p>
            <a:pPr eaLnBrk="1" hangingPunct="1">
              <a:spcBef>
                <a:spcPct val="50000"/>
              </a:spcBef>
              <a:defRPr/>
            </a:pPr>
            <a:r>
              <a:rPr lang="en-US" dirty="0">
                <a:sym typeface="Symbol" pitchFamily="18" charset="2"/>
              </a:rPr>
              <a:t></a:t>
            </a:r>
            <a:r>
              <a:rPr lang="en-US" dirty="0"/>
              <a:t>S</a:t>
            </a:r>
          </a:p>
        </p:txBody>
      </p:sp>
      <p:sp>
        <p:nvSpPr>
          <p:cNvPr id="31" name="Text Box 24">
            <a:extLst>
              <a:ext uri="{FF2B5EF4-FFF2-40B4-BE49-F238E27FC236}">
                <a16:creationId xmlns:a16="http://schemas.microsoft.com/office/drawing/2014/main" id="{9376A696-E16B-41E1-85A5-A47D30781A09}"/>
              </a:ext>
            </a:extLst>
          </p:cNvPr>
          <p:cNvSpPr txBox="1">
            <a:spLocks noChangeArrowheads="1"/>
          </p:cNvSpPr>
          <p:nvPr/>
        </p:nvSpPr>
        <p:spPr bwMode="auto">
          <a:xfrm>
            <a:off x="3760788" y="2990850"/>
            <a:ext cx="563562" cy="369332"/>
          </a:xfrm>
          <a:prstGeom prst="rect">
            <a:avLst/>
          </a:prstGeom>
          <a:noFill/>
          <a:ln w="25400">
            <a:noFill/>
            <a:miter lim="800000"/>
            <a:headEnd/>
            <a:tailEnd/>
          </a:ln>
        </p:spPr>
        <p:txBody>
          <a:bodyPr>
            <a:spAutoFit/>
          </a:bodyPr>
          <a:lstStyle/>
          <a:p>
            <a:pPr eaLnBrk="1" hangingPunct="1">
              <a:spcBef>
                <a:spcPct val="50000"/>
              </a:spcBef>
              <a:defRPr/>
            </a:pPr>
            <a:r>
              <a:rPr lang="en-US" dirty="0">
                <a:sym typeface="Symbol" pitchFamily="18" charset="2"/>
              </a:rPr>
              <a:t></a:t>
            </a:r>
            <a:r>
              <a:rPr lang="en-US" dirty="0"/>
              <a:t>R</a:t>
            </a:r>
          </a:p>
        </p:txBody>
      </p:sp>
      <p:sp>
        <p:nvSpPr>
          <p:cNvPr id="32" name="Text Box 26">
            <a:extLst>
              <a:ext uri="{FF2B5EF4-FFF2-40B4-BE49-F238E27FC236}">
                <a16:creationId xmlns:a16="http://schemas.microsoft.com/office/drawing/2014/main" id="{82FF9AB7-7F5A-40D6-8F8A-69763FADF891}"/>
              </a:ext>
            </a:extLst>
          </p:cNvPr>
          <p:cNvSpPr txBox="1">
            <a:spLocks noChangeArrowheads="1"/>
          </p:cNvSpPr>
          <p:nvPr/>
        </p:nvSpPr>
        <p:spPr bwMode="auto">
          <a:xfrm>
            <a:off x="6124576" y="1711325"/>
            <a:ext cx="498475" cy="369332"/>
          </a:xfrm>
          <a:prstGeom prst="rect">
            <a:avLst/>
          </a:prstGeom>
          <a:noFill/>
          <a:ln w="25400">
            <a:noFill/>
            <a:miter lim="800000"/>
            <a:headEnd/>
            <a:tailEnd/>
          </a:ln>
        </p:spPr>
        <p:txBody>
          <a:bodyPr>
            <a:spAutoFit/>
          </a:bodyPr>
          <a:lstStyle/>
          <a:p>
            <a:pPr eaLnBrk="1" hangingPunct="1">
              <a:spcBef>
                <a:spcPct val="50000"/>
              </a:spcBef>
              <a:defRPr/>
            </a:pPr>
            <a:r>
              <a:rPr lang="en-US" dirty="0"/>
              <a:t>Q</a:t>
            </a:r>
          </a:p>
        </p:txBody>
      </p:sp>
      <p:sp>
        <p:nvSpPr>
          <p:cNvPr id="33" name="Text Box 27">
            <a:extLst>
              <a:ext uri="{FF2B5EF4-FFF2-40B4-BE49-F238E27FC236}">
                <a16:creationId xmlns:a16="http://schemas.microsoft.com/office/drawing/2014/main" id="{F7A2A3BA-6B9F-47C3-B558-9C6EADAA1EFF}"/>
              </a:ext>
            </a:extLst>
          </p:cNvPr>
          <p:cNvSpPr txBox="1">
            <a:spLocks noChangeArrowheads="1"/>
          </p:cNvSpPr>
          <p:nvPr/>
        </p:nvSpPr>
        <p:spPr bwMode="auto">
          <a:xfrm>
            <a:off x="6124576" y="2981325"/>
            <a:ext cx="498475" cy="369332"/>
          </a:xfrm>
          <a:prstGeom prst="rect">
            <a:avLst/>
          </a:prstGeom>
          <a:noFill/>
          <a:ln w="25400">
            <a:noFill/>
            <a:miter lim="800000"/>
            <a:headEnd/>
            <a:tailEnd/>
          </a:ln>
        </p:spPr>
        <p:txBody>
          <a:bodyPr>
            <a:spAutoFit/>
          </a:bodyPr>
          <a:lstStyle/>
          <a:p>
            <a:pPr eaLnBrk="1" hangingPunct="1">
              <a:spcBef>
                <a:spcPct val="50000"/>
              </a:spcBef>
              <a:defRPr/>
            </a:pPr>
            <a:r>
              <a:rPr lang="en-US" dirty="0"/>
              <a:t>Q</a:t>
            </a:r>
          </a:p>
        </p:txBody>
      </p:sp>
      <p:sp>
        <p:nvSpPr>
          <p:cNvPr id="34" name="Line 28">
            <a:extLst>
              <a:ext uri="{FF2B5EF4-FFF2-40B4-BE49-F238E27FC236}">
                <a16:creationId xmlns:a16="http://schemas.microsoft.com/office/drawing/2014/main" id="{95FF7E31-07C6-4664-B7F5-83F30BD32141}"/>
              </a:ext>
            </a:extLst>
          </p:cNvPr>
          <p:cNvSpPr>
            <a:spLocks noChangeShapeType="1"/>
          </p:cNvSpPr>
          <p:nvPr/>
        </p:nvSpPr>
        <p:spPr bwMode="auto">
          <a:xfrm>
            <a:off x="6235701" y="3032125"/>
            <a:ext cx="142875"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35" name="Oval 31">
            <a:extLst>
              <a:ext uri="{FF2B5EF4-FFF2-40B4-BE49-F238E27FC236}">
                <a16:creationId xmlns:a16="http://schemas.microsoft.com/office/drawing/2014/main" id="{F34AA322-601C-4D4B-BC2A-95654DC880C3}"/>
              </a:ext>
            </a:extLst>
          </p:cNvPr>
          <p:cNvSpPr>
            <a:spLocks noChangeArrowheads="1"/>
          </p:cNvSpPr>
          <p:nvPr/>
        </p:nvSpPr>
        <p:spPr bwMode="auto">
          <a:xfrm>
            <a:off x="5226051" y="4138613"/>
            <a:ext cx="130175" cy="125412"/>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sz="2000"/>
          </a:p>
        </p:txBody>
      </p:sp>
      <p:sp>
        <p:nvSpPr>
          <p:cNvPr id="36" name="Oval 34">
            <a:extLst>
              <a:ext uri="{FF2B5EF4-FFF2-40B4-BE49-F238E27FC236}">
                <a16:creationId xmlns:a16="http://schemas.microsoft.com/office/drawing/2014/main" id="{A056E36F-F858-47B1-A21D-3705D10A467D}"/>
              </a:ext>
            </a:extLst>
          </p:cNvPr>
          <p:cNvSpPr>
            <a:spLocks noChangeArrowheads="1"/>
          </p:cNvSpPr>
          <p:nvPr/>
        </p:nvSpPr>
        <p:spPr bwMode="auto">
          <a:xfrm>
            <a:off x="5265739" y="5224463"/>
            <a:ext cx="130175" cy="125412"/>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sz="2000"/>
          </a:p>
        </p:txBody>
      </p:sp>
      <p:sp>
        <p:nvSpPr>
          <p:cNvPr id="37" name="Line 36">
            <a:extLst>
              <a:ext uri="{FF2B5EF4-FFF2-40B4-BE49-F238E27FC236}">
                <a16:creationId xmlns:a16="http://schemas.microsoft.com/office/drawing/2014/main" id="{408141F7-A4D0-4488-BA31-E7C5B524B688}"/>
              </a:ext>
            </a:extLst>
          </p:cNvPr>
          <p:cNvSpPr>
            <a:spLocks noChangeShapeType="1"/>
          </p:cNvSpPr>
          <p:nvPr/>
        </p:nvSpPr>
        <p:spPr bwMode="auto">
          <a:xfrm>
            <a:off x="5359400" y="4221163"/>
            <a:ext cx="64135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38" name="Line 37">
            <a:extLst>
              <a:ext uri="{FF2B5EF4-FFF2-40B4-BE49-F238E27FC236}">
                <a16:creationId xmlns:a16="http://schemas.microsoft.com/office/drawing/2014/main" id="{FAB05254-E0A1-408A-9B47-4719E17BACDB}"/>
              </a:ext>
            </a:extLst>
          </p:cNvPr>
          <p:cNvSpPr>
            <a:spLocks noChangeShapeType="1"/>
          </p:cNvSpPr>
          <p:nvPr/>
        </p:nvSpPr>
        <p:spPr bwMode="auto">
          <a:xfrm>
            <a:off x="5416550" y="5278438"/>
            <a:ext cx="642938"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39" name="Line 38">
            <a:extLst>
              <a:ext uri="{FF2B5EF4-FFF2-40B4-BE49-F238E27FC236}">
                <a16:creationId xmlns:a16="http://schemas.microsoft.com/office/drawing/2014/main" id="{ACE376B8-6E71-48F6-925E-69A384549147}"/>
              </a:ext>
            </a:extLst>
          </p:cNvPr>
          <p:cNvSpPr>
            <a:spLocks noChangeShapeType="1"/>
          </p:cNvSpPr>
          <p:nvPr/>
        </p:nvSpPr>
        <p:spPr bwMode="auto">
          <a:xfrm>
            <a:off x="4181475" y="4000500"/>
            <a:ext cx="64135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0" name="Line 39">
            <a:extLst>
              <a:ext uri="{FF2B5EF4-FFF2-40B4-BE49-F238E27FC236}">
                <a16:creationId xmlns:a16="http://schemas.microsoft.com/office/drawing/2014/main" id="{394200CB-645B-4B94-95DE-D704AA114761}"/>
              </a:ext>
            </a:extLst>
          </p:cNvPr>
          <p:cNvSpPr>
            <a:spLocks noChangeShapeType="1"/>
          </p:cNvSpPr>
          <p:nvPr/>
        </p:nvSpPr>
        <p:spPr bwMode="auto">
          <a:xfrm>
            <a:off x="4183063" y="5449888"/>
            <a:ext cx="64135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1" name="Line 40">
            <a:extLst>
              <a:ext uri="{FF2B5EF4-FFF2-40B4-BE49-F238E27FC236}">
                <a16:creationId xmlns:a16="http://schemas.microsoft.com/office/drawing/2014/main" id="{76E3039A-069A-4205-AA29-7686F3071CB4}"/>
              </a:ext>
            </a:extLst>
          </p:cNvPr>
          <p:cNvSpPr>
            <a:spLocks noChangeShapeType="1"/>
          </p:cNvSpPr>
          <p:nvPr/>
        </p:nvSpPr>
        <p:spPr bwMode="auto">
          <a:xfrm>
            <a:off x="5678488" y="4205288"/>
            <a:ext cx="0" cy="342900"/>
          </a:xfrm>
          <a:prstGeom prst="line">
            <a:avLst/>
          </a:prstGeom>
          <a:solidFill>
            <a:schemeClr val="accent1"/>
          </a:solidFill>
          <a:ln w="25400">
            <a:solidFill>
              <a:schemeClr val="tx1"/>
            </a:solidFill>
            <a:round/>
            <a:headEnd type="oval" w="med" len="med"/>
            <a:tailEnd/>
          </a:ln>
        </p:spPr>
        <p:txBody>
          <a:bodyPr/>
          <a:lstStyle/>
          <a:p>
            <a:pPr eaLnBrk="1" hangingPunct="1">
              <a:defRPr/>
            </a:pPr>
            <a:endParaRPr lang="en-US" dirty="0"/>
          </a:p>
        </p:txBody>
      </p:sp>
      <p:sp>
        <p:nvSpPr>
          <p:cNvPr id="42" name="Line 41">
            <a:extLst>
              <a:ext uri="{FF2B5EF4-FFF2-40B4-BE49-F238E27FC236}">
                <a16:creationId xmlns:a16="http://schemas.microsoft.com/office/drawing/2014/main" id="{29E78E76-72BA-467E-A07B-89D31C66F255}"/>
              </a:ext>
            </a:extLst>
          </p:cNvPr>
          <p:cNvSpPr>
            <a:spLocks noChangeShapeType="1"/>
          </p:cNvSpPr>
          <p:nvPr/>
        </p:nvSpPr>
        <p:spPr bwMode="auto">
          <a:xfrm>
            <a:off x="5678488" y="4924425"/>
            <a:ext cx="0" cy="342900"/>
          </a:xfrm>
          <a:prstGeom prst="line">
            <a:avLst/>
          </a:prstGeom>
          <a:solidFill>
            <a:schemeClr val="accent1"/>
          </a:solidFill>
          <a:ln w="25400">
            <a:solidFill>
              <a:schemeClr val="tx1"/>
            </a:solidFill>
            <a:round/>
            <a:headEnd/>
            <a:tailEnd type="oval" w="med" len="med"/>
          </a:ln>
        </p:spPr>
        <p:txBody>
          <a:bodyPr/>
          <a:lstStyle/>
          <a:p>
            <a:pPr eaLnBrk="1" hangingPunct="1">
              <a:defRPr/>
            </a:pPr>
            <a:endParaRPr lang="en-US" dirty="0"/>
          </a:p>
        </p:txBody>
      </p:sp>
      <p:sp>
        <p:nvSpPr>
          <p:cNvPr id="43" name="Line 42">
            <a:extLst>
              <a:ext uri="{FF2B5EF4-FFF2-40B4-BE49-F238E27FC236}">
                <a16:creationId xmlns:a16="http://schemas.microsoft.com/office/drawing/2014/main" id="{25B332A8-91BE-4934-B5DF-6C0EA6C9E6B0}"/>
              </a:ext>
            </a:extLst>
          </p:cNvPr>
          <p:cNvSpPr>
            <a:spLocks noChangeShapeType="1"/>
          </p:cNvSpPr>
          <p:nvPr/>
        </p:nvSpPr>
        <p:spPr bwMode="auto">
          <a:xfrm flipH="1">
            <a:off x="4538664" y="4548188"/>
            <a:ext cx="1139825" cy="341312"/>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4" name="Line 43">
            <a:extLst>
              <a:ext uri="{FF2B5EF4-FFF2-40B4-BE49-F238E27FC236}">
                <a16:creationId xmlns:a16="http://schemas.microsoft.com/office/drawing/2014/main" id="{DCA8FD63-660C-42AC-BBE9-EFAEC553EE4D}"/>
              </a:ext>
            </a:extLst>
          </p:cNvPr>
          <p:cNvSpPr>
            <a:spLocks noChangeShapeType="1"/>
          </p:cNvSpPr>
          <p:nvPr/>
        </p:nvSpPr>
        <p:spPr bwMode="auto">
          <a:xfrm>
            <a:off x="4538663" y="5095875"/>
            <a:ext cx="284162"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5" name="Line 44">
            <a:extLst>
              <a:ext uri="{FF2B5EF4-FFF2-40B4-BE49-F238E27FC236}">
                <a16:creationId xmlns:a16="http://schemas.microsoft.com/office/drawing/2014/main" id="{E09D4195-2CB4-4514-BFC7-D1558E5B5106}"/>
              </a:ext>
            </a:extLst>
          </p:cNvPr>
          <p:cNvSpPr>
            <a:spLocks noChangeShapeType="1"/>
          </p:cNvSpPr>
          <p:nvPr/>
        </p:nvSpPr>
        <p:spPr bwMode="auto">
          <a:xfrm>
            <a:off x="4538663" y="4889501"/>
            <a:ext cx="0" cy="206375"/>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6" name="Line 45">
            <a:extLst>
              <a:ext uri="{FF2B5EF4-FFF2-40B4-BE49-F238E27FC236}">
                <a16:creationId xmlns:a16="http://schemas.microsoft.com/office/drawing/2014/main" id="{B92F3965-D6AD-4F00-9B3D-89DC11801420}"/>
              </a:ext>
            </a:extLst>
          </p:cNvPr>
          <p:cNvSpPr>
            <a:spLocks noChangeShapeType="1"/>
          </p:cNvSpPr>
          <p:nvPr/>
        </p:nvSpPr>
        <p:spPr bwMode="auto">
          <a:xfrm>
            <a:off x="4525963" y="4365625"/>
            <a:ext cx="285750" cy="0"/>
          </a:xfrm>
          <a:prstGeom prst="line">
            <a:avLst/>
          </a:prstGeom>
          <a:solidFill>
            <a:schemeClr val="accent1"/>
          </a:solidFill>
          <a:ln w="34925">
            <a:solidFill>
              <a:schemeClr val="tx1"/>
            </a:solidFill>
            <a:round/>
            <a:headEnd/>
            <a:tailEnd/>
          </a:ln>
        </p:spPr>
        <p:txBody>
          <a:bodyPr/>
          <a:lstStyle/>
          <a:p>
            <a:pPr eaLnBrk="1" hangingPunct="1">
              <a:defRPr/>
            </a:pPr>
            <a:endParaRPr lang="en-US" dirty="0"/>
          </a:p>
        </p:txBody>
      </p:sp>
      <p:sp>
        <p:nvSpPr>
          <p:cNvPr id="48" name="Line 47">
            <a:extLst>
              <a:ext uri="{FF2B5EF4-FFF2-40B4-BE49-F238E27FC236}">
                <a16:creationId xmlns:a16="http://schemas.microsoft.com/office/drawing/2014/main" id="{042CC39E-266C-45E4-9E07-B1C6DE813737}"/>
              </a:ext>
            </a:extLst>
          </p:cNvPr>
          <p:cNvSpPr>
            <a:spLocks noChangeShapeType="1"/>
          </p:cNvSpPr>
          <p:nvPr/>
        </p:nvSpPr>
        <p:spPr bwMode="auto">
          <a:xfrm>
            <a:off x="4522788" y="4614863"/>
            <a:ext cx="1155700" cy="309562"/>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9" name="Text Box 48">
            <a:extLst>
              <a:ext uri="{FF2B5EF4-FFF2-40B4-BE49-F238E27FC236}">
                <a16:creationId xmlns:a16="http://schemas.microsoft.com/office/drawing/2014/main" id="{C2772C84-AAAE-49AB-A28F-839DB54F7CF5}"/>
              </a:ext>
            </a:extLst>
          </p:cNvPr>
          <p:cNvSpPr txBox="1">
            <a:spLocks noChangeArrowheads="1"/>
          </p:cNvSpPr>
          <p:nvPr/>
        </p:nvSpPr>
        <p:spPr bwMode="auto">
          <a:xfrm>
            <a:off x="3884614" y="5224463"/>
            <a:ext cx="498475" cy="369332"/>
          </a:xfrm>
          <a:prstGeom prst="rect">
            <a:avLst/>
          </a:prstGeom>
          <a:noFill/>
          <a:ln w="34925">
            <a:noFill/>
            <a:miter lim="800000"/>
            <a:headEnd/>
            <a:tailEnd/>
          </a:ln>
        </p:spPr>
        <p:txBody>
          <a:bodyPr>
            <a:spAutoFit/>
          </a:bodyPr>
          <a:lstStyle/>
          <a:p>
            <a:pPr eaLnBrk="1" hangingPunct="1">
              <a:spcBef>
                <a:spcPct val="50000"/>
              </a:spcBef>
              <a:defRPr/>
            </a:pPr>
            <a:r>
              <a:rPr lang="en-US" dirty="0"/>
              <a:t>S</a:t>
            </a:r>
          </a:p>
        </p:txBody>
      </p:sp>
      <p:sp>
        <p:nvSpPr>
          <p:cNvPr id="50" name="Text Box 49">
            <a:extLst>
              <a:ext uri="{FF2B5EF4-FFF2-40B4-BE49-F238E27FC236}">
                <a16:creationId xmlns:a16="http://schemas.microsoft.com/office/drawing/2014/main" id="{3ABA1449-9136-4D3B-9BF9-A0446329090B}"/>
              </a:ext>
            </a:extLst>
          </p:cNvPr>
          <p:cNvSpPr txBox="1">
            <a:spLocks noChangeArrowheads="1"/>
          </p:cNvSpPr>
          <p:nvPr/>
        </p:nvSpPr>
        <p:spPr bwMode="auto">
          <a:xfrm>
            <a:off x="3789363" y="3817938"/>
            <a:ext cx="500062" cy="369332"/>
          </a:xfrm>
          <a:prstGeom prst="rect">
            <a:avLst/>
          </a:prstGeom>
          <a:noFill/>
          <a:ln w="34925">
            <a:noFill/>
            <a:miter lim="800000"/>
            <a:headEnd/>
            <a:tailEnd/>
          </a:ln>
        </p:spPr>
        <p:txBody>
          <a:bodyPr>
            <a:spAutoFit/>
          </a:bodyPr>
          <a:lstStyle/>
          <a:p>
            <a:pPr eaLnBrk="1" hangingPunct="1">
              <a:spcBef>
                <a:spcPct val="50000"/>
              </a:spcBef>
              <a:defRPr/>
            </a:pPr>
            <a:r>
              <a:rPr lang="en-US" dirty="0"/>
              <a:t>R</a:t>
            </a:r>
          </a:p>
        </p:txBody>
      </p:sp>
      <p:sp>
        <p:nvSpPr>
          <p:cNvPr id="51" name="Text Box 50">
            <a:extLst>
              <a:ext uri="{FF2B5EF4-FFF2-40B4-BE49-F238E27FC236}">
                <a16:creationId xmlns:a16="http://schemas.microsoft.com/office/drawing/2014/main" id="{0A56466F-1215-4AAE-B469-984CEE1CD2B2}"/>
              </a:ext>
            </a:extLst>
          </p:cNvPr>
          <p:cNvSpPr txBox="1">
            <a:spLocks noChangeArrowheads="1"/>
          </p:cNvSpPr>
          <p:nvPr/>
        </p:nvSpPr>
        <p:spPr bwMode="auto">
          <a:xfrm>
            <a:off x="6124576" y="3978275"/>
            <a:ext cx="498475" cy="369332"/>
          </a:xfrm>
          <a:prstGeom prst="rect">
            <a:avLst/>
          </a:prstGeom>
          <a:noFill/>
          <a:ln w="34925">
            <a:noFill/>
            <a:miter lim="800000"/>
            <a:headEnd/>
            <a:tailEnd/>
          </a:ln>
        </p:spPr>
        <p:txBody>
          <a:bodyPr>
            <a:spAutoFit/>
          </a:bodyPr>
          <a:lstStyle/>
          <a:p>
            <a:pPr eaLnBrk="1" hangingPunct="1">
              <a:spcBef>
                <a:spcPct val="50000"/>
              </a:spcBef>
              <a:defRPr/>
            </a:pPr>
            <a:r>
              <a:rPr lang="en-US" dirty="0"/>
              <a:t>Q</a:t>
            </a:r>
          </a:p>
        </p:txBody>
      </p:sp>
      <p:sp>
        <p:nvSpPr>
          <p:cNvPr id="52" name="Text Box 51">
            <a:extLst>
              <a:ext uri="{FF2B5EF4-FFF2-40B4-BE49-F238E27FC236}">
                <a16:creationId xmlns:a16="http://schemas.microsoft.com/office/drawing/2014/main" id="{838F8F1B-2D66-4808-AEB4-AC07CD5CFB1A}"/>
              </a:ext>
            </a:extLst>
          </p:cNvPr>
          <p:cNvSpPr txBox="1">
            <a:spLocks noChangeArrowheads="1"/>
          </p:cNvSpPr>
          <p:nvPr/>
        </p:nvSpPr>
        <p:spPr bwMode="auto">
          <a:xfrm>
            <a:off x="6124576" y="5118100"/>
            <a:ext cx="498475" cy="369332"/>
          </a:xfrm>
          <a:prstGeom prst="rect">
            <a:avLst/>
          </a:prstGeom>
          <a:noFill/>
          <a:ln w="34925">
            <a:noFill/>
            <a:miter lim="800000"/>
            <a:headEnd/>
            <a:tailEnd/>
          </a:ln>
        </p:spPr>
        <p:txBody>
          <a:bodyPr>
            <a:spAutoFit/>
          </a:bodyPr>
          <a:lstStyle/>
          <a:p>
            <a:pPr eaLnBrk="1" hangingPunct="1">
              <a:spcBef>
                <a:spcPct val="50000"/>
              </a:spcBef>
              <a:defRPr/>
            </a:pPr>
            <a:r>
              <a:rPr lang="en-US" dirty="0"/>
              <a:t>Q</a:t>
            </a:r>
          </a:p>
        </p:txBody>
      </p:sp>
      <p:sp>
        <p:nvSpPr>
          <p:cNvPr id="53" name="Line 52">
            <a:extLst>
              <a:ext uri="{FF2B5EF4-FFF2-40B4-BE49-F238E27FC236}">
                <a16:creationId xmlns:a16="http://schemas.microsoft.com/office/drawing/2014/main" id="{C31B7B06-2F56-420A-A3EF-6C3941403147}"/>
              </a:ext>
            </a:extLst>
          </p:cNvPr>
          <p:cNvSpPr>
            <a:spLocks noChangeShapeType="1"/>
          </p:cNvSpPr>
          <p:nvPr/>
        </p:nvSpPr>
        <p:spPr bwMode="auto">
          <a:xfrm>
            <a:off x="6267451" y="5164138"/>
            <a:ext cx="142875" cy="0"/>
          </a:xfrm>
          <a:prstGeom prst="line">
            <a:avLst/>
          </a:prstGeom>
          <a:solidFill>
            <a:schemeClr val="accent1"/>
          </a:solidFill>
          <a:ln w="34925">
            <a:solidFill>
              <a:schemeClr val="tx1"/>
            </a:solidFill>
            <a:round/>
            <a:headEnd/>
            <a:tailEnd/>
          </a:ln>
        </p:spPr>
        <p:txBody>
          <a:bodyPr/>
          <a:lstStyle/>
          <a:p>
            <a:pPr eaLnBrk="1" hangingPunct="1">
              <a:defRPr/>
            </a:pPr>
            <a:endParaRPr lang="en-US" dirty="0"/>
          </a:p>
        </p:txBody>
      </p:sp>
      <p:sp>
        <p:nvSpPr>
          <p:cNvPr id="54" name="AutoShape 148">
            <a:extLst>
              <a:ext uri="{FF2B5EF4-FFF2-40B4-BE49-F238E27FC236}">
                <a16:creationId xmlns:a16="http://schemas.microsoft.com/office/drawing/2014/main" id="{3A068D6F-2E37-4BF9-B228-6D6520DAAF96}"/>
              </a:ext>
            </a:extLst>
          </p:cNvPr>
          <p:cNvSpPr>
            <a:spLocks noChangeArrowheads="1"/>
          </p:cNvSpPr>
          <p:nvPr/>
        </p:nvSpPr>
        <p:spPr bwMode="auto">
          <a:xfrm flipH="1">
            <a:off x="4765675" y="3860800"/>
            <a:ext cx="457200" cy="636588"/>
          </a:xfrm>
          <a:prstGeom prst="moon">
            <a:avLst>
              <a:gd name="adj" fmla="val 84819"/>
            </a:avLst>
          </a:prstGeom>
          <a:solidFill>
            <a:schemeClr val="accent1"/>
          </a:solidFill>
          <a:ln w="19050">
            <a:solidFill>
              <a:srgbClr val="000000"/>
            </a:solidFill>
            <a:miter lim="800000"/>
            <a:headEnd/>
            <a:tailEnd/>
          </a:ln>
        </p:spPr>
        <p:txBody>
          <a:bodyPr anchor="ctr"/>
          <a:lstStyle/>
          <a:p>
            <a:pPr eaLnBrk="1" hangingPunct="1">
              <a:defRPr/>
            </a:pPr>
            <a:endParaRPr lang="ru-RU" sz="2000"/>
          </a:p>
        </p:txBody>
      </p:sp>
      <p:sp>
        <p:nvSpPr>
          <p:cNvPr id="55" name="AutoShape 149">
            <a:extLst>
              <a:ext uri="{FF2B5EF4-FFF2-40B4-BE49-F238E27FC236}">
                <a16:creationId xmlns:a16="http://schemas.microsoft.com/office/drawing/2014/main" id="{B2F4EABB-2B45-4863-9B3D-444DAD5D4E8E}"/>
              </a:ext>
            </a:extLst>
          </p:cNvPr>
          <p:cNvSpPr>
            <a:spLocks noChangeArrowheads="1"/>
          </p:cNvSpPr>
          <p:nvPr/>
        </p:nvSpPr>
        <p:spPr bwMode="auto">
          <a:xfrm flipH="1">
            <a:off x="4792663" y="4981575"/>
            <a:ext cx="457200" cy="636588"/>
          </a:xfrm>
          <a:prstGeom prst="moon">
            <a:avLst>
              <a:gd name="adj" fmla="val 84819"/>
            </a:avLst>
          </a:prstGeom>
          <a:solidFill>
            <a:schemeClr val="accent1"/>
          </a:solidFill>
          <a:ln w="19050">
            <a:solidFill>
              <a:srgbClr val="000000"/>
            </a:solidFill>
            <a:miter lim="800000"/>
            <a:headEnd/>
            <a:tailEnd/>
          </a:ln>
        </p:spPr>
        <p:txBody>
          <a:bodyPr anchor="ctr"/>
          <a:lstStyle/>
          <a:p>
            <a:pPr eaLnBrk="1" hangingPunct="1">
              <a:defRPr/>
            </a:pPr>
            <a:endParaRPr lang="ru-RU" sz="2000"/>
          </a:p>
        </p:txBody>
      </p:sp>
      <p:sp>
        <p:nvSpPr>
          <p:cNvPr id="56" name="AutoShape 139">
            <a:extLst>
              <a:ext uri="{FF2B5EF4-FFF2-40B4-BE49-F238E27FC236}">
                <a16:creationId xmlns:a16="http://schemas.microsoft.com/office/drawing/2014/main" id="{A8DF6C03-9246-48F5-9856-BA64CBA5F764}"/>
              </a:ext>
            </a:extLst>
          </p:cNvPr>
          <p:cNvSpPr>
            <a:spLocks noChangeArrowheads="1"/>
          </p:cNvSpPr>
          <p:nvPr/>
        </p:nvSpPr>
        <p:spPr bwMode="auto">
          <a:xfrm>
            <a:off x="4849813" y="1617663"/>
            <a:ext cx="577850" cy="641350"/>
          </a:xfrm>
          <a:prstGeom prst="flowChartDelay">
            <a:avLst/>
          </a:prstGeom>
          <a:solidFill>
            <a:schemeClr val="accent1"/>
          </a:solidFill>
          <a:ln w="19050">
            <a:solidFill>
              <a:schemeClr val="tx1"/>
            </a:solidFill>
            <a:miter lim="800000"/>
            <a:headEnd/>
            <a:tailEnd/>
          </a:ln>
        </p:spPr>
        <p:txBody>
          <a:bodyPr wrap="none" anchor="ctr"/>
          <a:lstStyle/>
          <a:p>
            <a:pPr eaLnBrk="1" hangingPunct="1">
              <a:defRPr/>
            </a:pPr>
            <a:endParaRPr lang="en-US" dirty="0"/>
          </a:p>
        </p:txBody>
      </p:sp>
      <p:sp>
        <p:nvSpPr>
          <p:cNvPr id="57" name="AutoShape 140">
            <a:extLst>
              <a:ext uri="{FF2B5EF4-FFF2-40B4-BE49-F238E27FC236}">
                <a16:creationId xmlns:a16="http://schemas.microsoft.com/office/drawing/2014/main" id="{AA48FC89-EBD6-4EA2-BA61-2933C21ED4EC}"/>
              </a:ext>
            </a:extLst>
          </p:cNvPr>
          <p:cNvSpPr>
            <a:spLocks noChangeArrowheads="1"/>
          </p:cNvSpPr>
          <p:nvPr/>
        </p:nvSpPr>
        <p:spPr bwMode="auto">
          <a:xfrm>
            <a:off x="4892675" y="2827338"/>
            <a:ext cx="577850" cy="641350"/>
          </a:xfrm>
          <a:prstGeom prst="flowChartDelay">
            <a:avLst/>
          </a:prstGeom>
          <a:solidFill>
            <a:schemeClr val="accent1"/>
          </a:solidFill>
          <a:ln w="19050">
            <a:solidFill>
              <a:schemeClr val="tx1"/>
            </a:solidFill>
            <a:miter lim="800000"/>
            <a:headEnd/>
            <a:tailEnd/>
          </a:ln>
        </p:spPr>
        <p:txBody>
          <a:bodyPr wrap="none" anchor="ctr"/>
          <a:lstStyle/>
          <a:p>
            <a:pPr eaLnBrk="1" hangingPunct="1">
              <a:defRPr/>
            </a:pPr>
            <a:endParaRPr lang="en-US" dirty="0"/>
          </a:p>
        </p:txBody>
      </p:sp>
      <p:sp>
        <p:nvSpPr>
          <p:cNvPr id="62" name="Line 20">
            <a:extLst>
              <a:ext uri="{FF2B5EF4-FFF2-40B4-BE49-F238E27FC236}">
                <a16:creationId xmlns:a16="http://schemas.microsoft.com/office/drawing/2014/main" id="{9DD17124-C4FD-491A-B040-44ECB20C81F1}"/>
              </a:ext>
            </a:extLst>
          </p:cNvPr>
          <p:cNvSpPr>
            <a:spLocks noChangeShapeType="1"/>
          </p:cNvSpPr>
          <p:nvPr/>
        </p:nvSpPr>
        <p:spPr bwMode="auto">
          <a:xfrm>
            <a:off x="4525963" y="4357688"/>
            <a:ext cx="0" cy="26670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 name="Oval 31">
            <a:extLst>
              <a:ext uri="{FF2B5EF4-FFF2-40B4-BE49-F238E27FC236}">
                <a16:creationId xmlns:a16="http://schemas.microsoft.com/office/drawing/2014/main" id="{C2097F89-2C75-468A-B8A6-59B8D682C886}"/>
              </a:ext>
            </a:extLst>
          </p:cNvPr>
          <p:cNvSpPr>
            <a:spLocks noChangeArrowheads="1"/>
          </p:cNvSpPr>
          <p:nvPr/>
        </p:nvSpPr>
        <p:spPr bwMode="auto">
          <a:xfrm>
            <a:off x="5437189" y="1901826"/>
            <a:ext cx="130175" cy="125413"/>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sz="2000"/>
          </a:p>
        </p:txBody>
      </p:sp>
      <p:sp>
        <p:nvSpPr>
          <p:cNvPr id="17" name="Oval 34">
            <a:extLst>
              <a:ext uri="{FF2B5EF4-FFF2-40B4-BE49-F238E27FC236}">
                <a16:creationId xmlns:a16="http://schemas.microsoft.com/office/drawing/2014/main" id="{FE1B4FBF-ACCB-41E4-B386-0898AD75B9E4}"/>
              </a:ext>
            </a:extLst>
          </p:cNvPr>
          <p:cNvSpPr>
            <a:spLocks noChangeArrowheads="1"/>
          </p:cNvSpPr>
          <p:nvPr/>
        </p:nvSpPr>
        <p:spPr bwMode="auto">
          <a:xfrm>
            <a:off x="5448301" y="3100388"/>
            <a:ext cx="130175" cy="125412"/>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475F8D3-1C46-20CF-D4BF-A9D1D4008B31}"/>
              </a:ext>
            </a:extLst>
          </p:cNvPr>
          <p:cNvSpPr>
            <a:spLocks noGrp="1"/>
          </p:cNvSpPr>
          <p:nvPr>
            <p:ph type="body" sz="quarter" idx="10"/>
          </p:nvPr>
        </p:nvSpPr>
        <p:spPr/>
        <p:txBody>
          <a:bodyPr/>
          <a:lstStyle/>
          <a:p>
            <a:r>
              <a:rPr lang="en-US" dirty="0"/>
              <a:t>Metastability is inherent in any bi-stable system</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Black line – static transfer characteristic of upper inverter, white line – lower. Theoretically in metastable state, the circuit can stay unrestrictedly long. </a:t>
            </a:r>
          </a:p>
          <a:p>
            <a:endParaRPr lang="en-US" dirty="0"/>
          </a:p>
        </p:txBody>
      </p:sp>
      <p:grpSp>
        <p:nvGrpSpPr>
          <p:cNvPr id="26634" name="Group 65">
            <a:extLst>
              <a:ext uri="{FF2B5EF4-FFF2-40B4-BE49-F238E27FC236}">
                <a16:creationId xmlns:a16="http://schemas.microsoft.com/office/drawing/2014/main" id="{A67C3584-D73F-2C32-1316-33493F38F33E}"/>
              </a:ext>
            </a:extLst>
          </p:cNvPr>
          <p:cNvGrpSpPr>
            <a:grpSpLocks/>
          </p:cNvGrpSpPr>
          <p:nvPr/>
        </p:nvGrpSpPr>
        <p:grpSpPr bwMode="auto">
          <a:xfrm>
            <a:off x="2380710" y="1125539"/>
            <a:ext cx="7227712" cy="4011681"/>
            <a:chOff x="864946" y="1124984"/>
            <a:chExt cx="7297202" cy="4012377"/>
          </a:xfrm>
        </p:grpSpPr>
        <p:sp>
          <p:nvSpPr>
            <p:cNvPr id="26635" name="Line 410">
              <a:extLst>
                <a:ext uri="{FF2B5EF4-FFF2-40B4-BE49-F238E27FC236}">
                  <a16:creationId xmlns:a16="http://schemas.microsoft.com/office/drawing/2014/main" id="{87CED78F-2282-BA22-C6FB-F609173F3924}"/>
                </a:ext>
              </a:extLst>
            </p:cNvPr>
            <p:cNvSpPr>
              <a:spLocks noChangeShapeType="1"/>
            </p:cNvSpPr>
            <p:nvPr/>
          </p:nvSpPr>
          <p:spPr bwMode="auto">
            <a:xfrm>
              <a:off x="2195880" y="2133961"/>
              <a:ext cx="0" cy="2651938"/>
            </a:xfrm>
            <a:prstGeom prst="line">
              <a:avLst/>
            </a:prstGeom>
            <a:noFill/>
            <a:ln w="31750">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26636" name="Line 411">
              <a:extLst>
                <a:ext uri="{FF2B5EF4-FFF2-40B4-BE49-F238E27FC236}">
                  <a16:creationId xmlns:a16="http://schemas.microsoft.com/office/drawing/2014/main" id="{665A51AF-B9AC-1C53-AE59-416B800F52AB}"/>
                </a:ext>
              </a:extLst>
            </p:cNvPr>
            <p:cNvSpPr>
              <a:spLocks noChangeShapeType="1"/>
            </p:cNvSpPr>
            <p:nvPr/>
          </p:nvSpPr>
          <p:spPr bwMode="auto">
            <a:xfrm>
              <a:off x="2195880" y="4791660"/>
              <a:ext cx="3808563" cy="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637" name="Line 413">
              <a:extLst>
                <a:ext uri="{FF2B5EF4-FFF2-40B4-BE49-F238E27FC236}">
                  <a16:creationId xmlns:a16="http://schemas.microsoft.com/office/drawing/2014/main" id="{1DFC1EC9-C6BE-214E-6FE7-42EB498B0343}"/>
                </a:ext>
              </a:extLst>
            </p:cNvPr>
            <p:cNvSpPr>
              <a:spLocks noChangeShapeType="1"/>
            </p:cNvSpPr>
            <p:nvPr/>
          </p:nvSpPr>
          <p:spPr bwMode="auto">
            <a:xfrm>
              <a:off x="2195880" y="2864196"/>
              <a:ext cx="55391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8" name="Line 417">
              <a:extLst>
                <a:ext uri="{FF2B5EF4-FFF2-40B4-BE49-F238E27FC236}">
                  <a16:creationId xmlns:a16="http://schemas.microsoft.com/office/drawing/2014/main" id="{B363B7D8-A759-470D-9F14-47BB26704F42}"/>
                </a:ext>
              </a:extLst>
            </p:cNvPr>
            <p:cNvSpPr>
              <a:spLocks noChangeShapeType="1"/>
            </p:cNvSpPr>
            <p:nvPr/>
          </p:nvSpPr>
          <p:spPr bwMode="auto">
            <a:xfrm>
              <a:off x="2449022" y="2760393"/>
              <a:ext cx="0" cy="457279"/>
            </a:xfrm>
            <a:prstGeom prst="line">
              <a:avLst/>
            </a:prstGeom>
            <a:noFill/>
            <a:ln w="38100">
              <a:solidFill>
                <a:schemeClr val="accent1">
                  <a:lumMod val="20000"/>
                  <a:lumOff val="80000"/>
                </a:schemeClr>
              </a:solidFill>
              <a:round/>
              <a:headEnd/>
              <a:tailEnd/>
            </a:ln>
          </p:spPr>
          <p:txBody>
            <a:bodyPr/>
            <a:lstStyle/>
            <a:p>
              <a:pPr eaLnBrk="1" hangingPunct="1">
                <a:defRPr/>
              </a:pPr>
              <a:endParaRPr lang="en-US" sz="2000"/>
            </a:p>
          </p:txBody>
        </p:sp>
        <p:sp>
          <p:nvSpPr>
            <p:cNvPr id="26639" name="Text Box 420">
              <a:extLst>
                <a:ext uri="{FF2B5EF4-FFF2-40B4-BE49-F238E27FC236}">
                  <a16:creationId xmlns:a16="http://schemas.microsoft.com/office/drawing/2014/main" id="{16185123-8A7B-D3AF-280B-F32F1CFA0E06}"/>
                </a:ext>
              </a:extLst>
            </p:cNvPr>
            <p:cNvSpPr txBox="1">
              <a:spLocks noChangeArrowheads="1"/>
            </p:cNvSpPr>
            <p:nvPr/>
          </p:nvSpPr>
          <p:spPr bwMode="auto">
            <a:xfrm>
              <a:off x="2195880" y="2372623"/>
              <a:ext cx="11363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Stable</a:t>
              </a:r>
              <a:endParaRPr lang="ru-RU" altLang="en-US" sz="1800"/>
            </a:p>
          </p:txBody>
        </p:sp>
        <p:sp>
          <p:nvSpPr>
            <p:cNvPr id="26640" name="Text Box 421">
              <a:extLst>
                <a:ext uri="{FF2B5EF4-FFF2-40B4-BE49-F238E27FC236}">
                  <a16:creationId xmlns:a16="http://schemas.microsoft.com/office/drawing/2014/main" id="{261FEBCC-FC3E-0D91-1EEA-E1ABAC605D1D}"/>
                </a:ext>
              </a:extLst>
            </p:cNvPr>
            <p:cNvSpPr txBox="1">
              <a:spLocks noChangeArrowheads="1"/>
            </p:cNvSpPr>
            <p:nvPr/>
          </p:nvSpPr>
          <p:spPr bwMode="auto">
            <a:xfrm>
              <a:off x="4900246" y="4387677"/>
              <a:ext cx="1136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Stable</a:t>
              </a:r>
              <a:endParaRPr lang="ru-RU" altLang="en-US" sz="1800"/>
            </a:p>
          </p:txBody>
        </p:sp>
        <p:sp>
          <p:nvSpPr>
            <p:cNvPr id="26641" name="Text Box 422">
              <a:extLst>
                <a:ext uri="{FF2B5EF4-FFF2-40B4-BE49-F238E27FC236}">
                  <a16:creationId xmlns:a16="http://schemas.microsoft.com/office/drawing/2014/main" id="{A9729D76-DBBF-8B55-679A-07EF5090F807}"/>
                </a:ext>
              </a:extLst>
            </p:cNvPr>
            <p:cNvSpPr txBox="1">
              <a:spLocks noChangeArrowheads="1"/>
            </p:cNvSpPr>
            <p:nvPr/>
          </p:nvSpPr>
          <p:spPr bwMode="auto">
            <a:xfrm>
              <a:off x="6290293" y="1124984"/>
              <a:ext cx="1871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1800"/>
            </a:p>
          </p:txBody>
        </p:sp>
        <p:sp>
          <p:nvSpPr>
            <p:cNvPr id="26642" name="Text Box 426">
              <a:extLst>
                <a:ext uri="{FF2B5EF4-FFF2-40B4-BE49-F238E27FC236}">
                  <a16:creationId xmlns:a16="http://schemas.microsoft.com/office/drawing/2014/main" id="{3001A6CC-CE92-D824-ACED-C0D741DFF75C}"/>
                </a:ext>
              </a:extLst>
            </p:cNvPr>
            <p:cNvSpPr txBox="1">
              <a:spLocks noChangeArrowheads="1"/>
            </p:cNvSpPr>
            <p:nvPr/>
          </p:nvSpPr>
          <p:spPr bwMode="auto">
            <a:xfrm>
              <a:off x="864946" y="2585580"/>
              <a:ext cx="13972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latin typeface="Arial "/>
                  <a:ea typeface="Arial "/>
                  <a:cs typeface="Arial "/>
                </a:rPr>
                <a:t>V</a:t>
              </a:r>
              <a:r>
                <a:rPr lang="en-US" altLang="en-US" sz="1800" baseline="-25000">
                  <a:latin typeface="Arial "/>
                  <a:ea typeface="Arial "/>
                  <a:cs typeface="Arial "/>
                </a:rPr>
                <a:t>in2</a:t>
              </a:r>
              <a:r>
                <a:rPr lang="en-US" altLang="en-US" sz="1800">
                  <a:latin typeface="Arial "/>
                  <a:ea typeface="Arial "/>
                  <a:cs typeface="Arial "/>
                </a:rPr>
                <a:t>=V</a:t>
              </a:r>
              <a:r>
                <a:rPr lang="en-US" altLang="en-US" sz="1800" baseline="-25000">
                  <a:latin typeface="Arial "/>
                  <a:ea typeface="Arial "/>
                  <a:cs typeface="Arial "/>
                </a:rPr>
                <a:t>out1</a:t>
              </a:r>
              <a:endParaRPr lang="ru-RU" altLang="en-US" sz="1800" baseline="-25000">
                <a:latin typeface="Arial "/>
                <a:ea typeface="Arial "/>
                <a:cs typeface="Arial "/>
              </a:endParaRPr>
            </a:p>
          </p:txBody>
        </p:sp>
        <p:sp>
          <p:nvSpPr>
            <p:cNvPr id="26643" name="Text Box 427">
              <a:extLst>
                <a:ext uri="{FF2B5EF4-FFF2-40B4-BE49-F238E27FC236}">
                  <a16:creationId xmlns:a16="http://schemas.microsoft.com/office/drawing/2014/main" id="{6C272EAB-3043-BA93-94BF-396FE771A8A3}"/>
                </a:ext>
              </a:extLst>
            </p:cNvPr>
            <p:cNvSpPr txBox="1">
              <a:spLocks noChangeArrowheads="1"/>
            </p:cNvSpPr>
            <p:nvPr/>
          </p:nvSpPr>
          <p:spPr bwMode="auto">
            <a:xfrm>
              <a:off x="5118627" y="3911089"/>
              <a:ext cx="17392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latin typeface="Arial "/>
                  <a:ea typeface="Arial "/>
                  <a:cs typeface="Arial "/>
                </a:rPr>
                <a:t>V</a:t>
              </a:r>
              <a:r>
                <a:rPr lang="en-US" altLang="en-US" sz="1800" baseline="-25000">
                  <a:latin typeface="Arial "/>
                  <a:ea typeface="Arial "/>
                  <a:cs typeface="Arial "/>
                </a:rPr>
                <a:t>in2</a:t>
              </a:r>
              <a:r>
                <a:rPr lang="en-US" altLang="en-US" sz="1800">
                  <a:latin typeface="Arial "/>
                  <a:ea typeface="Arial "/>
                  <a:cs typeface="Arial "/>
                </a:rPr>
                <a:t>=V</a:t>
              </a:r>
              <a:r>
                <a:rPr lang="en-US" altLang="en-US" sz="1800" baseline="-25000">
                  <a:latin typeface="Arial "/>
                  <a:ea typeface="Arial "/>
                  <a:cs typeface="Arial "/>
                </a:rPr>
                <a:t>out1</a:t>
              </a:r>
              <a:endParaRPr lang="ru-RU" altLang="en-US" sz="1800" baseline="-25000">
                <a:latin typeface="Arial "/>
                <a:ea typeface="Arial "/>
                <a:cs typeface="Arial "/>
              </a:endParaRPr>
            </a:p>
          </p:txBody>
        </p:sp>
        <p:sp>
          <p:nvSpPr>
            <p:cNvPr id="26644" name="Freeform 438">
              <a:extLst>
                <a:ext uri="{FF2B5EF4-FFF2-40B4-BE49-F238E27FC236}">
                  <a16:creationId xmlns:a16="http://schemas.microsoft.com/office/drawing/2014/main" id="{56E51491-5168-9526-267B-D295520EC039}"/>
                </a:ext>
              </a:extLst>
            </p:cNvPr>
            <p:cNvSpPr>
              <a:spLocks/>
            </p:cNvSpPr>
            <p:nvPr/>
          </p:nvSpPr>
          <p:spPr bwMode="auto">
            <a:xfrm>
              <a:off x="2649683" y="2850136"/>
              <a:ext cx="2158114" cy="1769542"/>
            </a:xfrm>
            <a:custGeom>
              <a:avLst/>
              <a:gdLst>
                <a:gd name="T0" fmla="*/ 0 w 1563"/>
                <a:gd name="T1" fmla="*/ 0 h 1564"/>
                <a:gd name="T2" fmla="*/ 2147483646 w 1563"/>
                <a:gd name="T3" fmla="*/ 2147483646 h 1564"/>
                <a:gd name="T4" fmla="*/ 2147483646 w 1563"/>
                <a:gd name="T5" fmla="*/ 2147483646 h 1564"/>
                <a:gd name="T6" fmla="*/ 2147483646 w 1563"/>
                <a:gd name="T7" fmla="*/ 2147483646 h 1564"/>
                <a:gd name="T8" fmla="*/ 2147483646 w 1563"/>
                <a:gd name="T9" fmla="*/ 2147483646 h 1564"/>
                <a:gd name="T10" fmla="*/ 2147483646 w 1563"/>
                <a:gd name="T11" fmla="*/ 2147483646 h 1564"/>
                <a:gd name="T12" fmla="*/ 2147483646 w 1563"/>
                <a:gd name="T13" fmla="*/ 2147483646 h 1564"/>
                <a:gd name="T14" fmla="*/ 2147483646 w 1563"/>
                <a:gd name="T15" fmla="*/ 2147483646 h 1564"/>
                <a:gd name="T16" fmla="*/ 2147483646 w 1563"/>
                <a:gd name="T17" fmla="*/ 2147483646 h 1564"/>
                <a:gd name="T18" fmla="*/ 2147483646 w 1563"/>
                <a:gd name="T19" fmla="*/ 2147483646 h 1564"/>
                <a:gd name="T20" fmla="*/ 2147483646 w 1563"/>
                <a:gd name="T21" fmla="*/ 2147483646 h 1564"/>
                <a:gd name="T22" fmla="*/ 2147483646 w 1563"/>
                <a:gd name="T23" fmla="*/ 2147483646 h 1564"/>
                <a:gd name="T24" fmla="*/ 2147483646 w 1563"/>
                <a:gd name="T25" fmla="*/ 2147483646 h 1564"/>
                <a:gd name="T26" fmla="*/ 2147483646 w 1563"/>
                <a:gd name="T27" fmla="*/ 2147483646 h 1564"/>
                <a:gd name="T28" fmla="*/ 2147483646 w 1563"/>
                <a:gd name="T29" fmla="*/ 2147483646 h 1564"/>
                <a:gd name="T30" fmla="*/ 2147483646 w 1563"/>
                <a:gd name="T31" fmla="*/ 2147483646 h 1564"/>
                <a:gd name="T32" fmla="*/ 2147483646 w 1563"/>
                <a:gd name="T33" fmla="*/ 2147483646 h 15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63"/>
                <a:gd name="T52" fmla="*/ 0 h 1564"/>
                <a:gd name="T53" fmla="*/ 1563 w 1563"/>
                <a:gd name="T54" fmla="*/ 1564 h 15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63" h="1564">
                  <a:moveTo>
                    <a:pt x="0" y="0"/>
                  </a:moveTo>
                  <a:cubicBezTo>
                    <a:pt x="57" y="19"/>
                    <a:pt x="116" y="9"/>
                    <a:pt x="173" y="28"/>
                  </a:cubicBezTo>
                  <a:cubicBezTo>
                    <a:pt x="208" y="61"/>
                    <a:pt x="230" y="104"/>
                    <a:pt x="265" y="137"/>
                  </a:cubicBezTo>
                  <a:cubicBezTo>
                    <a:pt x="276" y="172"/>
                    <a:pt x="294" y="213"/>
                    <a:pt x="320" y="238"/>
                  </a:cubicBezTo>
                  <a:cubicBezTo>
                    <a:pt x="341" y="303"/>
                    <a:pt x="327" y="277"/>
                    <a:pt x="356" y="320"/>
                  </a:cubicBezTo>
                  <a:cubicBezTo>
                    <a:pt x="359" y="329"/>
                    <a:pt x="360" y="340"/>
                    <a:pt x="365" y="348"/>
                  </a:cubicBezTo>
                  <a:cubicBezTo>
                    <a:pt x="370" y="355"/>
                    <a:pt x="381" y="358"/>
                    <a:pt x="384" y="366"/>
                  </a:cubicBezTo>
                  <a:cubicBezTo>
                    <a:pt x="401" y="405"/>
                    <a:pt x="397" y="431"/>
                    <a:pt x="420" y="467"/>
                  </a:cubicBezTo>
                  <a:cubicBezTo>
                    <a:pt x="444" y="565"/>
                    <a:pt x="473" y="662"/>
                    <a:pt x="502" y="759"/>
                  </a:cubicBezTo>
                  <a:cubicBezTo>
                    <a:pt x="508" y="780"/>
                    <a:pt x="515" y="802"/>
                    <a:pt x="521" y="823"/>
                  </a:cubicBezTo>
                  <a:cubicBezTo>
                    <a:pt x="526" y="841"/>
                    <a:pt x="539" y="878"/>
                    <a:pt x="539" y="878"/>
                  </a:cubicBezTo>
                  <a:cubicBezTo>
                    <a:pt x="550" y="965"/>
                    <a:pt x="576" y="1042"/>
                    <a:pt x="603" y="1125"/>
                  </a:cubicBezTo>
                  <a:cubicBezTo>
                    <a:pt x="619" y="1174"/>
                    <a:pt x="612" y="1193"/>
                    <a:pt x="640" y="1235"/>
                  </a:cubicBezTo>
                  <a:cubicBezTo>
                    <a:pt x="657" y="1286"/>
                    <a:pt x="653" y="1308"/>
                    <a:pt x="694" y="1335"/>
                  </a:cubicBezTo>
                  <a:cubicBezTo>
                    <a:pt x="710" y="1380"/>
                    <a:pt x="724" y="1411"/>
                    <a:pt x="768" y="1427"/>
                  </a:cubicBezTo>
                  <a:cubicBezTo>
                    <a:pt x="832" y="1523"/>
                    <a:pt x="1014" y="1554"/>
                    <a:pt x="1124" y="1564"/>
                  </a:cubicBezTo>
                  <a:cubicBezTo>
                    <a:pt x="1386" y="1550"/>
                    <a:pt x="1240" y="1555"/>
                    <a:pt x="1563" y="1555"/>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377" name="Arc 479">
              <a:extLst>
                <a:ext uri="{FF2B5EF4-FFF2-40B4-BE49-F238E27FC236}">
                  <a16:creationId xmlns:a16="http://schemas.microsoft.com/office/drawing/2014/main" id="{2B49DB1E-CA8F-4FF8-A47D-08B4BFC82634}"/>
                </a:ext>
              </a:extLst>
            </p:cNvPr>
            <p:cNvSpPr>
              <a:spLocks/>
            </p:cNvSpPr>
            <p:nvPr/>
          </p:nvSpPr>
          <p:spPr bwMode="auto">
            <a:xfrm rot="10800000">
              <a:off x="2457036" y="3146222"/>
              <a:ext cx="923191" cy="55889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44450">
              <a:solidFill>
                <a:schemeClr val="accent1">
                  <a:lumMod val="20000"/>
                  <a:lumOff val="80000"/>
                </a:schemeClr>
              </a:solidFill>
              <a:round/>
              <a:headEnd/>
              <a:tailEnd/>
            </a:ln>
          </p:spPr>
          <p:txBody>
            <a:bodyPr rot="10800000" wrap="none" anchor="ctr"/>
            <a:lstStyle/>
            <a:p>
              <a:pPr eaLnBrk="1" hangingPunct="1">
                <a:defRPr/>
              </a:pPr>
              <a:endParaRPr lang="ru-RU"/>
            </a:p>
          </p:txBody>
        </p:sp>
        <p:sp>
          <p:nvSpPr>
            <p:cNvPr id="15378" name="Arc 480">
              <a:extLst>
                <a:ext uri="{FF2B5EF4-FFF2-40B4-BE49-F238E27FC236}">
                  <a16:creationId xmlns:a16="http://schemas.microsoft.com/office/drawing/2014/main" id="{7EDC0DBB-6C97-4F9C-959D-1CED4694C337}"/>
                </a:ext>
              </a:extLst>
            </p:cNvPr>
            <p:cNvSpPr>
              <a:spLocks/>
            </p:cNvSpPr>
            <p:nvPr/>
          </p:nvSpPr>
          <p:spPr bwMode="auto">
            <a:xfrm>
              <a:off x="3309706" y="3714645"/>
              <a:ext cx="851067" cy="608118"/>
            </a:xfrm>
            <a:custGeom>
              <a:avLst/>
              <a:gdLst>
                <a:gd name="T0" fmla="*/ 2147483647 w 21600"/>
                <a:gd name="T1" fmla="*/ 0 h 23281"/>
                <a:gd name="T2" fmla="*/ 2147483647 w 21600"/>
                <a:gd name="T3" fmla="*/ 2147483647 h 23281"/>
                <a:gd name="T4" fmla="*/ 0 w 21600"/>
                <a:gd name="T5" fmla="*/ 2147483647 h 23281"/>
                <a:gd name="T6" fmla="*/ 0 60000 65536"/>
                <a:gd name="T7" fmla="*/ 0 60000 65536"/>
                <a:gd name="T8" fmla="*/ 0 60000 65536"/>
                <a:gd name="T9" fmla="*/ 0 w 21600"/>
                <a:gd name="T10" fmla="*/ 0 h 23281"/>
                <a:gd name="T11" fmla="*/ 21600 w 21600"/>
                <a:gd name="T12" fmla="*/ 23281 h 23281"/>
              </a:gdLst>
              <a:ahLst/>
              <a:cxnLst>
                <a:cxn ang="T6">
                  <a:pos x="T0" y="T1"/>
                </a:cxn>
                <a:cxn ang="T7">
                  <a:pos x="T2" y="T3"/>
                </a:cxn>
                <a:cxn ang="T8">
                  <a:pos x="T4" y="T5"/>
                </a:cxn>
              </a:cxnLst>
              <a:rect l="T9" t="T10" r="T11" b="T12"/>
              <a:pathLst>
                <a:path w="21600" h="23281" fill="none" extrusionOk="0">
                  <a:moveTo>
                    <a:pt x="1678" y="0"/>
                  </a:moveTo>
                  <a:cubicBezTo>
                    <a:pt x="12923" y="877"/>
                    <a:pt x="21600" y="10256"/>
                    <a:pt x="21600" y="21535"/>
                  </a:cubicBezTo>
                  <a:cubicBezTo>
                    <a:pt x="21600" y="22117"/>
                    <a:pt x="21576" y="22700"/>
                    <a:pt x="21529" y="23281"/>
                  </a:cubicBezTo>
                </a:path>
                <a:path w="21600" h="23281" stroke="0" extrusionOk="0">
                  <a:moveTo>
                    <a:pt x="1678" y="0"/>
                  </a:moveTo>
                  <a:cubicBezTo>
                    <a:pt x="12923" y="877"/>
                    <a:pt x="21600" y="10256"/>
                    <a:pt x="21600" y="21535"/>
                  </a:cubicBezTo>
                  <a:cubicBezTo>
                    <a:pt x="21600" y="22117"/>
                    <a:pt x="21576" y="22700"/>
                    <a:pt x="21529" y="23281"/>
                  </a:cubicBezTo>
                  <a:lnTo>
                    <a:pt x="0" y="21535"/>
                  </a:lnTo>
                  <a:close/>
                </a:path>
              </a:pathLst>
            </a:custGeom>
            <a:noFill/>
            <a:ln w="47625">
              <a:solidFill>
                <a:schemeClr val="accent1">
                  <a:lumMod val="20000"/>
                  <a:lumOff val="80000"/>
                </a:schemeClr>
              </a:solidFill>
              <a:round/>
              <a:headEnd/>
              <a:tailEnd/>
            </a:ln>
          </p:spPr>
          <p:txBody>
            <a:bodyPr wrap="none" anchor="ctr"/>
            <a:lstStyle/>
            <a:p>
              <a:pPr eaLnBrk="1" hangingPunct="1">
                <a:defRPr/>
              </a:pPr>
              <a:endParaRPr lang="ru-RU"/>
            </a:p>
          </p:txBody>
        </p:sp>
        <p:sp>
          <p:nvSpPr>
            <p:cNvPr id="26647" name="Text Box 38">
              <a:extLst>
                <a:ext uri="{FF2B5EF4-FFF2-40B4-BE49-F238E27FC236}">
                  <a16:creationId xmlns:a16="http://schemas.microsoft.com/office/drawing/2014/main" id="{E656A790-B034-B0BA-DF52-81CD7421456C}"/>
                </a:ext>
              </a:extLst>
            </p:cNvPr>
            <p:cNvSpPr txBox="1">
              <a:spLocks noChangeArrowheads="1"/>
            </p:cNvSpPr>
            <p:nvPr/>
          </p:nvSpPr>
          <p:spPr bwMode="auto">
            <a:xfrm>
              <a:off x="1392602" y="2013904"/>
              <a:ext cx="8696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V</a:t>
              </a:r>
              <a:r>
                <a:rPr lang="en-US" altLang="en-US" sz="1800" baseline="-25000"/>
                <a:t>out1</a:t>
              </a:r>
              <a:endParaRPr lang="ru-RU" altLang="en-US" sz="1800" baseline="-25000"/>
            </a:p>
          </p:txBody>
        </p:sp>
        <p:sp>
          <p:nvSpPr>
            <p:cNvPr id="26648" name="Text Box 39">
              <a:extLst>
                <a:ext uri="{FF2B5EF4-FFF2-40B4-BE49-F238E27FC236}">
                  <a16:creationId xmlns:a16="http://schemas.microsoft.com/office/drawing/2014/main" id="{EDC900A0-727D-FA3C-DFD6-49FCCE91BC53}"/>
                </a:ext>
              </a:extLst>
            </p:cNvPr>
            <p:cNvSpPr txBox="1">
              <a:spLocks noChangeArrowheads="1"/>
            </p:cNvSpPr>
            <p:nvPr/>
          </p:nvSpPr>
          <p:spPr bwMode="auto">
            <a:xfrm>
              <a:off x="5873265" y="4716475"/>
              <a:ext cx="8696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V</a:t>
              </a:r>
              <a:r>
                <a:rPr lang="en-US" altLang="en-US" sz="1800" baseline="-25000"/>
                <a:t>out2</a:t>
              </a:r>
              <a:endParaRPr lang="ru-RU" altLang="en-US" sz="1800" baseline="-25000"/>
            </a:p>
          </p:txBody>
        </p:sp>
        <p:sp>
          <p:nvSpPr>
            <p:cNvPr id="26649" name="Text Box 426">
              <a:extLst>
                <a:ext uri="{FF2B5EF4-FFF2-40B4-BE49-F238E27FC236}">
                  <a16:creationId xmlns:a16="http://schemas.microsoft.com/office/drawing/2014/main" id="{6C8684EC-9BA7-DE40-8F7C-E8542E6AA26D}"/>
                </a:ext>
              </a:extLst>
            </p:cNvPr>
            <p:cNvSpPr txBox="1">
              <a:spLocks noChangeArrowheads="1"/>
            </p:cNvSpPr>
            <p:nvPr/>
          </p:nvSpPr>
          <p:spPr bwMode="auto">
            <a:xfrm>
              <a:off x="4201859" y="4768029"/>
              <a:ext cx="13972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latin typeface="Arial "/>
                  <a:ea typeface="Arial "/>
                  <a:cs typeface="Arial "/>
                </a:rPr>
                <a:t>V</a:t>
              </a:r>
              <a:r>
                <a:rPr lang="en-US" altLang="en-US" sz="1800" baseline="-25000">
                  <a:latin typeface="Arial "/>
                  <a:ea typeface="Arial "/>
                  <a:cs typeface="Arial "/>
                </a:rPr>
                <a:t>in1</a:t>
              </a:r>
              <a:r>
                <a:rPr lang="en-US" altLang="en-US" sz="1800">
                  <a:latin typeface="Arial "/>
                  <a:ea typeface="Arial "/>
                  <a:cs typeface="Arial "/>
                </a:rPr>
                <a:t>=V</a:t>
              </a:r>
              <a:r>
                <a:rPr lang="en-US" altLang="en-US" sz="1800" baseline="-25000">
                  <a:latin typeface="Arial "/>
                  <a:ea typeface="Arial "/>
                  <a:cs typeface="Arial "/>
                </a:rPr>
                <a:t>out2</a:t>
              </a:r>
              <a:endParaRPr lang="ru-RU" altLang="en-US" sz="1800" baseline="-25000">
                <a:latin typeface="Arial "/>
                <a:ea typeface="Arial "/>
                <a:cs typeface="Arial "/>
              </a:endParaRPr>
            </a:p>
          </p:txBody>
        </p:sp>
        <p:sp>
          <p:nvSpPr>
            <p:cNvPr id="26650" name="Text Box 42">
              <a:extLst>
                <a:ext uri="{FF2B5EF4-FFF2-40B4-BE49-F238E27FC236}">
                  <a16:creationId xmlns:a16="http://schemas.microsoft.com/office/drawing/2014/main" id="{46EFD28F-D011-5502-94A4-5753C8810B8A}"/>
                </a:ext>
              </a:extLst>
            </p:cNvPr>
            <p:cNvSpPr txBox="1">
              <a:spLocks noChangeArrowheads="1"/>
            </p:cNvSpPr>
            <p:nvPr/>
          </p:nvSpPr>
          <p:spPr bwMode="auto">
            <a:xfrm>
              <a:off x="2997682" y="2013905"/>
              <a:ext cx="2937486" cy="64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pPr>
              <a:r>
                <a:rPr lang="en-US" altLang="en-US" sz="1800"/>
                <a:t>V</a:t>
              </a:r>
              <a:r>
                <a:rPr lang="en-US" altLang="en-US" sz="1800" baseline="-25000"/>
                <a:t>out</a:t>
              </a:r>
              <a:r>
                <a:rPr lang="en-US" altLang="en-US" sz="1800"/>
                <a:t>=T(V</a:t>
              </a:r>
              <a:r>
                <a:rPr lang="en-US" altLang="en-US" sz="1800" baseline="-25000"/>
                <a:t>in</a:t>
              </a:r>
              <a:r>
                <a:rPr lang="en-US" altLang="en-US" sz="1800"/>
                <a:t>) – transfer </a:t>
              </a:r>
              <a:br>
                <a:rPr lang="en-US" altLang="en-US" sz="1800"/>
              </a:br>
              <a:r>
                <a:rPr lang="en-US" altLang="en-US" sz="1800"/>
                <a:t>function</a:t>
              </a:r>
              <a:endParaRPr lang="ru-RU" altLang="en-US" sz="1800"/>
            </a:p>
          </p:txBody>
        </p:sp>
        <p:grpSp>
          <p:nvGrpSpPr>
            <p:cNvPr id="26651" name="Group 63">
              <a:extLst>
                <a:ext uri="{FF2B5EF4-FFF2-40B4-BE49-F238E27FC236}">
                  <a16:creationId xmlns:a16="http://schemas.microsoft.com/office/drawing/2014/main" id="{69E6CE2A-AE7B-FF2E-D3D2-1964DEA4ADCE}"/>
                </a:ext>
              </a:extLst>
            </p:cNvPr>
            <p:cNvGrpSpPr>
              <a:grpSpLocks/>
            </p:cNvGrpSpPr>
            <p:nvPr/>
          </p:nvGrpSpPr>
          <p:grpSpPr bwMode="auto">
            <a:xfrm>
              <a:off x="6280714" y="2736562"/>
              <a:ext cx="1712433" cy="1699744"/>
              <a:chOff x="6630479" y="669642"/>
              <a:chExt cx="1696126" cy="1699747"/>
            </a:xfrm>
          </p:grpSpPr>
          <p:sp>
            <p:nvSpPr>
              <p:cNvPr id="26654" name="Text Box 41">
                <a:extLst>
                  <a:ext uri="{FF2B5EF4-FFF2-40B4-BE49-F238E27FC236}">
                    <a16:creationId xmlns:a16="http://schemas.microsoft.com/office/drawing/2014/main" id="{044FC21B-941D-BDFD-7404-7772C8E32BE1}"/>
                  </a:ext>
                </a:extLst>
              </p:cNvPr>
              <p:cNvSpPr txBox="1">
                <a:spLocks noChangeArrowheads="1"/>
              </p:cNvSpPr>
              <p:nvPr/>
            </p:nvSpPr>
            <p:spPr bwMode="auto">
              <a:xfrm>
                <a:off x="6910776" y="17068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nvGrpSpPr>
              <p:cNvPr id="26655" name="Group 42">
                <a:extLst>
                  <a:ext uri="{FF2B5EF4-FFF2-40B4-BE49-F238E27FC236}">
                    <a16:creationId xmlns:a16="http://schemas.microsoft.com/office/drawing/2014/main" id="{EBB847EE-7D96-3B5B-0690-37D8128ECCD8}"/>
                  </a:ext>
                </a:extLst>
              </p:cNvPr>
              <p:cNvGrpSpPr>
                <a:grpSpLocks/>
              </p:cNvGrpSpPr>
              <p:nvPr/>
            </p:nvGrpSpPr>
            <p:grpSpPr bwMode="auto">
              <a:xfrm>
                <a:off x="6764338" y="787400"/>
                <a:ext cx="1390650" cy="1435205"/>
                <a:chOff x="687388" y="1616075"/>
                <a:chExt cx="1390650" cy="1435205"/>
              </a:xfrm>
            </p:grpSpPr>
            <p:sp>
              <p:nvSpPr>
                <p:cNvPr id="44" name="Line 97">
                  <a:extLst>
                    <a:ext uri="{FF2B5EF4-FFF2-40B4-BE49-F238E27FC236}">
                      <a16:creationId xmlns:a16="http://schemas.microsoft.com/office/drawing/2014/main" id="{422C0444-019A-4ADC-B5FC-6FF9E6C74AA6}"/>
                    </a:ext>
                  </a:extLst>
                </p:cNvPr>
                <p:cNvSpPr>
                  <a:spLocks noChangeShapeType="1"/>
                </p:cNvSpPr>
                <p:nvPr/>
              </p:nvSpPr>
              <p:spPr bwMode="auto">
                <a:xfrm>
                  <a:off x="1598613" y="1873047"/>
                  <a:ext cx="482600"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5" name="Line 98">
                  <a:extLst>
                    <a:ext uri="{FF2B5EF4-FFF2-40B4-BE49-F238E27FC236}">
                      <a16:creationId xmlns:a16="http://schemas.microsoft.com/office/drawing/2014/main" id="{E322D924-2570-4727-B9F2-7E53EE26B4B5}"/>
                    </a:ext>
                  </a:extLst>
                </p:cNvPr>
                <p:cNvSpPr>
                  <a:spLocks noChangeShapeType="1"/>
                </p:cNvSpPr>
                <p:nvPr/>
              </p:nvSpPr>
              <p:spPr bwMode="auto">
                <a:xfrm>
                  <a:off x="1584325" y="2790783"/>
                  <a:ext cx="484188"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6" name="Line 99">
                  <a:extLst>
                    <a:ext uri="{FF2B5EF4-FFF2-40B4-BE49-F238E27FC236}">
                      <a16:creationId xmlns:a16="http://schemas.microsoft.com/office/drawing/2014/main" id="{0D9FCD2C-DD97-4FDB-9A96-F58D1C047108}"/>
                    </a:ext>
                  </a:extLst>
                </p:cNvPr>
                <p:cNvSpPr>
                  <a:spLocks noChangeShapeType="1"/>
                </p:cNvSpPr>
                <p:nvPr/>
              </p:nvSpPr>
              <p:spPr bwMode="auto">
                <a:xfrm>
                  <a:off x="1874838" y="1873047"/>
                  <a:ext cx="0" cy="287388"/>
                </a:xfrm>
                <a:prstGeom prst="line">
                  <a:avLst/>
                </a:prstGeom>
                <a:solidFill>
                  <a:schemeClr val="accent1"/>
                </a:solidFill>
                <a:ln w="25400">
                  <a:solidFill>
                    <a:schemeClr val="tx1"/>
                  </a:solidFill>
                  <a:round/>
                  <a:headEnd type="oval" w="med" len="med"/>
                  <a:tailEnd/>
                </a:ln>
              </p:spPr>
              <p:txBody>
                <a:bodyPr/>
                <a:lstStyle/>
                <a:p>
                  <a:pPr eaLnBrk="1" hangingPunct="1">
                    <a:defRPr/>
                  </a:pPr>
                  <a:endParaRPr lang="en-US" dirty="0"/>
                </a:p>
              </p:txBody>
            </p:sp>
            <p:sp>
              <p:nvSpPr>
                <p:cNvPr id="47" name="Line 100">
                  <a:extLst>
                    <a:ext uri="{FF2B5EF4-FFF2-40B4-BE49-F238E27FC236}">
                      <a16:creationId xmlns:a16="http://schemas.microsoft.com/office/drawing/2014/main" id="{2C692D28-F106-4FF6-A531-59F07601391F}"/>
                    </a:ext>
                  </a:extLst>
                </p:cNvPr>
                <p:cNvSpPr>
                  <a:spLocks noChangeShapeType="1"/>
                </p:cNvSpPr>
                <p:nvPr/>
              </p:nvSpPr>
              <p:spPr bwMode="auto">
                <a:xfrm flipH="1">
                  <a:off x="700088" y="2149321"/>
                  <a:ext cx="1174750" cy="35090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48" name="Line 101">
                  <a:extLst>
                    <a:ext uri="{FF2B5EF4-FFF2-40B4-BE49-F238E27FC236}">
                      <a16:creationId xmlns:a16="http://schemas.microsoft.com/office/drawing/2014/main" id="{C6D2F804-AD1E-4800-92C4-F9EA4C7C775F}"/>
                    </a:ext>
                  </a:extLst>
                </p:cNvPr>
                <p:cNvSpPr>
                  <a:spLocks noChangeShapeType="1"/>
                </p:cNvSpPr>
                <p:nvPr/>
              </p:nvSpPr>
              <p:spPr bwMode="auto">
                <a:xfrm>
                  <a:off x="1890713" y="2470052"/>
                  <a:ext cx="0" cy="309617"/>
                </a:xfrm>
                <a:prstGeom prst="line">
                  <a:avLst/>
                </a:prstGeom>
                <a:solidFill>
                  <a:schemeClr val="accent1"/>
                </a:solidFill>
                <a:ln w="25400">
                  <a:solidFill>
                    <a:schemeClr val="tx1"/>
                  </a:solidFill>
                  <a:round/>
                  <a:headEnd/>
                  <a:tailEnd type="oval" w="med" len="med"/>
                </a:ln>
              </p:spPr>
              <p:txBody>
                <a:bodyPr/>
                <a:lstStyle/>
                <a:p>
                  <a:pPr eaLnBrk="1" hangingPunct="1">
                    <a:defRPr/>
                  </a:pPr>
                  <a:endParaRPr lang="en-US" dirty="0"/>
                </a:p>
              </p:txBody>
            </p:sp>
            <p:sp>
              <p:nvSpPr>
                <p:cNvPr id="49" name="Line 102">
                  <a:extLst>
                    <a:ext uri="{FF2B5EF4-FFF2-40B4-BE49-F238E27FC236}">
                      <a16:creationId xmlns:a16="http://schemas.microsoft.com/office/drawing/2014/main" id="{8D503431-F5A0-42AF-8977-06D42739C333}"/>
                    </a:ext>
                  </a:extLst>
                </p:cNvPr>
                <p:cNvSpPr>
                  <a:spLocks noChangeShapeType="1"/>
                </p:cNvSpPr>
                <p:nvPr/>
              </p:nvSpPr>
              <p:spPr bwMode="auto">
                <a:xfrm rot="71609" flipH="1" flipV="1">
                  <a:off x="690563" y="2208069"/>
                  <a:ext cx="1204912" cy="246105"/>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50" name="Line 103">
                  <a:extLst>
                    <a:ext uri="{FF2B5EF4-FFF2-40B4-BE49-F238E27FC236}">
                      <a16:creationId xmlns:a16="http://schemas.microsoft.com/office/drawing/2014/main" id="{5E8D2DA7-6C70-4B4A-BC84-B12DFBD912B1}"/>
                    </a:ext>
                  </a:extLst>
                </p:cNvPr>
                <p:cNvSpPr>
                  <a:spLocks noChangeShapeType="1"/>
                </p:cNvSpPr>
                <p:nvPr/>
              </p:nvSpPr>
              <p:spPr bwMode="auto">
                <a:xfrm>
                  <a:off x="700088" y="2500220"/>
                  <a:ext cx="0" cy="309616"/>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51" name="Line 104">
                  <a:extLst>
                    <a:ext uri="{FF2B5EF4-FFF2-40B4-BE49-F238E27FC236}">
                      <a16:creationId xmlns:a16="http://schemas.microsoft.com/office/drawing/2014/main" id="{82C46B36-A987-44F9-A6AC-76746657FE2E}"/>
                    </a:ext>
                  </a:extLst>
                </p:cNvPr>
                <p:cNvSpPr>
                  <a:spLocks noChangeShapeType="1"/>
                </p:cNvSpPr>
                <p:nvPr/>
              </p:nvSpPr>
              <p:spPr bwMode="auto">
                <a:xfrm>
                  <a:off x="690563" y="1887338"/>
                  <a:ext cx="0" cy="309616"/>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52" name="Line 105">
                  <a:extLst>
                    <a:ext uri="{FF2B5EF4-FFF2-40B4-BE49-F238E27FC236}">
                      <a16:creationId xmlns:a16="http://schemas.microsoft.com/office/drawing/2014/main" id="{9857E76E-AEBC-4495-A1DC-4AF584217A69}"/>
                    </a:ext>
                  </a:extLst>
                </p:cNvPr>
                <p:cNvSpPr>
                  <a:spLocks noChangeShapeType="1"/>
                </p:cNvSpPr>
                <p:nvPr/>
              </p:nvSpPr>
              <p:spPr bwMode="auto">
                <a:xfrm>
                  <a:off x="687388" y="1887338"/>
                  <a:ext cx="377825"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sp>
              <p:nvSpPr>
                <p:cNvPr id="53" name="Line 106">
                  <a:extLst>
                    <a:ext uri="{FF2B5EF4-FFF2-40B4-BE49-F238E27FC236}">
                      <a16:creationId xmlns:a16="http://schemas.microsoft.com/office/drawing/2014/main" id="{4C86B21E-521C-456A-89BF-58C5C00F9B03}"/>
                    </a:ext>
                  </a:extLst>
                </p:cNvPr>
                <p:cNvSpPr>
                  <a:spLocks noChangeShapeType="1"/>
                </p:cNvSpPr>
                <p:nvPr/>
              </p:nvSpPr>
              <p:spPr bwMode="auto">
                <a:xfrm>
                  <a:off x="700088" y="2805074"/>
                  <a:ext cx="354012" cy="0"/>
                </a:xfrm>
                <a:prstGeom prst="line">
                  <a:avLst/>
                </a:prstGeom>
                <a:solidFill>
                  <a:schemeClr val="accent1"/>
                </a:solidFill>
                <a:ln w="25400">
                  <a:solidFill>
                    <a:schemeClr val="tx1"/>
                  </a:solidFill>
                  <a:round/>
                  <a:headEnd/>
                  <a:tailEnd/>
                </a:ln>
              </p:spPr>
              <p:txBody>
                <a:bodyPr/>
                <a:lstStyle/>
                <a:p>
                  <a:pPr eaLnBrk="1" hangingPunct="1">
                    <a:defRPr/>
                  </a:pPr>
                  <a:endParaRPr lang="en-US" dirty="0"/>
                </a:p>
              </p:txBody>
            </p:sp>
            <p:grpSp>
              <p:nvGrpSpPr>
                <p:cNvPr id="5" name="Group 133">
                  <a:extLst>
                    <a:ext uri="{FF2B5EF4-FFF2-40B4-BE49-F238E27FC236}">
                      <a16:creationId xmlns:a16="http://schemas.microsoft.com/office/drawing/2014/main" id="{C5450E7A-5EEC-4F15-BF1E-7C7AE18FB972}"/>
                    </a:ext>
                  </a:extLst>
                </p:cNvPr>
                <p:cNvGrpSpPr>
                  <a:grpSpLocks/>
                </p:cNvGrpSpPr>
                <p:nvPr/>
              </p:nvGrpSpPr>
              <p:grpSpPr bwMode="auto">
                <a:xfrm>
                  <a:off x="1083861" y="1616075"/>
                  <a:ext cx="500414" cy="517563"/>
                  <a:chOff x="894" y="2432"/>
                  <a:chExt cx="337" cy="326"/>
                </a:xfrm>
                <a:solidFill>
                  <a:schemeClr val="accent1"/>
                </a:solidFill>
              </p:grpSpPr>
              <p:sp>
                <p:nvSpPr>
                  <p:cNvPr id="58" name="AutoShape 134">
                    <a:extLst>
                      <a:ext uri="{FF2B5EF4-FFF2-40B4-BE49-F238E27FC236}">
                        <a16:creationId xmlns:a16="http://schemas.microsoft.com/office/drawing/2014/main" id="{D8B50AFC-1D22-49FF-A36F-FAB80FCB44BB}"/>
                      </a:ext>
                    </a:extLst>
                  </p:cNvPr>
                  <p:cNvSpPr>
                    <a:spLocks noChangeArrowheads="1"/>
                  </p:cNvSpPr>
                  <p:nvPr/>
                </p:nvSpPr>
                <p:spPr bwMode="auto">
                  <a:xfrm rot="5400000">
                    <a:off x="860" y="2466"/>
                    <a:ext cx="326" cy="258"/>
                  </a:xfrm>
                  <a:prstGeom prst="triangle">
                    <a:avLst>
                      <a:gd name="adj" fmla="val 50000"/>
                    </a:avLst>
                  </a:prstGeom>
                  <a:grpFill/>
                  <a:ln w="25400">
                    <a:solidFill>
                      <a:schemeClr val="tx1"/>
                    </a:solidFill>
                    <a:miter lim="800000"/>
                    <a:headEnd/>
                    <a:tailEnd/>
                  </a:ln>
                </p:spPr>
                <p:txBody>
                  <a:bodyPr wrap="none" anchor="ctr"/>
                  <a:lstStyle/>
                  <a:p>
                    <a:pPr eaLnBrk="1" hangingPunct="1">
                      <a:defRPr/>
                    </a:pPr>
                    <a:endParaRPr lang="ru-RU" sz="2000"/>
                  </a:p>
                </p:txBody>
              </p:sp>
              <p:sp>
                <p:nvSpPr>
                  <p:cNvPr id="59" name="Oval 135">
                    <a:extLst>
                      <a:ext uri="{FF2B5EF4-FFF2-40B4-BE49-F238E27FC236}">
                        <a16:creationId xmlns:a16="http://schemas.microsoft.com/office/drawing/2014/main" id="{724534E8-A8EB-41B6-A20C-5A57A8A1E251}"/>
                      </a:ext>
                    </a:extLst>
                  </p:cNvPr>
                  <p:cNvSpPr>
                    <a:spLocks noChangeArrowheads="1"/>
                  </p:cNvSpPr>
                  <p:nvPr/>
                </p:nvSpPr>
                <p:spPr bwMode="auto">
                  <a:xfrm>
                    <a:off x="1154" y="2558"/>
                    <a:ext cx="77" cy="77"/>
                  </a:xfrm>
                  <a:prstGeom prst="ellipse">
                    <a:avLst/>
                  </a:prstGeom>
                  <a:grpFill/>
                  <a:ln w="25400">
                    <a:solidFill>
                      <a:schemeClr val="tx1"/>
                    </a:solidFill>
                    <a:round/>
                    <a:headEnd/>
                    <a:tailEnd/>
                  </a:ln>
                </p:spPr>
                <p:txBody>
                  <a:bodyPr wrap="none" anchor="ctr"/>
                  <a:lstStyle/>
                  <a:p>
                    <a:pPr eaLnBrk="1" hangingPunct="1">
                      <a:defRPr/>
                    </a:pPr>
                    <a:endParaRPr lang="ru-RU" sz="2000"/>
                  </a:p>
                </p:txBody>
              </p:sp>
            </p:grpSp>
            <p:grpSp>
              <p:nvGrpSpPr>
                <p:cNvPr id="6" name="Group 136">
                  <a:extLst>
                    <a:ext uri="{FF2B5EF4-FFF2-40B4-BE49-F238E27FC236}">
                      <a16:creationId xmlns:a16="http://schemas.microsoft.com/office/drawing/2014/main" id="{4BBB012B-CC9C-4AFB-B995-AFA18B80BDAF}"/>
                    </a:ext>
                  </a:extLst>
                </p:cNvPr>
                <p:cNvGrpSpPr>
                  <a:grpSpLocks/>
                </p:cNvGrpSpPr>
                <p:nvPr/>
              </p:nvGrpSpPr>
              <p:grpSpPr bwMode="auto">
                <a:xfrm>
                  <a:off x="1066038" y="2533717"/>
                  <a:ext cx="509323" cy="517563"/>
                  <a:chOff x="891" y="2434"/>
                  <a:chExt cx="343" cy="326"/>
                </a:xfrm>
                <a:solidFill>
                  <a:schemeClr val="accent1"/>
                </a:solidFill>
              </p:grpSpPr>
              <p:sp>
                <p:nvSpPr>
                  <p:cNvPr id="56" name="AutoShape 137">
                    <a:extLst>
                      <a:ext uri="{FF2B5EF4-FFF2-40B4-BE49-F238E27FC236}">
                        <a16:creationId xmlns:a16="http://schemas.microsoft.com/office/drawing/2014/main" id="{6B348CC3-232A-4941-A107-7145279F0721}"/>
                      </a:ext>
                    </a:extLst>
                  </p:cNvPr>
                  <p:cNvSpPr>
                    <a:spLocks noChangeArrowheads="1"/>
                  </p:cNvSpPr>
                  <p:nvPr/>
                </p:nvSpPr>
                <p:spPr bwMode="auto">
                  <a:xfrm rot="5400000">
                    <a:off x="859" y="2466"/>
                    <a:ext cx="326" cy="261"/>
                  </a:xfrm>
                  <a:prstGeom prst="triangle">
                    <a:avLst>
                      <a:gd name="adj" fmla="val 50000"/>
                    </a:avLst>
                  </a:prstGeom>
                  <a:grpFill/>
                  <a:ln w="25400">
                    <a:solidFill>
                      <a:schemeClr val="tx1"/>
                    </a:solidFill>
                    <a:miter lim="800000"/>
                    <a:headEnd/>
                    <a:tailEnd/>
                  </a:ln>
                </p:spPr>
                <p:txBody>
                  <a:bodyPr wrap="none" anchor="ctr"/>
                  <a:lstStyle/>
                  <a:p>
                    <a:pPr eaLnBrk="1" hangingPunct="1">
                      <a:defRPr/>
                    </a:pPr>
                    <a:endParaRPr lang="ru-RU" sz="2000"/>
                  </a:p>
                </p:txBody>
              </p:sp>
              <p:sp>
                <p:nvSpPr>
                  <p:cNvPr id="57" name="Oval 138">
                    <a:extLst>
                      <a:ext uri="{FF2B5EF4-FFF2-40B4-BE49-F238E27FC236}">
                        <a16:creationId xmlns:a16="http://schemas.microsoft.com/office/drawing/2014/main" id="{BB3C721C-AA16-4E5D-854E-9695D34CCC15}"/>
                      </a:ext>
                    </a:extLst>
                  </p:cNvPr>
                  <p:cNvSpPr>
                    <a:spLocks noChangeArrowheads="1"/>
                  </p:cNvSpPr>
                  <p:nvPr/>
                </p:nvSpPr>
                <p:spPr bwMode="auto">
                  <a:xfrm>
                    <a:off x="1157" y="2558"/>
                    <a:ext cx="77" cy="77"/>
                  </a:xfrm>
                  <a:prstGeom prst="ellipse">
                    <a:avLst/>
                  </a:prstGeom>
                  <a:grpFill/>
                  <a:ln w="25400">
                    <a:solidFill>
                      <a:schemeClr val="tx1"/>
                    </a:solidFill>
                    <a:round/>
                    <a:headEnd/>
                    <a:tailEnd/>
                  </a:ln>
                </p:spPr>
                <p:txBody>
                  <a:bodyPr wrap="none" anchor="ctr"/>
                  <a:lstStyle/>
                  <a:p>
                    <a:pPr eaLnBrk="1" hangingPunct="1">
                      <a:defRPr/>
                    </a:pPr>
                    <a:endParaRPr lang="ru-RU" sz="2000"/>
                  </a:p>
                </p:txBody>
              </p:sp>
            </p:grpSp>
          </p:grpSp>
          <p:sp>
            <p:nvSpPr>
              <p:cNvPr id="26656" name="Text Box 448">
                <a:extLst>
                  <a:ext uri="{FF2B5EF4-FFF2-40B4-BE49-F238E27FC236}">
                    <a16:creationId xmlns:a16="http://schemas.microsoft.com/office/drawing/2014/main" id="{24C3390C-72D7-2C97-1AC4-6F73E7B71F97}"/>
                  </a:ext>
                </a:extLst>
              </p:cNvPr>
              <p:cNvSpPr txBox="1">
                <a:spLocks noChangeArrowheads="1"/>
              </p:cNvSpPr>
              <p:nvPr/>
            </p:nvSpPr>
            <p:spPr bwMode="auto">
              <a:xfrm>
                <a:off x="6630479" y="686041"/>
                <a:ext cx="728473" cy="368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V</a:t>
                </a:r>
                <a:r>
                  <a:rPr lang="en-US" altLang="en-US" sz="1800" baseline="-25000"/>
                  <a:t>in1</a:t>
                </a:r>
                <a:endParaRPr lang="ru-RU" altLang="en-US" sz="1800"/>
              </a:p>
            </p:txBody>
          </p:sp>
          <p:sp>
            <p:nvSpPr>
              <p:cNvPr id="26657" name="Text Box 448">
                <a:extLst>
                  <a:ext uri="{FF2B5EF4-FFF2-40B4-BE49-F238E27FC236}">
                    <a16:creationId xmlns:a16="http://schemas.microsoft.com/office/drawing/2014/main" id="{2D134234-CFA2-0B62-6C3F-2548CED033AD}"/>
                  </a:ext>
                </a:extLst>
              </p:cNvPr>
              <p:cNvSpPr txBox="1">
                <a:spLocks noChangeArrowheads="1"/>
              </p:cNvSpPr>
              <p:nvPr/>
            </p:nvSpPr>
            <p:spPr bwMode="auto">
              <a:xfrm>
                <a:off x="6630479" y="2000491"/>
                <a:ext cx="728473" cy="368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V</a:t>
                </a:r>
                <a:r>
                  <a:rPr lang="en-US" altLang="en-US" sz="1800" baseline="-25000"/>
                  <a:t>in2</a:t>
                </a:r>
                <a:endParaRPr lang="ru-RU" altLang="en-US" sz="1800"/>
              </a:p>
            </p:txBody>
          </p:sp>
          <p:sp>
            <p:nvSpPr>
              <p:cNvPr id="26658" name="Text Box 449">
                <a:extLst>
                  <a:ext uri="{FF2B5EF4-FFF2-40B4-BE49-F238E27FC236}">
                    <a16:creationId xmlns:a16="http://schemas.microsoft.com/office/drawing/2014/main" id="{49BCC7B0-F82A-D0E8-91CB-712079C24D76}"/>
                  </a:ext>
                </a:extLst>
              </p:cNvPr>
              <p:cNvSpPr txBox="1">
                <a:spLocks noChangeArrowheads="1"/>
              </p:cNvSpPr>
              <p:nvPr/>
            </p:nvSpPr>
            <p:spPr bwMode="auto">
              <a:xfrm>
                <a:off x="7569557" y="669642"/>
                <a:ext cx="728473" cy="368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V</a:t>
                </a:r>
                <a:r>
                  <a:rPr lang="en-US" altLang="en-US" sz="1800" baseline="-25000"/>
                  <a:t>out1</a:t>
                </a:r>
                <a:endParaRPr lang="ru-RU" altLang="en-US" sz="1800"/>
              </a:p>
            </p:txBody>
          </p:sp>
          <p:sp>
            <p:nvSpPr>
              <p:cNvPr id="26659" name="Text Box 449">
                <a:extLst>
                  <a:ext uri="{FF2B5EF4-FFF2-40B4-BE49-F238E27FC236}">
                    <a16:creationId xmlns:a16="http://schemas.microsoft.com/office/drawing/2014/main" id="{F3BB53C8-55AD-3F82-5AD2-659B25BB550D}"/>
                  </a:ext>
                </a:extLst>
              </p:cNvPr>
              <p:cNvSpPr txBox="1">
                <a:spLocks noChangeArrowheads="1"/>
              </p:cNvSpPr>
              <p:nvPr/>
            </p:nvSpPr>
            <p:spPr bwMode="auto">
              <a:xfrm>
                <a:off x="7598132" y="1965042"/>
                <a:ext cx="728473" cy="368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V</a:t>
                </a:r>
                <a:r>
                  <a:rPr lang="en-US" altLang="en-US" sz="1800" baseline="-25000"/>
                  <a:t>out2</a:t>
                </a:r>
                <a:endParaRPr lang="ru-RU" altLang="en-US" sz="1800"/>
              </a:p>
            </p:txBody>
          </p:sp>
        </p:grpSp>
        <p:sp>
          <p:nvSpPr>
            <p:cNvPr id="54" name="Line 417">
              <a:extLst>
                <a:ext uri="{FF2B5EF4-FFF2-40B4-BE49-F238E27FC236}">
                  <a16:creationId xmlns:a16="http://schemas.microsoft.com/office/drawing/2014/main" id="{ED3CCECE-84D5-4835-9EE2-FECD0F54A9BA}"/>
                </a:ext>
              </a:extLst>
            </p:cNvPr>
            <p:cNvSpPr>
              <a:spLocks noChangeShapeType="1"/>
            </p:cNvSpPr>
            <p:nvPr/>
          </p:nvSpPr>
          <p:spPr bwMode="auto">
            <a:xfrm>
              <a:off x="4159170" y="4316413"/>
              <a:ext cx="0" cy="457279"/>
            </a:xfrm>
            <a:prstGeom prst="line">
              <a:avLst/>
            </a:prstGeom>
            <a:noFill/>
            <a:ln w="38100">
              <a:solidFill>
                <a:schemeClr val="accent1">
                  <a:lumMod val="20000"/>
                  <a:lumOff val="80000"/>
                </a:schemeClr>
              </a:solidFill>
              <a:round/>
              <a:headEnd/>
              <a:tailEnd/>
            </a:ln>
          </p:spPr>
          <p:txBody>
            <a:bodyPr/>
            <a:lstStyle/>
            <a:p>
              <a:pPr eaLnBrk="1" hangingPunct="1">
                <a:defRPr/>
              </a:pPr>
              <a:endParaRPr lang="en-US" sz="2000"/>
            </a:p>
          </p:txBody>
        </p:sp>
        <p:sp>
          <p:nvSpPr>
            <p:cNvPr id="26653" name="Text Box 422">
              <a:extLst>
                <a:ext uri="{FF2B5EF4-FFF2-40B4-BE49-F238E27FC236}">
                  <a16:creationId xmlns:a16="http://schemas.microsoft.com/office/drawing/2014/main" id="{49BF881D-F6A5-FBD9-9088-F693C131E091}"/>
                </a:ext>
              </a:extLst>
            </p:cNvPr>
            <p:cNvSpPr txBox="1">
              <a:spLocks noChangeArrowheads="1"/>
            </p:cNvSpPr>
            <p:nvPr/>
          </p:nvSpPr>
          <p:spPr bwMode="auto">
            <a:xfrm>
              <a:off x="3328886" y="3298315"/>
              <a:ext cx="21982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Metastable state</a:t>
              </a:r>
              <a:endParaRPr lang="ru-RU" altLang="en-US" sz="1800"/>
            </a:p>
          </p:txBody>
        </p:sp>
      </p:grpSp>
      <p:cxnSp>
        <p:nvCxnSpPr>
          <p:cNvPr id="26628" name="Straight Arrow Connector 66">
            <a:extLst>
              <a:ext uri="{FF2B5EF4-FFF2-40B4-BE49-F238E27FC236}">
                <a16:creationId xmlns:a16="http://schemas.microsoft.com/office/drawing/2014/main" id="{8D00B641-F760-6BD2-8172-D44B4FCCF53F}"/>
              </a:ext>
            </a:extLst>
          </p:cNvPr>
          <p:cNvCxnSpPr>
            <a:cxnSpLocks noChangeShapeType="1"/>
          </p:cNvCxnSpPr>
          <p:nvPr/>
        </p:nvCxnSpPr>
        <p:spPr bwMode="auto">
          <a:xfrm rot="10800000">
            <a:off x="4503739" y="3598864"/>
            <a:ext cx="274637"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29" name="Straight Arrow Connector 68">
            <a:extLst>
              <a:ext uri="{FF2B5EF4-FFF2-40B4-BE49-F238E27FC236}">
                <a16:creationId xmlns:a16="http://schemas.microsoft.com/office/drawing/2014/main" id="{492B559E-44DE-12D6-1AD4-E630D93192D0}"/>
              </a:ext>
            </a:extLst>
          </p:cNvPr>
          <p:cNvCxnSpPr>
            <a:cxnSpLocks noChangeShapeType="1"/>
          </p:cNvCxnSpPr>
          <p:nvPr/>
        </p:nvCxnSpPr>
        <p:spPr bwMode="auto">
          <a:xfrm rot="16200000" flipV="1">
            <a:off x="4178301" y="3306763"/>
            <a:ext cx="593725" cy="127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30" name="Straight Arrow Connector 70">
            <a:extLst>
              <a:ext uri="{FF2B5EF4-FFF2-40B4-BE49-F238E27FC236}">
                <a16:creationId xmlns:a16="http://schemas.microsoft.com/office/drawing/2014/main" id="{0EA1EC5B-D47E-8CBC-C1FF-3EBEC66F562E}"/>
              </a:ext>
            </a:extLst>
          </p:cNvPr>
          <p:cNvCxnSpPr>
            <a:cxnSpLocks noChangeShapeType="1"/>
          </p:cNvCxnSpPr>
          <p:nvPr/>
        </p:nvCxnSpPr>
        <p:spPr bwMode="auto">
          <a:xfrm rot="10800000">
            <a:off x="3970338" y="2992438"/>
            <a:ext cx="474662"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31" name="Straight Arrow Connector 72">
            <a:extLst>
              <a:ext uri="{FF2B5EF4-FFF2-40B4-BE49-F238E27FC236}">
                <a16:creationId xmlns:a16="http://schemas.microsoft.com/office/drawing/2014/main" id="{0D572F00-4423-19D3-10D9-3E72150980BC}"/>
              </a:ext>
            </a:extLst>
          </p:cNvPr>
          <p:cNvCxnSpPr>
            <a:cxnSpLocks noChangeShapeType="1"/>
          </p:cNvCxnSpPr>
          <p:nvPr/>
        </p:nvCxnSpPr>
        <p:spPr bwMode="auto">
          <a:xfrm rot="16200000" flipV="1">
            <a:off x="3806825" y="2913063"/>
            <a:ext cx="18415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 name="Title 9">
            <a:extLst>
              <a:ext uri="{FF2B5EF4-FFF2-40B4-BE49-F238E27FC236}">
                <a16:creationId xmlns:a16="http://schemas.microsoft.com/office/drawing/2014/main" id="{634C51EF-B15D-FD1A-63C0-E1EF5CD20A86}"/>
              </a:ext>
            </a:extLst>
          </p:cNvPr>
          <p:cNvSpPr>
            <a:spLocks noGrp="1"/>
          </p:cNvSpPr>
          <p:nvPr>
            <p:ph type="title"/>
          </p:nvPr>
        </p:nvSpPr>
        <p:spPr/>
        <p:txBody>
          <a:bodyPr>
            <a:normAutofit/>
          </a:bodyPr>
          <a:lstStyle/>
          <a:p>
            <a:r>
              <a:rPr lang="en-US" dirty="0"/>
              <a:t>Metastability</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AF3D6C9E-7D72-AB68-000A-A6F6941BCC91}"/>
              </a:ext>
            </a:extLst>
          </p:cNvPr>
          <p:cNvSpPr>
            <a:spLocks noGrp="1"/>
          </p:cNvSpPr>
          <p:nvPr>
            <p:ph type="body" sz="quarter" idx="10"/>
          </p:nvPr>
        </p:nvSpPr>
        <p:spPr/>
        <p:txBody>
          <a:bodyPr/>
          <a:lstStyle/>
          <a:p>
            <a:endParaRPr lang="en-US" sz="2400" dirty="0"/>
          </a:p>
          <a:p>
            <a:endParaRPr lang="en-US" dirty="0"/>
          </a:p>
          <a:p>
            <a:endParaRPr lang="en-US" sz="2400" dirty="0"/>
          </a:p>
          <a:p>
            <a:endParaRPr lang="en-US" dirty="0"/>
          </a:p>
          <a:p>
            <a:endParaRPr lang="en-US" sz="2400" dirty="0"/>
          </a:p>
          <a:p>
            <a:endParaRPr lang="en-US" dirty="0"/>
          </a:p>
          <a:p>
            <a:r>
              <a:rPr lang="en-US" sz="2400" dirty="0"/>
              <a:t>If </a:t>
            </a:r>
            <a:r>
              <a:rPr lang="en-US" sz="2400" dirty="0">
                <a:sym typeface="Symbol" pitchFamily="18" charset="2"/>
              </a:rPr>
              <a:t></a:t>
            </a:r>
            <a:r>
              <a:rPr lang="en-US" sz="2400" dirty="0"/>
              <a:t>S and </a:t>
            </a:r>
            <a:r>
              <a:rPr lang="en-US" sz="2400" dirty="0">
                <a:sym typeface="Symbol" pitchFamily="18" charset="2"/>
              </a:rPr>
              <a:t></a:t>
            </a:r>
            <a:r>
              <a:rPr lang="en-US" sz="2400" dirty="0"/>
              <a:t>R</a:t>
            </a:r>
            <a:r>
              <a:rPr lang="ru-RU" sz="2400" dirty="0"/>
              <a:t> </a:t>
            </a:r>
            <a:r>
              <a:rPr lang="en-US" sz="2400" dirty="0"/>
              <a:t>change simultaneously from zero to one, then the next state is not predictable</a:t>
            </a:r>
            <a:r>
              <a:rPr lang="ru-RU" sz="2400" dirty="0"/>
              <a:t>,</a:t>
            </a:r>
            <a:r>
              <a:rPr lang="en-US" sz="2400" dirty="0"/>
              <a:t> and oscillation may rise in the outputs or metastable states can occur. Instability may occur in case that the negative pulse, given to the inputs</a:t>
            </a:r>
            <a:r>
              <a:rPr lang="ru-RU" sz="2400" dirty="0">
                <a:sym typeface="Symbol" pitchFamily="18" charset="2"/>
              </a:rPr>
              <a:t></a:t>
            </a:r>
            <a:r>
              <a:rPr lang="en-US" sz="2400" dirty="0"/>
              <a:t>S</a:t>
            </a:r>
            <a:r>
              <a:rPr lang="ru-RU" sz="2400" dirty="0"/>
              <a:t> </a:t>
            </a:r>
            <a:r>
              <a:rPr lang="en-US" sz="2400" dirty="0"/>
              <a:t>or</a:t>
            </a:r>
            <a:r>
              <a:rPr lang="ru-RU" sz="2400" dirty="0"/>
              <a:t> </a:t>
            </a:r>
            <a:r>
              <a:rPr lang="ru-RU" sz="2400" dirty="0">
                <a:sym typeface="Symbol" pitchFamily="18" charset="2"/>
              </a:rPr>
              <a:t></a:t>
            </a:r>
            <a:r>
              <a:rPr lang="en-US" sz="2400" dirty="0"/>
              <a:t>R,</a:t>
            </a:r>
            <a:r>
              <a:rPr lang="ru-RU" sz="2400" dirty="0"/>
              <a:t> </a:t>
            </a:r>
            <a:r>
              <a:rPr lang="en-US" sz="2400" dirty="0"/>
              <a:t>is too short. </a:t>
            </a:r>
          </a:p>
          <a:p>
            <a:endParaRPr lang="en-US" dirty="0"/>
          </a:p>
        </p:txBody>
      </p:sp>
      <p:sp>
        <p:nvSpPr>
          <p:cNvPr id="17413" name="Text Box 83">
            <a:extLst>
              <a:ext uri="{FF2B5EF4-FFF2-40B4-BE49-F238E27FC236}">
                <a16:creationId xmlns:a16="http://schemas.microsoft.com/office/drawing/2014/main" id="{51955A80-F3D3-4EDF-9F2D-56C40D150101}"/>
              </a:ext>
            </a:extLst>
          </p:cNvPr>
          <p:cNvSpPr txBox="1">
            <a:spLocks noChangeArrowheads="1"/>
          </p:cNvSpPr>
          <p:nvPr/>
        </p:nvSpPr>
        <p:spPr bwMode="auto">
          <a:xfrm>
            <a:off x="7566025" y="1603376"/>
            <a:ext cx="2895600" cy="1323975"/>
          </a:xfrm>
          <a:prstGeom prst="rect">
            <a:avLst/>
          </a:prstGeom>
          <a:noFill/>
          <a:ln w="9525">
            <a:noFill/>
            <a:miter lim="800000"/>
            <a:headEnd/>
            <a:tailEnd/>
          </a:ln>
        </p:spPr>
        <p:txBody>
          <a:bodyPr>
            <a:spAutoFit/>
          </a:bodyPr>
          <a:lstStyle/>
          <a:p>
            <a:pPr eaLnBrk="1" hangingPunct="1">
              <a:defRPr/>
            </a:pPr>
            <a:r>
              <a:rPr lang="en-US" sz="2000" dirty="0"/>
              <a:t>When both input signals </a:t>
            </a:r>
            <a:r>
              <a:rPr lang="en-US" sz="2000" dirty="0">
                <a:sym typeface="Symbol" pitchFamily="18" charset="2"/>
              </a:rPr>
              <a:t>S</a:t>
            </a:r>
            <a:r>
              <a:rPr lang="ru-RU" sz="2000" dirty="0"/>
              <a:t> </a:t>
            </a:r>
            <a:r>
              <a:rPr lang="en-US" sz="2000" dirty="0"/>
              <a:t>and</a:t>
            </a:r>
            <a:r>
              <a:rPr lang="en-US" sz="2000" dirty="0">
                <a:sym typeface="Symbol" pitchFamily="18" charset="2"/>
              </a:rPr>
              <a:t></a:t>
            </a:r>
            <a:r>
              <a:rPr lang="en-US" sz="2000" dirty="0"/>
              <a:t>R</a:t>
            </a:r>
            <a:r>
              <a:rPr lang="ru-RU" sz="2000" dirty="0"/>
              <a:t> </a:t>
            </a:r>
            <a:r>
              <a:rPr lang="en-US" sz="2000" dirty="0"/>
              <a:t>are equal to zero</a:t>
            </a:r>
            <a:r>
              <a:rPr lang="ru-RU" sz="2000" dirty="0"/>
              <a:t>,</a:t>
            </a:r>
            <a:r>
              <a:rPr lang="en-US" sz="2000" dirty="0"/>
              <a:t> both Q</a:t>
            </a:r>
            <a:r>
              <a:rPr lang="ru-RU" sz="2000" dirty="0"/>
              <a:t> и</a:t>
            </a:r>
            <a:r>
              <a:rPr lang="en-US" sz="2000" dirty="0">
                <a:sym typeface="Symbol" pitchFamily="18" charset="2"/>
              </a:rPr>
              <a:t></a:t>
            </a:r>
            <a:r>
              <a:rPr lang="en-US" sz="2000" dirty="0"/>
              <a:t>Q</a:t>
            </a:r>
            <a:r>
              <a:rPr lang="ru-RU" sz="2000" dirty="0"/>
              <a:t> </a:t>
            </a:r>
            <a:r>
              <a:rPr lang="en-US" sz="2000" dirty="0"/>
              <a:t>equal one.</a:t>
            </a:r>
          </a:p>
        </p:txBody>
      </p:sp>
      <p:grpSp>
        <p:nvGrpSpPr>
          <p:cNvPr id="28676" name="Group 82">
            <a:extLst>
              <a:ext uri="{FF2B5EF4-FFF2-40B4-BE49-F238E27FC236}">
                <a16:creationId xmlns:a16="http://schemas.microsoft.com/office/drawing/2014/main" id="{E8B3CEC5-E281-9445-D9AA-6EE261F5B9E7}"/>
              </a:ext>
            </a:extLst>
          </p:cNvPr>
          <p:cNvGrpSpPr>
            <a:grpSpLocks/>
          </p:cNvGrpSpPr>
          <p:nvPr/>
        </p:nvGrpSpPr>
        <p:grpSpPr bwMode="auto">
          <a:xfrm>
            <a:off x="2147888" y="1565276"/>
            <a:ext cx="5156200" cy="2538413"/>
            <a:chOff x="623888" y="1143000"/>
            <a:chExt cx="5613400" cy="2960688"/>
          </a:xfrm>
        </p:grpSpPr>
        <p:sp>
          <p:nvSpPr>
            <p:cNvPr id="3" name="Line 4">
              <a:extLst>
                <a:ext uri="{FF2B5EF4-FFF2-40B4-BE49-F238E27FC236}">
                  <a16:creationId xmlns:a16="http://schemas.microsoft.com/office/drawing/2014/main" id="{AA5FA9F6-2D63-471C-A262-8C816F04954B}"/>
                </a:ext>
              </a:extLst>
            </p:cNvPr>
            <p:cNvSpPr>
              <a:spLocks noChangeShapeType="1"/>
            </p:cNvSpPr>
            <p:nvPr/>
          </p:nvSpPr>
          <p:spPr bwMode="auto">
            <a:xfrm>
              <a:off x="1175204" y="1328159"/>
              <a:ext cx="414783" cy="7406"/>
            </a:xfrm>
            <a:prstGeom prst="line">
              <a:avLst/>
            </a:prstGeom>
            <a:noFill/>
            <a:ln w="31750">
              <a:solidFill>
                <a:srgbClr val="000000"/>
              </a:solidFill>
              <a:round/>
              <a:headEnd/>
              <a:tailEnd/>
            </a:ln>
          </p:spPr>
          <p:txBody>
            <a:bodyPr/>
            <a:lstStyle/>
            <a:p>
              <a:pPr eaLnBrk="1" hangingPunct="1">
                <a:defRPr/>
              </a:pPr>
              <a:endParaRPr lang="en-US" dirty="0"/>
            </a:p>
          </p:txBody>
        </p:sp>
        <p:sp>
          <p:nvSpPr>
            <p:cNvPr id="17415" name="Line 5">
              <a:extLst>
                <a:ext uri="{FF2B5EF4-FFF2-40B4-BE49-F238E27FC236}">
                  <a16:creationId xmlns:a16="http://schemas.microsoft.com/office/drawing/2014/main" id="{072B0377-09C9-45D2-B5A9-42510758AE67}"/>
                </a:ext>
              </a:extLst>
            </p:cNvPr>
            <p:cNvSpPr>
              <a:spLocks noChangeShapeType="1"/>
            </p:cNvSpPr>
            <p:nvPr/>
          </p:nvSpPr>
          <p:spPr bwMode="auto">
            <a:xfrm>
              <a:off x="1600356" y="1328159"/>
              <a:ext cx="115794" cy="377724"/>
            </a:xfrm>
            <a:prstGeom prst="line">
              <a:avLst/>
            </a:prstGeom>
            <a:noFill/>
            <a:ln w="31750">
              <a:solidFill>
                <a:srgbClr val="000000"/>
              </a:solidFill>
              <a:round/>
              <a:headEnd/>
              <a:tailEnd/>
            </a:ln>
          </p:spPr>
          <p:txBody>
            <a:bodyPr/>
            <a:lstStyle/>
            <a:p>
              <a:pPr eaLnBrk="1" hangingPunct="1">
                <a:defRPr/>
              </a:pPr>
              <a:endParaRPr lang="en-US" dirty="0"/>
            </a:p>
          </p:txBody>
        </p:sp>
        <p:sp>
          <p:nvSpPr>
            <p:cNvPr id="17416" name="Line 6">
              <a:extLst>
                <a:ext uri="{FF2B5EF4-FFF2-40B4-BE49-F238E27FC236}">
                  <a16:creationId xmlns:a16="http://schemas.microsoft.com/office/drawing/2014/main" id="{E490203D-6F23-4659-A4C1-C3D2B9309C77}"/>
                </a:ext>
              </a:extLst>
            </p:cNvPr>
            <p:cNvSpPr>
              <a:spLocks noChangeShapeType="1"/>
            </p:cNvSpPr>
            <p:nvPr/>
          </p:nvSpPr>
          <p:spPr bwMode="auto">
            <a:xfrm flipV="1">
              <a:off x="1709238" y="1705882"/>
              <a:ext cx="381946" cy="0"/>
            </a:xfrm>
            <a:prstGeom prst="line">
              <a:avLst/>
            </a:prstGeom>
            <a:noFill/>
            <a:ln w="31750">
              <a:solidFill>
                <a:srgbClr val="000000"/>
              </a:solidFill>
              <a:round/>
              <a:headEnd/>
              <a:tailEnd/>
            </a:ln>
          </p:spPr>
          <p:txBody>
            <a:bodyPr/>
            <a:lstStyle/>
            <a:p>
              <a:pPr eaLnBrk="1" hangingPunct="1">
                <a:defRPr/>
              </a:pPr>
              <a:endParaRPr lang="en-US" dirty="0"/>
            </a:p>
          </p:txBody>
        </p:sp>
        <p:sp>
          <p:nvSpPr>
            <p:cNvPr id="17417" name="Line 7">
              <a:extLst>
                <a:ext uri="{FF2B5EF4-FFF2-40B4-BE49-F238E27FC236}">
                  <a16:creationId xmlns:a16="http://schemas.microsoft.com/office/drawing/2014/main" id="{FF119BDE-8A0E-4C1F-AD65-34F2D3E5DBD9}"/>
                </a:ext>
              </a:extLst>
            </p:cNvPr>
            <p:cNvSpPr>
              <a:spLocks noChangeShapeType="1"/>
            </p:cNvSpPr>
            <p:nvPr/>
          </p:nvSpPr>
          <p:spPr bwMode="auto">
            <a:xfrm flipV="1">
              <a:off x="2092912" y="1335565"/>
              <a:ext cx="98510" cy="364763"/>
            </a:xfrm>
            <a:prstGeom prst="line">
              <a:avLst/>
            </a:prstGeom>
            <a:noFill/>
            <a:ln w="31750">
              <a:solidFill>
                <a:srgbClr val="000000"/>
              </a:solidFill>
              <a:round/>
              <a:headEnd/>
              <a:tailEnd/>
            </a:ln>
          </p:spPr>
          <p:txBody>
            <a:bodyPr/>
            <a:lstStyle/>
            <a:p>
              <a:pPr eaLnBrk="1" hangingPunct="1">
                <a:defRPr/>
              </a:pPr>
              <a:endParaRPr lang="en-US" dirty="0"/>
            </a:p>
          </p:txBody>
        </p:sp>
        <p:sp>
          <p:nvSpPr>
            <p:cNvPr id="17418" name="Line 8">
              <a:extLst>
                <a:ext uri="{FF2B5EF4-FFF2-40B4-BE49-F238E27FC236}">
                  <a16:creationId xmlns:a16="http://schemas.microsoft.com/office/drawing/2014/main" id="{74804738-B843-43B3-BA44-8E48B9634E21}"/>
                </a:ext>
              </a:extLst>
            </p:cNvPr>
            <p:cNvSpPr>
              <a:spLocks noChangeShapeType="1"/>
            </p:cNvSpPr>
            <p:nvPr/>
          </p:nvSpPr>
          <p:spPr bwMode="auto">
            <a:xfrm>
              <a:off x="2181053" y="1328159"/>
              <a:ext cx="1315209" cy="0"/>
            </a:xfrm>
            <a:prstGeom prst="line">
              <a:avLst/>
            </a:prstGeom>
            <a:noFill/>
            <a:ln w="31750">
              <a:solidFill>
                <a:srgbClr val="000000"/>
              </a:solidFill>
              <a:round/>
              <a:headEnd/>
              <a:tailEnd/>
            </a:ln>
          </p:spPr>
          <p:txBody>
            <a:bodyPr/>
            <a:lstStyle/>
            <a:p>
              <a:pPr eaLnBrk="1" hangingPunct="1">
                <a:defRPr/>
              </a:pPr>
              <a:endParaRPr lang="en-US" dirty="0"/>
            </a:p>
          </p:txBody>
        </p:sp>
        <p:sp>
          <p:nvSpPr>
            <p:cNvPr id="17419" name="Text Box 9">
              <a:extLst>
                <a:ext uri="{FF2B5EF4-FFF2-40B4-BE49-F238E27FC236}">
                  <a16:creationId xmlns:a16="http://schemas.microsoft.com/office/drawing/2014/main" id="{9E12C29E-23BB-4D15-9D6F-58040E35F612}"/>
                </a:ext>
              </a:extLst>
            </p:cNvPr>
            <p:cNvSpPr txBox="1">
              <a:spLocks noChangeArrowheads="1"/>
            </p:cNvSpPr>
            <p:nvPr/>
          </p:nvSpPr>
          <p:spPr bwMode="auto">
            <a:xfrm>
              <a:off x="660181" y="1143000"/>
              <a:ext cx="610078" cy="661017"/>
            </a:xfrm>
            <a:prstGeom prst="rect">
              <a:avLst/>
            </a:prstGeom>
            <a:noFill/>
            <a:ln w="31750">
              <a:noFill/>
              <a:miter lim="800000"/>
              <a:headEnd/>
              <a:tailEnd/>
            </a:ln>
          </p:spPr>
          <p:txBody>
            <a:bodyPr/>
            <a:lstStyle/>
            <a:p>
              <a:pPr>
                <a:defRPr/>
              </a:pPr>
              <a:r>
                <a:rPr lang="en-US" sz="2000" dirty="0">
                  <a:sym typeface="Symbol" pitchFamily="18" charset="2"/>
                </a:rPr>
                <a:t></a:t>
              </a:r>
              <a:r>
                <a:rPr lang="en-US" sz="2000" dirty="0"/>
                <a:t>S</a:t>
              </a:r>
            </a:p>
          </p:txBody>
        </p:sp>
        <p:sp>
          <p:nvSpPr>
            <p:cNvPr id="17420" name="Line 10">
              <a:extLst>
                <a:ext uri="{FF2B5EF4-FFF2-40B4-BE49-F238E27FC236}">
                  <a16:creationId xmlns:a16="http://schemas.microsoft.com/office/drawing/2014/main" id="{97B67108-1940-44F6-A0A4-BFFBEAC8191F}"/>
                </a:ext>
              </a:extLst>
            </p:cNvPr>
            <p:cNvSpPr>
              <a:spLocks noChangeShapeType="1"/>
            </p:cNvSpPr>
            <p:nvPr/>
          </p:nvSpPr>
          <p:spPr bwMode="auto">
            <a:xfrm>
              <a:off x="1175204" y="2105825"/>
              <a:ext cx="1266818" cy="0"/>
            </a:xfrm>
            <a:prstGeom prst="line">
              <a:avLst/>
            </a:prstGeom>
            <a:noFill/>
            <a:ln w="31750">
              <a:solidFill>
                <a:srgbClr val="000000"/>
              </a:solidFill>
              <a:round/>
              <a:headEnd/>
              <a:tailEnd/>
            </a:ln>
          </p:spPr>
          <p:txBody>
            <a:bodyPr/>
            <a:lstStyle/>
            <a:p>
              <a:pPr eaLnBrk="1" hangingPunct="1">
                <a:defRPr/>
              </a:pPr>
              <a:endParaRPr lang="en-US" dirty="0"/>
            </a:p>
          </p:txBody>
        </p:sp>
        <p:sp>
          <p:nvSpPr>
            <p:cNvPr id="17421" name="Line 11">
              <a:extLst>
                <a:ext uri="{FF2B5EF4-FFF2-40B4-BE49-F238E27FC236}">
                  <a16:creationId xmlns:a16="http://schemas.microsoft.com/office/drawing/2014/main" id="{A7C7EF88-550B-4BAD-AAEB-55D853B63414}"/>
                </a:ext>
              </a:extLst>
            </p:cNvPr>
            <p:cNvSpPr>
              <a:spLocks noChangeShapeType="1"/>
            </p:cNvSpPr>
            <p:nvPr/>
          </p:nvSpPr>
          <p:spPr bwMode="auto">
            <a:xfrm>
              <a:off x="2436836" y="2111381"/>
              <a:ext cx="115794" cy="377724"/>
            </a:xfrm>
            <a:prstGeom prst="line">
              <a:avLst/>
            </a:prstGeom>
            <a:noFill/>
            <a:ln w="31750">
              <a:solidFill>
                <a:srgbClr val="000000"/>
              </a:solidFill>
              <a:round/>
              <a:headEnd/>
              <a:tailEnd/>
            </a:ln>
          </p:spPr>
          <p:txBody>
            <a:bodyPr/>
            <a:lstStyle/>
            <a:p>
              <a:pPr eaLnBrk="1" hangingPunct="1">
                <a:defRPr/>
              </a:pPr>
              <a:endParaRPr lang="en-US" dirty="0"/>
            </a:p>
          </p:txBody>
        </p:sp>
        <p:sp>
          <p:nvSpPr>
            <p:cNvPr id="17422" name="Line 12">
              <a:extLst>
                <a:ext uri="{FF2B5EF4-FFF2-40B4-BE49-F238E27FC236}">
                  <a16:creationId xmlns:a16="http://schemas.microsoft.com/office/drawing/2014/main" id="{FA65D242-75DC-407E-905C-7E3921EE0A7E}"/>
                </a:ext>
              </a:extLst>
            </p:cNvPr>
            <p:cNvSpPr>
              <a:spLocks noChangeShapeType="1"/>
            </p:cNvSpPr>
            <p:nvPr/>
          </p:nvSpPr>
          <p:spPr bwMode="auto">
            <a:xfrm flipV="1">
              <a:off x="2561271" y="2489104"/>
              <a:ext cx="380218" cy="0"/>
            </a:xfrm>
            <a:prstGeom prst="line">
              <a:avLst/>
            </a:prstGeom>
            <a:noFill/>
            <a:ln w="31750">
              <a:solidFill>
                <a:srgbClr val="000000"/>
              </a:solidFill>
              <a:round/>
              <a:headEnd/>
              <a:tailEnd/>
            </a:ln>
          </p:spPr>
          <p:txBody>
            <a:bodyPr/>
            <a:lstStyle/>
            <a:p>
              <a:pPr eaLnBrk="1" hangingPunct="1">
                <a:defRPr/>
              </a:pPr>
              <a:endParaRPr lang="en-US" dirty="0"/>
            </a:p>
          </p:txBody>
        </p:sp>
        <p:sp>
          <p:nvSpPr>
            <p:cNvPr id="17423" name="Line 13">
              <a:extLst>
                <a:ext uri="{FF2B5EF4-FFF2-40B4-BE49-F238E27FC236}">
                  <a16:creationId xmlns:a16="http://schemas.microsoft.com/office/drawing/2014/main" id="{5DBB2487-2156-4DF4-AC43-B11C92382DB1}"/>
                </a:ext>
              </a:extLst>
            </p:cNvPr>
            <p:cNvSpPr>
              <a:spLocks noChangeShapeType="1"/>
            </p:cNvSpPr>
            <p:nvPr/>
          </p:nvSpPr>
          <p:spPr bwMode="auto">
            <a:xfrm flipV="1">
              <a:off x="2929392" y="2094716"/>
              <a:ext cx="119250" cy="388833"/>
            </a:xfrm>
            <a:prstGeom prst="line">
              <a:avLst/>
            </a:prstGeom>
            <a:noFill/>
            <a:ln w="31750">
              <a:solidFill>
                <a:srgbClr val="000000"/>
              </a:solidFill>
              <a:round/>
              <a:headEnd/>
              <a:tailEnd/>
            </a:ln>
          </p:spPr>
          <p:txBody>
            <a:bodyPr/>
            <a:lstStyle/>
            <a:p>
              <a:pPr eaLnBrk="1" hangingPunct="1">
                <a:defRPr/>
              </a:pPr>
              <a:endParaRPr lang="en-US" dirty="0"/>
            </a:p>
          </p:txBody>
        </p:sp>
        <p:sp>
          <p:nvSpPr>
            <p:cNvPr id="17424" name="Line 14">
              <a:extLst>
                <a:ext uri="{FF2B5EF4-FFF2-40B4-BE49-F238E27FC236}">
                  <a16:creationId xmlns:a16="http://schemas.microsoft.com/office/drawing/2014/main" id="{3464FE5B-8790-4F29-8DFA-F05CB0A07AAA}"/>
                </a:ext>
              </a:extLst>
            </p:cNvPr>
            <p:cNvSpPr>
              <a:spLocks noChangeShapeType="1"/>
            </p:cNvSpPr>
            <p:nvPr/>
          </p:nvSpPr>
          <p:spPr bwMode="auto">
            <a:xfrm>
              <a:off x="3059011" y="2105825"/>
              <a:ext cx="978197" cy="0"/>
            </a:xfrm>
            <a:prstGeom prst="line">
              <a:avLst/>
            </a:prstGeom>
            <a:noFill/>
            <a:ln w="31750">
              <a:solidFill>
                <a:srgbClr val="000000"/>
              </a:solidFill>
              <a:round/>
              <a:headEnd/>
              <a:tailEnd/>
            </a:ln>
          </p:spPr>
          <p:txBody>
            <a:bodyPr/>
            <a:lstStyle/>
            <a:p>
              <a:pPr eaLnBrk="1" hangingPunct="1">
                <a:defRPr/>
              </a:pPr>
              <a:endParaRPr lang="en-US" dirty="0"/>
            </a:p>
          </p:txBody>
        </p:sp>
        <p:sp>
          <p:nvSpPr>
            <p:cNvPr id="17425" name="Line 15">
              <a:extLst>
                <a:ext uri="{FF2B5EF4-FFF2-40B4-BE49-F238E27FC236}">
                  <a16:creationId xmlns:a16="http://schemas.microsoft.com/office/drawing/2014/main" id="{747DE7CC-5EC9-44FB-8689-F72D261C31F6}"/>
                </a:ext>
              </a:extLst>
            </p:cNvPr>
            <p:cNvSpPr>
              <a:spLocks noChangeShapeType="1"/>
            </p:cNvSpPr>
            <p:nvPr/>
          </p:nvSpPr>
          <p:spPr bwMode="auto">
            <a:xfrm flipV="1">
              <a:off x="1232237" y="3172339"/>
              <a:ext cx="625631" cy="0"/>
            </a:xfrm>
            <a:prstGeom prst="line">
              <a:avLst/>
            </a:prstGeom>
            <a:noFill/>
            <a:ln w="31750">
              <a:solidFill>
                <a:srgbClr val="000000"/>
              </a:solidFill>
              <a:round/>
              <a:headEnd/>
              <a:tailEnd/>
            </a:ln>
          </p:spPr>
          <p:txBody>
            <a:bodyPr/>
            <a:lstStyle/>
            <a:p>
              <a:pPr eaLnBrk="1" hangingPunct="1">
                <a:defRPr/>
              </a:pPr>
              <a:endParaRPr lang="en-US" dirty="0"/>
            </a:p>
          </p:txBody>
        </p:sp>
        <p:sp>
          <p:nvSpPr>
            <p:cNvPr id="17426" name="Line 16">
              <a:extLst>
                <a:ext uri="{FF2B5EF4-FFF2-40B4-BE49-F238E27FC236}">
                  <a16:creationId xmlns:a16="http://schemas.microsoft.com/office/drawing/2014/main" id="{98E36A0F-B90F-4F68-953F-81A437F27216}"/>
                </a:ext>
              </a:extLst>
            </p:cNvPr>
            <p:cNvSpPr>
              <a:spLocks noChangeShapeType="1"/>
            </p:cNvSpPr>
            <p:nvPr/>
          </p:nvSpPr>
          <p:spPr bwMode="auto">
            <a:xfrm flipV="1">
              <a:off x="1871694" y="2813131"/>
              <a:ext cx="98510" cy="364763"/>
            </a:xfrm>
            <a:prstGeom prst="line">
              <a:avLst/>
            </a:prstGeom>
            <a:noFill/>
            <a:ln w="31750">
              <a:solidFill>
                <a:srgbClr val="000000"/>
              </a:solidFill>
              <a:round/>
              <a:headEnd/>
              <a:tailEnd/>
            </a:ln>
          </p:spPr>
          <p:txBody>
            <a:bodyPr/>
            <a:lstStyle/>
            <a:p>
              <a:pPr eaLnBrk="1" hangingPunct="1">
                <a:defRPr/>
              </a:pPr>
              <a:endParaRPr lang="en-US" dirty="0"/>
            </a:p>
          </p:txBody>
        </p:sp>
        <p:sp>
          <p:nvSpPr>
            <p:cNvPr id="17427" name="Line 17">
              <a:extLst>
                <a:ext uri="{FF2B5EF4-FFF2-40B4-BE49-F238E27FC236}">
                  <a16:creationId xmlns:a16="http://schemas.microsoft.com/office/drawing/2014/main" id="{547C2F0B-7391-40D0-995A-995AB5029697}"/>
                </a:ext>
              </a:extLst>
            </p:cNvPr>
            <p:cNvSpPr>
              <a:spLocks noChangeShapeType="1"/>
            </p:cNvSpPr>
            <p:nvPr/>
          </p:nvSpPr>
          <p:spPr bwMode="auto">
            <a:xfrm flipV="1">
              <a:off x="1332476" y="3677823"/>
              <a:ext cx="589337" cy="0"/>
            </a:xfrm>
            <a:prstGeom prst="line">
              <a:avLst/>
            </a:prstGeom>
            <a:noFill/>
            <a:ln w="31750">
              <a:solidFill>
                <a:srgbClr val="000000"/>
              </a:solidFill>
              <a:round/>
              <a:headEnd/>
              <a:tailEnd/>
            </a:ln>
          </p:spPr>
          <p:txBody>
            <a:bodyPr/>
            <a:lstStyle/>
            <a:p>
              <a:pPr eaLnBrk="1" hangingPunct="1">
                <a:defRPr/>
              </a:pPr>
              <a:endParaRPr lang="en-US" dirty="0"/>
            </a:p>
          </p:txBody>
        </p:sp>
        <p:sp>
          <p:nvSpPr>
            <p:cNvPr id="17428" name="Line 18">
              <a:extLst>
                <a:ext uri="{FF2B5EF4-FFF2-40B4-BE49-F238E27FC236}">
                  <a16:creationId xmlns:a16="http://schemas.microsoft.com/office/drawing/2014/main" id="{443F743B-D2CE-4BF7-BA89-ED9706138E0B}"/>
                </a:ext>
              </a:extLst>
            </p:cNvPr>
            <p:cNvSpPr>
              <a:spLocks noChangeShapeType="1"/>
            </p:cNvSpPr>
            <p:nvPr/>
          </p:nvSpPr>
          <p:spPr bwMode="auto">
            <a:xfrm>
              <a:off x="1909716" y="3672268"/>
              <a:ext cx="115793" cy="401795"/>
            </a:xfrm>
            <a:prstGeom prst="line">
              <a:avLst/>
            </a:prstGeom>
            <a:noFill/>
            <a:ln w="31750">
              <a:solidFill>
                <a:srgbClr val="000000"/>
              </a:solidFill>
              <a:round/>
              <a:headEnd/>
              <a:tailEnd/>
            </a:ln>
          </p:spPr>
          <p:txBody>
            <a:bodyPr/>
            <a:lstStyle/>
            <a:p>
              <a:pPr eaLnBrk="1" hangingPunct="1">
                <a:defRPr/>
              </a:pPr>
              <a:endParaRPr lang="en-US" dirty="0"/>
            </a:p>
          </p:txBody>
        </p:sp>
        <p:sp>
          <p:nvSpPr>
            <p:cNvPr id="17429" name="Line 19">
              <a:extLst>
                <a:ext uri="{FF2B5EF4-FFF2-40B4-BE49-F238E27FC236}">
                  <a16:creationId xmlns:a16="http://schemas.microsoft.com/office/drawing/2014/main" id="{F9DA6DDC-580A-48DD-B681-1188F88845D8}"/>
                </a:ext>
              </a:extLst>
            </p:cNvPr>
            <p:cNvSpPr>
              <a:spLocks noChangeShapeType="1"/>
            </p:cNvSpPr>
            <p:nvPr/>
          </p:nvSpPr>
          <p:spPr bwMode="auto">
            <a:xfrm>
              <a:off x="1973661" y="2829796"/>
              <a:ext cx="674023" cy="0"/>
            </a:xfrm>
            <a:prstGeom prst="line">
              <a:avLst/>
            </a:prstGeom>
            <a:noFill/>
            <a:ln w="31750">
              <a:solidFill>
                <a:srgbClr val="000000"/>
              </a:solidFill>
              <a:round/>
              <a:headEnd/>
              <a:tailEnd/>
            </a:ln>
          </p:spPr>
          <p:txBody>
            <a:bodyPr/>
            <a:lstStyle/>
            <a:p>
              <a:pPr eaLnBrk="1" hangingPunct="1">
                <a:defRPr/>
              </a:pPr>
              <a:endParaRPr lang="en-US" dirty="0"/>
            </a:p>
          </p:txBody>
        </p:sp>
        <p:sp>
          <p:nvSpPr>
            <p:cNvPr id="17430" name="Line 20">
              <a:extLst>
                <a:ext uri="{FF2B5EF4-FFF2-40B4-BE49-F238E27FC236}">
                  <a16:creationId xmlns:a16="http://schemas.microsoft.com/office/drawing/2014/main" id="{173DDA9E-65AD-4DF1-9975-EBB0B28EF79F}"/>
                </a:ext>
              </a:extLst>
            </p:cNvPr>
            <p:cNvSpPr>
              <a:spLocks noChangeShapeType="1"/>
            </p:cNvSpPr>
            <p:nvPr/>
          </p:nvSpPr>
          <p:spPr bwMode="auto">
            <a:xfrm>
              <a:off x="2630401" y="2829796"/>
              <a:ext cx="115794" cy="377724"/>
            </a:xfrm>
            <a:prstGeom prst="line">
              <a:avLst/>
            </a:prstGeom>
            <a:noFill/>
            <a:ln w="31750">
              <a:solidFill>
                <a:srgbClr val="000000"/>
              </a:solidFill>
              <a:round/>
              <a:headEnd/>
              <a:tailEnd/>
            </a:ln>
          </p:spPr>
          <p:txBody>
            <a:bodyPr/>
            <a:lstStyle/>
            <a:p>
              <a:pPr eaLnBrk="1" hangingPunct="1">
                <a:defRPr/>
              </a:pPr>
              <a:endParaRPr lang="en-US" dirty="0"/>
            </a:p>
          </p:txBody>
        </p:sp>
        <p:sp>
          <p:nvSpPr>
            <p:cNvPr id="17431" name="Line 21">
              <a:extLst>
                <a:ext uri="{FF2B5EF4-FFF2-40B4-BE49-F238E27FC236}">
                  <a16:creationId xmlns:a16="http://schemas.microsoft.com/office/drawing/2014/main" id="{4242AE11-4EA3-4522-9EC1-E7093ADB75D9}"/>
                </a:ext>
              </a:extLst>
            </p:cNvPr>
            <p:cNvSpPr>
              <a:spLocks noChangeShapeType="1"/>
            </p:cNvSpPr>
            <p:nvPr/>
          </p:nvSpPr>
          <p:spPr bwMode="auto">
            <a:xfrm>
              <a:off x="2034151" y="4066656"/>
              <a:ext cx="674023" cy="0"/>
            </a:xfrm>
            <a:prstGeom prst="line">
              <a:avLst/>
            </a:prstGeom>
            <a:noFill/>
            <a:ln w="31750">
              <a:solidFill>
                <a:srgbClr val="000000"/>
              </a:solidFill>
              <a:round/>
              <a:headEnd/>
              <a:tailEnd/>
            </a:ln>
          </p:spPr>
          <p:txBody>
            <a:bodyPr/>
            <a:lstStyle/>
            <a:p>
              <a:pPr eaLnBrk="1" hangingPunct="1">
                <a:defRPr/>
              </a:pPr>
              <a:endParaRPr lang="en-US" dirty="0"/>
            </a:p>
          </p:txBody>
        </p:sp>
        <p:sp>
          <p:nvSpPr>
            <p:cNvPr id="17432" name="Line 22">
              <a:extLst>
                <a:ext uri="{FF2B5EF4-FFF2-40B4-BE49-F238E27FC236}">
                  <a16:creationId xmlns:a16="http://schemas.microsoft.com/office/drawing/2014/main" id="{2F804EFD-59EB-44E6-849A-C09E1554E45B}"/>
                </a:ext>
              </a:extLst>
            </p:cNvPr>
            <p:cNvSpPr>
              <a:spLocks noChangeShapeType="1"/>
            </p:cNvSpPr>
            <p:nvPr/>
          </p:nvSpPr>
          <p:spPr bwMode="auto">
            <a:xfrm flipV="1">
              <a:off x="2694348" y="3692636"/>
              <a:ext cx="98510" cy="364762"/>
            </a:xfrm>
            <a:prstGeom prst="line">
              <a:avLst/>
            </a:prstGeom>
            <a:noFill/>
            <a:ln w="31750">
              <a:solidFill>
                <a:srgbClr val="000000"/>
              </a:solidFill>
              <a:round/>
              <a:headEnd/>
              <a:tailEnd/>
            </a:ln>
          </p:spPr>
          <p:txBody>
            <a:bodyPr/>
            <a:lstStyle/>
            <a:p>
              <a:pPr eaLnBrk="1" hangingPunct="1">
                <a:defRPr/>
              </a:pPr>
              <a:endParaRPr lang="en-US" dirty="0"/>
            </a:p>
          </p:txBody>
        </p:sp>
        <p:sp>
          <p:nvSpPr>
            <p:cNvPr id="17433" name="Line 23">
              <a:extLst>
                <a:ext uri="{FF2B5EF4-FFF2-40B4-BE49-F238E27FC236}">
                  <a16:creationId xmlns:a16="http://schemas.microsoft.com/office/drawing/2014/main" id="{C5892289-9558-44D4-A272-07081FDB8597}"/>
                </a:ext>
              </a:extLst>
            </p:cNvPr>
            <p:cNvSpPr>
              <a:spLocks noChangeShapeType="1"/>
            </p:cNvSpPr>
            <p:nvPr/>
          </p:nvSpPr>
          <p:spPr bwMode="auto">
            <a:xfrm>
              <a:off x="2749652" y="3203817"/>
              <a:ext cx="1033502" cy="0"/>
            </a:xfrm>
            <a:prstGeom prst="line">
              <a:avLst/>
            </a:prstGeom>
            <a:noFill/>
            <a:ln w="31750">
              <a:solidFill>
                <a:srgbClr val="000000"/>
              </a:solidFill>
              <a:round/>
              <a:headEnd/>
              <a:tailEnd/>
            </a:ln>
          </p:spPr>
          <p:txBody>
            <a:bodyPr/>
            <a:lstStyle/>
            <a:p>
              <a:pPr eaLnBrk="1" hangingPunct="1">
                <a:defRPr/>
              </a:pPr>
              <a:endParaRPr lang="en-US" dirty="0"/>
            </a:p>
          </p:txBody>
        </p:sp>
        <p:sp>
          <p:nvSpPr>
            <p:cNvPr id="17434" name="Line 24">
              <a:extLst>
                <a:ext uri="{FF2B5EF4-FFF2-40B4-BE49-F238E27FC236}">
                  <a16:creationId xmlns:a16="http://schemas.microsoft.com/office/drawing/2014/main" id="{B1DCD0E9-CDC9-4308-9026-3AFFFD099FFF}"/>
                </a:ext>
              </a:extLst>
            </p:cNvPr>
            <p:cNvSpPr>
              <a:spLocks noChangeShapeType="1"/>
            </p:cNvSpPr>
            <p:nvPr/>
          </p:nvSpPr>
          <p:spPr bwMode="auto">
            <a:xfrm>
              <a:off x="3480707" y="1328159"/>
              <a:ext cx="115794" cy="377724"/>
            </a:xfrm>
            <a:prstGeom prst="line">
              <a:avLst/>
            </a:prstGeom>
            <a:noFill/>
            <a:ln w="31750">
              <a:solidFill>
                <a:srgbClr val="000000"/>
              </a:solidFill>
              <a:round/>
              <a:headEnd/>
              <a:tailEnd/>
            </a:ln>
          </p:spPr>
          <p:txBody>
            <a:bodyPr/>
            <a:lstStyle/>
            <a:p>
              <a:pPr eaLnBrk="1" hangingPunct="1">
                <a:defRPr/>
              </a:pPr>
              <a:endParaRPr lang="en-US" dirty="0"/>
            </a:p>
          </p:txBody>
        </p:sp>
        <p:sp>
          <p:nvSpPr>
            <p:cNvPr id="17435" name="Line 25">
              <a:extLst>
                <a:ext uri="{FF2B5EF4-FFF2-40B4-BE49-F238E27FC236}">
                  <a16:creationId xmlns:a16="http://schemas.microsoft.com/office/drawing/2014/main" id="{A58C7797-65EC-4C9B-AAC5-B51F29A651B2}"/>
                </a:ext>
              </a:extLst>
            </p:cNvPr>
            <p:cNvSpPr>
              <a:spLocks noChangeShapeType="1"/>
            </p:cNvSpPr>
            <p:nvPr/>
          </p:nvSpPr>
          <p:spPr bwMode="auto">
            <a:xfrm>
              <a:off x="3606871" y="1716992"/>
              <a:ext cx="1216698" cy="3703"/>
            </a:xfrm>
            <a:prstGeom prst="line">
              <a:avLst/>
            </a:prstGeom>
            <a:noFill/>
            <a:ln w="31750">
              <a:solidFill>
                <a:srgbClr val="000000"/>
              </a:solidFill>
              <a:round/>
              <a:headEnd/>
              <a:tailEnd/>
            </a:ln>
          </p:spPr>
          <p:txBody>
            <a:bodyPr/>
            <a:lstStyle/>
            <a:p>
              <a:pPr eaLnBrk="1" hangingPunct="1">
                <a:defRPr/>
              </a:pPr>
              <a:endParaRPr lang="en-US" dirty="0"/>
            </a:p>
          </p:txBody>
        </p:sp>
        <p:sp>
          <p:nvSpPr>
            <p:cNvPr id="17436" name="Line 26">
              <a:extLst>
                <a:ext uri="{FF2B5EF4-FFF2-40B4-BE49-F238E27FC236}">
                  <a16:creationId xmlns:a16="http://schemas.microsoft.com/office/drawing/2014/main" id="{9EE83671-8388-4A8B-9EC1-6B3BA1DB9697}"/>
                </a:ext>
              </a:extLst>
            </p:cNvPr>
            <p:cNvSpPr>
              <a:spLocks noChangeShapeType="1"/>
            </p:cNvSpPr>
            <p:nvPr/>
          </p:nvSpPr>
          <p:spPr bwMode="auto">
            <a:xfrm flipV="1">
              <a:off x="2796315" y="3685229"/>
              <a:ext cx="995480" cy="0"/>
            </a:xfrm>
            <a:prstGeom prst="line">
              <a:avLst/>
            </a:prstGeom>
            <a:noFill/>
            <a:ln w="31750">
              <a:solidFill>
                <a:srgbClr val="000000"/>
              </a:solidFill>
              <a:round/>
              <a:headEnd/>
              <a:tailEnd/>
            </a:ln>
          </p:spPr>
          <p:txBody>
            <a:bodyPr/>
            <a:lstStyle/>
            <a:p>
              <a:pPr eaLnBrk="1" hangingPunct="1">
                <a:defRPr/>
              </a:pPr>
              <a:endParaRPr lang="en-US" dirty="0"/>
            </a:p>
          </p:txBody>
        </p:sp>
        <p:sp>
          <p:nvSpPr>
            <p:cNvPr id="17437" name="Line 27">
              <a:extLst>
                <a:ext uri="{FF2B5EF4-FFF2-40B4-BE49-F238E27FC236}">
                  <a16:creationId xmlns:a16="http://schemas.microsoft.com/office/drawing/2014/main" id="{F01CCC2D-33B8-4C1B-8B61-A7EFC0662F43}"/>
                </a:ext>
              </a:extLst>
            </p:cNvPr>
            <p:cNvSpPr>
              <a:spLocks noChangeShapeType="1"/>
            </p:cNvSpPr>
            <p:nvPr/>
          </p:nvSpPr>
          <p:spPr bwMode="auto">
            <a:xfrm flipV="1">
              <a:off x="3857469" y="2829796"/>
              <a:ext cx="1332492" cy="0"/>
            </a:xfrm>
            <a:prstGeom prst="line">
              <a:avLst/>
            </a:prstGeom>
            <a:noFill/>
            <a:ln w="31750">
              <a:solidFill>
                <a:srgbClr val="000000"/>
              </a:solidFill>
              <a:round/>
              <a:headEnd/>
              <a:tailEnd/>
            </a:ln>
          </p:spPr>
          <p:txBody>
            <a:bodyPr/>
            <a:lstStyle/>
            <a:p>
              <a:pPr eaLnBrk="1" hangingPunct="1">
                <a:defRPr/>
              </a:pPr>
              <a:endParaRPr lang="en-US" dirty="0"/>
            </a:p>
          </p:txBody>
        </p:sp>
        <p:sp>
          <p:nvSpPr>
            <p:cNvPr id="17438" name="Line 28">
              <a:extLst>
                <a:ext uri="{FF2B5EF4-FFF2-40B4-BE49-F238E27FC236}">
                  <a16:creationId xmlns:a16="http://schemas.microsoft.com/office/drawing/2014/main" id="{DAEF9A0C-A05F-45F0-8E9F-01B622C80FB3}"/>
                </a:ext>
              </a:extLst>
            </p:cNvPr>
            <p:cNvSpPr>
              <a:spLocks noChangeShapeType="1"/>
            </p:cNvSpPr>
            <p:nvPr/>
          </p:nvSpPr>
          <p:spPr bwMode="auto">
            <a:xfrm>
              <a:off x="3772784" y="3696339"/>
              <a:ext cx="115793" cy="377724"/>
            </a:xfrm>
            <a:prstGeom prst="line">
              <a:avLst/>
            </a:prstGeom>
            <a:noFill/>
            <a:ln w="31750">
              <a:solidFill>
                <a:srgbClr val="000000"/>
              </a:solidFill>
              <a:round/>
              <a:headEnd/>
              <a:tailEnd/>
            </a:ln>
          </p:spPr>
          <p:txBody>
            <a:bodyPr/>
            <a:lstStyle/>
            <a:p>
              <a:pPr eaLnBrk="1" hangingPunct="1">
                <a:defRPr/>
              </a:pPr>
              <a:endParaRPr lang="en-US" dirty="0"/>
            </a:p>
          </p:txBody>
        </p:sp>
        <p:sp>
          <p:nvSpPr>
            <p:cNvPr id="17439" name="Line 29">
              <a:extLst>
                <a:ext uri="{FF2B5EF4-FFF2-40B4-BE49-F238E27FC236}">
                  <a16:creationId xmlns:a16="http://schemas.microsoft.com/office/drawing/2014/main" id="{639FC941-47C9-4154-B914-904B0F884C6C}"/>
                </a:ext>
              </a:extLst>
            </p:cNvPr>
            <p:cNvSpPr>
              <a:spLocks noChangeShapeType="1"/>
            </p:cNvSpPr>
            <p:nvPr/>
          </p:nvSpPr>
          <p:spPr bwMode="auto">
            <a:xfrm>
              <a:off x="4023382" y="2128044"/>
              <a:ext cx="115794" cy="377724"/>
            </a:xfrm>
            <a:prstGeom prst="line">
              <a:avLst/>
            </a:prstGeom>
            <a:noFill/>
            <a:ln w="31750">
              <a:solidFill>
                <a:srgbClr val="000000"/>
              </a:solidFill>
              <a:round/>
              <a:headEnd/>
              <a:tailEnd/>
            </a:ln>
          </p:spPr>
          <p:txBody>
            <a:bodyPr/>
            <a:lstStyle/>
            <a:p>
              <a:pPr eaLnBrk="1" hangingPunct="1">
                <a:defRPr/>
              </a:pPr>
              <a:endParaRPr lang="en-US" dirty="0"/>
            </a:p>
          </p:txBody>
        </p:sp>
        <p:sp>
          <p:nvSpPr>
            <p:cNvPr id="17440" name="Line 30">
              <a:extLst>
                <a:ext uri="{FF2B5EF4-FFF2-40B4-BE49-F238E27FC236}">
                  <a16:creationId xmlns:a16="http://schemas.microsoft.com/office/drawing/2014/main" id="{E66ED7D9-0D48-416A-B26F-F8BB0A70EF6F}"/>
                </a:ext>
              </a:extLst>
            </p:cNvPr>
            <p:cNvSpPr>
              <a:spLocks noChangeShapeType="1"/>
            </p:cNvSpPr>
            <p:nvPr/>
          </p:nvSpPr>
          <p:spPr bwMode="auto">
            <a:xfrm>
              <a:off x="4439894" y="3696339"/>
              <a:ext cx="710316" cy="0"/>
            </a:xfrm>
            <a:prstGeom prst="line">
              <a:avLst/>
            </a:prstGeom>
            <a:noFill/>
            <a:ln w="31750">
              <a:solidFill>
                <a:srgbClr val="000000"/>
              </a:solidFill>
              <a:round/>
              <a:headEnd/>
              <a:tailEnd/>
            </a:ln>
          </p:spPr>
          <p:txBody>
            <a:bodyPr/>
            <a:lstStyle/>
            <a:p>
              <a:pPr eaLnBrk="1" hangingPunct="1">
                <a:defRPr/>
              </a:pPr>
              <a:endParaRPr lang="en-US" dirty="0"/>
            </a:p>
          </p:txBody>
        </p:sp>
        <p:sp>
          <p:nvSpPr>
            <p:cNvPr id="17441" name="Line 31">
              <a:extLst>
                <a:ext uri="{FF2B5EF4-FFF2-40B4-BE49-F238E27FC236}">
                  <a16:creationId xmlns:a16="http://schemas.microsoft.com/office/drawing/2014/main" id="{36DF7EC1-CD95-4811-A391-30518A283A74}"/>
                </a:ext>
              </a:extLst>
            </p:cNvPr>
            <p:cNvSpPr>
              <a:spLocks noChangeShapeType="1"/>
            </p:cNvSpPr>
            <p:nvPr/>
          </p:nvSpPr>
          <p:spPr bwMode="auto">
            <a:xfrm flipV="1">
              <a:off x="4127078" y="2494658"/>
              <a:ext cx="644643" cy="0"/>
            </a:xfrm>
            <a:prstGeom prst="line">
              <a:avLst/>
            </a:prstGeom>
            <a:noFill/>
            <a:ln w="31750">
              <a:solidFill>
                <a:srgbClr val="000000"/>
              </a:solidFill>
              <a:round/>
              <a:headEnd/>
              <a:tailEnd/>
            </a:ln>
          </p:spPr>
          <p:txBody>
            <a:bodyPr/>
            <a:lstStyle/>
            <a:p>
              <a:pPr eaLnBrk="1" hangingPunct="1">
                <a:defRPr/>
              </a:pPr>
              <a:endParaRPr lang="en-US" dirty="0"/>
            </a:p>
          </p:txBody>
        </p:sp>
        <p:sp>
          <p:nvSpPr>
            <p:cNvPr id="17442" name="Line 32">
              <a:extLst>
                <a:ext uri="{FF2B5EF4-FFF2-40B4-BE49-F238E27FC236}">
                  <a16:creationId xmlns:a16="http://schemas.microsoft.com/office/drawing/2014/main" id="{BD05755B-4DC3-4424-BE1D-63B9B92BF332}"/>
                </a:ext>
              </a:extLst>
            </p:cNvPr>
            <p:cNvSpPr>
              <a:spLocks noChangeShapeType="1"/>
            </p:cNvSpPr>
            <p:nvPr/>
          </p:nvSpPr>
          <p:spPr bwMode="auto">
            <a:xfrm flipV="1">
              <a:off x="4766535" y="2124341"/>
              <a:ext cx="98512" cy="364763"/>
            </a:xfrm>
            <a:prstGeom prst="line">
              <a:avLst/>
            </a:prstGeom>
            <a:noFill/>
            <a:ln w="31750">
              <a:solidFill>
                <a:srgbClr val="000000"/>
              </a:solidFill>
              <a:round/>
              <a:headEnd/>
              <a:tailEnd/>
            </a:ln>
          </p:spPr>
          <p:txBody>
            <a:bodyPr/>
            <a:lstStyle/>
            <a:p>
              <a:pPr eaLnBrk="1" hangingPunct="1">
                <a:defRPr/>
              </a:pPr>
              <a:endParaRPr lang="en-US" dirty="0"/>
            </a:p>
          </p:txBody>
        </p:sp>
        <p:sp>
          <p:nvSpPr>
            <p:cNvPr id="17443" name="Line 33">
              <a:extLst>
                <a:ext uri="{FF2B5EF4-FFF2-40B4-BE49-F238E27FC236}">
                  <a16:creationId xmlns:a16="http://schemas.microsoft.com/office/drawing/2014/main" id="{CB70FEFC-84F9-4B12-880C-37CBD689487E}"/>
                </a:ext>
              </a:extLst>
            </p:cNvPr>
            <p:cNvSpPr>
              <a:spLocks noChangeShapeType="1"/>
            </p:cNvSpPr>
            <p:nvPr/>
          </p:nvSpPr>
          <p:spPr bwMode="auto">
            <a:xfrm flipV="1">
              <a:off x="4856405" y="2107677"/>
              <a:ext cx="1367057" cy="0"/>
            </a:xfrm>
            <a:prstGeom prst="line">
              <a:avLst/>
            </a:prstGeom>
            <a:noFill/>
            <a:ln w="31750">
              <a:solidFill>
                <a:srgbClr val="000000"/>
              </a:solidFill>
              <a:round/>
              <a:headEnd/>
              <a:tailEnd/>
            </a:ln>
          </p:spPr>
          <p:txBody>
            <a:bodyPr/>
            <a:lstStyle/>
            <a:p>
              <a:pPr eaLnBrk="1" hangingPunct="1">
                <a:defRPr/>
              </a:pPr>
              <a:endParaRPr lang="en-US" dirty="0"/>
            </a:p>
          </p:txBody>
        </p:sp>
        <p:sp>
          <p:nvSpPr>
            <p:cNvPr id="17444" name="Line 34">
              <a:extLst>
                <a:ext uri="{FF2B5EF4-FFF2-40B4-BE49-F238E27FC236}">
                  <a16:creationId xmlns:a16="http://schemas.microsoft.com/office/drawing/2014/main" id="{95E5151B-5E20-42B1-86BE-12B8CD79CA2F}"/>
                </a:ext>
              </a:extLst>
            </p:cNvPr>
            <p:cNvSpPr>
              <a:spLocks noChangeShapeType="1"/>
            </p:cNvSpPr>
            <p:nvPr/>
          </p:nvSpPr>
          <p:spPr bwMode="auto">
            <a:xfrm>
              <a:off x="3895490" y="4061101"/>
              <a:ext cx="445892" cy="0"/>
            </a:xfrm>
            <a:prstGeom prst="line">
              <a:avLst/>
            </a:prstGeom>
            <a:noFill/>
            <a:ln w="31750">
              <a:solidFill>
                <a:srgbClr val="000000"/>
              </a:solidFill>
              <a:round/>
              <a:headEnd/>
              <a:tailEnd/>
            </a:ln>
          </p:spPr>
          <p:txBody>
            <a:bodyPr/>
            <a:lstStyle/>
            <a:p>
              <a:pPr eaLnBrk="1" hangingPunct="1">
                <a:defRPr/>
              </a:pPr>
              <a:endParaRPr lang="en-US" dirty="0"/>
            </a:p>
          </p:txBody>
        </p:sp>
        <p:sp>
          <p:nvSpPr>
            <p:cNvPr id="17445" name="Line 35">
              <a:extLst>
                <a:ext uri="{FF2B5EF4-FFF2-40B4-BE49-F238E27FC236}">
                  <a16:creationId xmlns:a16="http://schemas.microsoft.com/office/drawing/2014/main" id="{C6987C56-99D3-4554-A901-5D9DDC4A868F}"/>
                </a:ext>
              </a:extLst>
            </p:cNvPr>
            <p:cNvSpPr>
              <a:spLocks noChangeShapeType="1"/>
            </p:cNvSpPr>
            <p:nvPr/>
          </p:nvSpPr>
          <p:spPr bwMode="auto">
            <a:xfrm flipV="1">
              <a:off x="4337926" y="3698190"/>
              <a:ext cx="98512" cy="366614"/>
            </a:xfrm>
            <a:prstGeom prst="line">
              <a:avLst/>
            </a:prstGeom>
            <a:noFill/>
            <a:ln w="31750">
              <a:solidFill>
                <a:srgbClr val="000000"/>
              </a:solidFill>
              <a:round/>
              <a:headEnd/>
              <a:tailEnd/>
            </a:ln>
          </p:spPr>
          <p:txBody>
            <a:bodyPr/>
            <a:lstStyle/>
            <a:p>
              <a:pPr eaLnBrk="1" hangingPunct="1">
                <a:defRPr/>
              </a:pPr>
              <a:endParaRPr lang="en-US" dirty="0"/>
            </a:p>
          </p:txBody>
        </p:sp>
        <p:sp>
          <p:nvSpPr>
            <p:cNvPr id="17446" name="Line 36">
              <a:extLst>
                <a:ext uri="{FF2B5EF4-FFF2-40B4-BE49-F238E27FC236}">
                  <a16:creationId xmlns:a16="http://schemas.microsoft.com/office/drawing/2014/main" id="{8A70C5BE-4954-4EE8-93B8-3E4AD998A32F}"/>
                </a:ext>
              </a:extLst>
            </p:cNvPr>
            <p:cNvSpPr>
              <a:spLocks noChangeShapeType="1"/>
            </p:cNvSpPr>
            <p:nvPr/>
          </p:nvSpPr>
          <p:spPr bwMode="auto">
            <a:xfrm flipV="1">
              <a:off x="4813199" y="1337417"/>
              <a:ext cx="98510" cy="366614"/>
            </a:xfrm>
            <a:prstGeom prst="line">
              <a:avLst/>
            </a:prstGeom>
            <a:noFill/>
            <a:ln w="31750">
              <a:solidFill>
                <a:srgbClr val="000000"/>
              </a:solidFill>
              <a:round/>
              <a:headEnd/>
              <a:tailEnd/>
            </a:ln>
          </p:spPr>
          <p:txBody>
            <a:bodyPr/>
            <a:lstStyle/>
            <a:p>
              <a:pPr eaLnBrk="1" hangingPunct="1">
                <a:defRPr/>
              </a:pPr>
              <a:endParaRPr lang="en-US" dirty="0"/>
            </a:p>
          </p:txBody>
        </p:sp>
        <p:sp>
          <p:nvSpPr>
            <p:cNvPr id="17447" name="Line 37">
              <a:extLst>
                <a:ext uri="{FF2B5EF4-FFF2-40B4-BE49-F238E27FC236}">
                  <a16:creationId xmlns:a16="http://schemas.microsoft.com/office/drawing/2014/main" id="{0946EE45-AD53-43E8-84CB-75CF726F90A5}"/>
                </a:ext>
              </a:extLst>
            </p:cNvPr>
            <p:cNvSpPr>
              <a:spLocks noChangeShapeType="1"/>
            </p:cNvSpPr>
            <p:nvPr/>
          </p:nvSpPr>
          <p:spPr bwMode="auto">
            <a:xfrm>
              <a:off x="4901340" y="1337417"/>
              <a:ext cx="1280644" cy="9257"/>
            </a:xfrm>
            <a:prstGeom prst="line">
              <a:avLst/>
            </a:prstGeom>
            <a:noFill/>
            <a:ln w="31750">
              <a:solidFill>
                <a:srgbClr val="000000"/>
              </a:solidFill>
              <a:round/>
              <a:headEnd/>
              <a:tailEnd/>
            </a:ln>
          </p:spPr>
          <p:txBody>
            <a:bodyPr/>
            <a:lstStyle/>
            <a:p>
              <a:pPr eaLnBrk="1" hangingPunct="1">
                <a:defRPr/>
              </a:pPr>
              <a:endParaRPr lang="en-US" dirty="0"/>
            </a:p>
          </p:txBody>
        </p:sp>
        <p:sp>
          <p:nvSpPr>
            <p:cNvPr id="17448" name="Line 38">
              <a:extLst>
                <a:ext uri="{FF2B5EF4-FFF2-40B4-BE49-F238E27FC236}">
                  <a16:creationId xmlns:a16="http://schemas.microsoft.com/office/drawing/2014/main" id="{46BAA807-CE4B-44EE-8C2B-ACBC335D146A}"/>
                </a:ext>
              </a:extLst>
            </p:cNvPr>
            <p:cNvSpPr>
              <a:spLocks noChangeShapeType="1"/>
            </p:cNvSpPr>
            <p:nvPr/>
          </p:nvSpPr>
          <p:spPr bwMode="auto">
            <a:xfrm>
              <a:off x="5189960" y="2835350"/>
              <a:ext cx="74315" cy="392536"/>
            </a:xfrm>
            <a:prstGeom prst="line">
              <a:avLst/>
            </a:prstGeom>
            <a:noFill/>
            <a:ln w="31750">
              <a:solidFill>
                <a:srgbClr val="000000"/>
              </a:solidFill>
              <a:round/>
              <a:headEnd/>
              <a:tailEnd/>
            </a:ln>
          </p:spPr>
          <p:txBody>
            <a:bodyPr/>
            <a:lstStyle/>
            <a:p>
              <a:pPr eaLnBrk="1" hangingPunct="1">
                <a:defRPr/>
              </a:pPr>
              <a:endParaRPr lang="en-US" dirty="0"/>
            </a:p>
          </p:txBody>
        </p:sp>
        <p:sp>
          <p:nvSpPr>
            <p:cNvPr id="17449" name="Line 39">
              <a:extLst>
                <a:ext uri="{FF2B5EF4-FFF2-40B4-BE49-F238E27FC236}">
                  <a16:creationId xmlns:a16="http://schemas.microsoft.com/office/drawing/2014/main" id="{C29884AA-0FAD-4135-92C5-61768EDD7D8E}"/>
                </a:ext>
              </a:extLst>
            </p:cNvPr>
            <p:cNvSpPr>
              <a:spLocks noChangeShapeType="1"/>
            </p:cNvSpPr>
            <p:nvPr/>
          </p:nvSpPr>
          <p:spPr bwMode="auto">
            <a:xfrm>
              <a:off x="5165765" y="3698190"/>
              <a:ext cx="115793" cy="377724"/>
            </a:xfrm>
            <a:prstGeom prst="line">
              <a:avLst/>
            </a:prstGeom>
            <a:noFill/>
            <a:ln w="31750">
              <a:solidFill>
                <a:srgbClr val="000000"/>
              </a:solidFill>
              <a:round/>
              <a:headEnd/>
              <a:tailEnd/>
            </a:ln>
          </p:spPr>
          <p:txBody>
            <a:bodyPr/>
            <a:lstStyle/>
            <a:p>
              <a:pPr eaLnBrk="1" hangingPunct="1">
                <a:defRPr/>
              </a:pPr>
              <a:endParaRPr lang="en-US" dirty="0"/>
            </a:p>
          </p:txBody>
        </p:sp>
        <p:sp>
          <p:nvSpPr>
            <p:cNvPr id="17450" name="Line 40">
              <a:extLst>
                <a:ext uri="{FF2B5EF4-FFF2-40B4-BE49-F238E27FC236}">
                  <a16:creationId xmlns:a16="http://schemas.microsoft.com/office/drawing/2014/main" id="{9E05C419-9877-446F-9307-27B5936AEDFB}"/>
                </a:ext>
              </a:extLst>
            </p:cNvPr>
            <p:cNvSpPr>
              <a:spLocks noChangeShapeType="1"/>
            </p:cNvSpPr>
            <p:nvPr/>
          </p:nvSpPr>
          <p:spPr bwMode="auto">
            <a:xfrm>
              <a:off x="5245265" y="3026064"/>
              <a:ext cx="845120" cy="0"/>
            </a:xfrm>
            <a:prstGeom prst="line">
              <a:avLst/>
            </a:prstGeom>
            <a:noFill/>
            <a:ln w="31750">
              <a:solidFill>
                <a:srgbClr val="000000"/>
              </a:solidFill>
              <a:round/>
              <a:headEnd/>
              <a:tailEnd/>
            </a:ln>
          </p:spPr>
          <p:txBody>
            <a:bodyPr/>
            <a:lstStyle/>
            <a:p>
              <a:pPr eaLnBrk="1" hangingPunct="1">
                <a:defRPr/>
              </a:pPr>
              <a:endParaRPr lang="en-US" dirty="0"/>
            </a:p>
          </p:txBody>
        </p:sp>
        <p:sp>
          <p:nvSpPr>
            <p:cNvPr id="17451" name="Line 41">
              <a:extLst>
                <a:ext uri="{FF2B5EF4-FFF2-40B4-BE49-F238E27FC236}">
                  <a16:creationId xmlns:a16="http://schemas.microsoft.com/office/drawing/2014/main" id="{8EB3531E-C931-4F12-BBF1-36CC78A525C8}"/>
                </a:ext>
              </a:extLst>
            </p:cNvPr>
            <p:cNvSpPr>
              <a:spLocks noChangeShapeType="1"/>
            </p:cNvSpPr>
            <p:nvPr/>
          </p:nvSpPr>
          <p:spPr bwMode="auto">
            <a:xfrm>
              <a:off x="5283287" y="3229739"/>
              <a:ext cx="954001" cy="0"/>
            </a:xfrm>
            <a:prstGeom prst="line">
              <a:avLst/>
            </a:prstGeom>
            <a:noFill/>
            <a:ln w="31750">
              <a:solidFill>
                <a:srgbClr val="000000"/>
              </a:solidFill>
              <a:round/>
              <a:headEnd/>
              <a:tailEnd/>
            </a:ln>
          </p:spPr>
          <p:txBody>
            <a:bodyPr/>
            <a:lstStyle/>
            <a:p>
              <a:pPr eaLnBrk="1" hangingPunct="1">
                <a:defRPr/>
              </a:pPr>
              <a:endParaRPr lang="en-US" dirty="0"/>
            </a:p>
          </p:txBody>
        </p:sp>
        <p:sp>
          <p:nvSpPr>
            <p:cNvPr id="17452" name="Line 42">
              <a:extLst>
                <a:ext uri="{FF2B5EF4-FFF2-40B4-BE49-F238E27FC236}">
                  <a16:creationId xmlns:a16="http://schemas.microsoft.com/office/drawing/2014/main" id="{ED0BB1C2-EE09-4604-B355-241A1FED3E85}"/>
                </a:ext>
              </a:extLst>
            </p:cNvPr>
            <p:cNvSpPr>
              <a:spLocks noChangeShapeType="1"/>
            </p:cNvSpPr>
            <p:nvPr/>
          </p:nvSpPr>
          <p:spPr bwMode="auto">
            <a:xfrm flipV="1">
              <a:off x="5210699" y="2800171"/>
              <a:ext cx="122706" cy="207378"/>
            </a:xfrm>
            <a:prstGeom prst="line">
              <a:avLst/>
            </a:prstGeom>
            <a:noFill/>
            <a:ln w="31750">
              <a:solidFill>
                <a:srgbClr val="000000"/>
              </a:solidFill>
              <a:round/>
              <a:headEnd/>
              <a:tailEnd/>
            </a:ln>
          </p:spPr>
          <p:txBody>
            <a:bodyPr/>
            <a:lstStyle/>
            <a:p>
              <a:pPr eaLnBrk="1" hangingPunct="1">
                <a:defRPr/>
              </a:pPr>
              <a:endParaRPr lang="en-US" dirty="0"/>
            </a:p>
          </p:txBody>
        </p:sp>
        <p:sp>
          <p:nvSpPr>
            <p:cNvPr id="17453" name="Line 43">
              <a:extLst>
                <a:ext uri="{FF2B5EF4-FFF2-40B4-BE49-F238E27FC236}">
                  <a16:creationId xmlns:a16="http://schemas.microsoft.com/office/drawing/2014/main" id="{A987B4F8-6E40-4522-A56B-EC8F5C127DC5}"/>
                </a:ext>
              </a:extLst>
            </p:cNvPr>
            <p:cNvSpPr>
              <a:spLocks noChangeShapeType="1"/>
            </p:cNvSpPr>
            <p:nvPr/>
          </p:nvSpPr>
          <p:spPr bwMode="auto">
            <a:xfrm>
              <a:off x="5316123" y="2800171"/>
              <a:ext cx="843393" cy="0"/>
            </a:xfrm>
            <a:prstGeom prst="line">
              <a:avLst/>
            </a:prstGeom>
            <a:noFill/>
            <a:ln w="31750">
              <a:solidFill>
                <a:srgbClr val="000000"/>
              </a:solidFill>
              <a:round/>
              <a:headEnd/>
              <a:tailEnd/>
            </a:ln>
          </p:spPr>
          <p:txBody>
            <a:bodyPr/>
            <a:lstStyle/>
            <a:p>
              <a:pPr eaLnBrk="1" hangingPunct="1">
                <a:defRPr/>
              </a:pPr>
              <a:endParaRPr lang="en-US" dirty="0"/>
            </a:p>
          </p:txBody>
        </p:sp>
        <p:sp>
          <p:nvSpPr>
            <p:cNvPr id="17454" name="Line 44">
              <a:extLst>
                <a:ext uri="{FF2B5EF4-FFF2-40B4-BE49-F238E27FC236}">
                  <a16:creationId xmlns:a16="http://schemas.microsoft.com/office/drawing/2014/main" id="{44FBD9A0-A077-4886-B4F0-CB3527DD648B}"/>
                </a:ext>
              </a:extLst>
            </p:cNvPr>
            <p:cNvSpPr>
              <a:spLocks noChangeShapeType="1"/>
            </p:cNvSpPr>
            <p:nvPr/>
          </p:nvSpPr>
          <p:spPr bwMode="auto">
            <a:xfrm flipV="1">
              <a:off x="5383526" y="2796468"/>
              <a:ext cx="93326" cy="218487"/>
            </a:xfrm>
            <a:prstGeom prst="line">
              <a:avLst/>
            </a:prstGeom>
            <a:noFill/>
            <a:ln w="31750">
              <a:solidFill>
                <a:srgbClr val="000000"/>
              </a:solidFill>
              <a:round/>
              <a:headEnd/>
              <a:tailEnd/>
            </a:ln>
          </p:spPr>
          <p:txBody>
            <a:bodyPr/>
            <a:lstStyle/>
            <a:p>
              <a:pPr eaLnBrk="1" hangingPunct="1">
                <a:defRPr/>
              </a:pPr>
              <a:endParaRPr lang="en-US" dirty="0"/>
            </a:p>
          </p:txBody>
        </p:sp>
        <p:sp>
          <p:nvSpPr>
            <p:cNvPr id="17455" name="Line 45">
              <a:extLst>
                <a:ext uri="{FF2B5EF4-FFF2-40B4-BE49-F238E27FC236}">
                  <a16:creationId xmlns:a16="http://schemas.microsoft.com/office/drawing/2014/main" id="{F7D70754-A6AA-4452-846A-D1F765DF69E1}"/>
                </a:ext>
              </a:extLst>
            </p:cNvPr>
            <p:cNvSpPr>
              <a:spLocks noChangeShapeType="1"/>
            </p:cNvSpPr>
            <p:nvPr/>
          </p:nvSpPr>
          <p:spPr bwMode="auto">
            <a:xfrm rot="472638">
              <a:off x="5347232" y="3031619"/>
              <a:ext cx="108881" cy="209230"/>
            </a:xfrm>
            <a:prstGeom prst="line">
              <a:avLst/>
            </a:prstGeom>
            <a:noFill/>
            <a:ln w="31750">
              <a:solidFill>
                <a:srgbClr val="000000"/>
              </a:solidFill>
              <a:round/>
              <a:headEnd/>
              <a:tailEnd/>
            </a:ln>
          </p:spPr>
          <p:txBody>
            <a:bodyPr/>
            <a:lstStyle/>
            <a:p>
              <a:pPr eaLnBrk="1" hangingPunct="1">
                <a:defRPr/>
              </a:pPr>
              <a:endParaRPr lang="en-US" dirty="0"/>
            </a:p>
          </p:txBody>
        </p:sp>
        <p:sp>
          <p:nvSpPr>
            <p:cNvPr id="17456" name="Line 46">
              <a:extLst>
                <a:ext uri="{FF2B5EF4-FFF2-40B4-BE49-F238E27FC236}">
                  <a16:creationId xmlns:a16="http://schemas.microsoft.com/office/drawing/2014/main" id="{06F95780-2554-43F7-831F-C37BF2336062}"/>
                </a:ext>
              </a:extLst>
            </p:cNvPr>
            <p:cNvSpPr>
              <a:spLocks noChangeShapeType="1"/>
            </p:cNvSpPr>
            <p:nvPr/>
          </p:nvSpPr>
          <p:spPr bwMode="auto">
            <a:xfrm flipV="1">
              <a:off x="5533884" y="2803874"/>
              <a:ext cx="82957" cy="190713"/>
            </a:xfrm>
            <a:prstGeom prst="line">
              <a:avLst/>
            </a:prstGeom>
            <a:noFill/>
            <a:ln w="31750">
              <a:solidFill>
                <a:srgbClr val="000000"/>
              </a:solidFill>
              <a:round/>
              <a:headEnd/>
              <a:tailEnd/>
            </a:ln>
          </p:spPr>
          <p:txBody>
            <a:bodyPr/>
            <a:lstStyle/>
            <a:p>
              <a:pPr eaLnBrk="1" hangingPunct="1">
                <a:defRPr/>
              </a:pPr>
              <a:endParaRPr lang="en-US" dirty="0"/>
            </a:p>
          </p:txBody>
        </p:sp>
        <p:sp>
          <p:nvSpPr>
            <p:cNvPr id="17457" name="Line 47">
              <a:extLst>
                <a:ext uri="{FF2B5EF4-FFF2-40B4-BE49-F238E27FC236}">
                  <a16:creationId xmlns:a16="http://schemas.microsoft.com/office/drawing/2014/main" id="{20076D51-76CF-4964-9232-2290A60F2E67}"/>
                </a:ext>
              </a:extLst>
            </p:cNvPr>
            <p:cNvSpPr>
              <a:spLocks noChangeShapeType="1"/>
            </p:cNvSpPr>
            <p:nvPr/>
          </p:nvSpPr>
          <p:spPr bwMode="auto">
            <a:xfrm flipV="1">
              <a:off x="5717080" y="2809428"/>
              <a:ext cx="67403" cy="231449"/>
            </a:xfrm>
            <a:prstGeom prst="line">
              <a:avLst/>
            </a:prstGeom>
            <a:noFill/>
            <a:ln w="31750">
              <a:solidFill>
                <a:srgbClr val="000000"/>
              </a:solidFill>
              <a:round/>
              <a:headEnd/>
              <a:tailEnd/>
            </a:ln>
          </p:spPr>
          <p:txBody>
            <a:bodyPr/>
            <a:lstStyle/>
            <a:p>
              <a:pPr eaLnBrk="1" hangingPunct="1">
                <a:defRPr/>
              </a:pPr>
              <a:endParaRPr lang="en-US" dirty="0"/>
            </a:p>
          </p:txBody>
        </p:sp>
        <p:sp>
          <p:nvSpPr>
            <p:cNvPr id="17458" name="Line 48">
              <a:extLst>
                <a:ext uri="{FF2B5EF4-FFF2-40B4-BE49-F238E27FC236}">
                  <a16:creationId xmlns:a16="http://schemas.microsoft.com/office/drawing/2014/main" id="{D23C5F92-1E32-4007-BA0E-F6673C6C9985}"/>
                </a:ext>
              </a:extLst>
            </p:cNvPr>
            <p:cNvSpPr>
              <a:spLocks noChangeShapeType="1"/>
            </p:cNvSpPr>
            <p:nvPr/>
          </p:nvSpPr>
          <p:spPr bwMode="auto">
            <a:xfrm flipV="1">
              <a:off x="5903733" y="2800171"/>
              <a:ext cx="67403" cy="231448"/>
            </a:xfrm>
            <a:prstGeom prst="line">
              <a:avLst/>
            </a:prstGeom>
            <a:noFill/>
            <a:ln w="31750">
              <a:solidFill>
                <a:srgbClr val="000000"/>
              </a:solidFill>
              <a:round/>
              <a:headEnd/>
              <a:tailEnd/>
            </a:ln>
          </p:spPr>
          <p:txBody>
            <a:bodyPr/>
            <a:lstStyle/>
            <a:p>
              <a:pPr eaLnBrk="1" hangingPunct="1">
                <a:defRPr/>
              </a:pPr>
              <a:endParaRPr lang="en-US" dirty="0"/>
            </a:p>
          </p:txBody>
        </p:sp>
        <p:sp>
          <p:nvSpPr>
            <p:cNvPr id="17459" name="Line 49">
              <a:extLst>
                <a:ext uri="{FF2B5EF4-FFF2-40B4-BE49-F238E27FC236}">
                  <a16:creationId xmlns:a16="http://schemas.microsoft.com/office/drawing/2014/main" id="{2457904C-895B-4379-A07D-97B4041B5967}"/>
                </a:ext>
              </a:extLst>
            </p:cNvPr>
            <p:cNvSpPr>
              <a:spLocks noChangeShapeType="1"/>
            </p:cNvSpPr>
            <p:nvPr/>
          </p:nvSpPr>
          <p:spPr bwMode="auto">
            <a:xfrm rot="472638">
              <a:off x="5535613" y="3048283"/>
              <a:ext cx="103696" cy="161087"/>
            </a:xfrm>
            <a:prstGeom prst="line">
              <a:avLst/>
            </a:prstGeom>
            <a:noFill/>
            <a:ln w="31750">
              <a:solidFill>
                <a:srgbClr val="000000"/>
              </a:solidFill>
              <a:round/>
              <a:headEnd/>
              <a:tailEnd/>
            </a:ln>
          </p:spPr>
          <p:txBody>
            <a:bodyPr/>
            <a:lstStyle/>
            <a:p>
              <a:pPr eaLnBrk="1" hangingPunct="1">
                <a:defRPr/>
              </a:pPr>
              <a:endParaRPr lang="en-US" dirty="0"/>
            </a:p>
          </p:txBody>
        </p:sp>
        <p:sp>
          <p:nvSpPr>
            <p:cNvPr id="17460" name="Line 50">
              <a:extLst>
                <a:ext uri="{FF2B5EF4-FFF2-40B4-BE49-F238E27FC236}">
                  <a16:creationId xmlns:a16="http://schemas.microsoft.com/office/drawing/2014/main" id="{823A810E-9E4A-4B91-B21F-500F06C45D29}"/>
                </a:ext>
              </a:extLst>
            </p:cNvPr>
            <p:cNvSpPr>
              <a:spLocks noChangeShapeType="1"/>
            </p:cNvSpPr>
            <p:nvPr/>
          </p:nvSpPr>
          <p:spPr bwMode="auto">
            <a:xfrm rot="472638">
              <a:off x="5722265" y="3051987"/>
              <a:ext cx="105424" cy="177752"/>
            </a:xfrm>
            <a:prstGeom prst="line">
              <a:avLst/>
            </a:prstGeom>
            <a:noFill/>
            <a:ln w="31750">
              <a:solidFill>
                <a:srgbClr val="000000"/>
              </a:solidFill>
              <a:round/>
              <a:headEnd/>
              <a:tailEnd/>
            </a:ln>
          </p:spPr>
          <p:txBody>
            <a:bodyPr/>
            <a:lstStyle/>
            <a:p>
              <a:pPr eaLnBrk="1" hangingPunct="1">
                <a:defRPr/>
              </a:pPr>
              <a:endParaRPr lang="en-US" dirty="0"/>
            </a:p>
          </p:txBody>
        </p:sp>
        <p:sp>
          <p:nvSpPr>
            <p:cNvPr id="17461" name="Line 51">
              <a:extLst>
                <a:ext uri="{FF2B5EF4-FFF2-40B4-BE49-F238E27FC236}">
                  <a16:creationId xmlns:a16="http://schemas.microsoft.com/office/drawing/2014/main" id="{80D00E7C-A070-4D55-9DB3-FA74B8FFFFB0}"/>
                </a:ext>
              </a:extLst>
            </p:cNvPr>
            <p:cNvSpPr>
              <a:spLocks noChangeShapeType="1"/>
            </p:cNvSpPr>
            <p:nvPr/>
          </p:nvSpPr>
          <p:spPr bwMode="auto">
            <a:xfrm rot="472638">
              <a:off x="5896820" y="3046431"/>
              <a:ext cx="162457" cy="183308"/>
            </a:xfrm>
            <a:prstGeom prst="line">
              <a:avLst/>
            </a:prstGeom>
            <a:noFill/>
            <a:ln w="31750">
              <a:solidFill>
                <a:srgbClr val="000000"/>
              </a:solidFill>
              <a:round/>
              <a:headEnd/>
              <a:tailEnd/>
            </a:ln>
          </p:spPr>
          <p:txBody>
            <a:bodyPr/>
            <a:lstStyle/>
            <a:p>
              <a:pPr eaLnBrk="1" hangingPunct="1">
                <a:defRPr/>
              </a:pPr>
              <a:endParaRPr lang="en-US" dirty="0"/>
            </a:p>
          </p:txBody>
        </p:sp>
        <p:sp>
          <p:nvSpPr>
            <p:cNvPr id="17462" name="Line 52">
              <a:extLst>
                <a:ext uri="{FF2B5EF4-FFF2-40B4-BE49-F238E27FC236}">
                  <a16:creationId xmlns:a16="http://schemas.microsoft.com/office/drawing/2014/main" id="{07DC0F5F-7342-4F32-9EC3-3C81EC865934}"/>
                </a:ext>
              </a:extLst>
            </p:cNvPr>
            <p:cNvSpPr>
              <a:spLocks noChangeShapeType="1"/>
            </p:cNvSpPr>
            <p:nvPr/>
          </p:nvSpPr>
          <p:spPr bwMode="auto">
            <a:xfrm>
              <a:off x="5221069" y="3855575"/>
              <a:ext cx="843393" cy="0"/>
            </a:xfrm>
            <a:prstGeom prst="line">
              <a:avLst/>
            </a:prstGeom>
            <a:noFill/>
            <a:ln w="31750">
              <a:solidFill>
                <a:srgbClr val="000000"/>
              </a:solidFill>
              <a:round/>
              <a:headEnd/>
              <a:tailEnd/>
            </a:ln>
          </p:spPr>
          <p:txBody>
            <a:bodyPr/>
            <a:lstStyle/>
            <a:p>
              <a:pPr eaLnBrk="1" hangingPunct="1">
                <a:defRPr/>
              </a:pPr>
              <a:endParaRPr lang="en-US" dirty="0"/>
            </a:p>
          </p:txBody>
        </p:sp>
        <p:sp>
          <p:nvSpPr>
            <p:cNvPr id="17463" name="Line 53">
              <a:extLst>
                <a:ext uri="{FF2B5EF4-FFF2-40B4-BE49-F238E27FC236}">
                  <a16:creationId xmlns:a16="http://schemas.microsoft.com/office/drawing/2014/main" id="{DC3821FC-AEC6-4A73-9F69-33DDAF3DF2C7}"/>
                </a:ext>
              </a:extLst>
            </p:cNvPr>
            <p:cNvSpPr>
              <a:spLocks noChangeShapeType="1"/>
            </p:cNvSpPr>
            <p:nvPr/>
          </p:nvSpPr>
          <p:spPr bwMode="auto">
            <a:xfrm>
              <a:off x="5276373" y="4088875"/>
              <a:ext cx="950545" cy="0"/>
            </a:xfrm>
            <a:prstGeom prst="line">
              <a:avLst/>
            </a:prstGeom>
            <a:noFill/>
            <a:ln w="31750">
              <a:solidFill>
                <a:srgbClr val="000000"/>
              </a:solidFill>
              <a:round/>
              <a:headEnd/>
              <a:tailEnd/>
            </a:ln>
          </p:spPr>
          <p:txBody>
            <a:bodyPr/>
            <a:lstStyle/>
            <a:p>
              <a:pPr eaLnBrk="1" hangingPunct="1">
                <a:defRPr/>
              </a:pPr>
              <a:endParaRPr lang="en-US" dirty="0"/>
            </a:p>
          </p:txBody>
        </p:sp>
        <p:sp>
          <p:nvSpPr>
            <p:cNvPr id="17464" name="Line 54">
              <a:extLst>
                <a:ext uri="{FF2B5EF4-FFF2-40B4-BE49-F238E27FC236}">
                  <a16:creationId xmlns:a16="http://schemas.microsoft.com/office/drawing/2014/main" id="{468ED228-5DA4-45C7-8270-17437D464C2F}"/>
                </a:ext>
              </a:extLst>
            </p:cNvPr>
            <p:cNvSpPr>
              <a:spLocks noChangeShapeType="1"/>
            </p:cNvSpPr>
            <p:nvPr/>
          </p:nvSpPr>
          <p:spPr bwMode="auto">
            <a:xfrm flipV="1">
              <a:off x="5238352" y="3631533"/>
              <a:ext cx="70858" cy="264778"/>
            </a:xfrm>
            <a:prstGeom prst="line">
              <a:avLst/>
            </a:prstGeom>
            <a:noFill/>
            <a:ln w="31750">
              <a:solidFill>
                <a:srgbClr val="000000"/>
              </a:solidFill>
              <a:round/>
              <a:headEnd/>
              <a:tailEnd/>
            </a:ln>
          </p:spPr>
          <p:txBody>
            <a:bodyPr/>
            <a:lstStyle/>
            <a:p>
              <a:pPr eaLnBrk="1" hangingPunct="1">
                <a:defRPr/>
              </a:pPr>
              <a:endParaRPr lang="en-US" dirty="0"/>
            </a:p>
          </p:txBody>
        </p:sp>
        <p:sp>
          <p:nvSpPr>
            <p:cNvPr id="17465" name="Line 55">
              <a:extLst>
                <a:ext uri="{FF2B5EF4-FFF2-40B4-BE49-F238E27FC236}">
                  <a16:creationId xmlns:a16="http://schemas.microsoft.com/office/drawing/2014/main" id="{CBDFB96A-82D0-4D9C-9997-B5F4AEA46D6A}"/>
                </a:ext>
              </a:extLst>
            </p:cNvPr>
            <p:cNvSpPr>
              <a:spLocks noChangeShapeType="1"/>
            </p:cNvSpPr>
            <p:nvPr/>
          </p:nvSpPr>
          <p:spPr bwMode="auto">
            <a:xfrm>
              <a:off x="5291927" y="3646345"/>
              <a:ext cx="843393" cy="0"/>
            </a:xfrm>
            <a:prstGeom prst="line">
              <a:avLst/>
            </a:prstGeom>
            <a:noFill/>
            <a:ln w="31750">
              <a:solidFill>
                <a:srgbClr val="000000"/>
              </a:solidFill>
              <a:round/>
              <a:headEnd/>
              <a:tailEnd/>
            </a:ln>
          </p:spPr>
          <p:txBody>
            <a:bodyPr/>
            <a:lstStyle/>
            <a:p>
              <a:pPr eaLnBrk="1" hangingPunct="1">
                <a:defRPr/>
              </a:pPr>
              <a:endParaRPr lang="en-US" dirty="0"/>
            </a:p>
          </p:txBody>
        </p:sp>
        <p:sp>
          <p:nvSpPr>
            <p:cNvPr id="17466" name="Line 56">
              <a:extLst>
                <a:ext uri="{FF2B5EF4-FFF2-40B4-BE49-F238E27FC236}">
                  <a16:creationId xmlns:a16="http://schemas.microsoft.com/office/drawing/2014/main" id="{688D185F-B5CB-4BCE-973B-857BB69CBDEB}"/>
                </a:ext>
              </a:extLst>
            </p:cNvPr>
            <p:cNvSpPr>
              <a:spLocks noChangeShapeType="1"/>
            </p:cNvSpPr>
            <p:nvPr/>
          </p:nvSpPr>
          <p:spPr bwMode="auto">
            <a:xfrm flipV="1">
              <a:off x="5371427" y="3642642"/>
              <a:ext cx="69131" cy="233300"/>
            </a:xfrm>
            <a:prstGeom prst="line">
              <a:avLst/>
            </a:prstGeom>
            <a:noFill/>
            <a:ln w="31750">
              <a:solidFill>
                <a:srgbClr val="000000"/>
              </a:solidFill>
              <a:round/>
              <a:headEnd/>
              <a:tailEnd/>
            </a:ln>
          </p:spPr>
          <p:txBody>
            <a:bodyPr/>
            <a:lstStyle/>
            <a:p>
              <a:pPr eaLnBrk="1" hangingPunct="1">
                <a:defRPr/>
              </a:pPr>
              <a:endParaRPr lang="en-US" dirty="0"/>
            </a:p>
          </p:txBody>
        </p:sp>
        <p:sp>
          <p:nvSpPr>
            <p:cNvPr id="17467" name="Line 57">
              <a:extLst>
                <a:ext uri="{FF2B5EF4-FFF2-40B4-BE49-F238E27FC236}">
                  <a16:creationId xmlns:a16="http://schemas.microsoft.com/office/drawing/2014/main" id="{107077BA-5C8E-4517-A272-6909CF1F8AF0}"/>
                </a:ext>
              </a:extLst>
            </p:cNvPr>
            <p:cNvSpPr>
              <a:spLocks noChangeShapeType="1"/>
            </p:cNvSpPr>
            <p:nvPr/>
          </p:nvSpPr>
          <p:spPr bwMode="auto">
            <a:xfrm rot="472638">
              <a:off x="5348961" y="3879645"/>
              <a:ext cx="159000" cy="196268"/>
            </a:xfrm>
            <a:prstGeom prst="line">
              <a:avLst/>
            </a:prstGeom>
            <a:noFill/>
            <a:ln w="31750">
              <a:solidFill>
                <a:srgbClr val="000000"/>
              </a:solidFill>
              <a:round/>
              <a:headEnd/>
              <a:tailEnd/>
            </a:ln>
          </p:spPr>
          <p:txBody>
            <a:bodyPr/>
            <a:lstStyle/>
            <a:p>
              <a:pPr eaLnBrk="1" hangingPunct="1">
                <a:defRPr/>
              </a:pPr>
              <a:endParaRPr lang="en-US" dirty="0"/>
            </a:p>
          </p:txBody>
        </p:sp>
        <p:sp>
          <p:nvSpPr>
            <p:cNvPr id="17468" name="Line 58">
              <a:extLst>
                <a:ext uri="{FF2B5EF4-FFF2-40B4-BE49-F238E27FC236}">
                  <a16:creationId xmlns:a16="http://schemas.microsoft.com/office/drawing/2014/main" id="{1DFF0CD6-C587-484A-93E5-0469E82FBEF3}"/>
                </a:ext>
              </a:extLst>
            </p:cNvPr>
            <p:cNvSpPr>
              <a:spLocks noChangeShapeType="1"/>
            </p:cNvSpPr>
            <p:nvPr/>
          </p:nvSpPr>
          <p:spPr bwMode="auto">
            <a:xfrm flipV="1">
              <a:off x="5523515" y="3650049"/>
              <a:ext cx="67403" cy="233300"/>
            </a:xfrm>
            <a:prstGeom prst="line">
              <a:avLst/>
            </a:prstGeom>
            <a:noFill/>
            <a:ln w="31750">
              <a:solidFill>
                <a:srgbClr val="000000"/>
              </a:solidFill>
              <a:round/>
              <a:headEnd/>
              <a:tailEnd/>
            </a:ln>
          </p:spPr>
          <p:txBody>
            <a:bodyPr/>
            <a:lstStyle/>
            <a:p>
              <a:pPr eaLnBrk="1" hangingPunct="1">
                <a:defRPr/>
              </a:pPr>
              <a:endParaRPr lang="en-US" dirty="0"/>
            </a:p>
          </p:txBody>
        </p:sp>
        <p:sp>
          <p:nvSpPr>
            <p:cNvPr id="17469" name="Line 59">
              <a:extLst>
                <a:ext uri="{FF2B5EF4-FFF2-40B4-BE49-F238E27FC236}">
                  <a16:creationId xmlns:a16="http://schemas.microsoft.com/office/drawing/2014/main" id="{11A42464-6484-4C56-9BC2-5B904FE8E8FE}"/>
                </a:ext>
              </a:extLst>
            </p:cNvPr>
            <p:cNvSpPr>
              <a:spLocks noChangeShapeType="1"/>
            </p:cNvSpPr>
            <p:nvPr/>
          </p:nvSpPr>
          <p:spPr bwMode="auto">
            <a:xfrm flipV="1">
              <a:off x="5692884" y="3655604"/>
              <a:ext cx="67403" cy="233300"/>
            </a:xfrm>
            <a:prstGeom prst="line">
              <a:avLst/>
            </a:prstGeom>
            <a:noFill/>
            <a:ln w="31750">
              <a:solidFill>
                <a:srgbClr val="000000"/>
              </a:solidFill>
              <a:round/>
              <a:headEnd/>
              <a:tailEnd/>
            </a:ln>
          </p:spPr>
          <p:txBody>
            <a:bodyPr/>
            <a:lstStyle/>
            <a:p>
              <a:pPr eaLnBrk="1" hangingPunct="1">
                <a:defRPr/>
              </a:pPr>
              <a:endParaRPr lang="en-US" dirty="0"/>
            </a:p>
          </p:txBody>
        </p:sp>
        <p:sp>
          <p:nvSpPr>
            <p:cNvPr id="17470" name="Line 60">
              <a:extLst>
                <a:ext uri="{FF2B5EF4-FFF2-40B4-BE49-F238E27FC236}">
                  <a16:creationId xmlns:a16="http://schemas.microsoft.com/office/drawing/2014/main" id="{608D04A8-F663-412D-9A4D-E8D88CAE2F6D}"/>
                </a:ext>
              </a:extLst>
            </p:cNvPr>
            <p:cNvSpPr>
              <a:spLocks noChangeShapeType="1"/>
            </p:cNvSpPr>
            <p:nvPr/>
          </p:nvSpPr>
          <p:spPr bwMode="auto">
            <a:xfrm flipV="1">
              <a:off x="5877809" y="3646345"/>
              <a:ext cx="69131" cy="233300"/>
            </a:xfrm>
            <a:prstGeom prst="line">
              <a:avLst/>
            </a:prstGeom>
            <a:noFill/>
            <a:ln w="31750">
              <a:solidFill>
                <a:srgbClr val="000000"/>
              </a:solidFill>
              <a:round/>
              <a:headEnd/>
              <a:tailEnd/>
            </a:ln>
          </p:spPr>
          <p:txBody>
            <a:bodyPr/>
            <a:lstStyle/>
            <a:p>
              <a:pPr eaLnBrk="1" hangingPunct="1">
                <a:defRPr/>
              </a:pPr>
              <a:endParaRPr lang="en-US" dirty="0"/>
            </a:p>
          </p:txBody>
        </p:sp>
        <p:sp>
          <p:nvSpPr>
            <p:cNvPr id="17471" name="Line 61">
              <a:extLst>
                <a:ext uri="{FF2B5EF4-FFF2-40B4-BE49-F238E27FC236}">
                  <a16:creationId xmlns:a16="http://schemas.microsoft.com/office/drawing/2014/main" id="{62C22918-DE57-4E86-BC71-04728A5DD7FE}"/>
                </a:ext>
              </a:extLst>
            </p:cNvPr>
            <p:cNvSpPr>
              <a:spLocks noChangeShapeType="1"/>
            </p:cNvSpPr>
            <p:nvPr/>
          </p:nvSpPr>
          <p:spPr bwMode="auto">
            <a:xfrm rot="472638">
              <a:off x="5487222" y="3861130"/>
              <a:ext cx="195293" cy="203675"/>
            </a:xfrm>
            <a:prstGeom prst="line">
              <a:avLst/>
            </a:prstGeom>
            <a:noFill/>
            <a:ln w="31750">
              <a:solidFill>
                <a:srgbClr val="000000"/>
              </a:solidFill>
              <a:round/>
              <a:headEnd/>
              <a:tailEnd/>
            </a:ln>
          </p:spPr>
          <p:txBody>
            <a:bodyPr/>
            <a:lstStyle/>
            <a:p>
              <a:pPr eaLnBrk="1" hangingPunct="1">
                <a:defRPr/>
              </a:pPr>
              <a:endParaRPr lang="en-US" dirty="0"/>
            </a:p>
          </p:txBody>
        </p:sp>
        <p:sp>
          <p:nvSpPr>
            <p:cNvPr id="17472" name="Line 62">
              <a:extLst>
                <a:ext uri="{FF2B5EF4-FFF2-40B4-BE49-F238E27FC236}">
                  <a16:creationId xmlns:a16="http://schemas.microsoft.com/office/drawing/2014/main" id="{0D3C84B5-0CAF-47C0-AC3E-E3B56F19BD92}"/>
                </a:ext>
              </a:extLst>
            </p:cNvPr>
            <p:cNvSpPr>
              <a:spLocks noChangeShapeType="1"/>
            </p:cNvSpPr>
            <p:nvPr/>
          </p:nvSpPr>
          <p:spPr bwMode="auto">
            <a:xfrm rot="472638">
              <a:off x="5699797" y="3901864"/>
              <a:ext cx="143446" cy="159236"/>
            </a:xfrm>
            <a:prstGeom prst="line">
              <a:avLst/>
            </a:prstGeom>
            <a:noFill/>
            <a:ln w="31750">
              <a:solidFill>
                <a:srgbClr val="000000"/>
              </a:solidFill>
              <a:round/>
              <a:headEnd/>
              <a:tailEnd/>
            </a:ln>
          </p:spPr>
          <p:txBody>
            <a:bodyPr/>
            <a:lstStyle/>
            <a:p>
              <a:pPr eaLnBrk="1" hangingPunct="1">
                <a:defRPr/>
              </a:pPr>
              <a:endParaRPr lang="en-US" dirty="0"/>
            </a:p>
          </p:txBody>
        </p:sp>
        <p:sp>
          <p:nvSpPr>
            <p:cNvPr id="17473" name="Line 63">
              <a:extLst>
                <a:ext uri="{FF2B5EF4-FFF2-40B4-BE49-F238E27FC236}">
                  <a16:creationId xmlns:a16="http://schemas.microsoft.com/office/drawing/2014/main" id="{F2345157-19DB-4155-BCF4-B51BEE1D8CA1}"/>
                </a:ext>
              </a:extLst>
            </p:cNvPr>
            <p:cNvSpPr>
              <a:spLocks noChangeShapeType="1"/>
            </p:cNvSpPr>
            <p:nvPr/>
          </p:nvSpPr>
          <p:spPr bwMode="auto">
            <a:xfrm rot="472638">
              <a:off x="5867440" y="3877794"/>
              <a:ext cx="190109" cy="201822"/>
            </a:xfrm>
            <a:prstGeom prst="line">
              <a:avLst/>
            </a:prstGeom>
            <a:noFill/>
            <a:ln w="31750">
              <a:solidFill>
                <a:srgbClr val="000000"/>
              </a:solidFill>
              <a:round/>
              <a:headEnd/>
              <a:tailEnd/>
            </a:ln>
          </p:spPr>
          <p:txBody>
            <a:bodyPr/>
            <a:lstStyle/>
            <a:p>
              <a:pPr eaLnBrk="1" hangingPunct="1">
                <a:defRPr/>
              </a:pPr>
              <a:endParaRPr lang="en-US" dirty="0"/>
            </a:p>
          </p:txBody>
        </p:sp>
        <p:sp>
          <p:nvSpPr>
            <p:cNvPr id="17474" name="Line 64">
              <a:extLst>
                <a:ext uri="{FF2B5EF4-FFF2-40B4-BE49-F238E27FC236}">
                  <a16:creationId xmlns:a16="http://schemas.microsoft.com/office/drawing/2014/main" id="{CC90A757-1AD6-4FA0-8433-15619483C1EC}"/>
                </a:ext>
              </a:extLst>
            </p:cNvPr>
            <p:cNvSpPr>
              <a:spLocks noChangeShapeType="1"/>
            </p:cNvSpPr>
            <p:nvPr/>
          </p:nvSpPr>
          <p:spPr bwMode="auto">
            <a:xfrm flipV="1">
              <a:off x="6090385" y="2807577"/>
              <a:ext cx="67403" cy="231448"/>
            </a:xfrm>
            <a:prstGeom prst="line">
              <a:avLst/>
            </a:prstGeom>
            <a:noFill/>
            <a:ln w="31750">
              <a:solidFill>
                <a:srgbClr val="000000"/>
              </a:solidFill>
              <a:round/>
              <a:headEnd/>
              <a:tailEnd/>
            </a:ln>
          </p:spPr>
          <p:txBody>
            <a:bodyPr/>
            <a:lstStyle/>
            <a:p>
              <a:pPr eaLnBrk="1" hangingPunct="1">
                <a:defRPr/>
              </a:pPr>
              <a:endParaRPr lang="en-US" dirty="0"/>
            </a:p>
          </p:txBody>
        </p:sp>
        <p:sp>
          <p:nvSpPr>
            <p:cNvPr id="17475" name="Line 65">
              <a:extLst>
                <a:ext uri="{FF2B5EF4-FFF2-40B4-BE49-F238E27FC236}">
                  <a16:creationId xmlns:a16="http://schemas.microsoft.com/office/drawing/2014/main" id="{B70BBCC0-C847-455D-9065-2F2B011E9844}"/>
                </a:ext>
              </a:extLst>
            </p:cNvPr>
            <p:cNvSpPr>
              <a:spLocks noChangeShapeType="1"/>
            </p:cNvSpPr>
            <p:nvPr/>
          </p:nvSpPr>
          <p:spPr bwMode="auto">
            <a:xfrm rot="472638">
              <a:off x="6078288" y="3035322"/>
              <a:ext cx="145174" cy="159236"/>
            </a:xfrm>
            <a:prstGeom prst="line">
              <a:avLst/>
            </a:prstGeom>
            <a:noFill/>
            <a:ln w="31750">
              <a:solidFill>
                <a:srgbClr val="000000"/>
              </a:solidFill>
              <a:round/>
              <a:headEnd/>
              <a:tailEnd/>
            </a:ln>
          </p:spPr>
          <p:txBody>
            <a:bodyPr/>
            <a:lstStyle/>
            <a:p>
              <a:pPr eaLnBrk="1" hangingPunct="1">
                <a:defRPr/>
              </a:pPr>
              <a:endParaRPr lang="en-US" dirty="0"/>
            </a:p>
          </p:txBody>
        </p:sp>
        <p:sp>
          <p:nvSpPr>
            <p:cNvPr id="17476" name="Line 66">
              <a:extLst>
                <a:ext uri="{FF2B5EF4-FFF2-40B4-BE49-F238E27FC236}">
                  <a16:creationId xmlns:a16="http://schemas.microsoft.com/office/drawing/2014/main" id="{6F5A219C-C327-47EF-AD1A-09685844771B}"/>
                </a:ext>
              </a:extLst>
            </p:cNvPr>
            <p:cNvSpPr>
              <a:spLocks noChangeShapeType="1"/>
            </p:cNvSpPr>
            <p:nvPr/>
          </p:nvSpPr>
          <p:spPr bwMode="auto">
            <a:xfrm rot="472638">
              <a:off x="6028168" y="3864833"/>
              <a:ext cx="172826" cy="198120"/>
            </a:xfrm>
            <a:prstGeom prst="line">
              <a:avLst/>
            </a:prstGeom>
            <a:noFill/>
            <a:ln w="31750">
              <a:solidFill>
                <a:srgbClr val="000000"/>
              </a:solidFill>
              <a:round/>
              <a:headEnd/>
              <a:tailEnd/>
            </a:ln>
          </p:spPr>
          <p:txBody>
            <a:bodyPr/>
            <a:lstStyle/>
            <a:p>
              <a:pPr eaLnBrk="1" hangingPunct="1">
                <a:defRPr/>
              </a:pPr>
              <a:endParaRPr lang="en-US" dirty="0"/>
            </a:p>
          </p:txBody>
        </p:sp>
        <p:sp>
          <p:nvSpPr>
            <p:cNvPr id="17477" name="Line 67">
              <a:extLst>
                <a:ext uri="{FF2B5EF4-FFF2-40B4-BE49-F238E27FC236}">
                  <a16:creationId xmlns:a16="http://schemas.microsoft.com/office/drawing/2014/main" id="{9CDF5BEA-C54F-41F2-8656-C8A0F45B0E08}"/>
                </a:ext>
              </a:extLst>
            </p:cNvPr>
            <p:cNvSpPr>
              <a:spLocks noChangeShapeType="1"/>
            </p:cNvSpPr>
            <p:nvPr/>
          </p:nvSpPr>
          <p:spPr bwMode="auto">
            <a:xfrm flipV="1">
              <a:off x="6029896" y="3637088"/>
              <a:ext cx="67402" cy="233300"/>
            </a:xfrm>
            <a:prstGeom prst="line">
              <a:avLst/>
            </a:prstGeom>
            <a:noFill/>
            <a:ln w="31750">
              <a:solidFill>
                <a:srgbClr val="000000"/>
              </a:solidFill>
              <a:round/>
              <a:headEnd/>
              <a:tailEnd/>
            </a:ln>
          </p:spPr>
          <p:txBody>
            <a:bodyPr/>
            <a:lstStyle/>
            <a:p>
              <a:pPr eaLnBrk="1" hangingPunct="1">
                <a:defRPr/>
              </a:pPr>
              <a:endParaRPr lang="en-US" dirty="0"/>
            </a:p>
          </p:txBody>
        </p:sp>
        <p:sp>
          <p:nvSpPr>
            <p:cNvPr id="17478" name="Text Box 68">
              <a:extLst>
                <a:ext uri="{FF2B5EF4-FFF2-40B4-BE49-F238E27FC236}">
                  <a16:creationId xmlns:a16="http://schemas.microsoft.com/office/drawing/2014/main" id="{75EB6133-C4DF-48C4-B391-F48A280C177B}"/>
                </a:ext>
              </a:extLst>
            </p:cNvPr>
            <p:cNvSpPr txBox="1">
              <a:spLocks noChangeArrowheads="1"/>
            </p:cNvSpPr>
            <p:nvPr/>
          </p:nvSpPr>
          <p:spPr bwMode="auto">
            <a:xfrm>
              <a:off x="750051" y="2894601"/>
              <a:ext cx="630817" cy="386982"/>
            </a:xfrm>
            <a:prstGeom prst="rect">
              <a:avLst/>
            </a:prstGeom>
            <a:noFill/>
            <a:ln w="31750">
              <a:noFill/>
              <a:miter lim="800000"/>
              <a:headEnd/>
              <a:tailEnd/>
            </a:ln>
          </p:spPr>
          <p:txBody>
            <a:bodyPr/>
            <a:lstStyle/>
            <a:p>
              <a:pPr>
                <a:defRPr/>
              </a:pPr>
              <a:r>
                <a:rPr lang="en-US" sz="2000" dirty="0"/>
                <a:t>Q</a:t>
              </a:r>
            </a:p>
          </p:txBody>
        </p:sp>
        <p:sp>
          <p:nvSpPr>
            <p:cNvPr id="17479" name="Text Box 69">
              <a:extLst>
                <a:ext uri="{FF2B5EF4-FFF2-40B4-BE49-F238E27FC236}">
                  <a16:creationId xmlns:a16="http://schemas.microsoft.com/office/drawing/2014/main" id="{0973BA4C-42D5-44E0-9533-CF3B7B0B5219}"/>
                </a:ext>
              </a:extLst>
            </p:cNvPr>
            <p:cNvSpPr txBox="1">
              <a:spLocks noChangeArrowheads="1"/>
            </p:cNvSpPr>
            <p:nvPr/>
          </p:nvSpPr>
          <p:spPr bwMode="auto">
            <a:xfrm>
              <a:off x="635985" y="3557469"/>
              <a:ext cx="777719" cy="546219"/>
            </a:xfrm>
            <a:prstGeom prst="rect">
              <a:avLst/>
            </a:prstGeom>
            <a:noFill/>
            <a:ln w="31750">
              <a:noFill/>
              <a:miter lim="800000"/>
              <a:headEnd/>
              <a:tailEnd/>
            </a:ln>
          </p:spPr>
          <p:txBody>
            <a:bodyPr/>
            <a:lstStyle/>
            <a:p>
              <a:pPr>
                <a:defRPr/>
              </a:pPr>
              <a:r>
                <a:rPr lang="en-US" sz="2000" dirty="0">
                  <a:sym typeface="Symbol" pitchFamily="18" charset="2"/>
                </a:rPr>
                <a:t></a:t>
              </a:r>
              <a:r>
                <a:rPr lang="en-US" sz="2000" dirty="0"/>
                <a:t>Q</a:t>
              </a:r>
            </a:p>
          </p:txBody>
        </p:sp>
        <p:sp>
          <p:nvSpPr>
            <p:cNvPr id="17480" name="Line 74">
              <a:extLst>
                <a:ext uri="{FF2B5EF4-FFF2-40B4-BE49-F238E27FC236}">
                  <a16:creationId xmlns:a16="http://schemas.microsoft.com/office/drawing/2014/main" id="{FBD829D1-E166-4E8A-BB50-3E061E4223D0}"/>
                </a:ext>
              </a:extLst>
            </p:cNvPr>
            <p:cNvSpPr>
              <a:spLocks noChangeShapeType="1"/>
            </p:cNvSpPr>
            <p:nvPr/>
          </p:nvSpPr>
          <p:spPr bwMode="auto">
            <a:xfrm flipV="1">
              <a:off x="3779697" y="2835350"/>
              <a:ext cx="98510" cy="364763"/>
            </a:xfrm>
            <a:prstGeom prst="line">
              <a:avLst/>
            </a:prstGeom>
            <a:noFill/>
            <a:ln w="31750">
              <a:solidFill>
                <a:srgbClr val="000000"/>
              </a:solidFill>
              <a:round/>
              <a:headEnd/>
              <a:tailEnd/>
            </a:ln>
          </p:spPr>
          <p:txBody>
            <a:bodyPr/>
            <a:lstStyle/>
            <a:p>
              <a:pPr eaLnBrk="1" hangingPunct="1">
                <a:defRPr/>
              </a:pPr>
              <a:endParaRPr lang="en-US" dirty="0"/>
            </a:p>
          </p:txBody>
        </p:sp>
        <p:sp>
          <p:nvSpPr>
            <p:cNvPr id="17481" name="Freeform 75">
              <a:extLst>
                <a:ext uri="{FF2B5EF4-FFF2-40B4-BE49-F238E27FC236}">
                  <a16:creationId xmlns:a16="http://schemas.microsoft.com/office/drawing/2014/main" id="{3A420BD2-E8DE-45F8-8A1E-798787425F27}"/>
                </a:ext>
              </a:extLst>
            </p:cNvPr>
            <p:cNvSpPr>
              <a:spLocks/>
            </p:cNvSpPr>
            <p:nvPr/>
          </p:nvSpPr>
          <p:spPr bwMode="auto">
            <a:xfrm>
              <a:off x="3572306" y="1535536"/>
              <a:ext cx="222945" cy="1705312"/>
            </a:xfrm>
            <a:custGeom>
              <a:avLst/>
              <a:gdLst>
                <a:gd name="T0" fmla="*/ 0 w 241"/>
                <a:gd name="T1" fmla="*/ 0 h 1546"/>
                <a:gd name="T2" fmla="*/ 2147483647 w 241"/>
                <a:gd name="T3" fmla="*/ 2147483647 h 1546"/>
                <a:gd name="T4" fmla="*/ 2147483647 w 241"/>
                <a:gd name="T5" fmla="*/ 2147483647 h 1546"/>
                <a:gd name="T6" fmla="*/ 2147483647 w 241"/>
                <a:gd name="T7" fmla="*/ 2147483647 h 1546"/>
                <a:gd name="T8" fmla="*/ 2147483647 w 241"/>
                <a:gd name="T9" fmla="*/ 2147483647 h 1546"/>
                <a:gd name="T10" fmla="*/ 2147483647 w 241"/>
                <a:gd name="T11" fmla="*/ 2147483647 h 1546"/>
                <a:gd name="T12" fmla="*/ 2147483647 w 241"/>
                <a:gd name="T13" fmla="*/ 2147483647 h 1546"/>
                <a:gd name="T14" fmla="*/ 2147483647 w 241"/>
                <a:gd name="T15" fmla="*/ 2147483647 h 1546"/>
                <a:gd name="T16" fmla="*/ 0 60000 65536"/>
                <a:gd name="T17" fmla="*/ 0 60000 65536"/>
                <a:gd name="T18" fmla="*/ 0 60000 65536"/>
                <a:gd name="T19" fmla="*/ 0 60000 65536"/>
                <a:gd name="T20" fmla="*/ 0 60000 65536"/>
                <a:gd name="T21" fmla="*/ 0 60000 65536"/>
                <a:gd name="T22" fmla="*/ 0 60000 65536"/>
                <a:gd name="T23" fmla="*/ 0 60000 65536"/>
                <a:gd name="T24" fmla="*/ 0 w 241"/>
                <a:gd name="T25" fmla="*/ 0 h 1546"/>
                <a:gd name="T26" fmla="*/ 241 w 241"/>
                <a:gd name="T27" fmla="*/ 1546 h 15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1" h="1546">
                  <a:moveTo>
                    <a:pt x="0" y="0"/>
                  </a:moveTo>
                  <a:cubicBezTo>
                    <a:pt x="15" y="5"/>
                    <a:pt x="33" y="5"/>
                    <a:pt x="45" y="15"/>
                  </a:cubicBezTo>
                  <a:cubicBezTo>
                    <a:pt x="102" y="60"/>
                    <a:pt x="113" y="173"/>
                    <a:pt x="135" y="240"/>
                  </a:cubicBezTo>
                  <a:cubicBezTo>
                    <a:pt x="140" y="255"/>
                    <a:pt x="145" y="270"/>
                    <a:pt x="150" y="285"/>
                  </a:cubicBezTo>
                  <a:cubicBezTo>
                    <a:pt x="155" y="300"/>
                    <a:pt x="165" y="330"/>
                    <a:pt x="165" y="330"/>
                  </a:cubicBezTo>
                  <a:cubicBezTo>
                    <a:pt x="204" y="600"/>
                    <a:pt x="189" y="470"/>
                    <a:pt x="210" y="720"/>
                  </a:cubicBezTo>
                  <a:cubicBezTo>
                    <a:pt x="215" y="890"/>
                    <a:pt x="217" y="1060"/>
                    <a:pt x="225" y="1230"/>
                  </a:cubicBezTo>
                  <a:cubicBezTo>
                    <a:pt x="241" y="1546"/>
                    <a:pt x="240" y="1253"/>
                    <a:pt x="240" y="1335"/>
                  </a:cubicBezTo>
                </a:path>
              </a:pathLst>
            </a:custGeom>
            <a:noFill/>
            <a:ln w="31750">
              <a:solidFill>
                <a:schemeClr val="accent1">
                  <a:lumMod val="20000"/>
                  <a:lumOff val="80000"/>
                </a:schemeClr>
              </a:solidFill>
              <a:round/>
              <a:headEnd/>
              <a:tailEnd type="triangle" w="lg" len="lg"/>
            </a:ln>
          </p:spPr>
          <p:txBody>
            <a:bodyPr/>
            <a:lstStyle/>
            <a:p>
              <a:pPr eaLnBrk="1" hangingPunct="1">
                <a:defRPr/>
              </a:pPr>
              <a:endParaRPr lang="ru-RU" sz="2000"/>
            </a:p>
          </p:txBody>
        </p:sp>
        <p:sp>
          <p:nvSpPr>
            <p:cNvPr id="17482" name="Text Box 79">
              <a:extLst>
                <a:ext uri="{FF2B5EF4-FFF2-40B4-BE49-F238E27FC236}">
                  <a16:creationId xmlns:a16="http://schemas.microsoft.com/office/drawing/2014/main" id="{45A7F678-5E30-4A82-8091-CDEDF799B96C}"/>
                </a:ext>
              </a:extLst>
            </p:cNvPr>
            <p:cNvSpPr txBox="1">
              <a:spLocks noChangeArrowheads="1"/>
            </p:cNvSpPr>
            <p:nvPr/>
          </p:nvSpPr>
          <p:spPr bwMode="auto">
            <a:xfrm>
              <a:off x="623888" y="1855862"/>
              <a:ext cx="570327" cy="546218"/>
            </a:xfrm>
            <a:prstGeom prst="rect">
              <a:avLst/>
            </a:prstGeom>
            <a:noFill/>
            <a:ln w="31750">
              <a:noFill/>
              <a:miter lim="800000"/>
              <a:headEnd/>
              <a:tailEnd/>
            </a:ln>
          </p:spPr>
          <p:txBody>
            <a:bodyPr/>
            <a:lstStyle/>
            <a:p>
              <a:pPr>
                <a:defRPr/>
              </a:pPr>
              <a:r>
                <a:rPr lang="en-US" sz="2000" dirty="0">
                  <a:sym typeface="Symbol" pitchFamily="18" charset="2"/>
                </a:rPr>
                <a:t></a:t>
              </a:r>
              <a:r>
                <a:rPr lang="en-US" sz="2000" dirty="0"/>
                <a:t>R</a:t>
              </a:r>
            </a:p>
          </p:txBody>
        </p:sp>
        <p:sp>
          <p:nvSpPr>
            <p:cNvPr id="17483" name="Arc 84">
              <a:extLst>
                <a:ext uri="{FF2B5EF4-FFF2-40B4-BE49-F238E27FC236}">
                  <a16:creationId xmlns:a16="http://schemas.microsoft.com/office/drawing/2014/main" id="{269B63B3-BD38-420A-8544-402A39118714}"/>
                </a:ext>
              </a:extLst>
            </p:cNvPr>
            <p:cNvSpPr>
              <a:spLocks/>
            </p:cNvSpPr>
            <p:nvPr/>
          </p:nvSpPr>
          <p:spPr bwMode="auto">
            <a:xfrm>
              <a:off x="2466217" y="2252101"/>
              <a:ext cx="371576" cy="831362"/>
            </a:xfrm>
            <a:custGeom>
              <a:avLst/>
              <a:gdLst>
                <a:gd name="T0" fmla="*/ 0 w 26781"/>
                <a:gd name="T1" fmla="*/ 2147483647 h 39011"/>
                <a:gd name="T2" fmla="*/ 2147483647 w 26781"/>
                <a:gd name="T3" fmla="*/ 2147483647 h 39011"/>
                <a:gd name="T4" fmla="*/ 2147483647 w 26781"/>
                <a:gd name="T5" fmla="*/ 2147483647 h 39011"/>
                <a:gd name="T6" fmla="*/ 0 60000 65536"/>
                <a:gd name="T7" fmla="*/ 0 60000 65536"/>
                <a:gd name="T8" fmla="*/ 0 60000 65536"/>
                <a:gd name="T9" fmla="*/ 0 w 26781"/>
                <a:gd name="T10" fmla="*/ 0 h 39011"/>
                <a:gd name="T11" fmla="*/ 26781 w 26781"/>
                <a:gd name="T12" fmla="*/ 39011 h 39011"/>
              </a:gdLst>
              <a:ahLst/>
              <a:cxnLst>
                <a:cxn ang="T6">
                  <a:pos x="T0" y="T1"/>
                </a:cxn>
                <a:cxn ang="T7">
                  <a:pos x="T2" y="T3"/>
                </a:cxn>
                <a:cxn ang="T8">
                  <a:pos x="T4" y="T5"/>
                </a:cxn>
              </a:cxnLst>
              <a:rect l="T9" t="T10" r="T11" b="T12"/>
              <a:pathLst>
                <a:path w="26781" h="39011" fill="none" extrusionOk="0">
                  <a:moveTo>
                    <a:pt x="-1" y="630"/>
                  </a:moveTo>
                  <a:cubicBezTo>
                    <a:pt x="1695" y="211"/>
                    <a:pt x="3434" y="-1"/>
                    <a:pt x="5181" y="0"/>
                  </a:cubicBezTo>
                  <a:cubicBezTo>
                    <a:pt x="17110" y="0"/>
                    <a:pt x="26781" y="9670"/>
                    <a:pt x="26781" y="21600"/>
                  </a:cubicBezTo>
                  <a:cubicBezTo>
                    <a:pt x="26781" y="28476"/>
                    <a:pt x="23507" y="34941"/>
                    <a:pt x="17964" y="39010"/>
                  </a:cubicBezTo>
                </a:path>
                <a:path w="26781" h="39011" stroke="0" extrusionOk="0">
                  <a:moveTo>
                    <a:pt x="-1" y="630"/>
                  </a:moveTo>
                  <a:cubicBezTo>
                    <a:pt x="1695" y="211"/>
                    <a:pt x="3434" y="-1"/>
                    <a:pt x="5181" y="0"/>
                  </a:cubicBezTo>
                  <a:cubicBezTo>
                    <a:pt x="17110" y="0"/>
                    <a:pt x="26781" y="9670"/>
                    <a:pt x="26781" y="21600"/>
                  </a:cubicBezTo>
                  <a:cubicBezTo>
                    <a:pt x="26781" y="28476"/>
                    <a:pt x="23507" y="34941"/>
                    <a:pt x="17964" y="39010"/>
                  </a:cubicBezTo>
                  <a:lnTo>
                    <a:pt x="5181" y="21600"/>
                  </a:lnTo>
                  <a:close/>
                </a:path>
              </a:pathLst>
            </a:custGeom>
            <a:noFill/>
            <a:ln w="28575">
              <a:solidFill>
                <a:schemeClr val="accent1">
                  <a:lumMod val="20000"/>
                  <a:lumOff val="80000"/>
                </a:schemeClr>
              </a:solidFill>
              <a:round/>
              <a:headEnd/>
              <a:tailEnd type="triangle" w="lg" len="lg"/>
            </a:ln>
          </p:spPr>
          <p:txBody>
            <a:bodyPr wrap="none" anchor="ctr"/>
            <a:lstStyle/>
            <a:p>
              <a:pPr eaLnBrk="1" hangingPunct="1">
                <a:defRPr/>
              </a:pPr>
              <a:endParaRPr lang="ru-RU" sz="2000"/>
            </a:p>
          </p:txBody>
        </p:sp>
        <p:cxnSp>
          <p:nvCxnSpPr>
            <p:cNvPr id="16460" name="AutoShape 83">
              <a:extLst>
                <a:ext uri="{FF2B5EF4-FFF2-40B4-BE49-F238E27FC236}">
                  <a16:creationId xmlns:a16="http://schemas.microsoft.com/office/drawing/2014/main" id="{BCE61645-CEA6-498D-A3BF-5F6CE0B2AFB2}"/>
                </a:ext>
              </a:extLst>
            </p:cNvPr>
            <p:cNvCxnSpPr>
              <a:cxnSpLocks noChangeShapeType="1"/>
              <a:stCxn id="17446" idx="0"/>
            </p:cNvCxnSpPr>
            <p:nvPr/>
          </p:nvCxnSpPr>
          <p:spPr bwMode="auto">
            <a:xfrm rot="16200000" flipH="1">
              <a:off x="4384631" y="2147412"/>
              <a:ext cx="1244266" cy="387131"/>
            </a:xfrm>
            <a:prstGeom prst="curvedConnector3">
              <a:avLst>
                <a:gd name="adj1" fmla="val 49296"/>
              </a:avLst>
            </a:prstGeom>
            <a:noFill/>
            <a:ln w="31750">
              <a:solidFill>
                <a:schemeClr val="accent1">
                  <a:lumMod val="20000"/>
                  <a:lumOff val="80000"/>
                </a:schemeClr>
              </a:solidFill>
              <a:round/>
              <a:headEnd/>
              <a:tailEnd type="triangle" w="med" len="med"/>
            </a:ln>
          </p:spPr>
        </p:cxnSp>
        <p:cxnSp>
          <p:nvCxnSpPr>
            <p:cNvPr id="16461" name="AutoShape 84">
              <a:extLst>
                <a:ext uri="{FF2B5EF4-FFF2-40B4-BE49-F238E27FC236}">
                  <a16:creationId xmlns:a16="http://schemas.microsoft.com/office/drawing/2014/main" id="{9E609AC7-EFC5-4570-BC1F-66F3389ACAB0}"/>
                </a:ext>
              </a:extLst>
            </p:cNvPr>
            <p:cNvCxnSpPr>
              <a:cxnSpLocks noChangeShapeType="1"/>
              <a:endCxn id="17449" idx="0"/>
            </p:cNvCxnSpPr>
            <p:nvPr/>
          </p:nvCxnSpPr>
          <p:spPr bwMode="auto">
            <a:xfrm rot="16200000" flipH="1">
              <a:off x="4417226" y="2934837"/>
              <a:ext cx="1355362" cy="141718"/>
            </a:xfrm>
            <a:prstGeom prst="curvedConnector3">
              <a:avLst>
                <a:gd name="adj1" fmla="val 50528"/>
              </a:avLst>
            </a:prstGeom>
            <a:noFill/>
            <a:ln w="31750">
              <a:solidFill>
                <a:schemeClr val="accent1">
                  <a:lumMod val="20000"/>
                  <a:lumOff val="80000"/>
                </a:schemeClr>
              </a:solidFill>
              <a:round/>
              <a:headEnd/>
              <a:tailEnd type="triangle" w="lg" len="lg"/>
            </a:ln>
          </p:spPr>
        </p:cxnSp>
        <p:sp>
          <p:nvSpPr>
            <p:cNvPr id="17486" name="Freeform 96">
              <a:extLst>
                <a:ext uri="{FF2B5EF4-FFF2-40B4-BE49-F238E27FC236}">
                  <a16:creationId xmlns:a16="http://schemas.microsoft.com/office/drawing/2014/main" id="{19A0C5A9-8CAF-4978-A90A-23FC37E89E9B}"/>
                </a:ext>
              </a:extLst>
            </p:cNvPr>
            <p:cNvSpPr>
              <a:spLocks/>
            </p:cNvSpPr>
            <p:nvPr/>
          </p:nvSpPr>
          <p:spPr bwMode="auto">
            <a:xfrm>
              <a:off x="3577490" y="2268765"/>
              <a:ext cx="292077" cy="1684944"/>
            </a:xfrm>
            <a:custGeom>
              <a:avLst/>
              <a:gdLst>
                <a:gd name="T0" fmla="*/ 292338630 w 183"/>
                <a:gd name="T1" fmla="*/ 0 h 1062"/>
                <a:gd name="T2" fmla="*/ 10080642 w 183"/>
                <a:gd name="T3" fmla="*/ 980339934 h 1062"/>
                <a:gd name="T4" fmla="*/ 347782144 w 183"/>
                <a:gd name="T5" fmla="*/ 2053926399 h 1062"/>
                <a:gd name="T6" fmla="*/ 461190226 w 183"/>
                <a:gd name="T7" fmla="*/ 2147483647 h 1062"/>
                <a:gd name="T8" fmla="*/ 0 60000 65536"/>
                <a:gd name="T9" fmla="*/ 0 60000 65536"/>
                <a:gd name="T10" fmla="*/ 0 60000 65536"/>
                <a:gd name="T11" fmla="*/ 0 60000 65536"/>
                <a:gd name="T12" fmla="*/ 0 w 183"/>
                <a:gd name="T13" fmla="*/ 0 h 1062"/>
                <a:gd name="T14" fmla="*/ 183 w 183"/>
                <a:gd name="T15" fmla="*/ 1062 h 1062"/>
              </a:gdLst>
              <a:ahLst/>
              <a:cxnLst>
                <a:cxn ang="T8">
                  <a:pos x="T0" y="T1"/>
                </a:cxn>
                <a:cxn ang="T9">
                  <a:pos x="T2" y="T3"/>
                </a:cxn>
                <a:cxn ang="T10">
                  <a:pos x="T4" y="T5"/>
                </a:cxn>
                <a:cxn ang="T11">
                  <a:pos x="T6" y="T7"/>
                </a:cxn>
              </a:cxnLst>
              <a:rect l="T12" t="T13" r="T14" b="T15"/>
              <a:pathLst>
                <a:path w="183" h="1062">
                  <a:moveTo>
                    <a:pt x="116" y="0"/>
                  </a:moveTo>
                  <a:cubicBezTo>
                    <a:pt x="58" y="126"/>
                    <a:pt x="0" y="253"/>
                    <a:pt x="4" y="389"/>
                  </a:cubicBezTo>
                  <a:cubicBezTo>
                    <a:pt x="8" y="525"/>
                    <a:pt x="108" y="703"/>
                    <a:pt x="138" y="815"/>
                  </a:cubicBezTo>
                  <a:cubicBezTo>
                    <a:pt x="168" y="927"/>
                    <a:pt x="176" y="1021"/>
                    <a:pt x="183" y="1062"/>
                  </a:cubicBezTo>
                </a:path>
              </a:pathLst>
            </a:custGeom>
            <a:noFill/>
            <a:ln w="31750">
              <a:solidFill>
                <a:schemeClr val="accent1">
                  <a:lumMod val="20000"/>
                  <a:lumOff val="80000"/>
                </a:schemeClr>
              </a:solidFill>
              <a:round/>
              <a:headEnd/>
              <a:tailEnd type="triangle" w="lg" len="lg"/>
            </a:ln>
          </p:spPr>
          <p:txBody>
            <a:bodyPr/>
            <a:lstStyle/>
            <a:p>
              <a:pPr eaLnBrk="1" hangingPunct="1">
                <a:defRPr/>
              </a:pPr>
              <a:endParaRPr lang="en-US" dirty="0"/>
            </a:p>
          </p:txBody>
        </p:sp>
        <p:sp>
          <p:nvSpPr>
            <p:cNvPr id="17487" name="Freeform 98">
              <a:extLst>
                <a:ext uri="{FF2B5EF4-FFF2-40B4-BE49-F238E27FC236}">
                  <a16:creationId xmlns:a16="http://schemas.microsoft.com/office/drawing/2014/main" id="{B2AE43DB-99DB-429B-874A-C8CBA4B2709C}"/>
                </a:ext>
              </a:extLst>
            </p:cNvPr>
            <p:cNvSpPr>
              <a:spLocks/>
            </p:cNvSpPr>
            <p:nvPr/>
          </p:nvSpPr>
          <p:spPr bwMode="auto">
            <a:xfrm rot="243233">
              <a:off x="1560607" y="2294687"/>
              <a:ext cx="487370" cy="1497934"/>
            </a:xfrm>
            <a:custGeom>
              <a:avLst/>
              <a:gdLst>
                <a:gd name="T0" fmla="*/ 822733694 w 183"/>
                <a:gd name="T1" fmla="*/ 0 h 1062"/>
                <a:gd name="T2" fmla="*/ 28370861 w 183"/>
                <a:gd name="T3" fmla="*/ 772950661 h 1062"/>
                <a:gd name="T4" fmla="*/ 978769377 w 183"/>
                <a:gd name="T5" fmla="*/ 1619419851 h 1062"/>
                <a:gd name="T6" fmla="*/ 1297932791 w 183"/>
                <a:gd name="T7" fmla="*/ 2110214351 h 1062"/>
                <a:gd name="T8" fmla="*/ 0 60000 65536"/>
                <a:gd name="T9" fmla="*/ 0 60000 65536"/>
                <a:gd name="T10" fmla="*/ 0 60000 65536"/>
                <a:gd name="T11" fmla="*/ 0 60000 65536"/>
                <a:gd name="T12" fmla="*/ 0 w 183"/>
                <a:gd name="T13" fmla="*/ 0 h 1062"/>
                <a:gd name="T14" fmla="*/ 183 w 183"/>
                <a:gd name="T15" fmla="*/ 1062 h 1062"/>
              </a:gdLst>
              <a:ahLst/>
              <a:cxnLst>
                <a:cxn ang="T8">
                  <a:pos x="T0" y="T1"/>
                </a:cxn>
                <a:cxn ang="T9">
                  <a:pos x="T2" y="T3"/>
                </a:cxn>
                <a:cxn ang="T10">
                  <a:pos x="T4" y="T5"/>
                </a:cxn>
                <a:cxn ang="T11">
                  <a:pos x="T6" y="T7"/>
                </a:cxn>
              </a:cxnLst>
              <a:rect l="T12" t="T13" r="T14" b="T15"/>
              <a:pathLst>
                <a:path w="183" h="1062">
                  <a:moveTo>
                    <a:pt x="116" y="0"/>
                  </a:moveTo>
                  <a:cubicBezTo>
                    <a:pt x="58" y="126"/>
                    <a:pt x="0" y="253"/>
                    <a:pt x="4" y="389"/>
                  </a:cubicBezTo>
                  <a:cubicBezTo>
                    <a:pt x="8" y="525"/>
                    <a:pt x="108" y="703"/>
                    <a:pt x="138" y="815"/>
                  </a:cubicBezTo>
                  <a:cubicBezTo>
                    <a:pt x="168" y="927"/>
                    <a:pt x="176" y="1021"/>
                    <a:pt x="183" y="1062"/>
                  </a:cubicBezTo>
                </a:path>
              </a:pathLst>
            </a:custGeom>
            <a:noFill/>
            <a:ln w="31750">
              <a:solidFill>
                <a:schemeClr val="accent1">
                  <a:lumMod val="20000"/>
                  <a:lumOff val="80000"/>
                </a:schemeClr>
              </a:solidFill>
              <a:round/>
              <a:headEnd/>
              <a:tailEnd type="triangle" w="lg" len="lg"/>
            </a:ln>
          </p:spPr>
          <p:txBody>
            <a:bodyPr/>
            <a:lstStyle/>
            <a:p>
              <a:pPr eaLnBrk="1" hangingPunct="1">
                <a:defRPr/>
              </a:pPr>
              <a:endParaRPr lang="en-US" dirty="0"/>
            </a:p>
          </p:txBody>
        </p:sp>
        <p:sp>
          <p:nvSpPr>
            <p:cNvPr id="17488" name="Freeform 101">
              <a:extLst>
                <a:ext uri="{FF2B5EF4-FFF2-40B4-BE49-F238E27FC236}">
                  <a16:creationId xmlns:a16="http://schemas.microsoft.com/office/drawing/2014/main" id="{BB361A1F-95F6-4634-B664-A89123C30A68}"/>
                </a:ext>
              </a:extLst>
            </p:cNvPr>
            <p:cNvSpPr>
              <a:spLocks/>
            </p:cNvSpPr>
            <p:nvPr/>
          </p:nvSpPr>
          <p:spPr bwMode="auto">
            <a:xfrm>
              <a:off x="1648748" y="1448512"/>
              <a:ext cx="286892" cy="1544223"/>
            </a:xfrm>
            <a:custGeom>
              <a:avLst/>
              <a:gdLst>
                <a:gd name="T0" fmla="*/ 0 w 180"/>
                <a:gd name="T1" fmla="*/ 0 h 972"/>
                <a:gd name="T2" fmla="*/ 320059041 w 180"/>
                <a:gd name="T3" fmla="*/ 451108848 h 972"/>
                <a:gd name="T4" fmla="*/ 453628170 w 180"/>
                <a:gd name="T5" fmla="*/ 1300400695 h 972"/>
                <a:gd name="T6" fmla="*/ 320059041 w 180"/>
                <a:gd name="T7" fmla="*/ 2147483647 h 972"/>
                <a:gd name="T8" fmla="*/ 415826533 w 180"/>
                <a:gd name="T9" fmla="*/ 2147483647 h 972"/>
                <a:gd name="T10" fmla="*/ 0 60000 65536"/>
                <a:gd name="T11" fmla="*/ 0 60000 65536"/>
                <a:gd name="T12" fmla="*/ 0 60000 65536"/>
                <a:gd name="T13" fmla="*/ 0 60000 65536"/>
                <a:gd name="T14" fmla="*/ 0 60000 65536"/>
                <a:gd name="T15" fmla="*/ 0 w 180"/>
                <a:gd name="T16" fmla="*/ 0 h 972"/>
                <a:gd name="T17" fmla="*/ 180 w 180"/>
                <a:gd name="T18" fmla="*/ 972 h 972"/>
              </a:gdLst>
              <a:ahLst/>
              <a:cxnLst>
                <a:cxn ang="T10">
                  <a:pos x="T0" y="T1"/>
                </a:cxn>
                <a:cxn ang="T11">
                  <a:pos x="T2" y="T3"/>
                </a:cxn>
                <a:cxn ang="T12">
                  <a:pos x="T4" y="T5"/>
                </a:cxn>
                <a:cxn ang="T13">
                  <a:pos x="T6" y="T7"/>
                </a:cxn>
                <a:cxn ang="T14">
                  <a:pos x="T8" y="T9"/>
                </a:cxn>
              </a:cxnLst>
              <a:rect l="T15" t="T16" r="T17" b="T18"/>
              <a:pathLst>
                <a:path w="180" h="972">
                  <a:moveTo>
                    <a:pt x="0" y="0"/>
                  </a:moveTo>
                  <a:cubicBezTo>
                    <a:pt x="48" y="46"/>
                    <a:pt x="97" y="93"/>
                    <a:pt x="127" y="179"/>
                  </a:cubicBezTo>
                  <a:cubicBezTo>
                    <a:pt x="157" y="265"/>
                    <a:pt x="180" y="403"/>
                    <a:pt x="180" y="516"/>
                  </a:cubicBezTo>
                  <a:cubicBezTo>
                    <a:pt x="180" y="629"/>
                    <a:pt x="130" y="784"/>
                    <a:pt x="127" y="860"/>
                  </a:cubicBezTo>
                  <a:cubicBezTo>
                    <a:pt x="124" y="936"/>
                    <a:pt x="144" y="954"/>
                    <a:pt x="165" y="972"/>
                  </a:cubicBezTo>
                </a:path>
              </a:pathLst>
            </a:custGeom>
            <a:noFill/>
            <a:ln w="31750">
              <a:solidFill>
                <a:schemeClr val="accent1">
                  <a:lumMod val="20000"/>
                  <a:lumOff val="80000"/>
                </a:schemeClr>
              </a:solidFill>
              <a:round/>
              <a:headEnd/>
              <a:tailEnd type="triangle" w="lg" len="lg"/>
            </a:ln>
          </p:spPr>
          <p:txBody>
            <a:bodyPr/>
            <a:lstStyle/>
            <a:p>
              <a:pPr eaLnBrk="1" hangingPunct="1">
                <a:defRPr/>
              </a:pPr>
              <a:endParaRPr lang="en-US" dirty="0"/>
            </a:p>
          </p:txBody>
        </p:sp>
      </p:grpSp>
      <p:sp>
        <p:nvSpPr>
          <p:cNvPr id="9" name="Title 8">
            <a:extLst>
              <a:ext uri="{FF2B5EF4-FFF2-40B4-BE49-F238E27FC236}">
                <a16:creationId xmlns:a16="http://schemas.microsoft.com/office/drawing/2014/main" id="{CBE4A6EB-CFDC-BCD7-C374-54D1DACC474B}"/>
              </a:ext>
            </a:extLst>
          </p:cNvPr>
          <p:cNvSpPr>
            <a:spLocks noGrp="1"/>
          </p:cNvSpPr>
          <p:nvPr>
            <p:ph type="title"/>
          </p:nvPr>
        </p:nvSpPr>
        <p:spPr/>
        <p:txBody>
          <a:bodyPr>
            <a:normAutofit/>
          </a:bodyPr>
          <a:lstStyle/>
          <a:p>
            <a:r>
              <a:rPr lang="en-US" dirty="0"/>
              <a:t>Timing Diagram of RS Latch</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5">
            <a:extLst>
              <a:ext uri="{FF2B5EF4-FFF2-40B4-BE49-F238E27FC236}">
                <a16:creationId xmlns:a16="http://schemas.microsoft.com/office/drawing/2014/main" id="{5C4FEE8C-AD82-2E09-70AD-2D0CACD77E8C}"/>
              </a:ext>
            </a:extLst>
          </p:cNvPr>
          <p:cNvSpPr txBox="1">
            <a:spLocks noChangeArrowheads="1"/>
          </p:cNvSpPr>
          <p:nvPr/>
        </p:nvSpPr>
        <p:spPr bwMode="auto">
          <a:xfrm>
            <a:off x="2110015" y="2162268"/>
            <a:ext cx="5364163" cy="421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dirty="0"/>
              <a:t>'</a:t>
            </a:r>
            <a:r>
              <a:rPr lang="en-US" altLang="en-US" sz="1800" b="1" dirty="0"/>
              <a:t>timescale </a:t>
            </a:r>
            <a:r>
              <a:rPr lang="en-US" altLang="en-US" sz="1800" dirty="0"/>
              <a:t> </a:t>
            </a:r>
            <a:r>
              <a:rPr lang="en-US" altLang="en-US" sz="1800" dirty="0">
                <a:solidFill>
                  <a:srgbClr val="0000FF"/>
                </a:solidFill>
              </a:rPr>
              <a:t>1 ns/1  </a:t>
            </a:r>
            <a:r>
              <a:rPr lang="en-US" altLang="en-US" sz="1800" dirty="0" err="1">
                <a:solidFill>
                  <a:srgbClr val="0000FF"/>
                </a:solidFill>
              </a:rPr>
              <a:t>ps</a:t>
            </a:r>
            <a:endParaRPr lang="en-US" altLang="en-US" sz="1800" dirty="0">
              <a:solidFill>
                <a:srgbClr val="0000FF"/>
              </a:solidFill>
            </a:endParaRPr>
          </a:p>
          <a:p>
            <a:pPr eaLnBrk="1" hangingPunct="1"/>
            <a:r>
              <a:rPr lang="en-US" altLang="en-US" sz="1800" dirty="0">
                <a:solidFill>
                  <a:srgbClr val="0000FF"/>
                </a:solidFill>
              </a:rPr>
              <a:t>	</a:t>
            </a:r>
            <a:r>
              <a:rPr lang="en-US" altLang="en-US" sz="1800" b="1" dirty="0">
                <a:solidFill>
                  <a:srgbClr val="0000FF"/>
                </a:solidFill>
              </a:rPr>
              <a:t>module</a:t>
            </a:r>
            <a:r>
              <a:rPr lang="en-US" altLang="en-US" sz="1800" dirty="0">
                <a:solidFill>
                  <a:srgbClr val="0000FF"/>
                </a:solidFill>
              </a:rPr>
              <a:t> </a:t>
            </a:r>
            <a:r>
              <a:rPr lang="en-US" altLang="en-US" sz="1800" dirty="0" err="1">
                <a:solidFill>
                  <a:srgbClr val="0000FF"/>
                </a:solidFill>
              </a:rPr>
              <a:t>RS_Latch</a:t>
            </a:r>
            <a:r>
              <a:rPr lang="en-US" altLang="en-US" sz="1800" dirty="0">
                <a:solidFill>
                  <a:srgbClr val="0000FF"/>
                </a:solidFill>
              </a:rPr>
              <a:t>(Q, R_L, S_L);</a:t>
            </a:r>
          </a:p>
          <a:p>
            <a:pPr eaLnBrk="1" hangingPunct="1"/>
            <a:r>
              <a:rPr lang="en-US" altLang="en-US" sz="1800" dirty="0">
                <a:solidFill>
                  <a:srgbClr val="0000FF"/>
                </a:solidFill>
              </a:rPr>
              <a:t>	</a:t>
            </a:r>
            <a:r>
              <a:rPr lang="en-US" altLang="en-US" sz="1800" b="1" dirty="0">
                <a:solidFill>
                  <a:srgbClr val="0000FF"/>
                </a:solidFill>
              </a:rPr>
              <a:t>input </a:t>
            </a:r>
            <a:r>
              <a:rPr lang="en-US" altLang="en-US" sz="1800" dirty="0">
                <a:solidFill>
                  <a:srgbClr val="0000FF"/>
                </a:solidFill>
              </a:rPr>
              <a:t>R_L, S_L;</a:t>
            </a:r>
          </a:p>
          <a:p>
            <a:pPr eaLnBrk="1" hangingPunct="1"/>
            <a:r>
              <a:rPr lang="en-US" altLang="en-US" sz="1800" dirty="0">
                <a:solidFill>
                  <a:srgbClr val="0000FF"/>
                </a:solidFill>
              </a:rPr>
              <a:t>	</a:t>
            </a:r>
            <a:r>
              <a:rPr lang="en-US" altLang="en-US" sz="1800" b="1" dirty="0">
                <a:solidFill>
                  <a:srgbClr val="0000FF"/>
                </a:solidFill>
              </a:rPr>
              <a:t>output</a:t>
            </a:r>
            <a:r>
              <a:rPr lang="en-US" altLang="en-US" sz="1800" dirty="0">
                <a:solidFill>
                  <a:srgbClr val="0000FF"/>
                </a:solidFill>
              </a:rPr>
              <a:t>  Q;</a:t>
            </a:r>
          </a:p>
          <a:p>
            <a:pPr eaLnBrk="1" hangingPunct="1"/>
            <a:r>
              <a:rPr lang="en-US" altLang="en-US" sz="1800" dirty="0">
                <a:solidFill>
                  <a:srgbClr val="0000FF"/>
                </a:solidFill>
              </a:rPr>
              <a:t>	</a:t>
            </a:r>
            <a:r>
              <a:rPr lang="en-US" altLang="en-US" sz="1800" b="1" dirty="0">
                <a:solidFill>
                  <a:srgbClr val="0000FF"/>
                </a:solidFill>
              </a:rPr>
              <a:t>reg</a:t>
            </a:r>
            <a:r>
              <a:rPr lang="en-US" altLang="en-US" sz="1800" dirty="0">
                <a:solidFill>
                  <a:srgbClr val="0000FF"/>
                </a:solidFill>
              </a:rPr>
              <a:t>	Q;</a:t>
            </a:r>
          </a:p>
          <a:p>
            <a:pPr eaLnBrk="1" hangingPunct="1"/>
            <a:r>
              <a:rPr lang="en-US" altLang="en-US" sz="1800" b="1" dirty="0">
                <a:solidFill>
                  <a:srgbClr val="0000FF"/>
                </a:solidFill>
              </a:rPr>
              <a:t>always</a:t>
            </a:r>
            <a:r>
              <a:rPr lang="en-US" altLang="en-US" sz="1800" dirty="0">
                <a:solidFill>
                  <a:srgbClr val="0000FF"/>
                </a:solidFill>
              </a:rPr>
              <a:t>	@(R_L or S_L) </a:t>
            </a:r>
          </a:p>
          <a:p>
            <a:pPr eaLnBrk="1" hangingPunct="1"/>
            <a:r>
              <a:rPr lang="en-US" altLang="en-US" sz="1800" dirty="0">
                <a:solidFill>
                  <a:srgbClr val="0000FF"/>
                </a:solidFill>
              </a:rPr>
              <a:t>	</a:t>
            </a:r>
            <a:r>
              <a:rPr lang="en-US" altLang="en-US" sz="1800" b="1" dirty="0">
                <a:solidFill>
                  <a:srgbClr val="0000FF"/>
                </a:solidFill>
              </a:rPr>
              <a:t>begin</a:t>
            </a:r>
            <a:r>
              <a:rPr lang="en-US" altLang="en-US" sz="1800" dirty="0">
                <a:solidFill>
                  <a:srgbClr val="0000FF"/>
                </a:solidFill>
              </a:rPr>
              <a:t> </a:t>
            </a:r>
          </a:p>
          <a:p>
            <a:pPr eaLnBrk="1" hangingPunct="1"/>
            <a:r>
              <a:rPr lang="en-US" altLang="en-US" sz="1800" b="1" dirty="0">
                <a:solidFill>
                  <a:srgbClr val="0000FF"/>
                </a:solidFill>
              </a:rPr>
              <a:t>if </a:t>
            </a:r>
            <a:r>
              <a:rPr lang="en-US" altLang="en-US" sz="1800" dirty="0">
                <a:solidFill>
                  <a:srgbClr val="0000FF"/>
                </a:solidFill>
              </a:rPr>
              <a:t> ((R_L==0) &amp;&amp; (S_L==0))</a:t>
            </a:r>
          </a:p>
          <a:p>
            <a:pPr eaLnBrk="1" hangingPunct="1"/>
            <a:r>
              <a:rPr lang="en-US" altLang="en-US" sz="1800" b="1" dirty="0"/>
              <a:t>$display</a:t>
            </a:r>
            <a:r>
              <a:rPr lang="en-US" altLang="en-US" sz="1800" dirty="0"/>
              <a:t>  </a:t>
            </a:r>
            <a:r>
              <a:rPr lang="en-US" altLang="en-US" sz="1800" dirty="0">
                <a:solidFill>
                  <a:srgbClr val="0000FF"/>
                </a:solidFill>
              </a:rPr>
              <a:t>(“RS – indeterminate state”);</a:t>
            </a:r>
          </a:p>
          <a:p>
            <a:pPr eaLnBrk="1" hangingPunct="1"/>
            <a:r>
              <a:rPr lang="en-US" altLang="en-US" sz="1800" dirty="0">
                <a:solidFill>
                  <a:srgbClr val="0000FF"/>
                </a:solidFill>
              </a:rPr>
              <a:t>	</a:t>
            </a:r>
            <a:r>
              <a:rPr lang="en-US" altLang="en-US" sz="1800" b="1" dirty="0">
                <a:solidFill>
                  <a:srgbClr val="0000FF"/>
                </a:solidFill>
              </a:rPr>
              <a:t>if </a:t>
            </a:r>
            <a:r>
              <a:rPr lang="en-US" altLang="en-US" sz="1800" dirty="0">
                <a:solidFill>
                  <a:srgbClr val="0000FF"/>
                </a:solidFill>
              </a:rPr>
              <a:t> ((R_L==0) &amp;&amp; (S_L==1)</a:t>
            </a:r>
          </a:p>
          <a:p>
            <a:pPr eaLnBrk="1" hangingPunct="1"/>
            <a:r>
              <a:rPr lang="en-US" altLang="en-US" sz="1800" dirty="0">
                <a:solidFill>
                  <a:srgbClr val="0000FF"/>
                </a:solidFill>
              </a:rPr>
              <a:t>Q &lt;= #13  0;</a:t>
            </a:r>
          </a:p>
          <a:p>
            <a:pPr eaLnBrk="1" hangingPunct="1"/>
            <a:r>
              <a:rPr lang="en-US" altLang="en-US" sz="1800" b="1" dirty="0">
                <a:solidFill>
                  <a:srgbClr val="0000FF"/>
                </a:solidFill>
              </a:rPr>
              <a:t>else if</a:t>
            </a:r>
            <a:r>
              <a:rPr lang="en-US" altLang="en-US" sz="1800" dirty="0">
                <a:solidFill>
                  <a:srgbClr val="0000FF"/>
                </a:solidFill>
              </a:rPr>
              <a:t> ((R_L==1) &amp;&amp; (S_L ==0));</a:t>
            </a:r>
          </a:p>
          <a:p>
            <a:pPr eaLnBrk="1" hangingPunct="1"/>
            <a:r>
              <a:rPr lang="en-US" altLang="en-US" sz="1800" dirty="0">
                <a:solidFill>
                  <a:srgbClr val="0000FF"/>
                </a:solidFill>
              </a:rPr>
              <a:t> Q&lt;</a:t>
            </a:r>
            <a:r>
              <a:rPr lang="ru-RU" altLang="en-US" sz="1800" dirty="0">
                <a:solidFill>
                  <a:srgbClr val="0000FF"/>
                </a:solidFill>
              </a:rPr>
              <a:t>=  #17  1;</a:t>
            </a:r>
            <a:endParaRPr lang="en-US" altLang="en-US" sz="1800" dirty="0">
              <a:solidFill>
                <a:srgbClr val="0000FF"/>
              </a:solidFill>
            </a:endParaRPr>
          </a:p>
          <a:p>
            <a:pPr eaLnBrk="1" hangingPunct="1"/>
            <a:r>
              <a:rPr lang="en-US" altLang="en-US" sz="1800" b="1" dirty="0">
                <a:solidFill>
                  <a:srgbClr val="0000FF"/>
                </a:solidFill>
              </a:rPr>
              <a:t>end</a:t>
            </a:r>
          </a:p>
          <a:p>
            <a:pPr eaLnBrk="1" hangingPunct="1"/>
            <a:r>
              <a:rPr lang="en-US" altLang="en-US" sz="1800" b="1" dirty="0" err="1">
                <a:solidFill>
                  <a:srgbClr val="0000FF"/>
                </a:solidFill>
              </a:rPr>
              <a:t>endmodule</a:t>
            </a:r>
            <a:endParaRPr lang="en-US" altLang="en-US" sz="1800" b="1" dirty="0">
              <a:solidFill>
                <a:srgbClr val="0000FF"/>
              </a:solidFill>
            </a:endParaRPr>
          </a:p>
        </p:txBody>
      </p:sp>
      <p:sp>
        <p:nvSpPr>
          <p:cNvPr id="13" name="Title 12">
            <a:extLst>
              <a:ext uri="{FF2B5EF4-FFF2-40B4-BE49-F238E27FC236}">
                <a16:creationId xmlns:a16="http://schemas.microsoft.com/office/drawing/2014/main" id="{A497C02D-DA00-721E-1F70-57922A113A2E}"/>
              </a:ext>
            </a:extLst>
          </p:cNvPr>
          <p:cNvSpPr>
            <a:spLocks noGrp="1"/>
          </p:cNvSpPr>
          <p:nvPr>
            <p:ph type="title"/>
          </p:nvPr>
        </p:nvSpPr>
        <p:spPr/>
        <p:txBody>
          <a:bodyPr>
            <a:normAutofit/>
          </a:bodyPr>
          <a:lstStyle/>
          <a:p>
            <a:r>
              <a:rPr lang="en-US" dirty="0"/>
              <a:t>Description by Verilog of RS Latch with Inverse Inputs</a:t>
            </a:r>
          </a:p>
        </p:txBody>
      </p:sp>
      <p:sp>
        <p:nvSpPr>
          <p:cNvPr id="30724" name="Content Placeholder 6">
            <a:extLst>
              <a:ext uri="{FF2B5EF4-FFF2-40B4-BE49-F238E27FC236}">
                <a16:creationId xmlns:a16="http://schemas.microsoft.com/office/drawing/2014/main" id="{9479A871-6DFF-8339-B6F3-8B0AE0D37ECC}"/>
              </a:ext>
            </a:extLst>
          </p:cNvPr>
          <p:cNvSpPr>
            <a:spLocks noGrp="1" noChangeArrowheads="1"/>
          </p:cNvSpPr>
          <p:nvPr>
            <p:ph type="body" sz="quarter" idx="10"/>
          </p:nvPr>
        </p:nvSpPr>
        <p:spPr/>
        <p:txBody>
          <a:bodyPr/>
          <a:lstStyle/>
          <a:p>
            <a:r>
              <a:rPr lang="en-US" altLang="en-US"/>
              <a:t>‘timescale directive has been used to set up the simulator both a default time unit (1 ns) and a precision of 100 ps.</a:t>
            </a:r>
            <a:endParaRPr lang="ru-RU"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3">
            <a:extLst>
              <a:ext uri="{FF2B5EF4-FFF2-40B4-BE49-F238E27FC236}">
                <a16:creationId xmlns:a16="http://schemas.microsoft.com/office/drawing/2014/main" id="{76E948B0-C59C-43EF-9E30-B0AEC564DF9E}"/>
              </a:ext>
            </a:extLst>
          </p:cNvPr>
          <p:cNvSpPr txBox="1">
            <a:spLocks noChangeArrowheads="1"/>
          </p:cNvSpPr>
          <p:nvPr/>
        </p:nvSpPr>
        <p:spPr bwMode="auto">
          <a:xfrm>
            <a:off x="2019300" y="1598614"/>
            <a:ext cx="7354888" cy="830997"/>
          </a:xfrm>
          <a:prstGeom prst="rect">
            <a:avLst/>
          </a:prstGeom>
          <a:noFill/>
          <a:ln w="34925">
            <a:noFill/>
            <a:miter lim="800000"/>
            <a:headEnd/>
            <a:tailEnd/>
          </a:ln>
          <a:effectLst/>
        </p:spPr>
        <p:txBody>
          <a:bodyPr>
            <a:spAutoFit/>
          </a:bodyPr>
          <a:lstStyle/>
          <a:p>
            <a:pPr eaLnBrk="1" hangingPunct="1">
              <a:spcBef>
                <a:spcPct val="50000"/>
              </a:spcBef>
              <a:defRPr/>
            </a:pPr>
            <a:r>
              <a:rPr lang="en-US" dirty="0"/>
              <a:t>RS-latch with enable input:</a:t>
            </a:r>
          </a:p>
          <a:p>
            <a:pPr eaLnBrk="1" hangingPunct="1">
              <a:spcBef>
                <a:spcPct val="50000"/>
              </a:spcBef>
              <a:defRPr/>
            </a:pPr>
            <a:r>
              <a:rPr lang="en-US" dirty="0">
                <a:solidFill>
                  <a:srgbClr val="000000"/>
                </a:solidFill>
              </a:rPr>
              <a:t>S and R only have effect when Clock=1.</a:t>
            </a:r>
            <a:r>
              <a:rPr lang="en-US" sz="2000" b="1" dirty="0">
                <a:effectLst>
                  <a:outerShdw blurRad="38100" dist="38100" dir="2700000" algn="tl">
                    <a:srgbClr val="C0C0C0"/>
                  </a:outerShdw>
                </a:effectLst>
              </a:rPr>
              <a:t> </a:t>
            </a:r>
          </a:p>
        </p:txBody>
      </p:sp>
      <p:grpSp>
        <p:nvGrpSpPr>
          <p:cNvPr id="2" name="Group 51">
            <a:extLst>
              <a:ext uri="{FF2B5EF4-FFF2-40B4-BE49-F238E27FC236}">
                <a16:creationId xmlns:a16="http://schemas.microsoft.com/office/drawing/2014/main" id="{93EFD4F2-E0D0-44F9-8952-7F1D3ED76B8C}"/>
              </a:ext>
            </a:extLst>
          </p:cNvPr>
          <p:cNvGrpSpPr>
            <a:grpSpLocks/>
          </p:cNvGrpSpPr>
          <p:nvPr/>
        </p:nvGrpSpPr>
        <p:grpSpPr bwMode="auto">
          <a:xfrm>
            <a:off x="2328863" y="2925763"/>
            <a:ext cx="7971002" cy="2143950"/>
            <a:chOff x="874713" y="2925763"/>
            <a:chExt cx="7869237" cy="2143950"/>
          </a:xfrm>
          <a:solidFill>
            <a:schemeClr val="accent1"/>
          </a:solidFill>
        </p:grpSpPr>
        <p:sp>
          <p:nvSpPr>
            <p:cNvPr id="19461" name="Rectangle 42">
              <a:extLst>
                <a:ext uri="{FF2B5EF4-FFF2-40B4-BE49-F238E27FC236}">
                  <a16:creationId xmlns:a16="http://schemas.microsoft.com/office/drawing/2014/main" id="{F3241707-45B7-4A38-900C-5C47B8AF8EC6}"/>
                </a:ext>
              </a:extLst>
            </p:cNvPr>
            <p:cNvSpPr>
              <a:spLocks noChangeArrowheads="1"/>
            </p:cNvSpPr>
            <p:nvPr/>
          </p:nvSpPr>
          <p:spPr bwMode="auto">
            <a:xfrm>
              <a:off x="7170103" y="3308350"/>
              <a:ext cx="1086547" cy="1751013"/>
            </a:xfrm>
            <a:prstGeom prst="rect">
              <a:avLst/>
            </a:prstGeom>
            <a:grpFill/>
            <a:ln w="31750">
              <a:solidFill>
                <a:schemeClr val="tx1"/>
              </a:solidFill>
              <a:miter lim="800000"/>
              <a:headEnd/>
              <a:tailEnd/>
            </a:ln>
          </p:spPr>
          <p:txBody>
            <a:bodyPr wrap="none" anchor="ctr"/>
            <a:lstStyle/>
            <a:p>
              <a:pPr eaLnBrk="1" hangingPunct="1">
                <a:defRPr/>
              </a:pPr>
              <a:endParaRPr lang="ru-RU" sz="2000"/>
            </a:p>
          </p:txBody>
        </p:sp>
        <p:sp>
          <p:nvSpPr>
            <p:cNvPr id="19462" name="Text Box 44">
              <a:extLst>
                <a:ext uri="{FF2B5EF4-FFF2-40B4-BE49-F238E27FC236}">
                  <a16:creationId xmlns:a16="http://schemas.microsoft.com/office/drawing/2014/main" id="{D064161E-CB33-4FDD-8A40-9677C19B8570}"/>
                </a:ext>
              </a:extLst>
            </p:cNvPr>
            <p:cNvSpPr txBox="1">
              <a:spLocks noChangeArrowheads="1"/>
            </p:cNvSpPr>
            <p:nvPr/>
          </p:nvSpPr>
          <p:spPr bwMode="auto">
            <a:xfrm>
              <a:off x="7212906" y="3427413"/>
              <a:ext cx="467545" cy="396875"/>
            </a:xfrm>
            <a:prstGeom prst="rect">
              <a:avLst/>
            </a:prstGeom>
            <a:noFill/>
            <a:ln w="28575">
              <a:noFill/>
              <a:miter lim="800000"/>
              <a:headEnd/>
              <a:tailEnd/>
            </a:ln>
          </p:spPr>
          <p:txBody>
            <a:bodyPr>
              <a:spAutoFit/>
            </a:bodyPr>
            <a:lstStyle/>
            <a:p>
              <a:pPr eaLnBrk="1" hangingPunct="1">
                <a:spcBef>
                  <a:spcPct val="50000"/>
                </a:spcBef>
                <a:defRPr/>
              </a:pPr>
              <a:r>
                <a:rPr lang="en-US" sz="2000" dirty="0">
                  <a:solidFill>
                    <a:schemeClr val="bg2"/>
                  </a:solidFill>
                </a:rPr>
                <a:t>S</a:t>
              </a:r>
            </a:p>
          </p:txBody>
        </p:sp>
        <p:sp>
          <p:nvSpPr>
            <p:cNvPr id="19463" name="Text Box 45">
              <a:extLst>
                <a:ext uri="{FF2B5EF4-FFF2-40B4-BE49-F238E27FC236}">
                  <a16:creationId xmlns:a16="http://schemas.microsoft.com/office/drawing/2014/main" id="{FC1281D1-907B-4D97-B748-4DE1D23910C6}"/>
                </a:ext>
              </a:extLst>
            </p:cNvPr>
            <p:cNvSpPr txBox="1">
              <a:spLocks noChangeArrowheads="1"/>
            </p:cNvSpPr>
            <p:nvPr/>
          </p:nvSpPr>
          <p:spPr bwMode="auto">
            <a:xfrm>
              <a:off x="7191504" y="4627563"/>
              <a:ext cx="465899" cy="396875"/>
            </a:xfrm>
            <a:prstGeom prst="rect">
              <a:avLst/>
            </a:prstGeom>
            <a:noFill/>
            <a:ln w="28575">
              <a:noFill/>
              <a:miter lim="800000"/>
              <a:headEnd/>
              <a:tailEnd/>
            </a:ln>
          </p:spPr>
          <p:txBody>
            <a:bodyPr>
              <a:spAutoFit/>
            </a:bodyPr>
            <a:lstStyle/>
            <a:p>
              <a:pPr eaLnBrk="1" hangingPunct="1">
                <a:spcBef>
                  <a:spcPct val="50000"/>
                </a:spcBef>
                <a:defRPr/>
              </a:pPr>
              <a:r>
                <a:rPr lang="en-US" sz="2000" dirty="0">
                  <a:solidFill>
                    <a:schemeClr val="bg2"/>
                  </a:solidFill>
                </a:rPr>
                <a:t>R</a:t>
              </a:r>
            </a:p>
          </p:txBody>
        </p:sp>
        <p:sp>
          <p:nvSpPr>
            <p:cNvPr id="19464" name="Line 46">
              <a:extLst>
                <a:ext uri="{FF2B5EF4-FFF2-40B4-BE49-F238E27FC236}">
                  <a16:creationId xmlns:a16="http://schemas.microsoft.com/office/drawing/2014/main" id="{7C920F62-6B71-4F14-B9EC-6673F380E0AE}"/>
                </a:ext>
              </a:extLst>
            </p:cNvPr>
            <p:cNvSpPr>
              <a:spLocks noChangeShapeType="1"/>
            </p:cNvSpPr>
            <p:nvPr/>
          </p:nvSpPr>
          <p:spPr bwMode="auto">
            <a:xfrm>
              <a:off x="8268173" y="3697288"/>
              <a:ext cx="330904" cy="0"/>
            </a:xfrm>
            <a:prstGeom prst="line">
              <a:avLst/>
            </a:prstGeom>
            <a:grpFill/>
            <a:ln w="28575">
              <a:solidFill>
                <a:schemeClr val="tx1"/>
              </a:solidFill>
              <a:round/>
              <a:headEnd/>
              <a:tailEnd/>
            </a:ln>
          </p:spPr>
          <p:txBody>
            <a:bodyPr/>
            <a:lstStyle/>
            <a:p>
              <a:pPr eaLnBrk="1" hangingPunct="1">
                <a:defRPr/>
              </a:pPr>
              <a:endParaRPr lang="en-US" dirty="0"/>
            </a:p>
          </p:txBody>
        </p:sp>
        <p:sp>
          <p:nvSpPr>
            <p:cNvPr id="19465" name="Line 47">
              <a:extLst>
                <a:ext uri="{FF2B5EF4-FFF2-40B4-BE49-F238E27FC236}">
                  <a16:creationId xmlns:a16="http://schemas.microsoft.com/office/drawing/2014/main" id="{232EAC7E-C4FA-4964-A1A7-EB36FAE75103}"/>
                </a:ext>
              </a:extLst>
            </p:cNvPr>
            <p:cNvSpPr>
              <a:spLocks noChangeShapeType="1"/>
            </p:cNvSpPr>
            <p:nvPr/>
          </p:nvSpPr>
          <p:spPr bwMode="auto">
            <a:xfrm>
              <a:off x="8268173" y="4637088"/>
              <a:ext cx="330904" cy="0"/>
            </a:xfrm>
            <a:prstGeom prst="line">
              <a:avLst/>
            </a:prstGeom>
            <a:grpFill/>
            <a:ln w="28575">
              <a:solidFill>
                <a:schemeClr val="tx1"/>
              </a:solidFill>
              <a:round/>
              <a:headEnd/>
              <a:tailEnd/>
            </a:ln>
          </p:spPr>
          <p:txBody>
            <a:bodyPr/>
            <a:lstStyle/>
            <a:p>
              <a:pPr eaLnBrk="1" hangingPunct="1">
                <a:defRPr/>
              </a:pPr>
              <a:endParaRPr lang="en-US" dirty="0"/>
            </a:p>
          </p:txBody>
        </p:sp>
        <p:sp>
          <p:nvSpPr>
            <p:cNvPr id="19466" name="Oval 48">
              <a:extLst>
                <a:ext uri="{FF2B5EF4-FFF2-40B4-BE49-F238E27FC236}">
                  <a16:creationId xmlns:a16="http://schemas.microsoft.com/office/drawing/2014/main" id="{FB87BC5F-5585-46A7-96AF-F8B4FE91230E}"/>
                </a:ext>
              </a:extLst>
            </p:cNvPr>
            <p:cNvSpPr>
              <a:spLocks noChangeArrowheads="1"/>
            </p:cNvSpPr>
            <p:nvPr/>
          </p:nvSpPr>
          <p:spPr bwMode="auto">
            <a:xfrm>
              <a:off x="8200676" y="4583113"/>
              <a:ext cx="107008" cy="104775"/>
            </a:xfrm>
            <a:prstGeom prst="ellipse">
              <a:avLst/>
            </a:prstGeom>
            <a:grpFill/>
            <a:ln w="28575">
              <a:solidFill>
                <a:schemeClr val="tx1"/>
              </a:solidFill>
              <a:round/>
              <a:headEnd/>
              <a:tailEnd/>
            </a:ln>
          </p:spPr>
          <p:txBody>
            <a:bodyPr wrap="none" anchor="ctr"/>
            <a:lstStyle/>
            <a:p>
              <a:pPr eaLnBrk="1" hangingPunct="1">
                <a:defRPr/>
              </a:pPr>
              <a:endParaRPr lang="ru-RU" sz="2000"/>
            </a:p>
          </p:txBody>
        </p:sp>
        <p:sp>
          <p:nvSpPr>
            <p:cNvPr id="19467" name="Text Box 49">
              <a:extLst>
                <a:ext uri="{FF2B5EF4-FFF2-40B4-BE49-F238E27FC236}">
                  <a16:creationId xmlns:a16="http://schemas.microsoft.com/office/drawing/2014/main" id="{522FFC68-4B61-4E06-AE97-485E00EF284F}"/>
                </a:ext>
              </a:extLst>
            </p:cNvPr>
            <p:cNvSpPr txBox="1">
              <a:spLocks noChangeArrowheads="1"/>
            </p:cNvSpPr>
            <p:nvPr/>
          </p:nvSpPr>
          <p:spPr bwMode="auto">
            <a:xfrm>
              <a:off x="8268173" y="3286125"/>
              <a:ext cx="464252" cy="369332"/>
            </a:xfrm>
            <a:prstGeom prst="rect">
              <a:avLst/>
            </a:prstGeom>
            <a:noFill/>
            <a:ln w="28575">
              <a:noFill/>
              <a:miter lim="800000"/>
              <a:headEnd/>
              <a:tailEnd/>
            </a:ln>
          </p:spPr>
          <p:txBody>
            <a:bodyPr>
              <a:spAutoFit/>
            </a:bodyPr>
            <a:lstStyle/>
            <a:p>
              <a:pPr eaLnBrk="1" hangingPunct="1">
                <a:spcBef>
                  <a:spcPct val="50000"/>
                </a:spcBef>
                <a:defRPr/>
              </a:pPr>
              <a:r>
                <a:rPr lang="en-US" dirty="0"/>
                <a:t>Q</a:t>
              </a:r>
            </a:p>
          </p:txBody>
        </p:sp>
        <p:sp>
          <p:nvSpPr>
            <p:cNvPr id="19468" name="Text Box 50">
              <a:extLst>
                <a:ext uri="{FF2B5EF4-FFF2-40B4-BE49-F238E27FC236}">
                  <a16:creationId xmlns:a16="http://schemas.microsoft.com/office/drawing/2014/main" id="{A2754DBB-7A15-40E3-8440-791DF1B3351F}"/>
                </a:ext>
              </a:extLst>
            </p:cNvPr>
            <p:cNvSpPr txBox="1">
              <a:spLocks noChangeArrowheads="1"/>
            </p:cNvSpPr>
            <p:nvPr/>
          </p:nvSpPr>
          <p:spPr bwMode="auto">
            <a:xfrm>
              <a:off x="8278051" y="4235450"/>
              <a:ext cx="465899" cy="369332"/>
            </a:xfrm>
            <a:prstGeom prst="rect">
              <a:avLst/>
            </a:prstGeom>
            <a:noFill/>
            <a:ln w="28575">
              <a:noFill/>
              <a:miter lim="800000"/>
              <a:headEnd/>
              <a:tailEnd/>
            </a:ln>
          </p:spPr>
          <p:txBody>
            <a:bodyPr>
              <a:spAutoFit/>
            </a:bodyPr>
            <a:lstStyle/>
            <a:p>
              <a:pPr eaLnBrk="1" hangingPunct="1">
                <a:spcBef>
                  <a:spcPct val="50000"/>
                </a:spcBef>
                <a:defRPr/>
              </a:pPr>
              <a:r>
                <a:rPr lang="en-US" dirty="0"/>
                <a:t>Q</a:t>
              </a:r>
            </a:p>
          </p:txBody>
        </p:sp>
        <p:sp>
          <p:nvSpPr>
            <p:cNvPr id="19469" name="Line 51">
              <a:extLst>
                <a:ext uri="{FF2B5EF4-FFF2-40B4-BE49-F238E27FC236}">
                  <a16:creationId xmlns:a16="http://schemas.microsoft.com/office/drawing/2014/main" id="{5E160255-1D2F-4255-9587-D51B28D2CD1A}"/>
                </a:ext>
              </a:extLst>
            </p:cNvPr>
            <p:cNvSpPr>
              <a:spLocks noChangeShapeType="1"/>
            </p:cNvSpPr>
            <p:nvPr/>
          </p:nvSpPr>
          <p:spPr bwMode="auto">
            <a:xfrm>
              <a:off x="8393291" y="4321175"/>
              <a:ext cx="131703" cy="0"/>
            </a:xfrm>
            <a:prstGeom prst="line">
              <a:avLst/>
            </a:prstGeom>
            <a:grpFill/>
            <a:ln w="28575">
              <a:solidFill>
                <a:schemeClr val="tx1"/>
              </a:solidFill>
              <a:round/>
              <a:headEnd/>
              <a:tailEnd/>
            </a:ln>
          </p:spPr>
          <p:txBody>
            <a:bodyPr/>
            <a:lstStyle/>
            <a:p>
              <a:pPr eaLnBrk="1" hangingPunct="1">
                <a:defRPr/>
              </a:pPr>
              <a:endParaRPr lang="en-US" dirty="0"/>
            </a:p>
          </p:txBody>
        </p:sp>
        <p:sp>
          <p:nvSpPr>
            <p:cNvPr id="19470" name="Line 52">
              <a:extLst>
                <a:ext uri="{FF2B5EF4-FFF2-40B4-BE49-F238E27FC236}">
                  <a16:creationId xmlns:a16="http://schemas.microsoft.com/office/drawing/2014/main" id="{E34DE8D9-002C-4DF3-A594-31EDF7128E12}"/>
                </a:ext>
              </a:extLst>
            </p:cNvPr>
            <p:cNvSpPr>
              <a:spLocks noChangeShapeType="1"/>
            </p:cNvSpPr>
            <p:nvPr/>
          </p:nvSpPr>
          <p:spPr bwMode="auto">
            <a:xfrm>
              <a:off x="6903405" y="3632200"/>
              <a:ext cx="266698" cy="0"/>
            </a:xfrm>
            <a:prstGeom prst="line">
              <a:avLst/>
            </a:prstGeom>
            <a:grpFill/>
            <a:ln w="28575">
              <a:solidFill>
                <a:schemeClr val="tx1"/>
              </a:solidFill>
              <a:round/>
              <a:headEnd/>
              <a:tailEnd/>
            </a:ln>
          </p:spPr>
          <p:txBody>
            <a:bodyPr/>
            <a:lstStyle/>
            <a:p>
              <a:pPr eaLnBrk="1" hangingPunct="1">
                <a:defRPr/>
              </a:pPr>
              <a:endParaRPr lang="en-US" dirty="0"/>
            </a:p>
          </p:txBody>
        </p:sp>
        <p:sp>
          <p:nvSpPr>
            <p:cNvPr id="19471" name="Line 53">
              <a:extLst>
                <a:ext uri="{FF2B5EF4-FFF2-40B4-BE49-F238E27FC236}">
                  <a16:creationId xmlns:a16="http://schemas.microsoft.com/office/drawing/2014/main" id="{F69112E8-FAE4-4892-AE0D-AC60EB0390D3}"/>
                </a:ext>
              </a:extLst>
            </p:cNvPr>
            <p:cNvSpPr>
              <a:spLocks noChangeShapeType="1"/>
            </p:cNvSpPr>
            <p:nvPr/>
          </p:nvSpPr>
          <p:spPr bwMode="auto">
            <a:xfrm>
              <a:off x="6914928" y="4778375"/>
              <a:ext cx="266698" cy="0"/>
            </a:xfrm>
            <a:prstGeom prst="line">
              <a:avLst/>
            </a:prstGeom>
            <a:grpFill/>
            <a:ln w="28575">
              <a:solidFill>
                <a:schemeClr val="tx1"/>
              </a:solidFill>
              <a:round/>
              <a:headEnd/>
              <a:tailEnd/>
            </a:ln>
          </p:spPr>
          <p:txBody>
            <a:bodyPr/>
            <a:lstStyle/>
            <a:p>
              <a:pPr eaLnBrk="1" hangingPunct="1">
                <a:defRPr/>
              </a:pPr>
              <a:endParaRPr lang="en-US" dirty="0"/>
            </a:p>
          </p:txBody>
        </p:sp>
        <p:sp>
          <p:nvSpPr>
            <p:cNvPr id="19472" name="Line 54">
              <a:extLst>
                <a:ext uri="{FF2B5EF4-FFF2-40B4-BE49-F238E27FC236}">
                  <a16:creationId xmlns:a16="http://schemas.microsoft.com/office/drawing/2014/main" id="{07F78F9A-A388-4157-ACCB-91D104E23227}"/>
                </a:ext>
              </a:extLst>
            </p:cNvPr>
            <p:cNvSpPr>
              <a:spLocks noChangeShapeType="1"/>
            </p:cNvSpPr>
            <p:nvPr/>
          </p:nvSpPr>
          <p:spPr bwMode="auto">
            <a:xfrm>
              <a:off x="6883649" y="4164013"/>
              <a:ext cx="266698" cy="0"/>
            </a:xfrm>
            <a:prstGeom prst="line">
              <a:avLst/>
            </a:prstGeom>
            <a:grpFill/>
            <a:ln w="28575">
              <a:solidFill>
                <a:schemeClr val="tx1"/>
              </a:solidFill>
              <a:round/>
              <a:headEnd/>
              <a:tailEnd/>
            </a:ln>
          </p:spPr>
          <p:txBody>
            <a:bodyPr/>
            <a:lstStyle/>
            <a:p>
              <a:pPr eaLnBrk="1" hangingPunct="1">
                <a:defRPr/>
              </a:pPr>
              <a:endParaRPr lang="en-US" dirty="0"/>
            </a:p>
          </p:txBody>
        </p:sp>
        <p:sp>
          <p:nvSpPr>
            <p:cNvPr id="19473" name="Text Box 55">
              <a:extLst>
                <a:ext uri="{FF2B5EF4-FFF2-40B4-BE49-F238E27FC236}">
                  <a16:creationId xmlns:a16="http://schemas.microsoft.com/office/drawing/2014/main" id="{8B486F4C-0B2D-4E9A-8145-85CA695F9148}"/>
                </a:ext>
              </a:extLst>
            </p:cNvPr>
            <p:cNvSpPr txBox="1">
              <a:spLocks noChangeArrowheads="1"/>
            </p:cNvSpPr>
            <p:nvPr/>
          </p:nvSpPr>
          <p:spPr bwMode="auto">
            <a:xfrm>
              <a:off x="7181626" y="3935413"/>
              <a:ext cx="465899" cy="396875"/>
            </a:xfrm>
            <a:prstGeom prst="rect">
              <a:avLst/>
            </a:prstGeom>
            <a:noFill/>
            <a:ln w="28575">
              <a:noFill/>
              <a:miter lim="800000"/>
              <a:headEnd/>
              <a:tailEnd/>
            </a:ln>
          </p:spPr>
          <p:txBody>
            <a:bodyPr>
              <a:spAutoFit/>
            </a:bodyPr>
            <a:lstStyle/>
            <a:p>
              <a:pPr eaLnBrk="1" hangingPunct="1">
                <a:spcBef>
                  <a:spcPct val="50000"/>
                </a:spcBef>
                <a:defRPr/>
              </a:pPr>
              <a:r>
                <a:rPr lang="en-US" sz="2000" dirty="0">
                  <a:solidFill>
                    <a:schemeClr val="bg2"/>
                  </a:solidFill>
                </a:rPr>
                <a:t>C</a:t>
              </a:r>
            </a:p>
          </p:txBody>
        </p:sp>
        <p:sp>
          <p:nvSpPr>
            <p:cNvPr id="19474" name="Text Box 23">
              <a:extLst>
                <a:ext uri="{FF2B5EF4-FFF2-40B4-BE49-F238E27FC236}">
                  <a16:creationId xmlns:a16="http://schemas.microsoft.com/office/drawing/2014/main" id="{6C214AC9-E7B3-475C-B7B8-39BACBA7C7A0}"/>
                </a:ext>
              </a:extLst>
            </p:cNvPr>
            <p:cNvSpPr txBox="1">
              <a:spLocks noChangeArrowheads="1"/>
            </p:cNvSpPr>
            <p:nvPr/>
          </p:nvSpPr>
          <p:spPr bwMode="auto">
            <a:xfrm>
              <a:off x="1495362" y="2925763"/>
              <a:ext cx="533396" cy="369332"/>
            </a:xfrm>
            <a:prstGeom prst="rect">
              <a:avLst/>
            </a:prstGeom>
            <a:noFill/>
            <a:ln w="28575">
              <a:noFill/>
              <a:miter lim="800000"/>
              <a:headEnd/>
              <a:tailEnd/>
            </a:ln>
          </p:spPr>
          <p:txBody>
            <a:bodyPr>
              <a:spAutoFit/>
            </a:bodyPr>
            <a:lstStyle/>
            <a:p>
              <a:pPr eaLnBrk="1" hangingPunct="1">
                <a:spcBef>
                  <a:spcPct val="50000"/>
                </a:spcBef>
                <a:defRPr/>
              </a:pPr>
              <a:r>
                <a:rPr lang="en-US" dirty="0"/>
                <a:t>S</a:t>
              </a:r>
            </a:p>
          </p:txBody>
        </p:sp>
        <p:sp>
          <p:nvSpPr>
            <p:cNvPr id="19475" name="Text Box 24">
              <a:extLst>
                <a:ext uri="{FF2B5EF4-FFF2-40B4-BE49-F238E27FC236}">
                  <a16:creationId xmlns:a16="http://schemas.microsoft.com/office/drawing/2014/main" id="{0CED6BDC-863B-4775-802D-F01A320595E7}"/>
                </a:ext>
              </a:extLst>
            </p:cNvPr>
            <p:cNvSpPr txBox="1">
              <a:spLocks noChangeArrowheads="1"/>
            </p:cNvSpPr>
            <p:nvPr/>
          </p:nvSpPr>
          <p:spPr bwMode="auto">
            <a:xfrm>
              <a:off x="1546397" y="4640263"/>
              <a:ext cx="533396" cy="396875"/>
            </a:xfrm>
            <a:prstGeom prst="rect">
              <a:avLst/>
            </a:prstGeom>
            <a:noFill/>
            <a:ln w="28575">
              <a:noFill/>
              <a:miter lim="800000"/>
              <a:headEnd/>
              <a:tailEnd/>
            </a:ln>
          </p:spPr>
          <p:txBody>
            <a:bodyPr>
              <a:spAutoFit/>
            </a:bodyPr>
            <a:lstStyle/>
            <a:p>
              <a:pPr eaLnBrk="1" hangingPunct="1">
                <a:spcBef>
                  <a:spcPct val="50000"/>
                </a:spcBef>
                <a:defRPr/>
              </a:pPr>
              <a:r>
                <a:rPr lang="en-US" sz="2000" dirty="0"/>
                <a:t>R</a:t>
              </a:r>
            </a:p>
          </p:txBody>
        </p:sp>
        <p:sp>
          <p:nvSpPr>
            <p:cNvPr id="19476" name="Line 34">
              <a:extLst>
                <a:ext uri="{FF2B5EF4-FFF2-40B4-BE49-F238E27FC236}">
                  <a16:creationId xmlns:a16="http://schemas.microsoft.com/office/drawing/2014/main" id="{1BEFB456-E447-4B0C-950C-0C19F3F5BE4A}"/>
                </a:ext>
              </a:extLst>
            </p:cNvPr>
            <p:cNvSpPr>
              <a:spLocks noChangeShapeType="1"/>
            </p:cNvSpPr>
            <p:nvPr/>
          </p:nvSpPr>
          <p:spPr bwMode="auto">
            <a:xfrm>
              <a:off x="2524289" y="3433763"/>
              <a:ext cx="304562" cy="0"/>
            </a:xfrm>
            <a:prstGeom prst="line">
              <a:avLst/>
            </a:prstGeom>
            <a:grpFill/>
            <a:ln w="28575">
              <a:solidFill>
                <a:schemeClr val="tx1"/>
              </a:solidFill>
              <a:round/>
              <a:headEnd/>
              <a:tailEnd/>
            </a:ln>
          </p:spPr>
          <p:txBody>
            <a:bodyPr/>
            <a:lstStyle/>
            <a:p>
              <a:pPr eaLnBrk="1" hangingPunct="1">
                <a:defRPr/>
              </a:pPr>
              <a:endParaRPr lang="en-US" dirty="0"/>
            </a:p>
          </p:txBody>
        </p:sp>
        <p:sp>
          <p:nvSpPr>
            <p:cNvPr id="19477" name="Line 36">
              <a:extLst>
                <a:ext uri="{FF2B5EF4-FFF2-40B4-BE49-F238E27FC236}">
                  <a16:creationId xmlns:a16="http://schemas.microsoft.com/office/drawing/2014/main" id="{6BC76F35-D45A-4358-88FB-EDA383455F41}"/>
                </a:ext>
              </a:extLst>
            </p:cNvPr>
            <p:cNvSpPr>
              <a:spLocks noChangeShapeType="1"/>
            </p:cNvSpPr>
            <p:nvPr/>
          </p:nvSpPr>
          <p:spPr bwMode="auto">
            <a:xfrm>
              <a:off x="2537460" y="3433763"/>
              <a:ext cx="0" cy="1187450"/>
            </a:xfrm>
            <a:prstGeom prst="line">
              <a:avLst/>
            </a:prstGeom>
            <a:grpFill/>
            <a:ln w="28575">
              <a:solidFill>
                <a:schemeClr val="tx1"/>
              </a:solidFill>
              <a:round/>
              <a:headEnd/>
              <a:tailEnd/>
            </a:ln>
          </p:spPr>
          <p:txBody>
            <a:bodyPr/>
            <a:lstStyle/>
            <a:p>
              <a:pPr eaLnBrk="1" hangingPunct="1">
                <a:defRPr/>
              </a:pPr>
              <a:endParaRPr lang="en-US" dirty="0"/>
            </a:p>
          </p:txBody>
        </p:sp>
        <p:sp>
          <p:nvSpPr>
            <p:cNvPr id="19478" name="Line 37">
              <a:extLst>
                <a:ext uri="{FF2B5EF4-FFF2-40B4-BE49-F238E27FC236}">
                  <a16:creationId xmlns:a16="http://schemas.microsoft.com/office/drawing/2014/main" id="{8C2D7942-7232-4B15-A24E-C4DA50697C92}"/>
                </a:ext>
              </a:extLst>
            </p:cNvPr>
            <p:cNvSpPr>
              <a:spLocks noChangeShapeType="1"/>
            </p:cNvSpPr>
            <p:nvPr/>
          </p:nvSpPr>
          <p:spPr bwMode="auto">
            <a:xfrm>
              <a:off x="1915164" y="3192463"/>
              <a:ext cx="913687" cy="0"/>
            </a:xfrm>
            <a:prstGeom prst="line">
              <a:avLst/>
            </a:prstGeom>
            <a:grpFill/>
            <a:ln w="28575">
              <a:solidFill>
                <a:schemeClr val="tx1"/>
              </a:solidFill>
              <a:round/>
              <a:headEnd/>
              <a:tailEnd/>
            </a:ln>
          </p:spPr>
          <p:txBody>
            <a:bodyPr/>
            <a:lstStyle/>
            <a:p>
              <a:pPr eaLnBrk="1" hangingPunct="1">
                <a:defRPr/>
              </a:pPr>
              <a:endParaRPr lang="en-US" dirty="0"/>
            </a:p>
          </p:txBody>
        </p:sp>
        <p:sp>
          <p:nvSpPr>
            <p:cNvPr id="19479" name="Line 38">
              <a:extLst>
                <a:ext uri="{FF2B5EF4-FFF2-40B4-BE49-F238E27FC236}">
                  <a16:creationId xmlns:a16="http://schemas.microsoft.com/office/drawing/2014/main" id="{00F4A56E-E7A0-43D9-89FC-1D5B14E1CD5D}"/>
                </a:ext>
              </a:extLst>
            </p:cNvPr>
            <p:cNvSpPr>
              <a:spLocks noChangeShapeType="1"/>
            </p:cNvSpPr>
            <p:nvPr/>
          </p:nvSpPr>
          <p:spPr bwMode="auto">
            <a:xfrm>
              <a:off x="1964553" y="4864100"/>
              <a:ext cx="915334" cy="0"/>
            </a:xfrm>
            <a:prstGeom prst="line">
              <a:avLst/>
            </a:prstGeom>
            <a:grpFill/>
            <a:ln w="28575">
              <a:solidFill>
                <a:schemeClr val="tx1"/>
              </a:solidFill>
              <a:round/>
              <a:headEnd/>
              <a:tailEnd/>
            </a:ln>
          </p:spPr>
          <p:txBody>
            <a:bodyPr/>
            <a:lstStyle/>
            <a:p>
              <a:pPr eaLnBrk="1" hangingPunct="1">
                <a:defRPr/>
              </a:pPr>
              <a:endParaRPr lang="en-US" dirty="0"/>
            </a:p>
          </p:txBody>
        </p:sp>
        <p:sp>
          <p:nvSpPr>
            <p:cNvPr id="19480" name="Line 39">
              <a:extLst>
                <a:ext uri="{FF2B5EF4-FFF2-40B4-BE49-F238E27FC236}">
                  <a16:creationId xmlns:a16="http://schemas.microsoft.com/office/drawing/2014/main" id="{518560F2-EC86-440E-A3F8-70CCA26CD5C0}"/>
                </a:ext>
              </a:extLst>
            </p:cNvPr>
            <p:cNvSpPr>
              <a:spLocks noChangeShapeType="1"/>
            </p:cNvSpPr>
            <p:nvPr/>
          </p:nvSpPr>
          <p:spPr bwMode="auto">
            <a:xfrm>
              <a:off x="1737366" y="4043363"/>
              <a:ext cx="805032" cy="0"/>
            </a:xfrm>
            <a:prstGeom prst="line">
              <a:avLst/>
            </a:prstGeom>
            <a:grpFill/>
            <a:ln w="28575">
              <a:solidFill>
                <a:schemeClr val="tx1"/>
              </a:solidFill>
              <a:round/>
              <a:headEnd/>
              <a:tailEnd type="oval" w="med" len="med"/>
            </a:ln>
          </p:spPr>
          <p:txBody>
            <a:bodyPr/>
            <a:lstStyle/>
            <a:p>
              <a:pPr eaLnBrk="1" hangingPunct="1">
                <a:defRPr/>
              </a:pPr>
              <a:endParaRPr lang="en-US" dirty="0"/>
            </a:p>
          </p:txBody>
        </p:sp>
        <p:sp>
          <p:nvSpPr>
            <p:cNvPr id="19481" name="Text Box 40">
              <a:extLst>
                <a:ext uri="{FF2B5EF4-FFF2-40B4-BE49-F238E27FC236}">
                  <a16:creationId xmlns:a16="http://schemas.microsoft.com/office/drawing/2014/main" id="{76EDDE18-5AE3-4D12-9BB6-37FE5B8FA8EA}"/>
                </a:ext>
              </a:extLst>
            </p:cNvPr>
            <p:cNvSpPr txBox="1">
              <a:spLocks noChangeArrowheads="1"/>
            </p:cNvSpPr>
            <p:nvPr/>
          </p:nvSpPr>
          <p:spPr bwMode="auto">
            <a:xfrm>
              <a:off x="874713" y="3656013"/>
              <a:ext cx="1104656" cy="369332"/>
            </a:xfrm>
            <a:prstGeom prst="rect">
              <a:avLst/>
            </a:prstGeom>
            <a:noFill/>
            <a:ln w="28575">
              <a:noFill/>
              <a:miter lim="800000"/>
              <a:headEnd/>
              <a:tailEnd/>
            </a:ln>
          </p:spPr>
          <p:txBody>
            <a:bodyPr>
              <a:spAutoFit/>
            </a:bodyPr>
            <a:lstStyle/>
            <a:p>
              <a:pPr eaLnBrk="1" hangingPunct="1">
                <a:spcBef>
                  <a:spcPct val="50000"/>
                </a:spcBef>
                <a:defRPr/>
              </a:pPr>
              <a:r>
                <a:rPr lang="en-US" dirty="0"/>
                <a:t>Clock</a:t>
              </a:r>
            </a:p>
          </p:txBody>
        </p:sp>
        <p:sp>
          <p:nvSpPr>
            <p:cNvPr id="19482" name="Oval 84">
              <a:extLst>
                <a:ext uri="{FF2B5EF4-FFF2-40B4-BE49-F238E27FC236}">
                  <a16:creationId xmlns:a16="http://schemas.microsoft.com/office/drawing/2014/main" id="{55750FA8-DD87-4607-A0D4-A3F812E1060F}"/>
                </a:ext>
              </a:extLst>
            </p:cNvPr>
            <p:cNvSpPr>
              <a:spLocks noChangeArrowheads="1"/>
            </p:cNvSpPr>
            <p:nvPr/>
          </p:nvSpPr>
          <p:spPr bwMode="auto">
            <a:xfrm>
              <a:off x="3385295" y="4686300"/>
              <a:ext cx="138288" cy="139700"/>
            </a:xfrm>
            <a:prstGeom prst="ellipse">
              <a:avLst/>
            </a:prstGeom>
            <a:grpFill/>
            <a:ln w="31750">
              <a:solidFill>
                <a:schemeClr val="tx1"/>
              </a:solidFill>
              <a:round/>
              <a:headEnd/>
              <a:tailEnd/>
            </a:ln>
          </p:spPr>
          <p:txBody>
            <a:bodyPr wrap="none" anchor="ctr"/>
            <a:lstStyle/>
            <a:p>
              <a:pPr eaLnBrk="1" hangingPunct="1">
                <a:defRPr/>
              </a:pPr>
              <a:endParaRPr lang="ru-RU" sz="2000"/>
            </a:p>
          </p:txBody>
        </p:sp>
        <p:sp>
          <p:nvSpPr>
            <p:cNvPr id="19483" name="Line 125">
              <a:extLst>
                <a:ext uri="{FF2B5EF4-FFF2-40B4-BE49-F238E27FC236}">
                  <a16:creationId xmlns:a16="http://schemas.microsoft.com/office/drawing/2014/main" id="{00D758CD-C424-4377-8026-2E3E635C55C2}"/>
                </a:ext>
              </a:extLst>
            </p:cNvPr>
            <p:cNvSpPr>
              <a:spLocks noChangeShapeType="1"/>
            </p:cNvSpPr>
            <p:nvPr/>
          </p:nvSpPr>
          <p:spPr bwMode="auto">
            <a:xfrm>
              <a:off x="4814270" y="3424238"/>
              <a:ext cx="686501" cy="0"/>
            </a:xfrm>
            <a:prstGeom prst="line">
              <a:avLst/>
            </a:prstGeom>
            <a:grpFill/>
            <a:ln w="25400">
              <a:solidFill>
                <a:schemeClr val="tx1"/>
              </a:solidFill>
              <a:round/>
              <a:headEnd/>
              <a:tailEnd/>
            </a:ln>
          </p:spPr>
          <p:txBody>
            <a:bodyPr/>
            <a:lstStyle/>
            <a:p>
              <a:pPr eaLnBrk="1" hangingPunct="1">
                <a:defRPr/>
              </a:pPr>
              <a:endParaRPr lang="en-US" dirty="0"/>
            </a:p>
          </p:txBody>
        </p:sp>
        <p:sp>
          <p:nvSpPr>
            <p:cNvPr id="19484" name="Line 126">
              <a:extLst>
                <a:ext uri="{FF2B5EF4-FFF2-40B4-BE49-F238E27FC236}">
                  <a16:creationId xmlns:a16="http://schemas.microsoft.com/office/drawing/2014/main" id="{720B45E7-4C5D-4E8E-A532-5049788E4377}"/>
                </a:ext>
              </a:extLst>
            </p:cNvPr>
            <p:cNvSpPr>
              <a:spLocks noChangeShapeType="1"/>
            </p:cNvSpPr>
            <p:nvPr/>
          </p:nvSpPr>
          <p:spPr bwMode="auto">
            <a:xfrm>
              <a:off x="4855427" y="4630738"/>
              <a:ext cx="686500" cy="0"/>
            </a:xfrm>
            <a:prstGeom prst="line">
              <a:avLst/>
            </a:prstGeom>
            <a:grpFill/>
            <a:ln w="25400">
              <a:solidFill>
                <a:schemeClr val="tx1"/>
              </a:solidFill>
              <a:round/>
              <a:headEnd/>
              <a:tailEnd/>
            </a:ln>
          </p:spPr>
          <p:txBody>
            <a:bodyPr/>
            <a:lstStyle/>
            <a:p>
              <a:pPr eaLnBrk="1" hangingPunct="1">
                <a:defRPr/>
              </a:pPr>
              <a:endParaRPr lang="en-US" dirty="0"/>
            </a:p>
          </p:txBody>
        </p:sp>
        <p:sp>
          <p:nvSpPr>
            <p:cNvPr id="19485" name="Line 127">
              <a:extLst>
                <a:ext uri="{FF2B5EF4-FFF2-40B4-BE49-F238E27FC236}">
                  <a16:creationId xmlns:a16="http://schemas.microsoft.com/office/drawing/2014/main" id="{5FC253F0-9FE4-47A4-B76E-4809AC0A5509}"/>
                </a:ext>
              </a:extLst>
            </p:cNvPr>
            <p:cNvSpPr>
              <a:spLocks noChangeShapeType="1"/>
            </p:cNvSpPr>
            <p:nvPr/>
          </p:nvSpPr>
          <p:spPr bwMode="auto">
            <a:xfrm>
              <a:off x="3477487" y="3309938"/>
              <a:ext cx="686501" cy="0"/>
            </a:xfrm>
            <a:prstGeom prst="line">
              <a:avLst/>
            </a:prstGeom>
            <a:grpFill/>
            <a:ln w="25400">
              <a:solidFill>
                <a:schemeClr val="tx1"/>
              </a:solidFill>
              <a:round/>
              <a:headEnd/>
              <a:tailEnd/>
            </a:ln>
          </p:spPr>
          <p:txBody>
            <a:bodyPr/>
            <a:lstStyle/>
            <a:p>
              <a:pPr eaLnBrk="1" hangingPunct="1">
                <a:defRPr/>
              </a:pPr>
              <a:endParaRPr lang="en-US" dirty="0"/>
            </a:p>
          </p:txBody>
        </p:sp>
        <p:sp>
          <p:nvSpPr>
            <p:cNvPr id="19486" name="Line 128">
              <a:extLst>
                <a:ext uri="{FF2B5EF4-FFF2-40B4-BE49-F238E27FC236}">
                  <a16:creationId xmlns:a16="http://schemas.microsoft.com/office/drawing/2014/main" id="{9BED0297-7C61-4E37-8F8E-C8E7976A2393}"/>
                </a:ext>
              </a:extLst>
            </p:cNvPr>
            <p:cNvSpPr>
              <a:spLocks noChangeShapeType="1"/>
            </p:cNvSpPr>
            <p:nvPr/>
          </p:nvSpPr>
          <p:spPr bwMode="auto">
            <a:xfrm>
              <a:off x="3521937" y="4752975"/>
              <a:ext cx="686500" cy="0"/>
            </a:xfrm>
            <a:prstGeom prst="line">
              <a:avLst/>
            </a:prstGeom>
            <a:grpFill/>
            <a:ln w="25400">
              <a:solidFill>
                <a:schemeClr val="tx1"/>
              </a:solidFill>
              <a:round/>
              <a:headEnd/>
              <a:tailEnd/>
            </a:ln>
          </p:spPr>
          <p:txBody>
            <a:bodyPr/>
            <a:lstStyle/>
            <a:p>
              <a:pPr eaLnBrk="1" hangingPunct="1">
                <a:defRPr/>
              </a:pPr>
              <a:endParaRPr lang="en-US" dirty="0"/>
            </a:p>
          </p:txBody>
        </p:sp>
        <p:sp>
          <p:nvSpPr>
            <p:cNvPr id="19487" name="Line 129">
              <a:extLst>
                <a:ext uri="{FF2B5EF4-FFF2-40B4-BE49-F238E27FC236}">
                  <a16:creationId xmlns:a16="http://schemas.microsoft.com/office/drawing/2014/main" id="{480E53F1-7420-4DF2-874C-1C214ECAFE02}"/>
                </a:ext>
              </a:extLst>
            </p:cNvPr>
            <p:cNvSpPr>
              <a:spLocks noChangeShapeType="1"/>
            </p:cNvSpPr>
            <p:nvPr/>
          </p:nvSpPr>
          <p:spPr bwMode="auto">
            <a:xfrm>
              <a:off x="5178099" y="3424238"/>
              <a:ext cx="0" cy="381000"/>
            </a:xfrm>
            <a:prstGeom prst="line">
              <a:avLst/>
            </a:prstGeom>
            <a:grpFill/>
            <a:ln w="25400">
              <a:solidFill>
                <a:schemeClr val="tx1"/>
              </a:solidFill>
              <a:round/>
              <a:headEnd type="oval" w="med" len="med"/>
              <a:tailEnd/>
            </a:ln>
          </p:spPr>
          <p:txBody>
            <a:bodyPr/>
            <a:lstStyle/>
            <a:p>
              <a:pPr eaLnBrk="1" hangingPunct="1">
                <a:defRPr/>
              </a:pPr>
              <a:endParaRPr lang="en-US" dirty="0"/>
            </a:p>
          </p:txBody>
        </p:sp>
        <p:sp>
          <p:nvSpPr>
            <p:cNvPr id="19488" name="Line 130">
              <a:extLst>
                <a:ext uri="{FF2B5EF4-FFF2-40B4-BE49-F238E27FC236}">
                  <a16:creationId xmlns:a16="http://schemas.microsoft.com/office/drawing/2014/main" id="{C162E0DE-CD60-42FB-A715-229091312702}"/>
                </a:ext>
              </a:extLst>
            </p:cNvPr>
            <p:cNvSpPr>
              <a:spLocks noChangeShapeType="1"/>
            </p:cNvSpPr>
            <p:nvPr/>
          </p:nvSpPr>
          <p:spPr bwMode="auto">
            <a:xfrm>
              <a:off x="5178099" y="4224338"/>
              <a:ext cx="0" cy="403225"/>
            </a:xfrm>
            <a:prstGeom prst="line">
              <a:avLst/>
            </a:prstGeom>
            <a:grpFill/>
            <a:ln w="25400">
              <a:solidFill>
                <a:schemeClr val="tx1"/>
              </a:solidFill>
              <a:round/>
              <a:headEnd/>
              <a:tailEnd type="oval" w="med" len="med"/>
            </a:ln>
          </p:spPr>
          <p:txBody>
            <a:bodyPr/>
            <a:lstStyle/>
            <a:p>
              <a:pPr eaLnBrk="1" hangingPunct="1">
                <a:defRPr/>
              </a:pPr>
              <a:endParaRPr lang="en-US" dirty="0"/>
            </a:p>
          </p:txBody>
        </p:sp>
        <p:sp>
          <p:nvSpPr>
            <p:cNvPr id="19489" name="Line 131">
              <a:extLst>
                <a:ext uri="{FF2B5EF4-FFF2-40B4-BE49-F238E27FC236}">
                  <a16:creationId xmlns:a16="http://schemas.microsoft.com/office/drawing/2014/main" id="{434E7A78-3A80-4409-AB1F-D36D751DADEE}"/>
                </a:ext>
              </a:extLst>
            </p:cNvPr>
            <p:cNvSpPr>
              <a:spLocks noChangeShapeType="1"/>
            </p:cNvSpPr>
            <p:nvPr/>
          </p:nvSpPr>
          <p:spPr bwMode="auto">
            <a:xfrm flipH="1">
              <a:off x="3936801" y="3805238"/>
              <a:ext cx="1241298" cy="401637"/>
            </a:xfrm>
            <a:prstGeom prst="line">
              <a:avLst/>
            </a:prstGeom>
            <a:grpFill/>
            <a:ln w="25400">
              <a:solidFill>
                <a:schemeClr val="tx1"/>
              </a:solidFill>
              <a:round/>
              <a:headEnd/>
              <a:tailEnd/>
            </a:ln>
          </p:spPr>
          <p:txBody>
            <a:bodyPr/>
            <a:lstStyle/>
            <a:p>
              <a:pPr eaLnBrk="1" hangingPunct="1">
                <a:defRPr/>
              </a:pPr>
              <a:endParaRPr lang="en-US" dirty="0"/>
            </a:p>
          </p:txBody>
        </p:sp>
        <p:sp>
          <p:nvSpPr>
            <p:cNvPr id="19490" name="Line 132">
              <a:extLst>
                <a:ext uri="{FF2B5EF4-FFF2-40B4-BE49-F238E27FC236}">
                  <a16:creationId xmlns:a16="http://schemas.microsoft.com/office/drawing/2014/main" id="{034B01FA-0033-42F9-A3FE-BE537BBAED52}"/>
                </a:ext>
              </a:extLst>
            </p:cNvPr>
            <p:cNvSpPr>
              <a:spLocks noChangeShapeType="1"/>
            </p:cNvSpPr>
            <p:nvPr/>
          </p:nvSpPr>
          <p:spPr bwMode="auto">
            <a:xfrm>
              <a:off x="3904731" y="4500563"/>
              <a:ext cx="304562" cy="0"/>
            </a:xfrm>
            <a:prstGeom prst="line">
              <a:avLst/>
            </a:prstGeom>
            <a:grpFill/>
            <a:ln w="25400">
              <a:solidFill>
                <a:schemeClr val="tx1"/>
              </a:solidFill>
              <a:round/>
              <a:headEnd/>
              <a:tailEnd/>
            </a:ln>
          </p:spPr>
          <p:txBody>
            <a:bodyPr/>
            <a:lstStyle/>
            <a:p>
              <a:pPr eaLnBrk="1" hangingPunct="1">
                <a:defRPr/>
              </a:pPr>
              <a:endParaRPr lang="en-US" dirty="0"/>
            </a:p>
          </p:txBody>
        </p:sp>
        <p:sp>
          <p:nvSpPr>
            <p:cNvPr id="19491" name="Line 133">
              <a:extLst>
                <a:ext uri="{FF2B5EF4-FFF2-40B4-BE49-F238E27FC236}">
                  <a16:creationId xmlns:a16="http://schemas.microsoft.com/office/drawing/2014/main" id="{01600C90-1899-4D94-AA59-90D33AE8ABAD}"/>
                </a:ext>
              </a:extLst>
            </p:cNvPr>
            <p:cNvSpPr>
              <a:spLocks noChangeShapeType="1"/>
            </p:cNvSpPr>
            <p:nvPr/>
          </p:nvSpPr>
          <p:spPr bwMode="auto">
            <a:xfrm>
              <a:off x="3930216" y="4214813"/>
              <a:ext cx="0" cy="292608"/>
            </a:xfrm>
            <a:prstGeom prst="line">
              <a:avLst/>
            </a:prstGeom>
            <a:grpFill/>
            <a:ln w="25400">
              <a:solidFill>
                <a:schemeClr val="tx1"/>
              </a:solidFill>
              <a:round/>
              <a:headEnd/>
              <a:tailEnd/>
            </a:ln>
          </p:spPr>
          <p:txBody>
            <a:bodyPr/>
            <a:lstStyle/>
            <a:p>
              <a:pPr eaLnBrk="1" hangingPunct="1">
                <a:defRPr/>
              </a:pPr>
              <a:endParaRPr lang="en-US" dirty="0"/>
            </a:p>
          </p:txBody>
        </p:sp>
        <p:sp>
          <p:nvSpPr>
            <p:cNvPr id="19492" name="Line 134">
              <a:extLst>
                <a:ext uri="{FF2B5EF4-FFF2-40B4-BE49-F238E27FC236}">
                  <a16:creationId xmlns:a16="http://schemas.microsoft.com/office/drawing/2014/main" id="{9B5E95AB-2330-4428-A5AD-4A42AC457B9A}"/>
                </a:ext>
              </a:extLst>
            </p:cNvPr>
            <p:cNvSpPr>
              <a:spLocks noChangeShapeType="1"/>
            </p:cNvSpPr>
            <p:nvPr/>
          </p:nvSpPr>
          <p:spPr bwMode="auto">
            <a:xfrm>
              <a:off x="3875888" y="3530600"/>
              <a:ext cx="268345" cy="0"/>
            </a:xfrm>
            <a:prstGeom prst="line">
              <a:avLst/>
            </a:prstGeom>
            <a:grpFill/>
            <a:ln w="25400">
              <a:solidFill>
                <a:schemeClr val="tx1"/>
              </a:solidFill>
              <a:round/>
              <a:headEnd/>
              <a:tailEnd/>
            </a:ln>
          </p:spPr>
          <p:txBody>
            <a:bodyPr/>
            <a:lstStyle/>
            <a:p>
              <a:pPr eaLnBrk="1" hangingPunct="1">
                <a:defRPr/>
              </a:pPr>
              <a:endParaRPr lang="en-US" dirty="0"/>
            </a:p>
          </p:txBody>
        </p:sp>
        <p:sp>
          <p:nvSpPr>
            <p:cNvPr id="19493" name="Line 135">
              <a:extLst>
                <a:ext uri="{FF2B5EF4-FFF2-40B4-BE49-F238E27FC236}">
                  <a16:creationId xmlns:a16="http://schemas.microsoft.com/office/drawing/2014/main" id="{8E4CC538-4989-4004-9B6D-03E78F1B161E}"/>
                </a:ext>
              </a:extLst>
            </p:cNvPr>
            <p:cNvSpPr>
              <a:spLocks noChangeShapeType="1"/>
            </p:cNvSpPr>
            <p:nvPr/>
          </p:nvSpPr>
          <p:spPr bwMode="auto">
            <a:xfrm>
              <a:off x="3879181" y="3519488"/>
              <a:ext cx="0" cy="266700"/>
            </a:xfrm>
            <a:prstGeom prst="line">
              <a:avLst/>
            </a:prstGeom>
            <a:grpFill/>
            <a:ln w="25400">
              <a:solidFill>
                <a:schemeClr val="tx1"/>
              </a:solidFill>
              <a:round/>
              <a:headEnd/>
              <a:tailEnd/>
            </a:ln>
          </p:spPr>
          <p:txBody>
            <a:bodyPr/>
            <a:lstStyle/>
            <a:p>
              <a:pPr eaLnBrk="1" hangingPunct="1">
                <a:defRPr/>
              </a:pPr>
              <a:endParaRPr lang="en-US" dirty="0"/>
            </a:p>
          </p:txBody>
        </p:sp>
        <p:sp>
          <p:nvSpPr>
            <p:cNvPr id="19494" name="Line 136">
              <a:extLst>
                <a:ext uri="{FF2B5EF4-FFF2-40B4-BE49-F238E27FC236}">
                  <a16:creationId xmlns:a16="http://schemas.microsoft.com/office/drawing/2014/main" id="{487B6405-FEA8-46D3-943C-2E27FE977C9F}"/>
                </a:ext>
              </a:extLst>
            </p:cNvPr>
            <p:cNvSpPr>
              <a:spLocks noChangeShapeType="1"/>
            </p:cNvSpPr>
            <p:nvPr/>
          </p:nvSpPr>
          <p:spPr bwMode="auto">
            <a:xfrm>
              <a:off x="3877535" y="3776663"/>
              <a:ext cx="1300564" cy="447675"/>
            </a:xfrm>
            <a:prstGeom prst="line">
              <a:avLst/>
            </a:prstGeom>
            <a:grpFill/>
            <a:ln w="25400">
              <a:solidFill>
                <a:schemeClr val="tx1"/>
              </a:solidFill>
              <a:round/>
              <a:headEnd/>
              <a:tailEnd/>
            </a:ln>
          </p:spPr>
          <p:txBody>
            <a:bodyPr/>
            <a:lstStyle/>
            <a:p>
              <a:pPr eaLnBrk="1" hangingPunct="1">
                <a:defRPr/>
              </a:pPr>
              <a:endParaRPr lang="en-US" dirty="0"/>
            </a:p>
          </p:txBody>
        </p:sp>
        <p:sp>
          <p:nvSpPr>
            <p:cNvPr id="19495" name="Text Box 141">
              <a:extLst>
                <a:ext uri="{FF2B5EF4-FFF2-40B4-BE49-F238E27FC236}">
                  <a16:creationId xmlns:a16="http://schemas.microsoft.com/office/drawing/2014/main" id="{65949609-4CFD-423E-841E-EC022D34EB0C}"/>
                </a:ext>
              </a:extLst>
            </p:cNvPr>
            <p:cNvSpPr txBox="1">
              <a:spLocks noChangeArrowheads="1"/>
            </p:cNvSpPr>
            <p:nvPr/>
          </p:nvSpPr>
          <p:spPr bwMode="auto">
            <a:xfrm>
              <a:off x="5546867" y="3170238"/>
              <a:ext cx="533396" cy="369332"/>
            </a:xfrm>
            <a:prstGeom prst="rect">
              <a:avLst/>
            </a:prstGeom>
            <a:noFill/>
            <a:ln w="25400">
              <a:noFill/>
              <a:miter lim="800000"/>
              <a:headEnd/>
              <a:tailEnd/>
            </a:ln>
          </p:spPr>
          <p:txBody>
            <a:bodyPr>
              <a:spAutoFit/>
            </a:bodyPr>
            <a:lstStyle/>
            <a:p>
              <a:pPr eaLnBrk="1" hangingPunct="1">
                <a:spcBef>
                  <a:spcPct val="50000"/>
                </a:spcBef>
                <a:defRPr/>
              </a:pPr>
              <a:r>
                <a:rPr lang="en-US" dirty="0"/>
                <a:t>Q</a:t>
              </a:r>
            </a:p>
          </p:txBody>
        </p:sp>
        <p:sp>
          <p:nvSpPr>
            <p:cNvPr id="19496" name="Text Box 142">
              <a:extLst>
                <a:ext uri="{FF2B5EF4-FFF2-40B4-BE49-F238E27FC236}">
                  <a16:creationId xmlns:a16="http://schemas.microsoft.com/office/drawing/2014/main" id="{418B9B42-425F-4C31-83BE-3B7A59B0D4E3}"/>
                </a:ext>
              </a:extLst>
            </p:cNvPr>
            <p:cNvSpPr txBox="1">
              <a:spLocks noChangeArrowheads="1"/>
            </p:cNvSpPr>
            <p:nvPr/>
          </p:nvSpPr>
          <p:spPr bwMode="auto">
            <a:xfrm>
              <a:off x="5512294" y="4440238"/>
              <a:ext cx="533396" cy="369332"/>
            </a:xfrm>
            <a:prstGeom prst="rect">
              <a:avLst/>
            </a:prstGeom>
            <a:noFill/>
            <a:ln w="25400">
              <a:noFill/>
              <a:miter lim="800000"/>
              <a:headEnd/>
              <a:tailEnd/>
            </a:ln>
          </p:spPr>
          <p:txBody>
            <a:bodyPr>
              <a:spAutoFit/>
            </a:bodyPr>
            <a:lstStyle/>
            <a:p>
              <a:pPr eaLnBrk="1" hangingPunct="1">
                <a:spcBef>
                  <a:spcPct val="50000"/>
                </a:spcBef>
                <a:defRPr/>
              </a:pPr>
              <a:r>
                <a:rPr lang="en-US" dirty="0"/>
                <a:t>Q</a:t>
              </a:r>
            </a:p>
          </p:txBody>
        </p:sp>
        <p:sp>
          <p:nvSpPr>
            <p:cNvPr id="19497" name="Line 143">
              <a:extLst>
                <a:ext uri="{FF2B5EF4-FFF2-40B4-BE49-F238E27FC236}">
                  <a16:creationId xmlns:a16="http://schemas.microsoft.com/office/drawing/2014/main" id="{EE1D59B9-55CE-49F6-BABA-367BEB2939D9}"/>
                </a:ext>
              </a:extLst>
            </p:cNvPr>
            <p:cNvSpPr>
              <a:spLocks noChangeShapeType="1"/>
            </p:cNvSpPr>
            <p:nvPr/>
          </p:nvSpPr>
          <p:spPr bwMode="auto">
            <a:xfrm>
              <a:off x="5635766" y="4491038"/>
              <a:ext cx="151458" cy="0"/>
            </a:xfrm>
            <a:prstGeom prst="line">
              <a:avLst/>
            </a:prstGeom>
            <a:grpFill/>
            <a:ln w="25400">
              <a:solidFill>
                <a:schemeClr val="tx1"/>
              </a:solidFill>
              <a:round/>
              <a:headEnd/>
              <a:tailEnd/>
            </a:ln>
          </p:spPr>
          <p:txBody>
            <a:bodyPr/>
            <a:lstStyle/>
            <a:p>
              <a:pPr eaLnBrk="1" hangingPunct="1">
                <a:defRPr/>
              </a:pPr>
              <a:endParaRPr lang="en-US" dirty="0"/>
            </a:p>
          </p:txBody>
        </p:sp>
        <p:sp>
          <p:nvSpPr>
            <p:cNvPr id="19498" name="Oval 145">
              <a:extLst>
                <a:ext uri="{FF2B5EF4-FFF2-40B4-BE49-F238E27FC236}">
                  <a16:creationId xmlns:a16="http://schemas.microsoft.com/office/drawing/2014/main" id="{BC91100E-571A-4B21-80DD-ECF42EBAB8EC}"/>
                </a:ext>
              </a:extLst>
            </p:cNvPr>
            <p:cNvSpPr>
              <a:spLocks noChangeArrowheads="1"/>
            </p:cNvSpPr>
            <p:nvPr/>
          </p:nvSpPr>
          <p:spPr bwMode="auto">
            <a:xfrm>
              <a:off x="4679275" y="3349625"/>
              <a:ext cx="139935" cy="139700"/>
            </a:xfrm>
            <a:prstGeom prst="ellipse">
              <a:avLst/>
            </a:prstGeom>
            <a:grpFill/>
            <a:ln w="31750">
              <a:solidFill>
                <a:schemeClr val="tx1"/>
              </a:solidFill>
              <a:round/>
              <a:headEnd/>
              <a:tailEnd/>
            </a:ln>
          </p:spPr>
          <p:txBody>
            <a:bodyPr wrap="none" anchor="ctr"/>
            <a:lstStyle/>
            <a:p>
              <a:pPr eaLnBrk="1" hangingPunct="1">
                <a:defRPr/>
              </a:pPr>
              <a:endParaRPr lang="ru-RU" sz="2000"/>
            </a:p>
          </p:txBody>
        </p:sp>
        <p:sp>
          <p:nvSpPr>
            <p:cNvPr id="19499" name="Oval 152">
              <a:extLst>
                <a:ext uri="{FF2B5EF4-FFF2-40B4-BE49-F238E27FC236}">
                  <a16:creationId xmlns:a16="http://schemas.microsoft.com/office/drawing/2014/main" id="{81D253CB-E7C5-42DB-B841-2A0B83CE5A65}"/>
                </a:ext>
              </a:extLst>
            </p:cNvPr>
            <p:cNvSpPr>
              <a:spLocks noChangeArrowheads="1"/>
            </p:cNvSpPr>
            <p:nvPr/>
          </p:nvSpPr>
          <p:spPr bwMode="auto">
            <a:xfrm>
              <a:off x="4722078" y="4552950"/>
              <a:ext cx="139935" cy="139700"/>
            </a:xfrm>
            <a:prstGeom prst="ellipse">
              <a:avLst/>
            </a:prstGeom>
            <a:grpFill/>
            <a:ln w="31750">
              <a:solidFill>
                <a:schemeClr val="tx1"/>
              </a:solidFill>
              <a:round/>
              <a:headEnd/>
              <a:tailEnd/>
            </a:ln>
          </p:spPr>
          <p:txBody>
            <a:bodyPr wrap="none" anchor="ctr"/>
            <a:lstStyle/>
            <a:p>
              <a:pPr eaLnBrk="1" hangingPunct="1">
                <a:defRPr/>
              </a:pPr>
              <a:endParaRPr lang="ru-RU" sz="2000"/>
            </a:p>
          </p:txBody>
        </p:sp>
        <p:sp>
          <p:nvSpPr>
            <p:cNvPr id="19500" name="AutoShape 71">
              <a:extLst>
                <a:ext uri="{FF2B5EF4-FFF2-40B4-BE49-F238E27FC236}">
                  <a16:creationId xmlns:a16="http://schemas.microsoft.com/office/drawing/2014/main" id="{ACF5C72A-6E49-42D6-977B-370B0F2C1D39}"/>
                </a:ext>
              </a:extLst>
            </p:cNvPr>
            <p:cNvSpPr>
              <a:spLocks noChangeArrowheads="1"/>
            </p:cNvSpPr>
            <p:nvPr/>
          </p:nvSpPr>
          <p:spPr bwMode="auto">
            <a:xfrm>
              <a:off x="4149301" y="4315588"/>
              <a:ext cx="568956" cy="617537"/>
            </a:xfrm>
            <a:prstGeom prst="flowChartDelay">
              <a:avLst/>
            </a:prstGeom>
            <a:grpFill/>
            <a:ln w="31750">
              <a:solidFill>
                <a:schemeClr val="tx1"/>
              </a:solidFill>
              <a:miter lim="800000"/>
              <a:headEnd/>
              <a:tailEnd/>
            </a:ln>
          </p:spPr>
          <p:txBody>
            <a:bodyPr wrap="none" anchor="ctr"/>
            <a:lstStyle/>
            <a:p>
              <a:pPr eaLnBrk="1" hangingPunct="1">
                <a:defRPr/>
              </a:pPr>
              <a:endParaRPr lang="en-US" dirty="0"/>
            </a:p>
          </p:txBody>
        </p:sp>
        <p:sp>
          <p:nvSpPr>
            <p:cNvPr id="19501" name="AutoShape 72">
              <a:extLst>
                <a:ext uri="{FF2B5EF4-FFF2-40B4-BE49-F238E27FC236}">
                  <a16:creationId xmlns:a16="http://schemas.microsoft.com/office/drawing/2014/main" id="{7E7B874B-0288-4876-B0C8-725B11600C03}"/>
                </a:ext>
              </a:extLst>
            </p:cNvPr>
            <p:cNvSpPr>
              <a:spLocks noChangeArrowheads="1"/>
            </p:cNvSpPr>
            <p:nvPr/>
          </p:nvSpPr>
          <p:spPr bwMode="auto">
            <a:xfrm>
              <a:off x="4111436" y="3124963"/>
              <a:ext cx="568956" cy="617537"/>
            </a:xfrm>
            <a:prstGeom prst="flowChartDelay">
              <a:avLst/>
            </a:prstGeom>
            <a:grpFill/>
            <a:ln w="31750">
              <a:solidFill>
                <a:schemeClr val="tx1"/>
              </a:solidFill>
              <a:miter lim="800000"/>
              <a:headEnd/>
              <a:tailEnd/>
            </a:ln>
          </p:spPr>
          <p:txBody>
            <a:bodyPr wrap="none" anchor="ctr"/>
            <a:lstStyle/>
            <a:p>
              <a:pPr eaLnBrk="1" hangingPunct="1">
                <a:defRPr/>
              </a:pPr>
              <a:endParaRPr lang="en-US" dirty="0"/>
            </a:p>
          </p:txBody>
        </p:sp>
        <p:grpSp>
          <p:nvGrpSpPr>
            <p:cNvPr id="3" name="Group 77">
              <a:extLst>
                <a:ext uri="{FF2B5EF4-FFF2-40B4-BE49-F238E27FC236}">
                  <a16:creationId xmlns:a16="http://schemas.microsoft.com/office/drawing/2014/main" id="{45D542A1-E69F-4338-9E9E-D883E7BA5E0F}"/>
                </a:ext>
              </a:extLst>
            </p:cNvPr>
            <p:cNvGrpSpPr>
              <a:grpSpLocks/>
            </p:cNvGrpSpPr>
            <p:nvPr/>
          </p:nvGrpSpPr>
          <p:grpSpPr bwMode="auto">
            <a:xfrm>
              <a:off x="2768602" y="3005138"/>
              <a:ext cx="725488" cy="617538"/>
              <a:chOff x="1485" y="1893"/>
              <a:chExt cx="457" cy="389"/>
            </a:xfrm>
            <a:grpFill/>
          </p:grpSpPr>
          <p:sp>
            <p:nvSpPr>
              <p:cNvPr id="19505" name="Oval 77">
                <a:extLst>
                  <a:ext uri="{FF2B5EF4-FFF2-40B4-BE49-F238E27FC236}">
                    <a16:creationId xmlns:a16="http://schemas.microsoft.com/office/drawing/2014/main" id="{8DB7E37A-737C-46AB-BE00-7633AE5726E0}"/>
                  </a:ext>
                </a:extLst>
              </p:cNvPr>
              <p:cNvSpPr>
                <a:spLocks noChangeArrowheads="1"/>
              </p:cNvSpPr>
              <p:nvPr/>
            </p:nvSpPr>
            <p:spPr bwMode="auto">
              <a:xfrm>
                <a:off x="1854" y="2047"/>
                <a:ext cx="88" cy="88"/>
              </a:xfrm>
              <a:prstGeom prst="ellipse">
                <a:avLst/>
              </a:prstGeom>
              <a:grpFill/>
              <a:ln w="31750">
                <a:solidFill>
                  <a:schemeClr val="tx1"/>
                </a:solidFill>
                <a:round/>
                <a:headEnd/>
                <a:tailEnd/>
              </a:ln>
            </p:spPr>
            <p:txBody>
              <a:bodyPr wrap="none" anchor="ctr"/>
              <a:lstStyle/>
              <a:p>
                <a:pPr eaLnBrk="1" hangingPunct="1">
                  <a:defRPr/>
                </a:pPr>
                <a:endParaRPr lang="ru-RU" sz="2000"/>
              </a:p>
            </p:txBody>
          </p:sp>
          <p:sp>
            <p:nvSpPr>
              <p:cNvPr id="19506" name="AutoShape 73">
                <a:extLst>
                  <a:ext uri="{FF2B5EF4-FFF2-40B4-BE49-F238E27FC236}">
                    <a16:creationId xmlns:a16="http://schemas.microsoft.com/office/drawing/2014/main" id="{BA36596B-7BD6-42CA-BE99-DAEA387290F9}"/>
                  </a:ext>
                </a:extLst>
              </p:cNvPr>
              <p:cNvSpPr>
                <a:spLocks noChangeArrowheads="1"/>
              </p:cNvSpPr>
              <p:nvPr/>
            </p:nvSpPr>
            <p:spPr bwMode="auto">
              <a:xfrm>
                <a:off x="1485" y="1893"/>
                <a:ext cx="358" cy="389"/>
              </a:xfrm>
              <a:prstGeom prst="flowChartDelay">
                <a:avLst/>
              </a:prstGeom>
              <a:grpFill/>
              <a:ln w="31750">
                <a:solidFill>
                  <a:schemeClr val="tx1"/>
                </a:solidFill>
                <a:miter lim="800000"/>
                <a:headEnd/>
                <a:tailEnd/>
              </a:ln>
            </p:spPr>
            <p:txBody>
              <a:bodyPr wrap="none" anchor="ctr"/>
              <a:lstStyle/>
              <a:p>
                <a:pPr eaLnBrk="1" hangingPunct="1">
                  <a:defRPr/>
                </a:pPr>
                <a:endParaRPr lang="en-US" dirty="0"/>
              </a:p>
            </p:txBody>
          </p:sp>
        </p:grpSp>
        <p:sp>
          <p:nvSpPr>
            <p:cNvPr id="19503" name="AutoShape 74">
              <a:extLst>
                <a:ext uri="{FF2B5EF4-FFF2-40B4-BE49-F238E27FC236}">
                  <a16:creationId xmlns:a16="http://schemas.microsoft.com/office/drawing/2014/main" id="{45F3CE5B-3460-4FFC-B1DD-D55F39705F38}"/>
                </a:ext>
              </a:extLst>
            </p:cNvPr>
            <p:cNvSpPr>
              <a:spLocks noChangeArrowheads="1"/>
            </p:cNvSpPr>
            <p:nvPr/>
          </p:nvSpPr>
          <p:spPr bwMode="auto">
            <a:xfrm>
              <a:off x="2803431" y="4452175"/>
              <a:ext cx="568956" cy="617538"/>
            </a:xfrm>
            <a:prstGeom prst="flowChartDelay">
              <a:avLst/>
            </a:prstGeom>
            <a:grpFill/>
            <a:ln w="31750">
              <a:solidFill>
                <a:schemeClr val="tx1"/>
              </a:solidFill>
              <a:miter lim="800000"/>
              <a:headEnd/>
              <a:tailEnd/>
            </a:ln>
          </p:spPr>
          <p:txBody>
            <a:bodyPr wrap="none" anchor="ctr"/>
            <a:lstStyle/>
            <a:p>
              <a:pPr eaLnBrk="1" hangingPunct="1">
                <a:defRPr/>
              </a:pPr>
              <a:endParaRPr lang="en-US" dirty="0"/>
            </a:p>
          </p:txBody>
        </p:sp>
        <p:sp>
          <p:nvSpPr>
            <p:cNvPr id="19504" name="Line 75">
              <a:extLst>
                <a:ext uri="{FF2B5EF4-FFF2-40B4-BE49-F238E27FC236}">
                  <a16:creationId xmlns:a16="http://schemas.microsoft.com/office/drawing/2014/main" id="{AB6C645E-80A1-46C8-90AC-F24E19E0BDF7}"/>
                </a:ext>
              </a:extLst>
            </p:cNvPr>
            <p:cNvSpPr>
              <a:spLocks noChangeShapeType="1"/>
            </p:cNvSpPr>
            <p:nvPr/>
          </p:nvSpPr>
          <p:spPr bwMode="auto">
            <a:xfrm>
              <a:off x="2524289" y="4635500"/>
              <a:ext cx="303443" cy="0"/>
            </a:xfrm>
            <a:prstGeom prst="line">
              <a:avLst/>
            </a:prstGeom>
            <a:grpFill/>
            <a:ln w="25400">
              <a:solidFill>
                <a:schemeClr val="tx1"/>
              </a:solidFill>
              <a:round/>
              <a:headEnd/>
              <a:tailEnd/>
            </a:ln>
          </p:spPr>
          <p:txBody>
            <a:bodyPr/>
            <a:lstStyle/>
            <a:p>
              <a:pPr eaLnBrk="1" hangingPunct="1">
                <a:defRPr/>
              </a:pPr>
              <a:endParaRPr lang="en-US" dirty="0"/>
            </a:p>
          </p:txBody>
        </p:sp>
      </p:grpSp>
      <p:sp>
        <p:nvSpPr>
          <p:cNvPr id="10" name="Title 9">
            <a:extLst>
              <a:ext uri="{FF2B5EF4-FFF2-40B4-BE49-F238E27FC236}">
                <a16:creationId xmlns:a16="http://schemas.microsoft.com/office/drawing/2014/main" id="{59A6B211-D5DE-4E9E-C9B8-FF6B1E85E2E8}"/>
              </a:ext>
            </a:extLst>
          </p:cNvPr>
          <p:cNvSpPr>
            <a:spLocks noGrp="1"/>
          </p:cNvSpPr>
          <p:nvPr>
            <p:ph type="title"/>
          </p:nvPr>
        </p:nvSpPr>
        <p:spPr/>
        <p:txBody>
          <a:bodyPr>
            <a:normAutofit/>
          </a:bodyPr>
          <a:lstStyle/>
          <a:p>
            <a:r>
              <a:rPr lang="en-US" dirty="0"/>
              <a:t>Circuit of Synchronous RS Latch</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9">
            <a:extLst>
              <a:ext uri="{FF2B5EF4-FFF2-40B4-BE49-F238E27FC236}">
                <a16:creationId xmlns:a16="http://schemas.microsoft.com/office/drawing/2014/main" id="{B72D3F7C-946B-6C4B-FBC8-FC2C9183FCEB}"/>
              </a:ext>
            </a:extLst>
          </p:cNvPr>
          <p:cNvSpPr>
            <a:spLocks noChangeArrowheads="1"/>
          </p:cNvSpPr>
          <p:nvPr/>
        </p:nvSpPr>
        <p:spPr bwMode="auto">
          <a:xfrm>
            <a:off x="7283451" y="2087564"/>
            <a:ext cx="2447925" cy="244792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34819" name="Line 70">
            <a:extLst>
              <a:ext uri="{FF2B5EF4-FFF2-40B4-BE49-F238E27FC236}">
                <a16:creationId xmlns:a16="http://schemas.microsoft.com/office/drawing/2014/main" id="{D80D6E08-62DB-D4DA-7572-66F42CAB20EF}"/>
              </a:ext>
            </a:extLst>
          </p:cNvPr>
          <p:cNvSpPr>
            <a:spLocks noChangeShapeType="1"/>
          </p:cNvSpPr>
          <p:nvPr/>
        </p:nvSpPr>
        <p:spPr bwMode="auto">
          <a:xfrm>
            <a:off x="8507413" y="2087564"/>
            <a:ext cx="0" cy="2447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0" name="Line 72">
            <a:extLst>
              <a:ext uri="{FF2B5EF4-FFF2-40B4-BE49-F238E27FC236}">
                <a16:creationId xmlns:a16="http://schemas.microsoft.com/office/drawing/2014/main" id="{183AC805-AB5F-F18C-3906-CE8C2A1EEAE7}"/>
              </a:ext>
            </a:extLst>
          </p:cNvPr>
          <p:cNvSpPr>
            <a:spLocks noChangeShapeType="1"/>
          </p:cNvSpPr>
          <p:nvPr/>
        </p:nvSpPr>
        <p:spPr bwMode="auto">
          <a:xfrm>
            <a:off x="7283451" y="3311525"/>
            <a:ext cx="2447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1" name="Line 73">
            <a:extLst>
              <a:ext uri="{FF2B5EF4-FFF2-40B4-BE49-F238E27FC236}">
                <a16:creationId xmlns:a16="http://schemas.microsoft.com/office/drawing/2014/main" id="{3C56C86E-1B03-89D7-8AF6-161486A456C5}"/>
              </a:ext>
            </a:extLst>
          </p:cNvPr>
          <p:cNvSpPr>
            <a:spLocks noChangeShapeType="1"/>
          </p:cNvSpPr>
          <p:nvPr/>
        </p:nvSpPr>
        <p:spPr bwMode="auto">
          <a:xfrm>
            <a:off x="7283451" y="2720975"/>
            <a:ext cx="2447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2" name="Line 74">
            <a:extLst>
              <a:ext uri="{FF2B5EF4-FFF2-40B4-BE49-F238E27FC236}">
                <a16:creationId xmlns:a16="http://schemas.microsoft.com/office/drawing/2014/main" id="{8F579C0D-5FF0-371F-D446-7E17E5E00FB9}"/>
              </a:ext>
            </a:extLst>
          </p:cNvPr>
          <p:cNvSpPr>
            <a:spLocks noChangeShapeType="1"/>
          </p:cNvSpPr>
          <p:nvPr/>
        </p:nvSpPr>
        <p:spPr bwMode="auto">
          <a:xfrm>
            <a:off x="7283451" y="3940175"/>
            <a:ext cx="2447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3" name="Line 75">
            <a:extLst>
              <a:ext uri="{FF2B5EF4-FFF2-40B4-BE49-F238E27FC236}">
                <a16:creationId xmlns:a16="http://schemas.microsoft.com/office/drawing/2014/main" id="{4BDC6FC6-354E-1FFC-918C-2D7BEA36A762}"/>
              </a:ext>
            </a:extLst>
          </p:cNvPr>
          <p:cNvSpPr>
            <a:spLocks noChangeShapeType="1"/>
          </p:cNvSpPr>
          <p:nvPr/>
        </p:nvSpPr>
        <p:spPr bwMode="auto">
          <a:xfrm>
            <a:off x="7883525" y="2101851"/>
            <a:ext cx="0" cy="2447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4" name="Line 77">
            <a:extLst>
              <a:ext uri="{FF2B5EF4-FFF2-40B4-BE49-F238E27FC236}">
                <a16:creationId xmlns:a16="http://schemas.microsoft.com/office/drawing/2014/main" id="{B6BE0D6B-9C00-14EC-159C-9597F70C4CC7}"/>
              </a:ext>
            </a:extLst>
          </p:cNvPr>
          <p:cNvSpPr>
            <a:spLocks noChangeShapeType="1"/>
          </p:cNvSpPr>
          <p:nvPr/>
        </p:nvSpPr>
        <p:spPr bwMode="auto">
          <a:xfrm>
            <a:off x="9117013" y="2087564"/>
            <a:ext cx="0" cy="2447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5" name="Line 78">
            <a:extLst>
              <a:ext uri="{FF2B5EF4-FFF2-40B4-BE49-F238E27FC236}">
                <a16:creationId xmlns:a16="http://schemas.microsoft.com/office/drawing/2014/main" id="{F353F01B-EE8F-B558-8B42-1D7ACFF6E088}"/>
              </a:ext>
            </a:extLst>
          </p:cNvPr>
          <p:cNvSpPr>
            <a:spLocks noChangeShapeType="1"/>
          </p:cNvSpPr>
          <p:nvPr/>
        </p:nvSpPr>
        <p:spPr bwMode="auto">
          <a:xfrm>
            <a:off x="6923088" y="1655763"/>
            <a:ext cx="360362"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6" name="Text Box 79">
            <a:extLst>
              <a:ext uri="{FF2B5EF4-FFF2-40B4-BE49-F238E27FC236}">
                <a16:creationId xmlns:a16="http://schemas.microsoft.com/office/drawing/2014/main" id="{D304D284-F3F0-49F3-ABA9-8EA27A54367F}"/>
              </a:ext>
            </a:extLst>
          </p:cNvPr>
          <p:cNvSpPr txBox="1">
            <a:spLocks noChangeArrowheads="1"/>
          </p:cNvSpPr>
          <p:nvPr/>
        </p:nvSpPr>
        <p:spPr bwMode="auto">
          <a:xfrm>
            <a:off x="6707188" y="1927226"/>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SR</a:t>
            </a:r>
            <a:endParaRPr lang="ru-RU" altLang="en-US" sz="2000"/>
          </a:p>
        </p:txBody>
      </p:sp>
      <p:sp>
        <p:nvSpPr>
          <p:cNvPr id="34827" name="Text Box 80">
            <a:extLst>
              <a:ext uri="{FF2B5EF4-FFF2-40B4-BE49-F238E27FC236}">
                <a16:creationId xmlns:a16="http://schemas.microsoft.com/office/drawing/2014/main" id="{EE20323A-B3F5-0465-634B-89787AE2291D}"/>
              </a:ext>
            </a:extLst>
          </p:cNvPr>
          <p:cNvSpPr txBox="1">
            <a:spLocks noChangeArrowheads="1"/>
          </p:cNvSpPr>
          <p:nvPr/>
        </p:nvSpPr>
        <p:spPr bwMode="auto">
          <a:xfrm>
            <a:off x="6999288" y="1566864"/>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CQ</a:t>
            </a:r>
            <a:endParaRPr lang="ru-RU" altLang="en-US" sz="2000"/>
          </a:p>
        </p:txBody>
      </p:sp>
      <p:sp>
        <p:nvSpPr>
          <p:cNvPr id="34828" name="Text Box 81">
            <a:extLst>
              <a:ext uri="{FF2B5EF4-FFF2-40B4-BE49-F238E27FC236}">
                <a16:creationId xmlns:a16="http://schemas.microsoft.com/office/drawing/2014/main" id="{274B5B96-662D-FEE6-24F6-1598833D1630}"/>
              </a:ext>
            </a:extLst>
          </p:cNvPr>
          <p:cNvSpPr txBox="1">
            <a:spLocks noChangeArrowheads="1"/>
          </p:cNvSpPr>
          <p:nvPr/>
        </p:nvSpPr>
        <p:spPr bwMode="auto">
          <a:xfrm>
            <a:off x="7361238" y="1741489"/>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34829" name="Text Box 82">
            <a:extLst>
              <a:ext uri="{FF2B5EF4-FFF2-40B4-BE49-F238E27FC236}">
                <a16:creationId xmlns:a16="http://schemas.microsoft.com/office/drawing/2014/main" id="{BFF5733C-AFAF-B4BA-63AE-0048CBFD808D}"/>
              </a:ext>
            </a:extLst>
          </p:cNvPr>
          <p:cNvSpPr txBox="1">
            <a:spLocks noChangeArrowheads="1"/>
          </p:cNvSpPr>
          <p:nvPr/>
        </p:nvSpPr>
        <p:spPr bwMode="auto">
          <a:xfrm>
            <a:off x="7969250" y="1741489"/>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endParaRPr lang="ru-RU" altLang="en-US" sz="2000"/>
          </a:p>
        </p:txBody>
      </p:sp>
      <p:sp>
        <p:nvSpPr>
          <p:cNvPr id="34830" name="Text Box 83">
            <a:extLst>
              <a:ext uri="{FF2B5EF4-FFF2-40B4-BE49-F238E27FC236}">
                <a16:creationId xmlns:a16="http://schemas.microsoft.com/office/drawing/2014/main" id="{13950809-7869-AA3A-6375-181E94B77229}"/>
              </a:ext>
            </a:extLst>
          </p:cNvPr>
          <p:cNvSpPr txBox="1">
            <a:spLocks noChangeArrowheads="1"/>
          </p:cNvSpPr>
          <p:nvPr/>
        </p:nvSpPr>
        <p:spPr bwMode="auto">
          <a:xfrm>
            <a:off x="8520113" y="1741489"/>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34831" name="Text Box 84">
            <a:extLst>
              <a:ext uri="{FF2B5EF4-FFF2-40B4-BE49-F238E27FC236}">
                <a16:creationId xmlns:a16="http://schemas.microsoft.com/office/drawing/2014/main" id="{79174D5F-F991-C1ED-A7A2-454CE21955FF}"/>
              </a:ext>
            </a:extLst>
          </p:cNvPr>
          <p:cNvSpPr txBox="1">
            <a:spLocks noChangeArrowheads="1"/>
          </p:cNvSpPr>
          <p:nvPr/>
        </p:nvSpPr>
        <p:spPr bwMode="auto">
          <a:xfrm>
            <a:off x="9131300" y="1741489"/>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34832" name="Text Box 85">
            <a:extLst>
              <a:ext uri="{FF2B5EF4-FFF2-40B4-BE49-F238E27FC236}">
                <a16:creationId xmlns:a16="http://schemas.microsoft.com/office/drawing/2014/main" id="{2AD5F7AD-A65E-232F-6340-3799055957B9}"/>
              </a:ext>
            </a:extLst>
          </p:cNvPr>
          <p:cNvSpPr txBox="1">
            <a:spLocks noChangeArrowheads="1"/>
          </p:cNvSpPr>
          <p:nvPr/>
        </p:nvSpPr>
        <p:spPr bwMode="auto">
          <a:xfrm>
            <a:off x="6851650" y="2278064"/>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34833" name="Text Box 86">
            <a:extLst>
              <a:ext uri="{FF2B5EF4-FFF2-40B4-BE49-F238E27FC236}">
                <a16:creationId xmlns:a16="http://schemas.microsoft.com/office/drawing/2014/main" id="{2AA4A1DE-AF8B-16ED-3BD4-034AACA772A8}"/>
              </a:ext>
            </a:extLst>
          </p:cNvPr>
          <p:cNvSpPr txBox="1">
            <a:spLocks noChangeArrowheads="1"/>
          </p:cNvSpPr>
          <p:nvPr/>
        </p:nvSpPr>
        <p:spPr bwMode="auto">
          <a:xfrm>
            <a:off x="6848475" y="2771776"/>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endParaRPr lang="ru-RU" altLang="en-US" sz="2000"/>
          </a:p>
        </p:txBody>
      </p:sp>
      <p:sp>
        <p:nvSpPr>
          <p:cNvPr id="34834" name="Text Box 87">
            <a:extLst>
              <a:ext uri="{FF2B5EF4-FFF2-40B4-BE49-F238E27FC236}">
                <a16:creationId xmlns:a16="http://schemas.microsoft.com/office/drawing/2014/main" id="{0525A84E-E7FF-E033-AF95-E91AB0F8B868}"/>
              </a:ext>
            </a:extLst>
          </p:cNvPr>
          <p:cNvSpPr txBox="1">
            <a:spLocks noChangeArrowheads="1"/>
          </p:cNvSpPr>
          <p:nvPr/>
        </p:nvSpPr>
        <p:spPr bwMode="auto">
          <a:xfrm>
            <a:off x="6835775" y="3424239"/>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34835" name="Text Box 88">
            <a:extLst>
              <a:ext uri="{FF2B5EF4-FFF2-40B4-BE49-F238E27FC236}">
                <a16:creationId xmlns:a16="http://schemas.microsoft.com/office/drawing/2014/main" id="{DD3490C4-DE51-87DC-30FD-0841D900AF27}"/>
              </a:ext>
            </a:extLst>
          </p:cNvPr>
          <p:cNvSpPr txBox="1">
            <a:spLocks noChangeArrowheads="1"/>
          </p:cNvSpPr>
          <p:nvPr/>
        </p:nvSpPr>
        <p:spPr bwMode="auto">
          <a:xfrm>
            <a:off x="6808788" y="3962401"/>
            <a:ext cx="647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34836" name="Text Box 89">
            <a:extLst>
              <a:ext uri="{FF2B5EF4-FFF2-40B4-BE49-F238E27FC236}">
                <a16:creationId xmlns:a16="http://schemas.microsoft.com/office/drawing/2014/main" id="{98688622-E804-FA35-7A43-F89305FFD30D}"/>
              </a:ext>
            </a:extLst>
          </p:cNvPr>
          <p:cNvSpPr txBox="1">
            <a:spLocks noChangeArrowheads="1"/>
          </p:cNvSpPr>
          <p:nvPr/>
        </p:nvSpPr>
        <p:spPr bwMode="auto">
          <a:xfrm>
            <a:off x="8002589" y="2232026"/>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34837" name="Text Box 90">
            <a:extLst>
              <a:ext uri="{FF2B5EF4-FFF2-40B4-BE49-F238E27FC236}">
                <a16:creationId xmlns:a16="http://schemas.microsoft.com/office/drawing/2014/main" id="{A42D3841-B1EE-9F31-8AE2-400286E2590B}"/>
              </a:ext>
            </a:extLst>
          </p:cNvPr>
          <p:cNvSpPr txBox="1">
            <a:spLocks noChangeArrowheads="1"/>
          </p:cNvSpPr>
          <p:nvPr/>
        </p:nvSpPr>
        <p:spPr bwMode="auto">
          <a:xfrm>
            <a:off x="8667750" y="2246314"/>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34838" name="Text Box 91">
            <a:extLst>
              <a:ext uri="{FF2B5EF4-FFF2-40B4-BE49-F238E27FC236}">
                <a16:creationId xmlns:a16="http://schemas.microsoft.com/office/drawing/2014/main" id="{BE410BE0-5B1A-6414-26AB-DC067C5E6F5F}"/>
              </a:ext>
            </a:extLst>
          </p:cNvPr>
          <p:cNvSpPr txBox="1">
            <a:spLocks noChangeArrowheads="1"/>
          </p:cNvSpPr>
          <p:nvPr/>
        </p:nvSpPr>
        <p:spPr bwMode="auto">
          <a:xfrm>
            <a:off x="8013700" y="28416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34839" name="Text Box 92">
            <a:extLst>
              <a:ext uri="{FF2B5EF4-FFF2-40B4-BE49-F238E27FC236}">
                <a16:creationId xmlns:a16="http://schemas.microsoft.com/office/drawing/2014/main" id="{5A20A7D3-B119-B716-F841-A2716A50DB5C}"/>
              </a:ext>
            </a:extLst>
          </p:cNvPr>
          <p:cNvSpPr txBox="1">
            <a:spLocks noChangeArrowheads="1"/>
          </p:cNvSpPr>
          <p:nvPr/>
        </p:nvSpPr>
        <p:spPr bwMode="auto">
          <a:xfrm>
            <a:off x="8013700" y="3422651"/>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34840" name="Text Box 93">
            <a:extLst>
              <a:ext uri="{FF2B5EF4-FFF2-40B4-BE49-F238E27FC236}">
                <a16:creationId xmlns:a16="http://schemas.microsoft.com/office/drawing/2014/main" id="{45B3BFBD-9844-0A8C-6A2A-600058725ECF}"/>
              </a:ext>
            </a:extLst>
          </p:cNvPr>
          <p:cNvSpPr txBox="1">
            <a:spLocks noChangeArrowheads="1"/>
          </p:cNvSpPr>
          <p:nvPr/>
        </p:nvSpPr>
        <p:spPr bwMode="auto">
          <a:xfrm>
            <a:off x="8016875" y="40465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34841" name="Text Box 94">
            <a:extLst>
              <a:ext uri="{FF2B5EF4-FFF2-40B4-BE49-F238E27FC236}">
                <a16:creationId xmlns:a16="http://schemas.microsoft.com/office/drawing/2014/main" id="{5FDC97E7-20A0-3ACE-AD53-325D1F4232D9}"/>
              </a:ext>
            </a:extLst>
          </p:cNvPr>
          <p:cNvSpPr txBox="1">
            <a:spLocks noChangeArrowheads="1"/>
          </p:cNvSpPr>
          <p:nvPr/>
        </p:nvSpPr>
        <p:spPr bwMode="auto">
          <a:xfrm>
            <a:off x="8639175" y="4032251"/>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34842" name="Text Box 95">
            <a:extLst>
              <a:ext uri="{FF2B5EF4-FFF2-40B4-BE49-F238E27FC236}">
                <a16:creationId xmlns:a16="http://schemas.microsoft.com/office/drawing/2014/main" id="{6295D5E2-A6C8-73A4-AFBD-7A4CCC5DCC54}"/>
              </a:ext>
            </a:extLst>
          </p:cNvPr>
          <p:cNvSpPr txBox="1">
            <a:spLocks noChangeArrowheads="1"/>
          </p:cNvSpPr>
          <p:nvPr/>
        </p:nvSpPr>
        <p:spPr bwMode="auto">
          <a:xfrm>
            <a:off x="9247189" y="4030664"/>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34843" name="Text Box 96">
            <a:extLst>
              <a:ext uri="{FF2B5EF4-FFF2-40B4-BE49-F238E27FC236}">
                <a16:creationId xmlns:a16="http://schemas.microsoft.com/office/drawing/2014/main" id="{7A55A05D-33D4-8D6C-906F-C0A1CA4A30D7}"/>
              </a:ext>
            </a:extLst>
          </p:cNvPr>
          <p:cNvSpPr txBox="1">
            <a:spLocks noChangeArrowheads="1"/>
          </p:cNvSpPr>
          <p:nvPr/>
        </p:nvSpPr>
        <p:spPr bwMode="auto">
          <a:xfrm>
            <a:off x="9217025" y="34369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2000"/>
              <a:t>1</a:t>
            </a:r>
          </a:p>
        </p:txBody>
      </p:sp>
      <p:sp>
        <p:nvSpPr>
          <p:cNvPr id="34844" name="Text Box 97">
            <a:extLst>
              <a:ext uri="{FF2B5EF4-FFF2-40B4-BE49-F238E27FC236}">
                <a16:creationId xmlns:a16="http://schemas.microsoft.com/office/drawing/2014/main" id="{31051C2C-E04C-14B9-8413-DF6F30892424}"/>
              </a:ext>
            </a:extLst>
          </p:cNvPr>
          <p:cNvSpPr txBox="1">
            <a:spLocks noChangeArrowheads="1"/>
          </p:cNvSpPr>
          <p:nvPr/>
        </p:nvSpPr>
        <p:spPr bwMode="auto">
          <a:xfrm>
            <a:off x="8593139" y="3422651"/>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2000"/>
              <a:t>1</a:t>
            </a:r>
          </a:p>
        </p:txBody>
      </p:sp>
      <p:sp>
        <p:nvSpPr>
          <p:cNvPr id="19529" name="AutoShape 98">
            <a:extLst>
              <a:ext uri="{FF2B5EF4-FFF2-40B4-BE49-F238E27FC236}">
                <a16:creationId xmlns:a16="http://schemas.microsoft.com/office/drawing/2014/main" id="{C9A8F676-B30F-4B07-882B-19D554EBBBB4}"/>
              </a:ext>
            </a:extLst>
          </p:cNvPr>
          <p:cNvSpPr>
            <a:spLocks noChangeArrowheads="1"/>
          </p:cNvSpPr>
          <p:nvPr/>
        </p:nvSpPr>
        <p:spPr bwMode="auto">
          <a:xfrm>
            <a:off x="7974013" y="2159000"/>
            <a:ext cx="431800" cy="2305050"/>
          </a:xfrm>
          <a:prstGeom prst="roundRect">
            <a:avLst>
              <a:gd name="adj" fmla="val 16667"/>
            </a:avLst>
          </a:prstGeom>
          <a:noFill/>
          <a:ln w="31750">
            <a:solidFill>
              <a:schemeClr val="tx1">
                <a:lumMod val="65000"/>
                <a:lumOff val="35000"/>
              </a:schemeClr>
            </a:solidFill>
            <a:round/>
            <a:headEnd/>
            <a:tailEnd/>
          </a:ln>
        </p:spPr>
        <p:txBody>
          <a:bodyPr wrap="none" anchor="ctr"/>
          <a:lstStyle/>
          <a:p>
            <a:pPr eaLnBrk="1" hangingPunct="1">
              <a:defRPr/>
            </a:pPr>
            <a:endParaRPr lang="ru-RU" sz="2000"/>
          </a:p>
        </p:txBody>
      </p:sp>
      <p:sp>
        <p:nvSpPr>
          <p:cNvPr id="19530" name="AutoShape 99">
            <a:extLst>
              <a:ext uri="{FF2B5EF4-FFF2-40B4-BE49-F238E27FC236}">
                <a16:creationId xmlns:a16="http://schemas.microsoft.com/office/drawing/2014/main" id="{2B271C78-5995-4DE7-B1C7-BD4921417407}"/>
              </a:ext>
            </a:extLst>
          </p:cNvPr>
          <p:cNvSpPr>
            <a:spLocks noChangeArrowheads="1"/>
          </p:cNvSpPr>
          <p:nvPr/>
        </p:nvSpPr>
        <p:spPr bwMode="auto">
          <a:xfrm>
            <a:off x="8578851" y="3382964"/>
            <a:ext cx="1008063" cy="1081087"/>
          </a:xfrm>
          <a:prstGeom prst="roundRect">
            <a:avLst>
              <a:gd name="adj" fmla="val 16667"/>
            </a:avLst>
          </a:prstGeom>
          <a:noFill/>
          <a:ln w="28575">
            <a:solidFill>
              <a:schemeClr val="bg2">
                <a:lumMod val="50000"/>
              </a:schemeClr>
            </a:solidFill>
            <a:round/>
            <a:headEnd/>
            <a:tailEnd/>
          </a:ln>
        </p:spPr>
        <p:txBody>
          <a:bodyPr wrap="none" anchor="ctr"/>
          <a:lstStyle/>
          <a:p>
            <a:pPr eaLnBrk="1" hangingPunct="1">
              <a:defRPr/>
            </a:pPr>
            <a:endParaRPr lang="ru-RU" sz="2000"/>
          </a:p>
        </p:txBody>
      </p:sp>
      <p:sp>
        <p:nvSpPr>
          <p:cNvPr id="34847" name="AutoShape 100">
            <a:extLst>
              <a:ext uri="{FF2B5EF4-FFF2-40B4-BE49-F238E27FC236}">
                <a16:creationId xmlns:a16="http://schemas.microsoft.com/office/drawing/2014/main" id="{23EEA141-D14B-54B0-6E93-5A17F3BE0316}"/>
              </a:ext>
            </a:extLst>
          </p:cNvPr>
          <p:cNvSpPr>
            <a:spLocks/>
          </p:cNvSpPr>
          <p:nvPr/>
        </p:nvSpPr>
        <p:spPr bwMode="auto">
          <a:xfrm rot="16200000">
            <a:off x="8165307" y="1704182"/>
            <a:ext cx="663575" cy="1141412"/>
          </a:xfrm>
          <a:prstGeom prst="leftBracket">
            <a:avLst>
              <a:gd name="adj" fmla="val 14334"/>
            </a:avLst>
          </a:pr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34848" name="AutoShape 101">
            <a:extLst>
              <a:ext uri="{FF2B5EF4-FFF2-40B4-BE49-F238E27FC236}">
                <a16:creationId xmlns:a16="http://schemas.microsoft.com/office/drawing/2014/main" id="{2618BE4B-8B21-16EE-6303-4103366472C4}"/>
              </a:ext>
            </a:extLst>
          </p:cNvPr>
          <p:cNvSpPr>
            <a:spLocks/>
          </p:cNvSpPr>
          <p:nvPr/>
        </p:nvSpPr>
        <p:spPr bwMode="auto">
          <a:xfrm rot="5400000">
            <a:off x="8163720" y="3812382"/>
            <a:ext cx="663575" cy="1141413"/>
          </a:xfrm>
          <a:prstGeom prst="leftBracket">
            <a:avLst>
              <a:gd name="adj" fmla="val 14334"/>
            </a:avLst>
          </a:pr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34849" name="Text Box 102">
            <a:extLst>
              <a:ext uri="{FF2B5EF4-FFF2-40B4-BE49-F238E27FC236}">
                <a16:creationId xmlns:a16="http://schemas.microsoft.com/office/drawing/2014/main" id="{F5C19538-F4BC-6CEA-D83F-4A589C22050C}"/>
              </a:ext>
            </a:extLst>
          </p:cNvPr>
          <p:cNvSpPr txBox="1">
            <a:spLocks noChangeArrowheads="1"/>
          </p:cNvSpPr>
          <p:nvPr/>
        </p:nvSpPr>
        <p:spPr bwMode="auto">
          <a:xfrm>
            <a:off x="6499225" y="4724400"/>
            <a:ext cx="36655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Characteristic equation: </a:t>
            </a:r>
          </a:p>
          <a:p>
            <a:pPr eaLnBrk="1" hangingPunct="1">
              <a:spcBef>
                <a:spcPct val="50000"/>
              </a:spcBef>
            </a:pPr>
            <a:r>
              <a:rPr lang="en-US" altLang="en-US"/>
              <a:t>Q* = SC +</a:t>
            </a:r>
            <a:r>
              <a:rPr lang="en-US" altLang="en-US">
                <a:sym typeface="Symbol" panose="05050102010706020507" pitchFamily="18" charset="2"/>
              </a:rPr>
              <a:t>RQ + CQ</a:t>
            </a:r>
          </a:p>
        </p:txBody>
      </p:sp>
      <p:sp>
        <p:nvSpPr>
          <p:cNvPr id="34850" name="Text Box 103">
            <a:extLst>
              <a:ext uri="{FF2B5EF4-FFF2-40B4-BE49-F238E27FC236}">
                <a16:creationId xmlns:a16="http://schemas.microsoft.com/office/drawing/2014/main" id="{C098FE29-C8E5-E40B-164E-0D27B1829F06}"/>
              </a:ext>
            </a:extLst>
          </p:cNvPr>
          <p:cNvSpPr txBox="1">
            <a:spLocks noChangeArrowheads="1"/>
          </p:cNvSpPr>
          <p:nvPr/>
        </p:nvSpPr>
        <p:spPr bwMode="auto">
          <a:xfrm>
            <a:off x="2854325" y="1550988"/>
            <a:ext cx="194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Truth table</a:t>
            </a:r>
            <a:endParaRPr lang="ru-RU" altLang="en-US"/>
          </a:p>
        </p:txBody>
      </p:sp>
      <p:graphicFrame>
        <p:nvGraphicFramePr>
          <p:cNvPr id="37" name="Table 36">
            <a:extLst>
              <a:ext uri="{FF2B5EF4-FFF2-40B4-BE49-F238E27FC236}">
                <a16:creationId xmlns:a16="http://schemas.microsoft.com/office/drawing/2014/main" id="{917D8BC3-DE36-40EC-A258-201A4BC5D98C}"/>
              </a:ext>
            </a:extLst>
          </p:cNvPr>
          <p:cNvGraphicFramePr>
            <a:graphicFrameLocks noGrp="1"/>
          </p:cNvGraphicFramePr>
          <p:nvPr>
            <p:extLst>
              <p:ext uri="{D42A27DB-BD31-4B8C-83A1-F6EECF244321}">
                <p14:modId xmlns:p14="http://schemas.microsoft.com/office/powerpoint/2010/main" val="1496935904"/>
              </p:ext>
            </p:extLst>
          </p:nvPr>
        </p:nvGraphicFramePr>
        <p:xfrm>
          <a:off x="1990725" y="1987551"/>
          <a:ext cx="3581400" cy="2784474"/>
        </p:xfrm>
        <a:graphic>
          <a:graphicData uri="http://schemas.openxmlformats.org/drawingml/2006/table">
            <a:tbl>
              <a:tblPr firstRow="1" bandRow="1">
                <a:tableStyleId>{5C22544A-7EE6-4342-B048-85BDC9FD1C3A}</a:tableStyleId>
              </a:tblPr>
              <a:tblGrid>
                <a:gridCol w="716280">
                  <a:extLst>
                    <a:ext uri="{9D8B030D-6E8A-4147-A177-3AD203B41FA5}">
                      <a16:colId xmlns:a16="http://schemas.microsoft.com/office/drawing/2014/main" val="20000"/>
                    </a:ext>
                  </a:extLst>
                </a:gridCol>
                <a:gridCol w="716280">
                  <a:extLst>
                    <a:ext uri="{9D8B030D-6E8A-4147-A177-3AD203B41FA5}">
                      <a16:colId xmlns:a16="http://schemas.microsoft.com/office/drawing/2014/main" val="20001"/>
                    </a:ext>
                  </a:extLst>
                </a:gridCol>
                <a:gridCol w="716280">
                  <a:extLst>
                    <a:ext uri="{9D8B030D-6E8A-4147-A177-3AD203B41FA5}">
                      <a16:colId xmlns:a16="http://schemas.microsoft.com/office/drawing/2014/main" val="20002"/>
                    </a:ext>
                  </a:extLst>
                </a:gridCol>
                <a:gridCol w="716280">
                  <a:extLst>
                    <a:ext uri="{9D8B030D-6E8A-4147-A177-3AD203B41FA5}">
                      <a16:colId xmlns:a16="http://schemas.microsoft.com/office/drawing/2014/main" val="20003"/>
                    </a:ext>
                  </a:extLst>
                </a:gridCol>
                <a:gridCol w="716280">
                  <a:extLst>
                    <a:ext uri="{9D8B030D-6E8A-4147-A177-3AD203B41FA5}">
                      <a16:colId xmlns:a16="http://schemas.microsoft.com/office/drawing/2014/main" val="20004"/>
                    </a:ext>
                  </a:extLst>
                </a:gridCol>
              </a:tblGrid>
              <a:tr h="39633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sym typeface="Symbol" pitchFamily="18" charset="2"/>
                        </a:rPr>
                        <a:t>S</a:t>
                      </a:r>
                      <a:endParaRPr kumimoji="0" lang="ru-RU" sz="2000" b="0" i="0" u="none" strike="noStrike" cap="none" normalizeH="0" baseline="0" dirty="0">
                        <a:ln>
                          <a:noFill/>
                        </a:ln>
                        <a:solidFill>
                          <a:schemeClr val="bg2"/>
                        </a:solidFill>
                        <a:effectLst/>
                        <a:latin typeface="Arial" pitchFamily="34" charset="0"/>
                        <a:sym typeface="Symbol" pitchFamily="18" charset="2"/>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sym typeface="Symbol" pitchFamily="18" charset="2"/>
                        </a:rPr>
                        <a:t>R</a:t>
                      </a:r>
                      <a:endParaRPr kumimoji="0" lang="ru-RU" sz="2000" b="0" i="0" u="none" strike="noStrike" cap="none" normalizeH="0" baseline="0">
                        <a:ln>
                          <a:noFill/>
                        </a:ln>
                        <a:solidFill>
                          <a:schemeClr val="bg2"/>
                        </a:solidFill>
                        <a:effectLst/>
                        <a:latin typeface="Arial" pitchFamily="34" charset="0"/>
                        <a:sym typeface="Symbol" pitchFamily="18" charset="2"/>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sym typeface="Symbol" pitchFamily="18" charset="2"/>
                        </a:rPr>
                        <a:t>C</a:t>
                      </a:r>
                      <a:endParaRPr kumimoji="0" lang="ru-RU" sz="2000" b="0" i="0" u="none" strike="noStrike" cap="none" normalizeH="0" baseline="0">
                        <a:ln>
                          <a:noFill/>
                        </a:ln>
                        <a:solidFill>
                          <a:schemeClr val="bg2"/>
                        </a:solidFill>
                        <a:effectLst/>
                        <a:latin typeface="Arial" pitchFamily="34" charset="0"/>
                        <a:sym typeface="Symbol" pitchFamily="18" charset="2"/>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Q*</a:t>
                      </a:r>
                      <a:endParaRPr kumimoji="0" lang="ru-RU" sz="2000" b="0" i="0" u="none" strike="noStrike" cap="none" normalizeH="0" baseline="0">
                        <a:ln>
                          <a:noFill/>
                        </a:ln>
                        <a:solidFill>
                          <a:schemeClr val="bg2"/>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2000" b="0" i="0" u="none" strike="noStrike" cap="none" normalizeH="0" baseline="0" dirty="0">
                          <a:ln>
                            <a:noFill/>
                          </a:ln>
                          <a:solidFill>
                            <a:schemeClr val="bg2"/>
                          </a:solidFill>
                          <a:effectLst/>
                          <a:latin typeface="Arial" pitchFamily="34" charset="0"/>
                          <a:sym typeface="Symbol" pitchFamily="18" charset="2"/>
                        </a:rPr>
                        <a:t></a:t>
                      </a:r>
                      <a:r>
                        <a:rPr kumimoji="0" lang="en-US" sz="2000" b="0" i="0" u="none" strike="noStrike" cap="none" normalizeH="0" baseline="0" dirty="0">
                          <a:ln>
                            <a:noFill/>
                          </a:ln>
                          <a:solidFill>
                            <a:schemeClr val="bg2"/>
                          </a:solidFill>
                          <a:effectLst/>
                          <a:latin typeface="Arial" pitchFamily="34" charset="0"/>
                          <a:sym typeface="Symbol" pitchFamily="18" charset="2"/>
                        </a:rPr>
                        <a:t>Q*</a:t>
                      </a:r>
                      <a:endParaRPr kumimoji="0" lang="ru-RU" sz="2000" b="0" i="0" u="none" strike="noStrike" cap="none" normalizeH="0" baseline="0" dirty="0">
                        <a:ln>
                          <a:noFill/>
                        </a:ln>
                        <a:solidFill>
                          <a:schemeClr val="bg2"/>
                        </a:solidFill>
                        <a:effectLst/>
                        <a:latin typeface="Arial" pitchFamily="34" charset="0"/>
                        <a:sym typeface="Symbol" pitchFamily="18" charset="2"/>
                      </a:endParaRPr>
                    </a:p>
                  </a:txBody>
                  <a:tcPr marT="45730" marB="45730" horzOverflow="overflow"/>
                </a:tc>
                <a:extLst>
                  <a:ext uri="{0D108BD9-81ED-4DB2-BD59-A6C34878D82A}">
                    <a16:rowId xmlns:a16="http://schemas.microsoft.com/office/drawing/2014/main" val="10000"/>
                  </a:ext>
                </a:extLst>
              </a:tr>
              <a:tr h="599577">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endParaRPr kumimoji="0" lang="ru-RU" sz="2000" b="0" i="0" u="none" strike="noStrike" cap="none" normalizeH="0" baseline="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endParaRPr kumimoji="0" lang="ru-RU" sz="2000" b="0" i="0" u="none" strike="noStrike" cap="none" normalizeH="0" baseline="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Q</a:t>
                      </a:r>
                      <a:r>
                        <a:rPr kumimoji="0" lang="en-US" sz="2000" b="0" i="0" u="none" strike="noStrike" cap="none" normalizeH="0" baseline="-25000" dirty="0">
                          <a:ln>
                            <a:noFill/>
                          </a:ln>
                          <a:solidFill>
                            <a:schemeClr val="tx1"/>
                          </a:solidFill>
                          <a:effectLst/>
                          <a:latin typeface="Arial" pitchFamily="34" charset="0"/>
                        </a:rPr>
                        <a:t>last</a:t>
                      </a:r>
                      <a:endParaRPr kumimoji="0" lang="ru-RU" sz="2000" b="0" i="0" u="none" strike="noStrike" cap="none" normalizeH="0" baseline="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2000" b="0" i="0" u="none" strike="noStrike" cap="none" normalizeH="0" baseline="0" dirty="0">
                          <a:ln>
                            <a:noFill/>
                          </a:ln>
                          <a:solidFill>
                            <a:schemeClr val="tx1"/>
                          </a:solidFill>
                          <a:effectLst/>
                          <a:latin typeface="Arial" pitchFamily="34" charset="0"/>
                          <a:sym typeface="Symbol" pitchFamily="18" charset="2"/>
                        </a:rPr>
                        <a:t></a:t>
                      </a:r>
                      <a:r>
                        <a:rPr kumimoji="0" lang="en-US" sz="2000" b="0" i="0" u="none" strike="noStrike" cap="none" normalizeH="0" baseline="0" dirty="0">
                          <a:ln>
                            <a:noFill/>
                          </a:ln>
                          <a:solidFill>
                            <a:schemeClr val="tx1"/>
                          </a:solidFill>
                          <a:effectLst/>
                          <a:latin typeface="Arial" pitchFamily="34" charset="0"/>
                          <a:sym typeface="Symbol" pitchFamily="18" charset="2"/>
                        </a:rPr>
                        <a:t>Q</a:t>
                      </a:r>
                      <a:r>
                        <a:rPr kumimoji="0" lang="en-US" sz="2000" b="0" i="0" u="none" strike="noStrike" cap="none" normalizeH="0" baseline="-25000" dirty="0">
                          <a:ln>
                            <a:noFill/>
                          </a:ln>
                          <a:solidFill>
                            <a:schemeClr val="tx1"/>
                          </a:solidFill>
                          <a:effectLst/>
                          <a:latin typeface="Arial" pitchFamily="34" charset="0"/>
                          <a:sym typeface="Symbol" pitchFamily="18" charset="2"/>
                        </a:rPr>
                        <a:t>last</a:t>
                      </a:r>
                      <a:endParaRPr kumimoji="0" lang="ru-RU" sz="2000" b="0" i="0" u="none" strike="noStrike" cap="none" normalizeH="0" baseline="-25000" dirty="0">
                        <a:ln>
                          <a:noFill/>
                        </a:ln>
                        <a:solidFill>
                          <a:schemeClr val="tx1"/>
                        </a:solidFill>
                        <a:effectLst/>
                        <a:latin typeface="Arial" pitchFamily="34" charset="0"/>
                        <a:sym typeface="Symbol" pitchFamily="18" charset="2"/>
                      </a:endParaRPr>
                    </a:p>
                  </a:txBody>
                  <a:tcPr marT="45730" marB="45730" horzOverflow="overflow"/>
                </a:tc>
                <a:extLst>
                  <a:ext uri="{0D108BD9-81ED-4DB2-BD59-A6C34878D82A}">
                    <a16:rowId xmlns:a16="http://schemas.microsoft.com/office/drawing/2014/main" val="10001"/>
                  </a:ext>
                </a:extLst>
              </a:tr>
              <a:tr h="39633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extLst>
                  <a:ext uri="{0D108BD9-81ED-4DB2-BD59-A6C34878D82A}">
                    <a16:rowId xmlns:a16="http://schemas.microsoft.com/office/drawing/2014/main" val="10002"/>
                  </a:ext>
                </a:extLst>
              </a:tr>
              <a:tr h="39633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extLst>
                  <a:ext uri="{0D108BD9-81ED-4DB2-BD59-A6C34878D82A}">
                    <a16:rowId xmlns:a16="http://schemas.microsoft.com/office/drawing/2014/main" val="10003"/>
                  </a:ext>
                </a:extLst>
              </a:tr>
              <a:tr h="39633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sym typeface="Symbol" pitchFamily="18" charset="2"/>
                        </a:rPr>
                        <a:t>1</a:t>
                      </a:r>
                      <a:endParaRPr kumimoji="0" lang="ru-RU" sz="2000" b="0" i="0" u="none" strike="noStrike" cap="none" normalizeH="0" baseline="0" dirty="0">
                        <a:ln>
                          <a:noFill/>
                        </a:ln>
                        <a:solidFill>
                          <a:schemeClr val="tx1"/>
                        </a:solidFill>
                        <a:effectLst/>
                        <a:latin typeface="Arial" pitchFamily="34" charset="0"/>
                        <a:sym typeface="Symbol" pitchFamily="18" charset="2"/>
                      </a:endParaRPr>
                    </a:p>
                  </a:txBody>
                  <a:tcPr marT="45730" marB="45730" horzOverflow="overflow"/>
                </a:tc>
                <a:extLst>
                  <a:ext uri="{0D108BD9-81ED-4DB2-BD59-A6C34878D82A}">
                    <a16:rowId xmlns:a16="http://schemas.microsoft.com/office/drawing/2014/main" val="10004"/>
                  </a:ext>
                </a:extLst>
              </a:tr>
              <a:tr h="599577">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x</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x</a:t>
                      </a:r>
                      <a:endParaRPr kumimoji="0" lang="ru-RU" sz="2000" b="0" i="0" u="none" strike="noStrike" cap="none" normalizeH="0" baseline="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Q</a:t>
                      </a:r>
                      <a:r>
                        <a:rPr kumimoji="0" lang="en-US" sz="2000" b="0" i="0" u="none" strike="noStrike" cap="none" normalizeH="0" baseline="-25000" dirty="0">
                          <a:ln>
                            <a:noFill/>
                          </a:ln>
                          <a:solidFill>
                            <a:schemeClr val="tx1"/>
                          </a:solidFill>
                          <a:effectLst/>
                          <a:latin typeface="Arial" pitchFamily="34" charset="0"/>
                        </a:rPr>
                        <a:t>last</a:t>
                      </a:r>
                      <a:endParaRPr kumimoji="0" lang="ru-RU" sz="2000" b="0" i="0" u="none" strike="noStrike" cap="none" normalizeH="0" baseline="-25000" dirty="0">
                        <a:ln>
                          <a:noFill/>
                        </a:ln>
                        <a:solidFill>
                          <a:schemeClr val="tx1"/>
                        </a:solidFill>
                        <a:effectLst/>
                        <a:latin typeface="Arial" pitchFamily="34" charset="0"/>
                      </a:endParaRPr>
                    </a:p>
                  </a:txBody>
                  <a:tcPr marT="45730" marB="4573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sym typeface="Symbol" pitchFamily="18" charset="2"/>
                        </a:rPr>
                        <a:t>Q</a:t>
                      </a:r>
                      <a:r>
                        <a:rPr kumimoji="0" lang="en-US" sz="2000" b="0" i="0" u="none" strike="noStrike" cap="none" normalizeH="0" baseline="-25000" dirty="0">
                          <a:ln>
                            <a:noFill/>
                          </a:ln>
                          <a:solidFill>
                            <a:schemeClr val="tx1"/>
                          </a:solidFill>
                          <a:effectLst/>
                          <a:latin typeface="Arial" pitchFamily="34" charset="0"/>
                          <a:sym typeface="Symbol" pitchFamily="18" charset="2"/>
                        </a:rPr>
                        <a:t>last</a:t>
                      </a:r>
                      <a:endParaRPr kumimoji="0" lang="ru-RU" sz="2000" b="0" i="0" u="none" strike="noStrike" cap="none" normalizeH="0" baseline="-25000" dirty="0">
                        <a:ln>
                          <a:noFill/>
                        </a:ln>
                        <a:solidFill>
                          <a:schemeClr val="tx1"/>
                        </a:solidFill>
                        <a:effectLst/>
                        <a:latin typeface="Arial" pitchFamily="34" charset="0"/>
                        <a:sym typeface="Symbol" pitchFamily="18" charset="2"/>
                      </a:endParaRPr>
                    </a:p>
                  </a:txBody>
                  <a:tcPr marT="45730" marB="45730" horzOverflow="overflow"/>
                </a:tc>
                <a:extLst>
                  <a:ext uri="{0D108BD9-81ED-4DB2-BD59-A6C34878D82A}">
                    <a16:rowId xmlns:a16="http://schemas.microsoft.com/office/drawing/2014/main" val="10005"/>
                  </a:ext>
                </a:extLst>
              </a:tr>
            </a:tbl>
          </a:graphicData>
        </a:graphic>
      </p:graphicFrame>
      <p:sp>
        <p:nvSpPr>
          <p:cNvPr id="8" name="Title 7">
            <a:extLst>
              <a:ext uri="{FF2B5EF4-FFF2-40B4-BE49-F238E27FC236}">
                <a16:creationId xmlns:a16="http://schemas.microsoft.com/office/drawing/2014/main" id="{FEF7CBE4-B84C-7AA0-3E4D-DBC43FE63004}"/>
              </a:ext>
            </a:extLst>
          </p:cNvPr>
          <p:cNvSpPr>
            <a:spLocks noGrp="1"/>
          </p:cNvSpPr>
          <p:nvPr>
            <p:ph type="title"/>
          </p:nvPr>
        </p:nvSpPr>
        <p:spPr/>
        <p:txBody>
          <a:bodyPr>
            <a:normAutofit/>
          </a:bodyPr>
          <a:lstStyle/>
          <a:p>
            <a:r>
              <a:rPr lang="en-US" dirty="0"/>
              <a:t>Synchronous RS Latch</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Заголовок 1">
            <a:extLst>
              <a:ext uri="{FF2B5EF4-FFF2-40B4-BE49-F238E27FC236}">
                <a16:creationId xmlns:a16="http://schemas.microsoft.com/office/drawing/2014/main" id="{49F90016-6D43-919D-1967-95901B89AFB1}"/>
              </a:ext>
            </a:extLst>
          </p:cNvPr>
          <p:cNvSpPr>
            <a:spLocks noGrp="1" noChangeArrowheads="1"/>
          </p:cNvSpPr>
          <p:nvPr>
            <p:ph type="title"/>
          </p:nvPr>
        </p:nvSpPr>
        <p:spPr/>
        <p:txBody>
          <a:bodyPr>
            <a:normAutofit/>
          </a:bodyPr>
          <a:lstStyle/>
          <a:p>
            <a:r>
              <a:rPr lang="en-US" altLang="en-US" dirty="0"/>
              <a:t>D Flip-Flop</a:t>
            </a:r>
            <a:endParaRPr lang="ru-RU" altLang="en-US" dirty="0"/>
          </a:p>
        </p:txBody>
      </p:sp>
      <p:sp>
        <p:nvSpPr>
          <p:cNvPr id="36867" name="Объект 2">
            <a:extLst>
              <a:ext uri="{FF2B5EF4-FFF2-40B4-BE49-F238E27FC236}">
                <a16:creationId xmlns:a16="http://schemas.microsoft.com/office/drawing/2014/main" id="{CA664FCA-BA54-D4A5-D5B3-2247345A0B21}"/>
              </a:ext>
            </a:extLst>
          </p:cNvPr>
          <p:cNvSpPr>
            <a:spLocks noGrp="1" noChangeArrowheads="1"/>
          </p:cNvSpPr>
          <p:nvPr>
            <p:ph type="body" sz="quarter" idx="10"/>
          </p:nvPr>
        </p:nvSpPr>
        <p:spPr/>
        <p:txBody>
          <a:bodyPr/>
          <a:lstStyle/>
          <a:p>
            <a:r>
              <a:rPr lang="en-US" altLang="en-US"/>
              <a:t>D flip-flop</a:t>
            </a:r>
            <a:r>
              <a:rPr lang="ru-RU" altLang="en-US"/>
              <a:t> </a:t>
            </a:r>
            <a:r>
              <a:rPr lang="en-US" altLang="en-US"/>
              <a:t>has one information input</a:t>
            </a:r>
            <a:r>
              <a:rPr lang="ru-RU" altLang="en-US"/>
              <a:t>. </a:t>
            </a:r>
            <a:r>
              <a:rPr lang="en-US" altLang="en-US"/>
              <a:t>Its state</a:t>
            </a:r>
            <a:r>
              <a:rPr lang="ru-RU" altLang="en-US"/>
              <a:t> </a:t>
            </a:r>
            <a:r>
              <a:rPr lang="en-US" altLang="en-US"/>
              <a:t>repeats input signal</a:t>
            </a:r>
            <a:r>
              <a:rPr lang="ru-RU" altLang="en-US"/>
              <a:t>, </a:t>
            </a:r>
            <a:r>
              <a:rPr lang="en-US" altLang="en-US"/>
              <a:t>but with delay, defined by clock. D flip-flop</a:t>
            </a:r>
            <a:r>
              <a:rPr lang="ru-RU" altLang="en-US"/>
              <a:t> </a:t>
            </a:r>
            <a:r>
              <a:rPr lang="en-US" altLang="en-US"/>
              <a:t>is mainly synchronous. </a:t>
            </a:r>
          </a:p>
        </p:txBody>
      </p:sp>
      <p:graphicFrame>
        <p:nvGraphicFramePr>
          <p:cNvPr id="4" name="Таблица 3">
            <a:extLst>
              <a:ext uri="{FF2B5EF4-FFF2-40B4-BE49-F238E27FC236}">
                <a16:creationId xmlns:a16="http://schemas.microsoft.com/office/drawing/2014/main" id="{D99E3971-ECEC-4716-ADBE-3DFBDFB61A40}"/>
              </a:ext>
            </a:extLst>
          </p:cNvPr>
          <p:cNvGraphicFramePr>
            <a:graphicFrameLocks noGrp="1"/>
          </p:cNvGraphicFramePr>
          <p:nvPr>
            <p:extLst>
              <p:ext uri="{D42A27DB-BD31-4B8C-83A1-F6EECF244321}">
                <p14:modId xmlns:p14="http://schemas.microsoft.com/office/powerpoint/2010/main" val="539153202"/>
              </p:ext>
            </p:extLst>
          </p:nvPr>
        </p:nvGraphicFramePr>
        <p:xfrm>
          <a:off x="2581275" y="2768601"/>
          <a:ext cx="1543050" cy="2174875"/>
        </p:xfrm>
        <a:graphic>
          <a:graphicData uri="http://schemas.openxmlformats.org/drawingml/2006/table">
            <a:tbl>
              <a:tblPr firstRow="1" bandRow="1">
                <a:tableStyleId>{5C22544A-7EE6-4342-B048-85BDC9FD1C3A}</a:tableStyleId>
              </a:tblPr>
              <a:tblGrid>
                <a:gridCol w="5143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D</a:t>
                      </a:r>
                      <a:endParaRPr kumimoji="0" lang="ru-RU" sz="2000" b="0" i="0" u="none" strike="noStrike" cap="none" normalizeH="0" baseline="0" dirty="0">
                        <a:ln>
                          <a:noFill/>
                        </a:ln>
                        <a:solidFill>
                          <a:schemeClr val="bg2"/>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rPr>
                        <a:t>Q</a:t>
                      </a:r>
                      <a:endParaRPr kumimoji="0" lang="ru-RU" sz="2000" b="0" i="0" u="none" strike="noStrike" cap="none" normalizeH="0" baseline="0" dirty="0">
                        <a:ln>
                          <a:noFill/>
                        </a:ln>
                        <a:solidFill>
                          <a:schemeClr val="bg2"/>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Q*</a:t>
                      </a:r>
                      <a:endParaRPr kumimoji="0" lang="ru-RU" sz="2000" b="0" i="0" u="none" strike="noStrike" cap="none" normalizeH="0" baseline="0" dirty="0">
                        <a:ln>
                          <a:noFill/>
                        </a:ln>
                        <a:solidFill>
                          <a:schemeClr val="bg2"/>
                        </a:solidFill>
                        <a:effectLst/>
                        <a:latin typeface="Arial" pitchFamily="34" charset="0"/>
                      </a:endParaRPr>
                    </a:p>
                  </a:txBody>
                  <a:tcPr horzOverflow="overflow"/>
                </a:tc>
                <a:extLst>
                  <a:ext uri="{0D108BD9-81ED-4DB2-BD59-A6C34878D82A}">
                    <a16:rowId xmlns:a16="http://schemas.microsoft.com/office/drawing/2014/main" val="10000"/>
                  </a:ext>
                </a:extLst>
              </a:tr>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endParaRPr kumimoji="0" lang="ru-RU" sz="20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0</a:t>
                      </a:r>
                      <a:endParaRPr kumimoji="0" lang="ru-RU" sz="20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0</a:t>
                      </a:r>
                      <a:endParaRPr kumimoji="0" lang="ru-RU" sz="2000" b="0" i="0" u="none" strike="noStrike" cap="none" normalizeH="0" baseline="0" dirty="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1"/>
                  </a:ext>
                </a:extLst>
              </a:tr>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2"/>
                  </a:ext>
                </a:extLst>
              </a:tr>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3"/>
                  </a:ext>
                </a:extLst>
              </a:tr>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1</a:t>
                      </a:r>
                      <a:endParaRPr kumimoji="0" lang="ru-RU" sz="20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dirty="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4"/>
                  </a:ext>
                </a:extLst>
              </a:tr>
            </a:tbl>
          </a:graphicData>
        </a:graphic>
      </p:graphicFrame>
      <p:graphicFrame>
        <p:nvGraphicFramePr>
          <p:cNvPr id="5" name="Таблица 4">
            <a:extLst>
              <a:ext uri="{FF2B5EF4-FFF2-40B4-BE49-F238E27FC236}">
                <a16:creationId xmlns:a16="http://schemas.microsoft.com/office/drawing/2014/main" id="{A21FC603-E6BF-4172-862E-36002B8A0E6F}"/>
              </a:ext>
            </a:extLst>
          </p:cNvPr>
          <p:cNvGraphicFramePr>
            <a:graphicFrameLocks noGrp="1"/>
          </p:cNvGraphicFramePr>
          <p:nvPr>
            <p:extLst>
              <p:ext uri="{D42A27DB-BD31-4B8C-83A1-F6EECF244321}">
                <p14:modId xmlns:p14="http://schemas.microsoft.com/office/powerpoint/2010/main" val="3358489679"/>
              </p:ext>
            </p:extLst>
          </p:nvPr>
        </p:nvGraphicFramePr>
        <p:xfrm>
          <a:off x="4495801" y="2797176"/>
          <a:ext cx="2181225" cy="2174875"/>
        </p:xfrm>
        <a:graphic>
          <a:graphicData uri="http://schemas.openxmlformats.org/drawingml/2006/table">
            <a:tbl>
              <a:tblPr firstRow="1" bandRow="1">
                <a:tableStyleId>{5C22544A-7EE6-4342-B048-85BDC9FD1C3A}</a:tableStyleId>
              </a:tblPr>
              <a:tblGrid>
                <a:gridCol w="1628774">
                  <a:extLst>
                    <a:ext uri="{9D8B030D-6E8A-4147-A177-3AD203B41FA5}">
                      <a16:colId xmlns:a16="http://schemas.microsoft.com/office/drawing/2014/main" val="20000"/>
                    </a:ext>
                  </a:extLst>
                </a:gridCol>
                <a:gridCol w="552451">
                  <a:extLst>
                    <a:ext uri="{9D8B030D-6E8A-4147-A177-3AD203B41FA5}">
                      <a16:colId xmlns:a16="http://schemas.microsoft.com/office/drawing/2014/main" val="20001"/>
                    </a:ext>
                  </a:extLst>
                </a:gridCol>
              </a:tblGrid>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defRPr/>
                      </a:pPr>
                      <a:r>
                        <a:rPr lang="en-US" sz="2000" b="0" dirty="0">
                          <a:solidFill>
                            <a:schemeClr val="bg2"/>
                          </a:solidFill>
                        </a:rPr>
                        <a:t>Transition</a:t>
                      </a: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D</a:t>
                      </a:r>
                      <a:endParaRPr kumimoji="0" lang="ru-RU" sz="2000" b="0" i="0" u="none" strike="noStrike" cap="none" normalizeH="0" baseline="0" dirty="0">
                        <a:ln>
                          <a:noFill/>
                        </a:ln>
                        <a:solidFill>
                          <a:schemeClr val="bg2"/>
                        </a:solidFill>
                        <a:effectLst/>
                        <a:latin typeface="Arial" pitchFamily="34" charset="0"/>
                      </a:endParaRPr>
                    </a:p>
                  </a:txBody>
                  <a:tcPr horzOverflow="overflow"/>
                </a:tc>
                <a:extLst>
                  <a:ext uri="{0D108BD9-81ED-4DB2-BD59-A6C34878D82A}">
                    <a16:rowId xmlns:a16="http://schemas.microsoft.com/office/drawing/2014/main" val="10000"/>
                  </a:ext>
                </a:extLst>
              </a:tr>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defRPr/>
                      </a:pPr>
                      <a:r>
                        <a:rPr lang="en-US" sz="2000" dirty="0">
                          <a:solidFill>
                            <a:schemeClr val="tx1"/>
                          </a:solidFill>
                          <a:sym typeface="Symbol" pitchFamily="18" charset="2"/>
                        </a:rPr>
                        <a:t>0  0</a:t>
                      </a:r>
                      <a:endParaRPr lang="en-US" sz="2000" dirty="0">
                        <a:solidFill>
                          <a:schemeClr val="tx1"/>
                        </a:solidFill>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0</a:t>
                      </a:r>
                      <a:endParaRPr kumimoji="0" lang="ru-RU" sz="2000" b="0" i="0" u="none" strike="noStrike" cap="none" normalizeH="0" baseline="0" dirty="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1"/>
                  </a:ext>
                </a:extLst>
              </a:tr>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r>
                        <a:rPr lang="en-US" sz="2000" dirty="0">
                          <a:solidFill>
                            <a:schemeClr val="tx1"/>
                          </a:solidFill>
                          <a:sym typeface="Symbol" pitchFamily="18" charset="2"/>
                        </a:rPr>
                        <a:t> 1</a:t>
                      </a:r>
                      <a:endParaRPr kumimoji="0" lang="ru-RU" sz="20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2"/>
                  </a:ext>
                </a:extLst>
              </a:tr>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r>
                        <a:rPr lang="en-US" sz="2000" dirty="0">
                          <a:solidFill>
                            <a:schemeClr val="tx1"/>
                          </a:solidFill>
                          <a:sym typeface="Symbol" pitchFamily="18" charset="2"/>
                        </a:rPr>
                        <a:t> 0</a:t>
                      </a:r>
                      <a:endParaRPr kumimoji="0" lang="ru-RU" sz="20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rPr>
                        <a:t>0</a:t>
                      </a:r>
                      <a:endParaRPr kumimoji="0" lang="ru-RU" sz="2000" b="0" i="0" u="none" strike="noStrike" cap="none" normalizeH="0" baseline="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3"/>
                  </a:ext>
                </a:extLst>
              </a:tr>
              <a:tr h="4349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r>
                        <a:rPr lang="en-US" sz="2000" dirty="0">
                          <a:solidFill>
                            <a:schemeClr val="tx1"/>
                          </a:solidFill>
                          <a:sym typeface="Symbol" pitchFamily="18" charset="2"/>
                        </a:rPr>
                        <a:t> 1</a:t>
                      </a:r>
                      <a:endParaRPr kumimoji="0" lang="ru-RU" sz="2000" b="0" i="0" u="none" strike="noStrike" cap="none" normalizeH="0" baseline="0" dirty="0">
                        <a:ln>
                          <a:noFill/>
                        </a:ln>
                        <a:solidFill>
                          <a:schemeClr val="tx1"/>
                        </a:solidFill>
                        <a:effectLst/>
                        <a:latin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endParaRPr kumimoji="0" lang="ru-RU" sz="2000" b="0" i="0" u="none" strike="noStrike" cap="none" normalizeH="0" baseline="0" dirty="0">
                        <a:ln>
                          <a:noFill/>
                        </a:ln>
                        <a:solidFill>
                          <a:schemeClr val="tx1"/>
                        </a:solidFill>
                        <a:effectLst/>
                        <a:latin typeface="Arial" pitchFamily="34" charset="0"/>
                      </a:endParaRPr>
                    </a:p>
                  </a:txBody>
                  <a:tcPr horzOverflow="overflow"/>
                </a:tc>
                <a:extLst>
                  <a:ext uri="{0D108BD9-81ED-4DB2-BD59-A6C34878D82A}">
                    <a16:rowId xmlns:a16="http://schemas.microsoft.com/office/drawing/2014/main" val="10004"/>
                  </a:ext>
                </a:extLst>
              </a:tr>
            </a:tbl>
          </a:graphicData>
        </a:graphic>
      </p:graphicFrame>
      <p:sp>
        <p:nvSpPr>
          <p:cNvPr id="36914" name="Text Box 27">
            <a:extLst>
              <a:ext uri="{FF2B5EF4-FFF2-40B4-BE49-F238E27FC236}">
                <a16:creationId xmlns:a16="http://schemas.microsoft.com/office/drawing/2014/main" id="{406E7A30-4F38-B166-53BD-C44605C11943}"/>
              </a:ext>
            </a:extLst>
          </p:cNvPr>
          <p:cNvSpPr txBox="1">
            <a:spLocks noChangeArrowheads="1"/>
          </p:cNvSpPr>
          <p:nvPr/>
        </p:nvSpPr>
        <p:spPr bwMode="auto">
          <a:xfrm>
            <a:off x="6904039" y="2819401"/>
            <a:ext cx="3330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Characteristic equation</a:t>
            </a:r>
          </a:p>
          <a:p>
            <a:pPr eaLnBrk="1" hangingPunct="1"/>
            <a:r>
              <a:rPr lang="en-US" altLang="en-US" sz="2000"/>
              <a:t>of D flip-flop:     Q</a:t>
            </a:r>
            <a:r>
              <a:rPr lang="en-US" altLang="en-US" sz="2000" baseline="30000"/>
              <a:t>* </a:t>
            </a:r>
            <a:r>
              <a:rPr lang="en-US" altLang="en-US" sz="2000"/>
              <a:t>= D</a:t>
            </a:r>
          </a:p>
        </p:txBody>
      </p:sp>
      <p:grpSp>
        <p:nvGrpSpPr>
          <p:cNvPr id="36915" name="Группа 6">
            <a:extLst>
              <a:ext uri="{FF2B5EF4-FFF2-40B4-BE49-F238E27FC236}">
                <a16:creationId xmlns:a16="http://schemas.microsoft.com/office/drawing/2014/main" id="{08BAFE7C-50AE-D989-9846-80E31B05ADD4}"/>
              </a:ext>
            </a:extLst>
          </p:cNvPr>
          <p:cNvGrpSpPr>
            <a:grpSpLocks/>
          </p:cNvGrpSpPr>
          <p:nvPr/>
        </p:nvGrpSpPr>
        <p:grpSpPr bwMode="auto">
          <a:xfrm>
            <a:off x="6927850" y="3795714"/>
            <a:ext cx="3035300" cy="985837"/>
            <a:chOff x="2432050" y="4635502"/>
            <a:chExt cx="4475163" cy="1330326"/>
          </a:xfrm>
        </p:grpSpPr>
        <p:sp>
          <p:nvSpPr>
            <p:cNvPr id="36916" name="Text Box 53">
              <a:extLst>
                <a:ext uri="{FF2B5EF4-FFF2-40B4-BE49-F238E27FC236}">
                  <a16:creationId xmlns:a16="http://schemas.microsoft.com/office/drawing/2014/main" id="{5937E735-C015-3FB7-52F3-3F64BD2242A8}"/>
                </a:ext>
              </a:extLst>
            </p:cNvPr>
            <p:cNvSpPr txBox="1">
              <a:spLocks noChangeArrowheads="1"/>
            </p:cNvSpPr>
            <p:nvPr/>
          </p:nvSpPr>
          <p:spPr bwMode="auto">
            <a:xfrm>
              <a:off x="6373812" y="5143501"/>
              <a:ext cx="533401" cy="456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1</a:t>
              </a:r>
            </a:p>
          </p:txBody>
        </p:sp>
        <p:grpSp>
          <p:nvGrpSpPr>
            <p:cNvPr id="36917" name="Group 96">
              <a:extLst>
                <a:ext uri="{FF2B5EF4-FFF2-40B4-BE49-F238E27FC236}">
                  <a16:creationId xmlns:a16="http://schemas.microsoft.com/office/drawing/2014/main" id="{CEBF7CC0-3CDF-05CD-3245-EA4667E37A30}"/>
                </a:ext>
              </a:extLst>
            </p:cNvPr>
            <p:cNvGrpSpPr>
              <a:grpSpLocks/>
            </p:cNvGrpSpPr>
            <p:nvPr/>
          </p:nvGrpSpPr>
          <p:grpSpPr bwMode="auto">
            <a:xfrm>
              <a:off x="2432050" y="4635502"/>
              <a:ext cx="3992563" cy="1330326"/>
              <a:chOff x="1214" y="3067"/>
              <a:chExt cx="2515" cy="838"/>
            </a:xfrm>
          </p:grpSpPr>
          <p:sp>
            <p:nvSpPr>
              <p:cNvPr id="10" name="Text Box 51">
                <a:extLst>
                  <a:ext uri="{FF2B5EF4-FFF2-40B4-BE49-F238E27FC236}">
                    <a16:creationId xmlns:a16="http://schemas.microsoft.com/office/drawing/2014/main" id="{4624F6D0-A1A3-47F6-BABE-1DEE5BC9974F}"/>
                  </a:ext>
                </a:extLst>
              </p:cNvPr>
              <p:cNvSpPr txBox="1">
                <a:spLocks noChangeArrowheads="1"/>
              </p:cNvSpPr>
              <p:nvPr/>
            </p:nvSpPr>
            <p:spPr bwMode="auto">
              <a:xfrm>
                <a:off x="2371" y="3618"/>
                <a:ext cx="336" cy="287"/>
              </a:xfrm>
              <a:prstGeom prst="rect">
                <a:avLst/>
              </a:prstGeom>
              <a:noFill/>
              <a:ln w="28575">
                <a:noFill/>
                <a:miter lim="800000"/>
                <a:headEnd/>
                <a:tailEnd/>
              </a:ln>
            </p:spPr>
            <p:txBody>
              <a:bodyPr>
                <a:spAutoFit/>
              </a:bodyPr>
              <a:lstStyle/>
              <a:p>
                <a:pPr eaLnBrk="1" hangingPunct="1">
                  <a:spcBef>
                    <a:spcPct val="50000"/>
                  </a:spcBef>
                  <a:defRPr/>
                </a:pPr>
                <a:r>
                  <a:rPr lang="en-US" sz="1600" dirty="0"/>
                  <a:t>0</a:t>
                </a:r>
              </a:p>
            </p:txBody>
          </p:sp>
          <p:sp>
            <p:nvSpPr>
              <p:cNvPr id="11" name="Oval 45">
                <a:extLst>
                  <a:ext uri="{FF2B5EF4-FFF2-40B4-BE49-F238E27FC236}">
                    <a16:creationId xmlns:a16="http://schemas.microsoft.com/office/drawing/2014/main" id="{A50F3328-5DFA-42BF-9BF2-83C125337731}"/>
                  </a:ext>
                </a:extLst>
              </p:cNvPr>
              <p:cNvSpPr>
                <a:spLocks noChangeArrowheads="1"/>
              </p:cNvSpPr>
              <p:nvPr/>
            </p:nvSpPr>
            <p:spPr bwMode="auto">
              <a:xfrm>
                <a:off x="1617" y="3368"/>
                <a:ext cx="485" cy="484"/>
              </a:xfrm>
              <a:prstGeom prst="ellipse">
                <a:avLst/>
              </a:prstGeom>
              <a:solidFill>
                <a:schemeClr val="accent1"/>
              </a:solidFill>
              <a:ln w="28575">
                <a:solidFill>
                  <a:schemeClr val="tx1"/>
                </a:solidFill>
                <a:round/>
                <a:headEnd/>
                <a:tailEnd/>
              </a:ln>
            </p:spPr>
            <p:txBody>
              <a:bodyPr wrap="none" anchor="ctr"/>
              <a:lstStyle/>
              <a:p>
                <a:pPr algn="ctr" eaLnBrk="1" hangingPunct="1">
                  <a:defRPr/>
                </a:pPr>
                <a:r>
                  <a:rPr lang="en-US" sz="1600" dirty="0">
                    <a:solidFill>
                      <a:schemeClr val="bg2"/>
                    </a:solidFill>
                  </a:rPr>
                  <a:t>0</a:t>
                </a:r>
              </a:p>
            </p:txBody>
          </p:sp>
          <p:sp>
            <p:nvSpPr>
              <p:cNvPr id="12" name="Oval 46">
                <a:extLst>
                  <a:ext uri="{FF2B5EF4-FFF2-40B4-BE49-F238E27FC236}">
                    <a16:creationId xmlns:a16="http://schemas.microsoft.com/office/drawing/2014/main" id="{4FD619F3-F52C-49BE-B722-E07B778038C6}"/>
                  </a:ext>
                </a:extLst>
              </p:cNvPr>
              <p:cNvSpPr>
                <a:spLocks noChangeArrowheads="1"/>
              </p:cNvSpPr>
              <p:nvPr/>
            </p:nvSpPr>
            <p:spPr bwMode="auto">
              <a:xfrm>
                <a:off x="2945" y="3331"/>
                <a:ext cx="485" cy="483"/>
              </a:xfrm>
              <a:prstGeom prst="ellipse">
                <a:avLst/>
              </a:prstGeom>
              <a:solidFill>
                <a:schemeClr val="accent1"/>
              </a:solidFill>
              <a:ln w="28575">
                <a:solidFill>
                  <a:schemeClr val="tx1"/>
                </a:solidFill>
                <a:round/>
                <a:headEnd/>
                <a:tailEnd/>
              </a:ln>
            </p:spPr>
            <p:txBody>
              <a:bodyPr wrap="none" anchor="ctr"/>
              <a:lstStyle/>
              <a:p>
                <a:pPr algn="ctr" eaLnBrk="1" hangingPunct="1">
                  <a:defRPr/>
                </a:pPr>
                <a:r>
                  <a:rPr lang="en-US" sz="1600" dirty="0">
                    <a:solidFill>
                      <a:schemeClr val="bg2"/>
                    </a:solidFill>
                  </a:rPr>
                  <a:t>1</a:t>
                </a:r>
              </a:p>
            </p:txBody>
          </p:sp>
          <p:sp>
            <p:nvSpPr>
              <p:cNvPr id="13" name="Arc 47">
                <a:extLst>
                  <a:ext uri="{FF2B5EF4-FFF2-40B4-BE49-F238E27FC236}">
                    <a16:creationId xmlns:a16="http://schemas.microsoft.com/office/drawing/2014/main" id="{AB4FB611-CC04-4045-830C-6C5A76A87E6A}"/>
                  </a:ext>
                </a:extLst>
              </p:cNvPr>
              <p:cNvSpPr>
                <a:spLocks/>
              </p:cNvSpPr>
              <p:nvPr/>
            </p:nvSpPr>
            <p:spPr bwMode="auto">
              <a:xfrm>
                <a:off x="2001" y="3290"/>
                <a:ext cx="980" cy="390"/>
              </a:xfrm>
              <a:custGeom>
                <a:avLst/>
                <a:gdLst>
                  <a:gd name="T0" fmla="*/ 0 w 32116"/>
                  <a:gd name="T1" fmla="*/ 0 h 21600"/>
                  <a:gd name="T2" fmla="*/ 0 w 32116"/>
                  <a:gd name="T3" fmla="*/ 0 h 21600"/>
                  <a:gd name="T4" fmla="*/ 0 w 32116"/>
                  <a:gd name="T5" fmla="*/ 0 h 21600"/>
                  <a:gd name="T6" fmla="*/ 0 60000 65536"/>
                  <a:gd name="T7" fmla="*/ 0 60000 65536"/>
                  <a:gd name="T8" fmla="*/ 0 60000 65536"/>
                  <a:gd name="T9" fmla="*/ 0 w 32116"/>
                  <a:gd name="T10" fmla="*/ 0 h 21600"/>
                  <a:gd name="T11" fmla="*/ 32116 w 32116"/>
                  <a:gd name="T12" fmla="*/ 21600 h 21600"/>
                </a:gdLst>
                <a:ahLst/>
                <a:cxnLst>
                  <a:cxn ang="T6">
                    <a:pos x="T0" y="T1"/>
                  </a:cxn>
                  <a:cxn ang="T7">
                    <a:pos x="T2" y="T3"/>
                  </a:cxn>
                  <a:cxn ang="T8">
                    <a:pos x="T4" y="T5"/>
                  </a:cxn>
                </a:cxnLst>
                <a:rect l="T9" t="T10" r="T11" b="T12"/>
                <a:pathLst>
                  <a:path w="32116" h="21600" fill="none" extrusionOk="0">
                    <a:moveTo>
                      <a:pt x="-1" y="6208"/>
                    </a:moveTo>
                    <a:cubicBezTo>
                      <a:pt x="4040" y="2230"/>
                      <a:pt x="9484" y="-1"/>
                      <a:pt x="15155" y="0"/>
                    </a:cubicBezTo>
                    <a:cubicBezTo>
                      <a:pt x="21769" y="0"/>
                      <a:pt x="28019" y="3030"/>
                      <a:pt x="32115" y="8225"/>
                    </a:cubicBezTo>
                  </a:path>
                  <a:path w="32116" h="21600" stroke="0" extrusionOk="0">
                    <a:moveTo>
                      <a:pt x="-1" y="6208"/>
                    </a:moveTo>
                    <a:cubicBezTo>
                      <a:pt x="4040" y="2230"/>
                      <a:pt x="9484" y="-1"/>
                      <a:pt x="15155" y="0"/>
                    </a:cubicBezTo>
                    <a:cubicBezTo>
                      <a:pt x="21769" y="0"/>
                      <a:pt x="28019" y="3030"/>
                      <a:pt x="32115" y="8225"/>
                    </a:cubicBezTo>
                    <a:lnTo>
                      <a:pt x="15155" y="21600"/>
                    </a:lnTo>
                    <a:close/>
                  </a:path>
                </a:pathLst>
              </a:custGeom>
              <a:noFill/>
              <a:ln w="28575">
                <a:solidFill>
                  <a:schemeClr val="tx1"/>
                </a:solidFill>
                <a:round/>
                <a:headEnd/>
                <a:tailEnd type="triangle" w="lg" len="lg"/>
              </a:ln>
            </p:spPr>
            <p:txBody>
              <a:bodyPr wrap="none" anchor="ctr"/>
              <a:lstStyle/>
              <a:p>
                <a:pPr eaLnBrk="1" hangingPunct="1">
                  <a:defRPr/>
                </a:pPr>
                <a:endParaRPr lang="ru-RU" sz="1600"/>
              </a:p>
            </p:txBody>
          </p:sp>
          <p:sp>
            <p:nvSpPr>
              <p:cNvPr id="14" name="Arc 48">
                <a:extLst>
                  <a:ext uri="{FF2B5EF4-FFF2-40B4-BE49-F238E27FC236}">
                    <a16:creationId xmlns:a16="http://schemas.microsoft.com/office/drawing/2014/main" id="{BE420861-5937-41AF-8DA5-0AC4F941817E}"/>
                  </a:ext>
                </a:extLst>
              </p:cNvPr>
              <p:cNvSpPr>
                <a:spLocks/>
              </p:cNvSpPr>
              <p:nvPr/>
            </p:nvSpPr>
            <p:spPr bwMode="auto">
              <a:xfrm rot="10800000">
                <a:off x="2071" y="3526"/>
                <a:ext cx="936" cy="341"/>
              </a:xfrm>
              <a:custGeom>
                <a:avLst/>
                <a:gdLst>
                  <a:gd name="T0" fmla="*/ 0 w 32691"/>
                  <a:gd name="T1" fmla="*/ 0 h 21600"/>
                  <a:gd name="T2" fmla="*/ 0 w 32691"/>
                  <a:gd name="T3" fmla="*/ 0 h 21600"/>
                  <a:gd name="T4" fmla="*/ 0 w 32691"/>
                  <a:gd name="T5" fmla="*/ 0 h 21600"/>
                  <a:gd name="T6" fmla="*/ 0 60000 65536"/>
                  <a:gd name="T7" fmla="*/ 0 60000 65536"/>
                  <a:gd name="T8" fmla="*/ 0 60000 65536"/>
                  <a:gd name="T9" fmla="*/ 0 w 32691"/>
                  <a:gd name="T10" fmla="*/ 0 h 21600"/>
                  <a:gd name="T11" fmla="*/ 32691 w 32691"/>
                  <a:gd name="T12" fmla="*/ 21600 h 21600"/>
                </a:gdLst>
                <a:ahLst/>
                <a:cxnLst>
                  <a:cxn ang="T6">
                    <a:pos x="T0" y="T1"/>
                  </a:cxn>
                  <a:cxn ang="T7">
                    <a:pos x="T2" y="T3"/>
                  </a:cxn>
                  <a:cxn ang="T8">
                    <a:pos x="T4" y="T5"/>
                  </a:cxn>
                </a:cxnLst>
                <a:rect l="T9" t="T10" r="T11" b="T12"/>
                <a:pathLst>
                  <a:path w="32691" h="21600" fill="none" extrusionOk="0">
                    <a:moveTo>
                      <a:pt x="-1" y="6094"/>
                    </a:moveTo>
                    <a:cubicBezTo>
                      <a:pt x="4029" y="2186"/>
                      <a:pt x="9423" y="-1"/>
                      <a:pt x="15038" y="0"/>
                    </a:cubicBezTo>
                    <a:cubicBezTo>
                      <a:pt x="22060" y="0"/>
                      <a:pt x="28644" y="3414"/>
                      <a:pt x="32691" y="9153"/>
                    </a:cubicBezTo>
                  </a:path>
                  <a:path w="32691" h="21600" stroke="0" extrusionOk="0">
                    <a:moveTo>
                      <a:pt x="-1" y="6094"/>
                    </a:moveTo>
                    <a:cubicBezTo>
                      <a:pt x="4029" y="2186"/>
                      <a:pt x="9423" y="-1"/>
                      <a:pt x="15038" y="0"/>
                    </a:cubicBezTo>
                    <a:cubicBezTo>
                      <a:pt x="22060" y="0"/>
                      <a:pt x="28644" y="3414"/>
                      <a:pt x="32691" y="9153"/>
                    </a:cubicBezTo>
                    <a:lnTo>
                      <a:pt x="15038" y="21600"/>
                    </a:lnTo>
                    <a:close/>
                  </a:path>
                </a:pathLst>
              </a:custGeom>
              <a:noFill/>
              <a:ln w="28575">
                <a:solidFill>
                  <a:schemeClr val="tx1"/>
                </a:solidFill>
                <a:round/>
                <a:headEnd/>
                <a:tailEnd type="triangle" w="lg" len="lg"/>
              </a:ln>
            </p:spPr>
            <p:txBody>
              <a:bodyPr rot="10800000" wrap="none" anchor="ctr"/>
              <a:lstStyle/>
              <a:p>
                <a:pPr eaLnBrk="1" hangingPunct="1">
                  <a:defRPr/>
                </a:pPr>
                <a:endParaRPr lang="ru-RU" sz="1600"/>
              </a:p>
            </p:txBody>
          </p:sp>
          <p:sp>
            <p:nvSpPr>
              <p:cNvPr id="15" name="Arc 49">
                <a:extLst>
                  <a:ext uri="{FF2B5EF4-FFF2-40B4-BE49-F238E27FC236}">
                    <a16:creationId xmlns:a16="http://schemas.microsoft.com/office/drawing/2014/main" id="{04AF1040-8C10-4417-BCA7-D40CBFA86D90}"/>
                  </a:ext>
                </a:extLst>
              </p:cNvPr>
              <p:cNvSpPr>
                <a:spLocks/>
              </p:cNvSpPr>
              <p:nvPr/>
            </p:nvSpPr>
            <p:spPr bwMode="auto">
              <a:xfrm flipH="1">
                <a:off x="1376" y="3344"/>
                <a:ext cx="376" cy="399"/>
              </a:xfrm>
              <a:custGeom>
                <a:avLst/>
                <a:gdLst>
                  <a:gd name="T0" fmla="*/ 0 w 36972"/>
                  <a:gd name="T1" fmla="*/ 0 h 43200"/>
                  <a:gd name="T2" fmla="*/ 0 w 36972"/>
                  <a:gd name="T3" fmla="*/ 0 h 43200"/>
                  <a:gd name="T4" fmla="*/ 0 w 36972"/>
                  <a:gd name="T5" fmla="*/ 0 h 43200"/>
                  <a:gd name="T6" fmla="*/ 0 60000 65536"/>
                  <a:gd name="T7" fmla="*/ 0 60000 65536"/>
                  <a:gd name="T8" fmla="*/ 0 60000 65536"/>
                  <a:gd name="T9" fmla="*/ 0 w 36972"/>
                  <a:gd name="T10" fmla="*/ 0 h 43200"/>
                  <a:gd name="T11" fmla="*/ 36972 w 36972"/>
                  <a:gd name="T12" fmla="*/ 43200 h 43200"/>
                </a:gdLst>
                <a:ahLst/>
                <a:cxnLst>
                  <a:cxn ang="T6">
                    <a:pos x="T0" y="T1"/>
                  </a:cxn>
                  <a:cxn ang="T7">
                    <a:pos x="T2" y="T3"/>
                  </a:cxn>
                  <a:cxn ang="T8">
                    <a:pos x="T4" y="T5"/>
                  </a:cxn>
                </a:cxnLst>
                <a:rect l="T9" t="T10" r="T11" b="T12"/>
                <a:pathLst>
                  <a:path w="36972" h="43200" fill="none" extrusionOk="0">
                    <a:moveTo>
                      <a:pt x="0" y="6425"/>
                    </a:moveTo>
                    <a:cubicBezTo>
                      <a:pt x="4058" y="2314"/>
                      <a:pt x="9595" y="-1"/>
                      <a:pt x="15372" y="0"/>
                    </a:cubicBezTo>
                    <a:cubicBezTo>
                      <a:pt x="27301" y="0"/>
                      <a:pt x="36972" y="9670"/>
                      <a:pt x="36972" y="21600"/>
                    </a:cubicBezTo>
                    <a:cubicBezTo>
                      <a:pt x="36972" y="33529"/>
                      <a:pt x="27301" y="43200"/>
                      <a:pt x="15372" y="43200"/>
                    </a:cubicBezTo>
                    <a:cubicBezTo>
                      <a:pt x="13953" y="43200"/>
                      <a:pt x="12538" y="43060"/>
                      <a:pt x="11147" y="42782"/>
                    </a:cubicBezTo>
                  </a:path>
                  <a:path w="36972" h="43200" stroke="0" extrusionOk="0">
                    <a:moveTo>
                      <a:pt x="0" y="6425"/>
                    </a:moveTo>
                    <a:cubicBezTo>
                      <a:pt x="4058" y="2314"/>
                      <a:pt x="9595" y="-1"/>
                      <a:pt x="15372" y="0"/>
                    </a:cubicBezTo>
                    <a:cubicBezTo>
                      <a:pt x="27301" y="0"/>
                      <a:pt x="36972" y="9670"/>
                      <a:pt x="36972" y="21600"/>
                    </a:cubicBezTo>
                    <a:cubicBezTo>
                      <a:pt x="36972" y="33529"/>
                      <a:pt x="27301" y="43200"/>
                      <a:pt x="15372" y="43200"/>
                    </a:cubicBezTo>
                    <a:cubicBezTo>
                      <a:pt x="13953" y="43200"/>
                      <a:pt x="12538" y="43060"/>
                      <a:pt x="11147" y="42782"/>
                    </a:cubicBezTo>
                    <a:lnTo>
                      <a:pt x="15372" y="21600"/>
                    </a:lnTo>
                    <a:close/>
                  </a:path>
                </a:pathLst>
              </a:custGeom>
              <a:noFill/>
              <a:ln w="28575">
                <a:solidFill>
                  <a:schemeClr val="tx1"/>
                </a:solidFill>
                <a:round/>
                <a:headEnd/>
                <a:tailEnd type="triangle" w="lg" len="lg"/>
              </a:ln>
            </p:spPr>
            <p:txBody>
              <a:bodyPr wrap="none" anchor="ctr"/>
              <a:lstStyle/>
              <a:p>
                <a:pPr eaLnBrk="1" hangingPunct="1">
                  <a:defRPr/>
                </a:pPr>
                <a:endParaRPr lang="ru-RU" sz="1600"/>
              </a:p>
            </p:txBody>
          </p:sp>
          <p:sp>
            <p:nvSpPr>
              <p:cNvPr id="16" name="Arc 50">
                <a:extLst>
                  <a:ext uri="{FF2B5EF4-FFF2-40B4-BE49-F238E27FC236}">
                    <a16:creationId xmlns:a16="http://schemas.microsoft.com/office/drawing/2014/main" id="{5ADF6C29-3D89-4144-AD49-4116F0AE130B}"/>
                  </a:ext>
                </a:extLst>
              </p:cNvPr>
              <p:cNvSpPr>
                <a:spLocks/>
              </p:cNvSpPr>
              <p:nvPr/>
            </p:nvSpPr>
            <p:spPr bwMode="auto">
              <a:xfrm rot="9581927" flipH="1">
                <a:off x="3311" y="3415"/>
                <a:ext cx="420" cy="399"/>
              </a:xfrm>
              <a:custGeom>
                <a:avLst/>
                <a:gdLst>
                  <a:gd name="T0" fmla="*/ 0 w 41244"/>
                  <a:gd name="T1" fmla="*/ 0 h 43200"/>
                  <a:gd name="T2" fmla="*/ 0 w 41244"/>
                  <a:gd name="T3" fmla="*/ 0 h 43200"/>
                  <a:gd name="T4" fmla="*/ 0 w 41244"/>
                  <a:gd name="T5" fmla="*/ 0 h 43200"/>
                  <a:gd name="T6" fmla="*/ 0 60000 65536"/>
                  <a:gd name="T7" fmla="*/ 0 60000 65536"/>
                  <a:gd name="T8" fmla="*/ 0 60000 65536"/>
                  <a:gd name="T9" fmla="*/ 0 w 41244"/>
                  <a:gd name="T10" fmla="*/ 0 h 43200"/>
                  <a:gd name="T11" fmla="*/ 41244 w 41244"/>
                  <a:gd name="T12" fmla="*/ 43200 h 43200"/>
                </a:gdLst>
                <a:ahLst/>
                <a:cxnLst>
                  <a:cxn ang="T6">
                    <a:pos x="T0" y="T1"/>
                  </a:cxn>
                  <a:cxn ang="T7">
                    <a:pos x="T2" y="T3"/>
                  </a:cxn>
                  <a:cxn ang="T8">
                    <a:pos x="T4" y="T5"/>
                  </a:cxn>
                </a:cxnLst>
                <a:rect l="T9" t="T10" r="T11" b="T12"/>
                <a:pathLst>
                  <a:path w="41244" h="43200" fill="none" extrusionOk="0">
                    <a:moveTo>
                      <a:pt x="0" y="12617"/>
                    </a:moveTo>
                    <a:cubicBezTo>
                      <a:pt x="3515" y="4930"/>
                      <a:pt x="11191" y="-1"/>
                      <a:pt x="19644" y="0"/>
                    </a:cubicBezTo>
                    <a:cubicBezTo>
                      <a:pt x="31573" y="0"/>
                      <a:pt x="41244" y="9670"/>
                      <a:pt x="41244" y="21600"/>
                    </a:cubicBezTo>
                    <a:cubicBezTo>
                      <a:pt x="41244" y="33529"/>
                      <a:pt x="31573" y="43200"/>
                      <a:pt x="19644" y="43200"/>
                    </a:cubicBezTo>
                    <a:cubicBezTo>
                      <a:pt x="18225" y="43200"/>
                      <a:pt x="16810" y="43060"/>
                      <a:pt x="15419" y="42782"/>
                    </a:cubicBezTo>
                  </a:path>
                  <a:path w="41244" h="43200" stroke="0" extrusionOk="0">
                    <a:moveTo>
                      <a:pt x="0" y="12617"/>
                    </a:moveTo>
                    <a:cubicBezTo>
                      <a:pt x="3515" y="4930"/>
                      <a:pt x="11191" y="-1"/>
                      <a:pt x="19644" y="0"/>
                    </a:cubicBezTo>
                    <a:cubicBezTo>
                      <a:pt x="31573" y="0"/>
                      <a:pt x="41244" y="9670"/>
                      <a:pt x="41244" y="21600"/>
                    </a:cubicBezTo>
                    <a:cubicBezTo>
                      <a:pt x="41244" y="33529"/>
                      <a:pt x="31573" y="43200"/>
                      <a:pt x="19644" y="43200"/>
                    </a:cubicBezTo>
                    <a:cubicBezTo>
                      <a:pt x="18225" y="43200"/>
                      <a:pt x="16810" y="43060"/>
                      <a:pt x="15419" y="42782"/>
                    </a:cubicBezTo>
                    <a:lnTo>
                      <a:pt x="19644" y="21600"/>
                    </a:lnTo>
                    <a:close/>
                  </a:path>
                </a:pathLst>
              </a:custGeom>
              <a:noFill/>
              <a:ln w="28575">
                <a:solidFill>
                  <a:schemeClr val="tx1"/>
                </a:solidFill>
                <a:round/>
                <a:headEnd/>
                <a:tailEnd type="triangle" w="lg" len="lg"/>
              </a:ln>
            </p:spPr>
            <p:txBody>
              <a:bodyPr rot="10800000" wrap="none" anchor="ctr"/>
              <a:lstStyle/>
              <a:p>
                <a:pPr eaLnBrk="1" hangingPunct="1">
                  <a:defRPr/>
                </a:pPr>
                <a:endParaRPr lang="ru-RU" sz="1600"/>
              </a:p>
            </p:txBody>
          </p:sp>
          <p:sp>
            <p:nvSpPr>
              <p:cNvPr id="17" name="Text Box 52">
                <a:extLst>
                  <a:ext uri="{FF2B5EF4-FFF2-40B4-BE49-F238E27FC236}">
                    <a16:creationId xmlns:a16="http://schemas.microsoft.com/office/drawing/2014/main" id="{47170D9F-82A2-4E1E-AC3C-266C994FFABE}"/>
                  </a:ext>
                </a:extLst>
              </p:cNvPr>
              <p:cNvSpPr txBox="1">
                <a:spLocks noChangeArrowheads="1"/>
              </p:cNvSpPr>
              <p:nvPr/>
            </p:nvSpPr>
            <p:spPr bwMode="auto">
              <a:xfrm>
                <a:off x="1214" y="3273"/>
                <a:ext cx="336" cy="286"/>
              </a:xfrm>
              <a:prstGeom prst="rect">
                <a:avLst/>
              </a:prstGeom>
              <a:noFill/>
              <a:ln w="28575">
                <a:noFill/>
                <a:miter lim="800000"/>
                <a:headEnd/>
                <a:tailEnd/>
              </a:ln>
            </p:spPr>
            <p:txBody>
              <a:bodyPr>
                <a:spAutoFit/>
              </a:bodyPr>
              <a:lstStyle/>
              <a:p>
                <a:pPr eaLnBrk="1" hangingPunct="1">
                  <a:spcBef>
                    <a:spcPct val="50000"/>
                  </a:spcBef>
                  <a:defRPr/>
                </a:pPr>
                <a:r>
                  <a:rPr lang="en-US" sz="1600" dirty="0"/>
                  <a:t>0</a:t>
                </a:r>
              </a:p>
            </p:txBody>
          </p:sp>
          <p:sp>
            <p:nvSpPr>
              <p:cNvPr id="18" name="Text Box 54">
                <a:extLst>
                  <a:ext uri="{FF2B5EF4-FFF2-40B4-BE49-F238E27FC236}">
                    <a16:creationId xmlns:a16="http://schemas.microsoft.com/office/drawing/2014/main" id="{2CCD558D-6A95-43BB-867B-232072350F2D}"/>
                  </a:ext>
                </a:extLst>
              </p:cNvPr>
              <p:cNvSpPr txBox="1">
                <a:spLocks noChangeArrowheads="1"/>
              </p:cNvSpPr>
              <p:nvPr/>
            </p:nvSpPr>
            <p:spPr bwMode="auto">
              <a:xfrm>
                <a:off x="2368" y="3067"/>
                <a:ext cx="336" cy="287"/>
              </a:xfrm>
              <a:prstGeom prst="rect">
                <a:avLst/>
              </a:prstGeom>
              <a:noFill/>
              <a:ln w="28575">
                <a:noFill/>
                <a:miter lim="800000"/>
                <a:headEnd/>
                <a:tailEnd/>
              </a:ln>
            </p:spPr>
            <p:txBody>
              <a:bodyPr>
                <a:spAutoFit/>
              </a:bodyPr>
              <a:lstStyle/>
              <a:p>
                <a:pPr eaLnBrk="1" hangingPunct="1">
                  <a:spcBef>
                    <a:spcPct val="50000"/>
                  </a:spcBef>
                  <a:defRPr/>
                </a:pPr>
                <a:r>
                  <a:rPr lang="en-US" sz="1600" dirty="0"/>
                  <a:t>1</a:t>
                </a: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Заголовок 1">
            <a:extLst>
              <a:ext uri="{FF2B5EF4-FFF2-40B4-BE49-F238E27FC236}">
                <a16:creationId xmlns:a16="http://schemas.microsoft.com/office/drawing/2014/main" id="{0AD43FEA-A55E-739E-B8E9-0E4EFCCDA1A1}"/>
              </a:ext>
            </a:extLst>
          </p:cNvPr>
          <p:cNvSpPr>
            <a:spLocks noGrp="1" noChangeArrowheads="1"/>
          </p:cNvSpPr>
          <p:nvPr>
            <p:ph type="title"/>
          </p:nvPr>
        </p:nvSpPr>
        <p:spPr/>
        <p:txBody>
          <a:bodyPr>
            <a:normAutofit/>
          </a:bodyPr>
          <a:lstStyle/>
          <a:p>
            <a:r>
              <a:rPr lang="en-US" altLang="en-US" dirty="0"/>
              <a:t>Designing D Latch Based on RS Latch</a:t>
            </a:r>
            <a:endParaRPr lang="ru-RU" altLang="en-US" dirty="0"/>
          </a:p>
        </p:txBody>
      </p:sp>
      <p:graphicFrame>
        <p:nvGraphicFramePr>
          <p:cNvPr id="4" name="Объект 3">
            <a:extLst>
              <a:ext uri="{FF2B5EF4-FFF2-40B4-BE49-F238E27FC236}">
                <a16:creationId xmlns:a16="http://schemas.microsoft.com/office/drawing/2014/main" id="{E7569574-B122-495B-9EF0-F4D9AF875CAD}"/>
              </a:ext>
            </a:extLst>
          </p:cNvPr>
          <p:cNvGraphicFramePr>
            <a:graphicFrameLocks noGrp="1"/>
          </p:cNvGraphicFramePr>
          <p:nvPr>
            <p:ph idx="4294967295"/>
            <p:extLst>
              <p:ext uri="{D42A27DB-BD31-4B8C-83A1-F6EECF244321}">
                <p14:modId xmlns:p14="http://schemas.microsoft.com/office/powerpoint/2010/main" val="2141592449"/>
              </p:ext>
            </p:extLst>
          </p:nvPr>
        </p:nvGraphicFramePr>
        <p:xfrm>
          <a:off x="2158206" y="2185989"/>
          <a:ext cx="2838450" cy="1854200"/>
        </p:xfrm>
        <a:graphic>
          <a:graphicData uri="http://schemas.openxmlformats.org/drawingml/2006/table">
            <a:tbl>
              <a:tblPr firstRow="1" bandRow="1">
                <a:tableStyleId>{5C22544A-7EE6-4342-B048-85BDC9FD1C3A}</a:tableStyleId>
              </a:tblPr>
              <a:tblGrid>
                <a:gridCol w="567690">
                  <a:extLst>
                    <a:ext uri="{9D8B030D-6E8A-4147-A177-3AD203B41FA5}">
                      <a16:colId xmlns:a16="http://schemas.microsoft.com/office/drawing/2014/main" val="20000"/>
                    </a:ext>
                  </a:extLst>
                </a:gridCol>
                <a:gridCol w="567690">
                  <a:extLst>
                    <a:ext uri="{9D8B030D-6E8A-4147-A177-3AD203B41FA5}">
                      <a16:colId xmlns:a16="http://schemas.microsoft.com/office/drawing/2014/main" val="20001"/>
                    </a:ext>
                  </a:extLst>
                </a:gridCol>
                <a:gridCol w="567690">
                  <a:extLst>
                    <a:ext uri="{9D8B030D-6E8A-4147-A177-3AD203B41FA5}">
                      <a16:colId xmlns:a16="http://schemas.microsoft.com/office/drawing/2014/main" val="20002"/>
                    </a:ext>
                  </a:extLst>
                </a:gridCol>
                <a:gridCol w="567690">
                  <a:extLst>
                    <a:ext uri="{9D8B030D-6E8A-4147-A177-3AD203B41FA5}">
                      <a16:colId xmlns:a16="http://schemas.microsoft.com/office/drawing/2014/main" val="20003"/>
                    </a:ext>
                  </a:extLst>
                </a:gridCol>
                <a:gridCol w="567690">
                  <a:extLst>
                    <a:ext uri="{9D8B030D-6E8A-4147-A177-3AD203B41FA5}">
                      <a16:colId xmlns:a16="http://schemas.microsoft.com/office/drawing/2014/main" val="20004"/>
                    </a:ext>
                  </a:extLst>
                </a:gridCol>
              </a:tblGrid>
              <a:tr h="370840">
                <a:tc>
                  <a:txBody>
                    <a:bodyPr/>
                    <a:lstStyle/>
                    <a:p>
                      <a:r>
                        <a:rPr lang="en-US" b="0" dirty="0">
                          <a:solidFill>
                            <a:schemeClr val="bg2"/>
                          </a:solidFill>
                        </a:rPr>
                        <a:t>D</a:t>
                      </a:r>
                      <a:endParaRPr lang="ru-RU" b="0" dirty="0">
                        <a:solidFill>
                          <a:schemeClr val="bg2"/>
                        </a:solidFill>
                      </a:endParaRPr>
                    </a:p>
                  </a:txBody>
                  <a:tcPr marL="91445" marR="91445"/>
                </a:tc>
                <a:tc>
                  <a:txBody>
                    <a:bodyPr/>
                    <a:lstStyle/>
                    <a:p>
                      <a:r>
                        <a:rPr lang="en-US" b="0" dirty="0">
                          <a:solidFill>
                            <a:schemeClr val="bg2"/>
                          </a:solidFill>
                        </a:rPr>
                        <a:t>Q</a:t>
                      </a:r>
                      <a:endParaRPr lang="ru-RU" b="0" dirty="0">
                        <a:solidFill>
                          <a:schemeClr val="bg2"/>
                        </a:solidFill>
                      </a:endParaRPr>
                    </a:p>
                  </a:txBody>
                  <a:tcPr marL="91445" marR="91445"/>
                </a:tc>
                <a:tc>
                  <a:txBody>
                    <a:bodyPr/>
                    <a:lstStyle/>
                    <a:p>
                      <a:r>
                        <a:rPr lang="en-US" b="0" dirty="0">
                          <a:solidFill>
                            <a:schemeClr val="bg2"/>
                          </a:solidFill>
                        </a:rPr>
                        <a:t>Q*</a:t>
                      </a:r>
                      <a:endParaRPr lang="ru-RU" b="0" dirty="0">
                        <a:solidFill>
                          <a:schemeClr val="bg2"/>
                        </a:solidFill>
                      </a:endParaRPr>
                    </a:p>
                  </a:txBody>
                  <a:tcPr marL="91445" marR="91445"/>
                </a:tc>
                <a:tc>
                  <a:txBody>
                    <a:bodyPr/>
                    <a:lstStyle/>
                    <a:p>
                      <a:r>
                        <a:rPr lang="en-US" b="0" dirty="0">
                          <a:solidFill>
                            <a:schemeClr val="bg2"/>
                          </a:solidFill>
                        </a:rPr>
                        <a:t>R</a:t>
                      </a:r>
                      <a:endParaRPr lang="ru-RU" b="0" dirty="0">
                        <a:solidFill>
                          <a:schemeClr val="bg2"/>
                        </a:solidFill>
                      </a:endParaRPr>
                    </a:p>
                  </a:txBody>
                  <a:tcPr marL="91445" marR="91445"/>
                </a:tc>
                <a:tc>
                  <a:txBody>
                    <a:bodyPr/>
                    <a:lstStyle/>
                    <a:p>
                      <a:r>
                        <a:rPr lang="en-US" b="0" dirty="0">
                          <a:solidFill>
                            <a:schemeClr val="bg2"/>
                          </a:solidFill>
                        </a:rPr>
                        <a:t>S</a:t>
                      </a:r>
                      <a:endParaRPr lang="ru-RU" b="0" dirty="0">
                        <a:solidFill>
                          <a:schemeClr val="bg2"/>
                        </a:solidFill>
                      </a:endParaRPr>
                    </a:p>
                  </a:txBody>
                  <a:tcPr marL="91445" marR="91445"/>
                </a:tc>
                <a:extLst>
                  <a:ext uri="{0D108BD9-81ED-4DB2-BD59-A6C34878D82A}">
                    <a16:rowId xmlns:a16="http://schemas.microsoft.com/office/drawing/2014/main" val="10000"/>
                  </a:ext>
                </a:extLst>
              </a:tr>
              <a:tr h="370840">
                <a:tc>
                  <a:txBody>
                    <a:bodyPr/>
                    <a:lstStyle/>
                    <a:p>
                      <a:r>
                        <a:rPr lang="en-US" b="0" dirty="0">
                          <a:solidFill>
                            <a:schemeClr val="tx1"/>
                          </a:solidFill>
                        </a:rPr>
                        <a:t>0</a:t>
                      </a:r>
                      <a:endParaRPr lang="ru-RU" b="0" dirty="0">
                        <a:solidFill>
                          <a:schemeClr val="tx1"/>
                        </a:solidFill>
                      </a:endParaRPr>
                    </a:p>
                  </a:txBody>
                  <a:tcPr marL="91445" marR="91445"/>
                </a:tc>
                <a:tc>
                  <a:txBody>
                    <a:bodyPr/>
                    <a:lstStyle/>
                    <a:p>
                      <a:r>
                        <a:rPr lang="en-US" b="0" dirty="0">
                          <a:solidFill>
                            <a:schemeClr val="tx1"/>
                          </a:solidFill>
                        </a:rPr>
                        <a:t>0</a:t>
                      </a:r>
                      <a:endParaRPr lang="ru-RU" b="0" dirty="0">
                        <a:solidFill>
                          <a:schemeClr val="tx1"/>
                        </a:solidFill>
                      </a:endParaRPr>
                    </a:p>
                  </a:txBody>
                  <a:tcPr marL="91445" marR="91445"/>
                </a:tc>
                <a:tc>
                  <a:txBody>
                    <a:bodyPr/>
                    <a:lstStyle/>
                    <a:p>
                      <a:r>
                        <a:rPr lang="en-US" b="0" dirty="0">
                          <a:solidFill>
                            <a:schemeClr val="tx1"/>
                          </a:solidFill>
                        </a:rPr>
                        <a:t>0</a:t>
                      </a:r>
                      <a:endParaRPr lang="ru-RU" b="0" dirty="0">
                        <a:solidFill>
                          <a:schemeClr val="tx1"/>
                        </a:solidFill>
                      </a:endParaRPr>
                    </a:p>
                  </a:txBody>
                  <a:tcPr marL="91445" marR="91445"/>
                </a:tc>
                <a:tc>
                  <a:txBody>
                    <a:bodyPr/>
                    <a:lstStyle/>
                    <a:p>
                      <a:r>
                        <a:rPr lang="en-US" b="0" dirty="0">
                          <a:solidFill>
                            <a:schemeClr val="tx1"/>
                          </a:solidFill>
                        </a:rPr>
                        <a:t>-</a:t>
                      </a:r>
                      <a:endParaRPr lang="ru-RU" b="0" dirty="0">
                        <a:solidFill>
                          <a:schemeClr val="tx1"/>
                        </a:solidFill>
                      </a:endParaRPr>
                    </a:p>
                  </a:txBody>
                  <a:tcPr marL="91445" marR="91445"/>
                </a:tc>
                <a:tc>
                  <a:txBody>
                    <a:bodyPr/>
                    <a:lstStyle/>
                    <a:p>
                      <a:r>
                        <a:rPr lang="en-US" b="0" dirty="0">
                          <a:solidFill>
                            <a:schemeClr val="tx1"/>
                          </a:solidFill>
                        </a:rPr>
                        <a:t>0</a:t>
                      </a:r>
                      <a:endParaRPr lang="ru-RU" b="0" dirty="0">
                        <a:solidFill>
                          <a:schemeClr val="tx1"/>
                        </a:solidFill>
                      </a:endParaRPr>
                    </a:p>
                  </a:txBody>
                  <a:tcPr marL="91445" marR="91445"/>
                </a:tc>
                <a:extLst>
                  <a:ext uri="{0D108BD9-81ED-4DB2-BD59-A6C34878D82A}">
                    <a16:rowId xmlns:a16="http://schemas.microsoft.com/office/drawing/2014/main" val="10001"/>
                  </a:ext>
                </a:extLst>
              </a:tr>
              <a:tr h="370840">
                <a:tc>
                  <a:txBody>
                    <a:bodyPr/>
                    <a:lstStyle/>
                    <a:p>
                      <a:r>
                        <a:rPr lang="en-US" b="0" dirty="0">
                          <a:solidFill>
                            <a:schemeClr val="tx1"/>
                          </a:solidFill>
                        </a:rPr>
                        <a:t>0</a:t>
                      </a:r>
                      <a:endParaRPr lang="ru-RU" b="0" dirty="0">
                        <a:solidFill>
                          <a:schemeClr val="tx1"/>
                        </a:solidFill>
                      </a:endParaRPr>
                    </a:p>
                  </a:txBody>
                  <a:tcPr marL="91445" marR="91445"/>
                </a:tc>
                <a:tc>
                  <a:txBody>
                    <a:bodyPr/>
                    <a:lstStyle/>
                    <a:p>
                      <a:r>
                        <a:rPr lang="en-US" b="0" dirty="0">
                          <a:solidFill>
                            <a:schemeClr val="tx1"/>
                          </a:solidFill>
                        </a:rPr>
                        <a:t>1</a:t>
                      </a:r>
                      <a:endParaRPr lang="ru-RU" b="0" dirty="0">
                        <a:solidFill>
                          <a:schemeClr val="tx1"/>
                        </a:solidFill>
                      </a:endParaRPr>
                    </a:p>
                  </a:txBody>
                  <a:tcPr marL="91445" marR="91445"/>
                </a:tc>
                <a:tc>
                  <a:txBody>
                    <a:bodyPr/>
                    <a:lstStyle/>
                    <a:p>
                      <a:r>
                        <a:rPr lang="en-US" b="0" dirty="0">
                          <a:solidFill>
                            <a:schemeClr val="tx1"/>
                          </a:solidFill>
                        </a:rPr>
                        <a:t>0</a:t>
                      </a:r>
                      <a:endParaRPr lang="ru-RU" b="0" dirty="0">
                        <a:solidFill>
                          <a:schemeClr val="tx1"/>
                        </a:solidFill>
                      </a:endParaRPr>
                    </a:p>
                  </a:txBody>
                  <a:tcPr marL="91445" marR="91445"/>
                </a:tc>
                <a:tc>
                  <a:txBody>
                    <a:bodyPr/>
                    <a:lstStyle/>
                    <a:p>
                      <a:r>
                        <a:rPr lang="en-US" b="0" dirty="0">
                          <a:solidFill>
                            <a:schemeClr val="tx1"/>
                          </a:solidFill>
                        </a:rPr>
                        <a:t>1</a:t>
                      </a:r>
                      <a:endParaRPr lang="ru-RU" b="0" dirty="0">
                        <a:solidFill>
                          <a:schemeClr val="tx1"/>
                        </a:solidFill>
                      </a:endParaRPr>
                    </a:p>
                  </a:txBody>
                  <a:tcPr marL="91445" marR="91445"/>
                </a:tc>
                <a:tc>
                  <a:txBody>
                    <a:bodyPr/>
                    <a:lstStyle/>
                    <a:p>
                      <a:r>
                        <a:rPr lang="en-US" b="0" dirty="0">
                          <a:solidFill>
                            <a:schemeClr val="tx1"/>
                          </a:solidFill>
                        </a:rPr>
                        <a:t>0</a:t>
                      </a:r>
                      <a:endParaRPr lang="ru-RU" b="0" dirty="0">
                        <a:solidFill>
                          <a:schemeClr val="tx1"/>
                        </a:solidFill>
                      </a:endParaRPr>
                    </a:p>
                  </a:txBody>
                  <a:tcPr marL="91445" marR="91445"/>
                </a:tc>
                <a:extLst>
                  <a:ext uri="{0D108BD9-81ED-4DB2-BD59-A6C34878D82A}">
                    <a16:rowId xmlns:a16="http://schemas.microsoft.com/office/drawing/2014/main" val="10002"/>
                  </a:ext>
                </a:extLst>
              </a:tr>
              <a:tr h="370840">
                <a:tc>
                  <a:txBody>
                    <a:bodyPr/>
                    <a:lstStyle/>
                    <a:p>
                      <a:r>
                        <a:rPr lang="en-US" b="0" dirty="0">
                          <a:solidFill>
                            <a:schemeClr val="tx1"/>
                          </a:solidFill>
                        </a:rPr>
                        <a:t>1</a:t>
                      </a:r>
                      <a:endParaRPr lang="ru-RU" b="0" dirty="0">
                        <a:solidFill>
                          <a:schemeClr val="tx1"/>
                        </a:solidFill>
                      </a:endParaRPr>
                    </a:p>
                  </a:txBody>
                  <a:tcPr marL="91445" marR="91445"/>
                </a:tc>
                <a:tc>
                  <a:txBody>
                    <a:bodyPr/>
                    <a:lstStyle/>
                    <a:p>
                      <a:r>
                        <a:rPr lang="en-US" b="0" dirty="0">
                          <a:solidFill>
                            <a:schemeClr val="tx1"/>
                          </a:solidFill>
                        </a:rPr>
                        <a:t>0</a:t>
                      </a:r>
                      <a:endParaRPr lang="ru-RU" b="0" dirty="0">
                        <a:solidFill>
                          <a:schemeClr val="tx1"/>
                        </a:solidFill>
                      </a:endParaRPr>
                    </a:p>
                  </a:txBody>
                  <a:tcPr marL="91445" marR="91445"/>
                </a:tc>
                <a:tc>
                  <a:txBody>
                    <a:bodyPr/>
                    <a:lstStyle/>
                    <a:p>
                      <a:r>
                        <a:rPr lang="en-US" b="0" dirty="0">
                          <a:solidFill>
                            <a:schemeClr val="tx1"/>
                          </a:solidFill>
                        </a:rPr>
                        <a:t>1</a:t>
                      </a:r>
                      <a:endParaRPr lang="ru-RU" b="0" dirty="0">
                        <a:solidFill>
                          <a:schemeClr val="tx1"/>
                        </a:solidFill>
                      </a:endParaRPr>
                    </a:p>
                  </a:txBody>
                  <a:tcPr marL="91445" marR="91445"/>
                </a:tc>
                <a:tc>
                  <a:txBody>
                    <a:bodyPr/>
                    <a:lstStyle/>
                    <a:p>
                      <a:r>
                        <a:rPr lang="en-US" b="0" dirty="0">
                          <a:solidFill>
                            <a:schemeClr val="tx1"/>
                          </a:solidFill>
                        </a:rPr>
                        <a:t>0</a:t>
                      </a:r>
                      <a:endParaRPr lang="ru-RU" b="0" dirty="0">
                        <a:solidFill>
                          <a:schemeClr val="tx1"/>
                        </a:solidFill>
                      </a:endParaRPr>
                    </a:p>
                  </a:txBody>
                  <a:tcPr marL="91445" marR="91445"/>
                </a:tc>
                <a:tc>
                  <a:txBody>
                    <a:bodyPr/>
                    <a:lstStyle/>
                    <a:p>
                      <a:r>
                        <a:rPr lang="en-US" b="0" dirty="0">
                          <a:solidFill>
                            <a:schemeClr val="tx1"/>
                          </a:solidFill>
                        </a:rPr>
                        <a:t>1</a:t>
                      </a:r>
                      <a:endParaRPr lang="ru-RU" b="0" dirty="0">
                        <a:solidFill>
                          <a:schemeClr val="tx1"/>
                        </a:solidFill>
                      </a:endParaRPr>
                    </a:p>
                  </a:txBody>
                  <a:tcPr marL="91445" marR="91445"/>
                </a:tc>
                <a:extLst>
                  <a:ext uri="{0D108BD9-81ED-4DB2-BD59-A6C34878D82A}">
                    <a16:rowId xmlns:a16="http://schemas.microsoft.com/office/drawing/2014/main" val="10003"/>
                  </a:ext>
                </a:extLst>
              </a:tr>
              <a:tr h="370840">
                <a:tc>
                  <a:txBody>
                    <a:bodyPr/>
                    <a:lstStyle/>
                    <a:p>
                      <a:r>
                        <a:rPr lang="en-US" b="0" dirty="0">
                          <a:solidFill>
                            <a:schemeClr val="tx1"/>
                          </a:solidFill>
                        </a:rPr>
                        <a:t>1</a:t>
                      </a:r>
                      <a:endParaRPr lang="ru-RU" b="0" dirty="0">
                        <a:solidFill>
                          <a:schemeClr val="tx1"/>
                        </a:solidFill>
                      </a:endParaRPr>
                    </a:p>
                  </a:txBody>
                  <a:tcPr marL="91445" marR="91445"/>
                </a:tc>
                <a:tc>
                  <a:txBody>
                    <a:bodyPr/>
                    <a:lstStyle/>
                    <a:p>
                      <a:r>
                        <a:rPr lang="en-US" b="0" dirty="0">
                          <a:solidFill>
                            <a:schemeClr val="tx1"/>
                          </a:solidFill>
                        </a:rPr>
                        <a:t>1</a:t>
                      </a:r>
                      <a:endParaRPr lang="ru-RU" b="0" dirty="0">
                        <a:solidFill>
                          <a:schemeClr val="tx1"/>
                        </a:solidFill>
                      </a:endParaRPr>
                    </a:p>
                  </a:txBody>
                  <a:tcPr marL="91445" marR="91445"/>
                </a:tc>
                <a:tc>
                  <a:txBody>
                    <a:bodyPr/>
                    <a:lstStyle/>
                    <a:p>
                      <a:r>
                        <a:rPr lang="en-US" b="0" dirty="0">
                          <a:solidFill>
                            <a:schemeClr val="tx1"/>
                          </a:solidFill>
                        </a:rPr>
                        <a:t>1</a:t>
                      </a:r>
                      <a:endParaRPr lang="ru-RU" b="0" dirty="0">
                        <a:solidFill>
                          <a:schemeClr val="tx1"/>
                        </a:solidFill>
                      </a:endParaRPr>
                    </a:p>
                  </a:txBody>
                  <a:tcPr marL="91445" marR="91445"/>
                </a:tc>
                <a:tc>
                  <a:txBody>
                    <a:bodyPr/>
                    <a:lstStyle/>
                    <a:p>
                      <a:r>
                        <a:rPr lang="en-US" b="0" dirty="0">
                          <a:solidFill>
                            <a:schemeClr val="tx1"/>
                          </a:solidFill>
                        </a:rPr>
                        <a:t>0</a:t>
                      </a:r>
                      <a:endParaRPr lang="ru-RU" b="0" dirty="0">
                        <a:solidFill>
                          <a:schemeClr val="tx1"/>
                        </a:solidFill>
                      </a:endParaRPr>
                    </a:p>
                  </a:txBody>
                  <a:tcPr marL="91445" marR="91445"/>
                </a:tc>
                <a:tc>
                  <a:txBody>
                    <a:bodyPr/>
                    <a:lstStyle/>
                    <a:p>
                      <a:r>
                        <a:rPr lang="en-US" b="0" dirty="0">
                          <a:solidFill>
                            <a:schemeClr val="tx1"/>
                          </a:solidFill>
                        </a:rPr>
                        <a:t>-</a:t>
                      </a:r>
                      <a:endParaRPr lang="ru-RU" b="0" dirty="0">
                        <a:solidFill>
                          <a:schemeClr val="tx1"/>
                        </a:solidFill>
                      </a:endParaRPr>
                    </a:p>
                  </a:txBody>
                  <a:tcPr marL="91445" marR="91445"/>
                </a:tc>
                <a:extLst>
                  <a:ext uri="{0D108BD9-81ED-4DB2-BD59-A6C34878D82A}">
                    <a16:rowId xmlns:a16="http://schemas.microsoft.com/office/drawing/2014/main" val="10004"/>
                  </a:ext>
                </a:extLst>
              </a:tr>
            </a:tbl>
          </a:graphicData>
        </a:graphic>
      </p:graphicFrame>
      <p:grpSp>
        <p:nvGrpSpPr>
          <p:cNvPr id="37929" name="Group 63">
            <a:extLst>
              <a:ext uri="{FF2B5EF4-FFF2-40B4-BE49-F238E27FC236}">
                <a16:creationId xmlns:a16="http://schemas.microsoft.com/office/drawing/2014/main" id="{079D5605-66CE-EA39-461E-E1EAD8B2ADBE}"/>
              </a:ext>
            </a:extLst>
          </p:cNvPr>
          <p:cNvGrpSpPr>
            <a:grpSpLocks/>
          </p:cNvGrpSpPr>
          <p:nvPr/>
        </p:nvGrpSpPr>
        <p:grpSpPr bwMode="auto">
          <a:xfrm>
            <a:off x="5802313" y="2401889"/>
            <a:ext cx="3897312" cy="1800225"/>
            <a:chOff x="2784" y="1221"/>
            <a:chExt cx="2455" cy="1134"/>
          </a:xfrm>
        </p:grpSpPr>
        <p:sp>
          <p:nvSpPr>
            <p:cNvPr id="37933" name="Rectangle 40">
              <a:extLst>
                <a:ext uri="{FF2B5EF4-FFF2-40B4-BE49-F238E27FC236}">
                  <a16:creationId xmlns:a16="http://schemas.microsoft.com/office/drawing/2014/main" id="{BEE7C8AB-167F-0C8E-34B0-31EAB0C5427D}"/>
                </a:ext>
              </a:extLst>
            </p:cNvPr>
            <p:cNvSpPr>
              <a:spLocks noChangeArrowheads="1"/>
            </p:cNvSpPr>
            <p:nvPr/>
          </p:nvSpPr>
          <p:spPr bwMode="auto">
            <a:xfrm>
              <a:off x="4186" y="1221"/>
              <a:ext cx="727" cy="1134"/>
            </a:xfrm>
            <a:prstGeom prst="rect">
              <a:avLst/>
            </a:prstGeom>
            <a:solidFill>
              <a:schemeClr val="accent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37934" name="Text Box 42">
              <a:extLst>
                <a:ext uri="{FF2B5EF4-FFF2-40B4-BE49-F238E27FC236}">
                  <a16:creationId xmlns:a16="http://schemas.microsoft.com/office/drawing/2014/main" id="{4C246E11-8F96-CC62-677E-360EF2B94CB1}"/>
                </a:ext>
              </a:extLst>
            </p:cNvPr>
            <p:cNvSpPr txBox="1">
              <a:spLocks noChangeArrowheads="1"/>
            </p:cNvSpPr>
            <p:nvPr/>
          </p:nvSpPr>
          <p:spPr bwMode="auto">
            <a:xfrm>
              <a:off x="4215" y="1298"/>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S</a:t>
              </a:r>
            </a:p>
          </p:txBody>
        </p:sp>
        <p:sp>
          <p:nvSpPr>
            <p:cNvPr id="37935" name="Text Box 43">
              <a:extLst>
                <a:ext uri="{FF2B5EF4-FFF2-40B4-BE49-F238E27FC236}">
                  <a16:creationId xmlns:a16="http://schemas.microsoft.com/office/drawing/2014/main" id="{BD867605-025D-D6A8-1310-8CAAF6E06E15}"/>
                </a:ext>
              </a:extLst>
            </p:cNvPr>
            <p:cNvSpPr txBox="1">
              <a:spLocks noChangeArrowheads="1"/>
            </p:cNvSpPr>
            <p:nvPr/>
          </p:nvSpPr>
          <p:spPr bwMode="auto">
            <a:xfrm>
              <a:off x="4201" y="2075"/>
              <a:ext cx="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R</a:t>
              </a:r>
            </a:p>
          </p:txBody>
        </p:sp>
        <p:sp>
          <p:nvSpPr>
            <p:cNvPr id="37936" name="Line 44">
              <a:extLst>
                <a:ext uri="{FF2B5EF4-FFF2-40B4-BE49-F238E27FC236}">
                  <a16:creationId xmlns:a16="http://schemas.microsoft.com/office/drawing/2014/main" id="{52E2596B-DFCE-AA61-238B-DC5D2E24BF4C}"/>
                </a:ext>
              </a:extLst>
            </p:cNvPr>
            <p:cNvSpPr>
              <a:spLocks noChangeShapeType="1"/>
            </p:cNvSpPr>
            <p:nvPr/>
          </p:nvSpPr>
          <p:spPr bwMode="auto">
            <a:xfrm>
              <a:off x="4920" y="1473"/>
              <a:ext cx="22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7" name="Line 45">
              <a:extLst>
                <a:ext uri="{FF2B5EF4-FFF2-40B4-BE49-F238E27FC236}">
                  <a16:creationId xmlns:a16="http://schemas.microsoft.com/office/drawing/2014/main" id="{0B40293A-73D4-2C29-5096-0640D06D5CE9}"/>
                </a:ext>
              </a:extLst>
            </p:cNvPr>
            <p:cNvSpPr>
              <a:spLocks noChangeShapeType="1"/>
            </p:cNvSpPr>
            <p:nvPr/>
          </p:nvSpPr>
          <p:spPr bwMode="auto">
            <a:xfrm>
              <a:off x="4920" y="2082"/>
              <a:ext cx="22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8" name="Oval 46">
              <a:extLst>
                <a:ext uri="{FF2B5EF4-FFF2-40B4-BE49-F238E27FC236}">
                  <a16:creationId xmlns:a16="http://schemas.microsoft.com/office/drawing/2014/main" id="{3F43B08A-A604-AB5F-BC08-22B27BF7A5C0}"/>
                </a:ext>
              </a:extLst>
            </p:cNvPr>
            <p:cNvSpPr>
              <a:spLocks noChangeArrowheads="1"/>
            </p:cNvSpPr>
            <p:nvPr/>
          </p:nvSpPr>
          <p:spPr bwMode="auto">
            <a:xfrm>
              <a:off x="4876" y="2047"/>
              <a:ext cx="71" cy="67"/>
            </a:xfrm>
            <a:prstGeom prst="ellipse">
              <a:avLst/>
            </a:prstGeom>
            <a:solidFill>
              <a:schemeClr val="bg1"/>
            </a:solidFill>
            <a:ln w="2857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37939" name="Text Box 47">
              <a:extLst>
                <a:ext uri="{FF2B5EF4-FFF2-40B4-BE49-F238E27FC236}">
                  <a16:creationId xmlns:a16="http://schemas.microsoft.com/office/drawing/2014/main" id="{44C69FD6-B45D-8B03-2F13-B8B9624BC85B}"/>
                </a:ext>
              </a:extLst>
            </p:cNvPr>
            <p:cNvSpPr txBox="1">
              <a:spLocks noChangeArrowheads="1"/>
            </p:cNvSpPr>
            <p:nvPr/>
          </p:nvSpPr>
          <p:spPr bwMode="auto">
            <a:xfrm>
              <a:off x="4920" y="1242"/>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p>
          </p:txBody>
        </p:sp>
        <p:sp>
          <p:nvSpPr>
            <p:cNvPr id="37940" name="Text Box 48">
              <a:extLst>
                <a:ext uri="{FF2B5EF4-FFF2-40B4-BE49-F238E27FC236}">
                  <a16:creationId xmlns:a16="http://schemas.microsoft.com/office/drawing/2014/main" id="{42154122-328A-93B5-3DCD-3ABE79B94A96}"/>
                </a:ext>
              </a:extLst>
            </p:cNvPr>
            <p:cNvSpPr txBox="1">
              <a:spLocks noChangeArrowheads="1"/>
            </p:cNvSpPr>
            <p:nvPr/>
          </p:nvSpPr>
          <p:spPr bwMode="auto">
            <a:xfrm>
              <a:off x="4927" y="1851"/>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p>
          </p:txBody>
        </p:sp>
        <p:sp>
          <p:nvSpPr>
            <p:cNvPr id="37941" name="Line 49">
              <a:extLst>
                <a:ext uri="{FF2B5EF4-FFF2-40B4-BE49-F238E27FC236}">
                  <a16:creationId xmlns:a16="http://schemas.microsoft.com/office/drawing/2014/main" id="{67F90D03-810A-BDE6-19A6-0D853185BFE4}"/>
                </a:ext>
              </a:extLst>
            </p:cNvPr>
            <p:cNvSpPr>
              <a:spLocks noChangeShapeType="1"/>
            </p:cNvSpPr>
            <p:nvPr/>
          </p:nvSpPr>
          <p:spPr bwMode="auto">
            <a:xfrm>
              <a:off x="4987" y="1893"/>
              <a:ext cx="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2" name="Line 50">
              <a:extLst>
                <a:ext uri="{FF2B5EF4-FFF2-40B4-BE49-F238E27FC236}">
                  <a16:creationId xmlns:a16="http://schemas.microsoft.com/office/drawing/2014/main" id="{2D1C0F2B-AF04-5272-10BA-BCE0F9666C51}"/>
                </a:ext>
              </a:extLst>
            </p:cNvPr>
            <p:cNvSpPr>
              <a:spLocks noChangeShapeType="1"/>
            </p:cNvSpPr>
            <p:nvPr/>
          </p:nvSpPr>
          <p:spPr bwMode="auto">
            <a:xfrm>
              <a:off x="3251" y="1431"/>
              <a:ext cx="92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3" name="Line 51">
              <a:extLst>
                <a:ext uri="{FF2B5EF4-FFF2-40B4-BE49-F238E27FC236}">
                  <a16:creationId xmlns:a16="http://schemas.microsoft.com/office/drawing/2014/main" id="{0C638CBB-FB4B-479F-8776-1C5899E37007}"/>
                </a:ext>
              </a:extLst>
            </p:cNvPr>
            <p:cNvSpPr>
              <a:spLocks noChangeShapeType="1"/>
            </p:cNvSpPr>
            <p:nvPr/>
          </p:nvSpPr>
          <p:spPr bwMode="auto">
            <a:xfrm>
              <a:off x="4015" y="2194"/>
              <a:ext cx="17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4" name="Line 52">
              <a:extLst>
                <a:ext uri="{FF2B5EF4-FFF2-40B4-BE49-F238E27FC236}">
                  <a16:creationId xmlns:a16="http://schemas.microsoft.com/office/drawing/2014/main" id="{BA629B99-788E-2718-7FF5-F14209A08F21}"/>
                </a:ext>
              </a:extLst>
            </p:cNvPr>
            <p:cNvSpPr>
              <a:spLocks noChangeShapeType="1"/>
            </p:cNvSpPr>
            <p:nvPr/>
          </p:nvSpPr>
          <p:spPr bwMode="auto">
            <a:xfrm>
              <a:off x="3318" y="1816"/>
              <a:ext cx="8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5" name="Text Box 53">
              <a:extLst>
                <a:ext uri="{FF2B5EF4-FFF2-40B4-BE49-F238E27FC236}">
                  <a16:creationId xmlns:a16="http://schemas.microsoft.com/office/drawing/2014/main" id="{226768D5-280A-B992-94D8-E1CE7FFB3FC6}"/>
                </a:ext>
              </a:extLst>
            </p:cNvPr>
            <p:cNvSpPr txBox="1">
              <a:spLocks noChangeArrowheads="1"/>
            </p:cNvSpPr>
            <p:nvPr/>
          </p:nvSpPr>
          <p:spPr bwMode="auto">
            <a:xfrm>
              <a:off x="4193" y="1669"/>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C</a:t>
              </a:r>
            </a:p>
          </p:txBody>
        </p:sp>
        <p:sp>
          <p:nvSpPr>
            <p:cNvPr id="37946" name="Line 56">
              <a:extLst>
                <a:ext uri="{FF2B5EF4-FFF2-40B4-BE49-F238E27FC236}">
                  <a16:creationId xmlns:a16="http://schemas.microsoft.com/office/drawing/2014/main" id="{734E44A3-EAB6-A87E-C0EC-E04D8B0877EF}"/>
                </a:ext>
              </a:extLst>
            </p:cNvPr>
            <p:cNvSpPr>
              <a:spLocks noChangeShapeType="1"/>
            </p:cNvSpPr>
            <p:nvPr/>
          </p:nvSpPr>
          <p:spPr bwMode="auto">
            <a:xfrm>
              <a:off x="3533" y="2194"/>
              <a:ext cx="17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7" name="Line 57">
              <a:extLst>
                <a:ext uri="{FF2B5EF4-FFF2-40B4-BE49-F238E27FC236}">
                  <a16:creationId xmlns:a16="http://schemas.microsoft.com/office/drawing/2014/main" id="{65AE2B1A-9D0E-9541-77B6-1EF14F3C7C0C}"/>
                </a:ext>
              </a:extLst>
            </p:cNvPr>
            <p:cNvSpPr>
              <a:spLocks noChangeShapeType="1"/>
            </p:cNvSpPr>
            <p:nvPr/>
          </p:nvSpPr>
          <p:spPr bwMode="auto">
            <a:xfrm>
              <a:off x="3541" y="1431"/>
              <a:ext cx="0" cy="756"/>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7948" name="Text Box 58">
              <a:extLst>
                <a:ext uri="{FF2B5EF4-FFF2-40B4-BE49-F238E27FC236}">
                  <a16:creationId xmlns:a16="http://schemas.microsoft.com/office/drawing/2014/main" id="{F2A575CE-5C90-8C09-D56F-64D5A834B9B7}"/>
                </a:ext>
              </a:extLst>
            </p:cNvPr>
            <p:cNvSpPr txBox="1">
              <a:spLocks noChangeArrowheads="1"/>
            </p:cNvSpPr>
            <p:nvPr/>
          </p:nvSpPr>
          <p:spPr bwMode="auto">
            <a:xfrm>
              <a:off x="2992" y="1284"/>
              <a:ext cx="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p>
          </p:txBody>
        </p:sp>
        <p:sp>
          <p:nvSpPr>
            <p:cNvPr id="37949" name="Text Box 59">
              <a:extLst>
                <a:ext uri="{FF2B5EF4-FFF2-40B4-BE49-F238E27FC236}">
                  <a16:creationId xmlns:a16="http://schemas.microsoft.com/office/drawing/2014/main" id="{23526DB1-EC6B-5E65-8F7C-DA8560826D54}"/>
                </a:ext>
              </a:extLst>
            </p:cNvPr>
            <p:cNvSpPr txBox="1">
              <a:spLocks noChangeArrowheads="1"/>
            </p:cNvSpPr>
            <p:nvPr/>
          </p:nvSpPr>
          <p:spPr bwMode="auto">
            <a:xfrm>
              <a:off x="2784" y="1669"/>
              <a:ext cx="6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p>
          </p:txBody>
        </p:sp>
        <p:grpSp>
          <p:nvGrpSpPr>
            <p:cNvPr id="37950" name="Group 83">
              <a:extLst>
                <a:ext uri="{FF2B5EF4-FFF2-40B4-BE49-F238E27FC236}">
                  <a16:creationId xmlns:a16="http://schemas.microsoft.com/office/drawing/2014/main" id="{F1E377A6-112C-1A62-C932-DA65D537C8D1}"/>
                </a:ext>
              </a:extLst>
            </p:cNvPr>
            <p:cNvGrpSpPr>
              <a:grpSpLocks/>
            </p:cNvGrpSpPr>
            <p:nvPr/>
          </p:nvGrpSpPr>
          <p:grpSpPr bwMode="auto">
            <a:xfrm>
              <a:off x="3713" y="2057"/>
              <a:ext cx="312" cy="285"/>
              <a:chOff x="894" y="2432"/>
              <a:chExt cx="337" cy="326"/>
            </a:xfrm>
          </p:grpSpPr>
          <p:sp>
            <p:nvSpPr>
              <p:cNvPr id="37951" name="AutoShape 84">
                <a:extLst>
                  <a:ext uri="{FF2B5EF4-FFF2-40B4-BE49-F238E27FC236}">
                    <a16:creationId xmlns:a16="http://schemas.microsoft.com/office/drawing/2014/main" id="{862A5745-D7B7-F447-4239-DCECB4A4A2C2}"/>
                  </a:ext>
                </a:extLst>
              </p:cNvPr>
              <p:cNvSpPr>
                <a:spLocks noChangeArrowheads="1"/>
              </p:cNvSpPr>
              <p:nvPr/>
            </p:nvSpPr>
            <p:spPr bwMode="auto">
              <a:xfrm rot="5400000">
                <a:off x="860" y="2466"/>
                <a:ext cx="326" cy="258"/>
              </a:xfrm>
              <a:prstGeom prst="triangle">
                <a:avLst>
                  <a:gd name="adj" fmla="val 50000"/>
                </a:avLst>
              </a:prstGeom>
              <a:solidFill>
                <a:schemeClr val="accent1"/>
              </a:solidFill>
              <a:ln w="28575">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37952" name="Oval 85">
                <a:extLst>
                  <a:ext uri="{FF2B5EF4-FFF2-40B4-BE49-F238E27FC236}">
                    <a16:creationId xmlns:a16="http://schemas.microsoft.com/office/drawing/2014/main" id="{051F6E94-EE4E-8711-625A-FBDCB88CAC23}"/>
                  </a:ext>
                </a:extLst>
              </p:cNvPr>
              <p:cNvSpPr>
                <a:spLocks noChangeArrowheads="1"/>
              </p:cNvSpPr>
              <p:nvPr/>
            </p:nvSpPr>
            <p:spPr bwMode="auto">
              <a:xfrm>
                <a:off x="1154" y="2558"/>
                <a:ext cx="77" cy="77"/>
              </a:xfrm>
              <a:prstGeom prst="ellipse">
                <a:avLst/>
              </a:prstGeom>
              <a:solidFill>
                <a:schemeClr val="accent1"/>
              </a:solidFill>
              <a:ln w="2857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grpSp>
      <p:grpSp>
        <p:nvGrpSpPr>
          <p:cNvPr id="37930" name="Group 62">
            <a:extLst>
              <a:ext uri="{FF2B5EF4-FFF2-40B4-BE49-F238E27FC236}">
                <a16:creationId xmlns:a16="http://schemas.microsoft.com/office/drawing/2014/main" id="{2C732510-3BD3-BD6B-FB89-28FFB7B209D8}"/>
              </a:ext>
            </a:extLst>
          </p:cNvPr>
          <p:cNvGrpSpPr>
            <a:grpSpLocks/>
          </p:cNvGrpSpPr>
          <p:nvPr/>
        </p:nvGrpSpPr>
        <p:grpSpPr bwMode="auto">
          <a:xfrm>
            <a:off x="5338763" y="4646613"/>
            <a:ext cx="1524000" cy="646112"/>
            <a:chOff x="576" y="3106"/>
            <a:chExt cx="960" cy="407"/>
          </a:xfrm>
        </p:grpSpPr>
        <p:sp>
          <p:nvSpPr>
            <p:cNvPr id="37931" name="Text Box 37">
              <a:extLst>
                <a:ext uri="{FF2B5EF4-FFF2-40B4-BE49-F238E27FC236}">
                  <a16:creationId xmlns:a16="http://schemas.microsoft.com/office/drawing/2014/main" id="{E0911DFF-6EF0-D1C1-3E99-6BCA97331A42}"/>
                </a:ext>
              </a:extLst>
            </p:cNvPr>
            <p:cNvSpPr txBox="1">
              <a:spLocks noChangeArrowheads="1"/>
            </p:cNvSpPr>
            <p:nvPr/>
          </p:nvSpPr>
          <p:spPr bwMode="auto">
            <a:xfrm>
              <a:off x="576" y="3106"/>
              <a:ext cx="9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R = </a:t>
              </a:r>
              <a:r>
                <a:rPr lang="en-US" altLang="en-US" sz="1800">
                  <a:sym typeface="Symbol" panose="05050102010706020507" pitchFamily="18" charset="2"/>
                </a:rPr>
                <a:t>D</a:t>
              </a:r>
              <a:br>
                <a:rPr lang="en-US" altLang="en-US" sz="1800">
                  <a:sym typeface="Symbol" panose="05050102010706020507" pitchFamily="18" charset="2"/>
                </a:rPr>
              </a:br>
              <a:r>
                <a:rPr lang="en-US" altLang="en-US" sz="1800">
                  <a:sym typeface="Symbol" panose="05050102010706020507" pitchFamily="18" charset="2"/>
                </a:rPr>
                <a:t>S = D</a:t>
              </a:r>
              <a:endParaRPr lang="en-US" altLang="en-US" sz="1800"/>
            </a:p>
          </p:txBody>
        </p:sp>
        <p:sp>
          <p:nvSpPr>
            <p:cNvPr id="37932" name="Line 38">
              <a:extLst>
                <a:ext uri="{FF2B5EF4-FFF2-40B4-BE49-F238E27FC236}">
                  <a16:creationId xmlns:a16="http://schemas.microsoft.com/office/drawing/2014/main" id="{7D2BA482-7B3B-31D9-C539-340476126FB6}"/>
                </a:ext>
              </a:extLst>
            </p:cNvPr>
            <p:cNvSpPr>
              <a:spLocks noChangeShapeType="1"/>
            </p:cNvSpPr>
            <p:nvPr/>
          </p:nvSpPr>
          <p:spPr bwMode="auto">
            <a:xfrm>
              <a:off x="914" y="3140"/>
              <a:ext cx="9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Заголовок 3">
            <a:extLst>
              <a:ext uri="{FF2B5EF4-FFF2-40B4-BE49-F238E27FC236}">
                <a16:creationId xmlns:a16="http://schemas.microsoft.com/office/drawing/2014/main" id="{3C4C0A9E-B904-007E-7A7A-F7F263BEC435}"/>
              </a:ext>
            </a:extLst>
          </p:cNvPr>
          <p:cNvSpPr>
            <a:spLocks noGrp="1" noChangeArrowheads="1"/>
          </p:cNvSpPr>
          <p:nvPr>
            <p:ph type="title"/>
          </p:nvPr>
        </p:nvSpPr>
        <p:spPr/>
        <p:txBody>
          <a:bodyPr>
            <a:normAutofit/>
          </a:bodyPr>
          <a:lstStyle/>
          <a:p>
            <a:r>
              <a:rPr lang="en-US" altLang="en-US" dirty="0"/>
              <a:t>D Latch</a:t>
            </a:r>
            <a:endParaRPr lang="ru-RU" altLang="en-US" dirty="0"/>
          </a:p>
        </p:txBody>
      </p:sp>
      <p:sp>
        <p:nvSpPr>
          <p:cNvPr id="38915" name="Объект 5">
            <a:extLst>
              <a:ext uri="{FF2B5EF4-FFF2-40B4-BE49-F238E27FC236}">
                <a16:creationId xmlns:a16="http://schemas.microsoft.com/office/drawing/2014/main" id="{EA0E52EC-4026-2869-EBD3-AFB09B59276E}"/>
              </a:ext>
            </a:extLst>
          </p:cNvPr>
          <p:cNvSpPr>
            <a:spLocks noGrp="1" noChangeArrowheads="1"/>
          </p:cNvSpPr>
          <p:nvPr>
            <p:ph type="body" sz="quarter" idx="10"/>
          </p:nvPr>
        </p:nvSpPr>
        <p:spPr/>
        <p:txBody>
          <a:bodyPr/>
          <a:lstStyle/>
          <a:p>
            <a:r>
              <a:rPr lang="en-US" altLang="en-US"/>
              <a:t>module d_latch(data, clk, q);</a:t>
            </a:r>
          </a:p>
          <a:p>
            <a:r>
              <a:rPr lang="en-US" altLang="en-US"/>
              <a:t>input  	data, clk;</a:t>
            </a:r>
          </a:p>
          <a:p>
            <a:r>
              <a:rPr lang="en-US" altLang="en-US"/>
              <a:t>output  q;</a:t>
            </a:r>
          </a:p>
          <a:p>
            <a:r>
              <a:rPr lang="en-US" altLang="en-US"/>
              <a:t>reg	  q;</a:t>
            </a:r>
          </a:p>
          <a:p>
            <a:r>
              <a:rPr lang="en-US" altLang="en-US"/>
              <a:t>always @( clk  or data)</a:t>
            </a:r>
          </a:p>
          <a:p>
            <a:r>
              <a:rPr lang="en-US" altLang="en-US"/>
              <a:t>begin</a:t>
            </a:r>
          </a:p>
          <a:p>
            <a:r>
              <a:rPr lang="en-US" altLang="en-US"/>
              <a:t>if (clk)</a:t>
            </a:r>
          </a:p>
          <a:p>
            <a:r>
              <a:rPr lang="en-US" altLang="en-US"/>
              <a:t>q&lt;=data;</a:t>
            </a:r>
          </a:p>
          <a:p>
            <a:r>
              <a:rPr lang="en-US" altLang="en-US"/>
              <a:t>end</a:t>
            </a:r>
          </a:p>
          <a:p>
            <a:r>
              <a:rPr lang="en-US" altLang="en-US"/>
              <a:t>endmodule  // d_latch</a:t>
            </a:r>
          </a:p>
          <a:p>
            <a:endParaRPr lang="en-US" altLang="en-US"/>
          </a:p>
          <a:p>
            <a:endParaRPr lang="ru-RU" altLang="en-US"/>
          </a:p>
        </p:txBody>
      </p:sp>
      <p:grpSp>
        <p:nvGrpSpPr>
          <p:cNvPr id="38916" name="Group 73">
            <a:extLst>
              <a:ext uri="{FF2B5EF4-FFF2-40B4-BE49-F238E27FC236}">
                <a16:creationId xmlns:a16="http://schemas.microsoft.com/office/drawing/2014/main" id="{4AD95DD5-ADB5-134F-F0C6-1B84D6CD0A51}"/>
              </a:ext>
            </a:extLst>
          </p:cNvPr>
          <p:cNvGrpSpPr>
            <a:grpSpLocks/>
          </p:cNvGrpSpPr>
          <p:nvPr/>
        </p:nvGrpSpPr>
        <p:grpSpPr bwMode="auto">
          <a:xfrm>
            <a:off x="5035097" y="1911986"/>
            <a:ext cx="3775075" cy="2195512"/>
            <a:chOff x="73" y="868"/>
            <a:chExt cx="2871" cy="1282"/>
          </a:xfrm>
        </p:grpSpPr>
        <p:sp>
          <p:nvSpPr>
            <p:cNvPr id="8" name="Text Box 54">
              <a:extLst>
                <a:ext uri="{FF2B5EF4-FFF2-40B4-BE49-F238E27FC236}">
                  <a16:creationId xmlns:a16="http://schemas.microsoft.com/office/drawing/2014/main" id="{00483DEA-9B82-4E02-8809-1EBAB785C183}"/>
                </a:ext>
              </a:extLst>
            </p:cNvPr>
            <p:cNvSpPr txBox="1">
              <a:spLocks noChangeArrowheads="1"/>
            </p:cNvSpPr>
            <p:nvPr/>
          </p:nvSpPr>
          <p:spPr bwMode="auto">
            <a:xfrm>
              <a:off x="395" y="868"/>
              <a:ext cx="336" cy="216"/>
            </a:xfrm>
            <a:prstGeom prst="rect">
              <a:avLst/>
            </a:prstGeom>
            <a:noFill/>
            <a:ln w="25400">
              <a:noFill/>
              <a:miter lim="800000"/>
              <a:headEnd/>
              <a:tailEnd/>
            </a:ln>
          </p:spPr>
          <p:txBody>
            <a:bodyPr>
              <a:spAutoFit/>
            </a:bodyPr>
            <a:lstStyle/>
            <a:p>
              <a:pPr eaLnBrk="1" hangingPunct="1">
                <a:spcBef>
                  <a:spcPct val="50000"/>
                </a:spcBef>
                <a:defRPr/>
              </a:pPr>
              <a:r>
                <a:rPr lang="en-US" dirty="0"/>
                <a:t>D</a:t>
              </a:r>
            </a:p>
          </p:txBody>
        </p:sp>
        <p:sp>
          <p:nvSpPr>
            <p:cNvPr id="38922" name="Line 56">
              <a:extLst>
                <a:ext uri="{FF2B5EF4-FFF2-40B4-BE49-F238E27FC236}">
                  <a16:creationId xmlns:a16="http://schemas.microsoft.com/office/drawing/2014/main" id="{C08E6FF9-7010-03CE-CAC9-351CC657221E}"/>
                </a:ext>
              </a:extLst>
            </p:cNvPr>
            <p:cNvSpPr>
              <a:spLocks noChangeShapeType="1"/>
            </p:cNvSpPr>
            <p:nvPr/>
          </p:nvSpPr>
          <p:spPr bwMode="auto">
            <a:xfrm>
              <a:off x="839" y="1186"/>
              <a:ext cx="3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3" name="Line 57">
              <a:extLst>
                <a:ext uri="{FF2B5EF4-FFF2-40B4-BE49-F238E27FC236}">
                  <a16:creationId xmlns:a16="http://schemas.microsoft.com/office/drawing/2014/main" id="{C5432F22-6CCA-69CC-21F4-D48030CE2BC4}"/>
                </a:ext>
              </a:extLst>
            </p:cNvPr>
            <p:cNvSpPr>
              <a:spLocks noChangeShapeType="1"/>
            </p:cNvSpPr>
            <p:nvPr/>
          </p:nvSpPr>
          <p:spPr bwMode="auto">
            <a:xfrm>
              <a:off x="1059" y="1932"/>
              <a:ext cx="1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4" name="Line 58">
              <a:extLst>
                <a:ext uri="{FF2B5EF4-FFF2-40B4-BE49-F238E27FC236}">
                  <a16:creationId xmlns:a16="http://schemas.microsoft.com/office/drawing/2014/main" id="{79E7EBD1-7E80-4792-A56C-61606A9072F3}"/>
                </a:ext>
              </a:extLst>
            </p:cNvPr>
            <p:cNvSpPr>
              <a:spLocks noChangeShapeType="1"/>
            </p:cNvSpPr>
            <p:nvPr/>
          </p:nvSpPr>
          <p:spPr bwMode="auto">
            <a:xfrm>
              <a:off x="839" y="1180"/>
              <a:ext cx="0" cy="90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5" name="Line 59">
              <a:extLst>
                <a:ext uri="{FF2B5EF4-FFF2-40B4-BE49-F238E27FC236}">
                  <a16:creationId xmlns:a16="http://schemas.microsoft.com/office/drawing/2014/main" id="{8461B46A-58E4-F215-607D-8B5E0A218E18}"/>
                </a:ext>
              </a:extLst>
            </p:cNvPr>
            <p:cNvSpPr>
              <a:spLocks noChangeShapeType="1"/>
            </p:cNvSpPr>
            <p:nvPr/>
          </p:nvSpPr>
          <p:spPr bwMode="auto">
            <a:xfrm>
              <a:off x="659" y="1036"/>
              <a:ext cx="5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6" name="Line 60">
              <a:extLst>
                <a:ext uri="{FF2B5EF4-FFF2-40B4-BE49-F238E27FC236}">
                  <a16:creationId xmlns:a16="http://schemas.microsoft.com/office/drawing/2014/main" id="{F7E7672F-F288-8EC1-6794-5ED256EF32D7}"/>
                </a:ext>
              </a:extLst>
            </p:cNvPr>
            <p:cNvSpPr>
              <a:spLocks noChangeShapeType="1"/>
            </p:cNvSpPr>
            <p:nvPr/>
          </p:nvSpPr>
          <p:spPr bwMode="auto">
            <a:xfrm>
              <a:off x="835" y="2089"/>
              <a:ext cx="4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7" name="Line 61">
              <a:extLst>
                <a:ext uri="{FF2B5EF4-FFF2-40B4-BE49-F238E27FC236}">
                  <a16:creationId xmlns:a16="http://schemas.microsoft.com/office/drawing/2014/main" id="{39F43EEF-1D27-C0FA-9A19-E8FEBACB5188}"/>
                </a:ext>
              </a:extLst>
            </p:cNvPr>
            <p:cNvSpPr>
              <a:spLocks noChangeShapeType="1"/>
            </p:cNvSpPr>
            <p:nvPr/>
          </p:nvSpPr>
          <p:spPr bwMode="auto">
            <a:xfrm>
              <a:off x="548" y="1572"/>
              <a:ext cx="28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5" name="Text Box 62">
              <a:extLst>
                <a:ext uri="{FF2B5EF4-FFF2-40B4-BE49-F238E27FC236}">
                  <a16:creationId xmlns:a16="http://schemas.microsoft.com/office/drawing/2014/main" id="{AC519250-2AC0-4D65-9A47-B88A463A9396}"/>
                </a:ext>
              </a:extLst>
            </p:cNvPr>
            <p:cNvSpPr txBox="1">
              <a:spLocks noChangeArrowheads="1"/>
            </p:cNvSpPr>
            <p:nvPr/>
          </p:nvSpPr>
          <p:spPr bwMode="auto">
            <a:xfrm>
              <a:off x="73" y="1396"/>
              <a:ext cx="584" cy="216"/>
            </a:xfrm>
            <a:prstGeom prst="rect">
              <a:avLst/>
            </a:prstGeom>
            <a:noFill/>
            <a:ln w="25400">
              <a:noFill/>
              <a:miter lim="800000"/>
              <a:headEnd/>
              <a:tailEnd/>
            </a:ln>
          </p:spPr>
          <p:txBody>
            <a:bodyPr>
              <a:spAutoFit/>
            </a:bodyPr>
            <a:lstStyle/>
            <a:p>
              <a:pPr eaLnBrk="1" hangingPunct="1">
                <a:spcBef>
                  <a:spcPct val="50000"/>
                </a:spcBef>
                <a:defRPr/>
              </a:pPr>
              <a:r>
                <a:rPr lang="en-US" dirty="0"/>
                <a:t>Clock</a:t>
              </a:r>
            </a:p>
          </p:txBody>
        </p:sp>
        <p:sp>
          <p:nvSpPr>
            <p:cNvPr id="16" name="Line 77">
              <a:extLst>
                <a:ext uri="{FF2B5EF4-FFF2-40B4-BE49-F238E27FC236}">
                  <a16:creationId xmlns:a16="http://schemas.microsoft.com/office/drawing/2014/main" id="{E164D901-66C7-4BF2-8C78-13A4C3436627}"/>
                </a:ext>
              </a:extLst>
            </p:cNvPr>
            <p:cNvSpPr>
              <a:spLocks noChangeShapeType="1"/>
            </p:cNvSpPr>
            <p:nvPr/>
          </p:nvSpPr>
          <p:spPr bwMode="auto">
            <a:xfrm>
              <a:off x="2486" y="1182"/>
              <a:ext cx="431" cy="0"/>
            </a:xfrm>
            <a:prstGeom prst="line">
              <a:avLst/>
            </a:prstGeom>
            <a:noFill/>
            <a:ln w="25400">
              <a:solidFill>
                <a:schemeClr val="tx1"/>
              </a:solidFill>
              <a:round/>
              <a:headEnd/>
              <a:tailEnd/>
            </a:ln>
          </p:spPr>
          <p:txBody>
            <a:bodyPr/>
            <a:lstStyle/>
            <a:p>
              <a:pPr eaLnBrk="1" hangingPunct="1">
                <a:defRPr/>
              </a:pPr>
              <a:endParaRPr lang="en-US" sz="2000" dirty="0"/>
            </a:p>
          </p:txBody>
        </p:sp>
        <p:sp>
          <p:nvSpPr>
            <p:cNvPr id="17" name="Line 78">
              <a:extLst>
                <a:ext uri="{FF2B5EF4-FFF2-40B4-BE49-F238E27FC236}">
                  <a16:creationId xmlns:a16="http://schemas.microsoft.com/office/drawing/2014/main" id="{5D373ADB-EB84-4B3A-8A37-15E5991E2155}"/>
                </a:ext>
              </a:extLst>
            </p:cNvPr>
            <p:cNvSpPr>
              <a:spLocks noChangeShapeType="1"/>
            </p:cNvSpPr>
            <p:nvPr/>
          </p:nvSpPr>
          <p:spPr bwMode="auto">
            <a:xfrm>
              <a:off x="2512" y="1942"/>
              <a:ext cx="432" cy="0"/>
            </a:xfrm>
            <a:prstGeom prst="line">
              <a:avLst/>
            </a:prstGeom>
            <a:noFill/>
            <a:ln w="25400">
              <a:solidFill>
                <a:schemeClr val="tx1"/>
              </a:solidFill>
              <a:round/>
              <a:headEnd/>
              <a:tailEnd/>
            </a:ln>
          </p:spPr>
          <p:txBody>
            <a:bodyPr/>
            <a:lstStyle/>
            <a:p>
              <a:pPr eaLnBrk="1" hangingPunct="1">
                <a:defRPr/>
              </a:pPr>
              <a:endParaRPr lang="en-US" sz="2000" dirty="0"/>
            </a:p>
          </p:txBody>
        </p:sp>
        <p:sp>
          <p:nvSpPr>
            <p:cNvPr id="18" name="Line 79">
              <a:extLst>
                <a:ext uri="{FF2B5EF4-FFF2-40B4-BE49-F238E27FC236}">
                  <a16:creationId xmlns:a16="http://schemas.microsoft.com/office/drawing/2014/main" id="{7AADCD6F-A4C6-415E-8834-0FFC8878AC51}"/>
                </a:ext>
              </a:extLst>
            </p:cNvPr>
            <p:cNvSpPr>
              <a:spLocks noChangeShapeType="1"/>
            </p:cNvSpPr>
            <p:nvPr/>
          </p:nvSpPr>
          <p:spPr bwMode="auto">
            <a:xfrm>
              <a:off x="1644" y="1110"/>
              <a:ext cx="432" cy="0"/>
            </a:xfrm>
            <a:prstGeom prst="line">
              <a:avLst/>
            </a:prstGeom>
            <a:noFill/>
            <a:ln w="25400">
              <a:solidFill>
                <a:schemeClr val="tx1"/>
              </a:solidFill>
              <a:round/>
              <a:headEnd/>
              <a:tailEnd/>
            </a:ln>
          </p:spPr>
          <p:txBody>
            <a:bodyPr/>
            <a:lstStyle/>
            <a:p>
              <a:pPr eaLnBrk="1" hangingPunct="1">
                <a:defRPr/>
              </a:pPr>
              <a:endParaRPr lang="en-US" sz="2000" dirty="0"/>
            </a:p>
          </p:txBody>
        </p:sp>
        <p:sp>
          <p:nvSpPr>
            <p:cNvPr id="19" name="Line 80">
              <a:extLst>
                <a:ext uri="{FF2B5EF4-FFF2-40B4-BE49-F238E27FC236}">
                  <a16:creationId xmlns:a16="http://schemas.microsoft.com/office/drawing/2014/main" id="{58307BE4-A51F-419B-9DDE-CDBACED944F5}"/>
                </a:ext>
              </a:extLst>
            </p:cNvPr>
            <p:cNvSpPr>
              <a:spLocks noChangeShapeType="1"/>
            </p:cNvSpPr>
            <p:nvPr/>
          </p:nvSpPr>
          <p:spPr bwMode="auto">
            <a:xfrm>
              <a:off x="1671" y="2019"/>
              <a:ext cx="431" cy="0"/>
            </a:xfrm>
            <a:prstGeom prst="line">
              <a:avLst/>
            </a:prstGeom>
            <a:noFill/>
            <a:ln w="25400">
              <a:solidFill>
                <a:schemeClr val="tx1"/>
              </a:solidFill>
              <a:round/>
              <a:headEnd/>
              <a:tailEnd/>
            </a:ln>
          </p:spPr>
          <p:txBody>
            <a:bodyPr/>
            <a:lstStyle/>
            <a:p>
              <a:pPr eaLnBrk="1" hangingPunct="1">
                <a:defRPr/>
              </a:pPr>
              <a:endParaRPr lang="en-US" sz="2000" dirty="0"/>
            </a:p>
          </p:txBody>
        </p:sp>
        <p:sp>
          <p:nvSpPr>
            <p:cNvPr id="20" name="Line 81">
              <a:extLst>
                <a:ext uri="{FF2B5EF4-FFF2-40B4-BE49-F238E27FC236}">
                  <a16:creationId xmlns:a16="http://schemas.microsoft.com/office/drawing/2014/main" id="{BA3C5CAB-A8DD-4778-963A-3826CA5B4D8D}"/>
                </a:ext>
              </a:extLst>
            </p:cNvPr>
            <p:cNvSpPr>
              <a:spLocks noChangeShapeType="1"/>
            </p:cNvSpPr>
            <p:nvPr/>
          </p:nvSpPr>
          <p:spPr bwMode="auto">
            <a:xfrm>
              <a:off x="2715" y="1182"/>
              <a:ext cx="0" cy="240"/>
            </a:xfrm>
            <a:prstGeom prst="line">
              <a:avLst/>
            </a:prstGeom>
            <a:noFill/>
            <a:ln w="25400">
              <a:solidFill>
                <a:schemeClr val="tx1"/>
              </a:solidFill>
              <a:round/>
              <a:headEnd type="oval" w="med" len="med"/>
              <a:tailEnd/>
            </a:ln>
          </p:spPr>
          <p:txBody>
            <a:bodyPr/>
            <a:lstStyle/>
            <a:p>
              <a:pPr eaLnBrk="1" hangingPunct="1">
                <a:defRPr/>
              </a:pPr>
              <a:endParaRPr lang="en-US" sz="2000" dirty="0"/>
            </a:p>
          </p:txBody>
        </p:sp>
        <p:sp>
          <p:nvSpPr>
            <p:cNvPr id="21" name="Line 82">
              <a:extLst>
                <a:ext uri="{FF2B5EF4-FFF2-40B4-BE49-F238E27FC236}">
                  <a16:creationId xmlns:a16="http://schemas.microsoft.com/office/drawing/2014/main" id="{0940DE52-B052-40F6-A396-4DBB9359E84F}"/>
                </a:ext>
              </a:extLst>
            </p:cNvPr>
            <p:cNvSpPr>
              <a:spLocks noChangeShapeType="1"/>
            </p:cNvSpPr>
            <p:nvPr/>
          </p:nvSpPr>
          <p:spPr bwMode="auto">
            <a:xfrm>
              <a:off x="2715" y="1686"/>
              <a:ext cx="0" cy="254"/>
            </a:xfrm>
            <a:prstGeom prst="line">
              <a:avLst/>
            </a:prstGeom>
            <a:noFill/>
            <a:ln w="25400">
              <a:solidFill>
                <a:schemeClr val="tx1"/>
              </a:solidFill>
              <a:round/>
              <a:headEnd/>
              <a:tailEnd type="oval" w="med" len="med"/>
            </a:ln>
          </p:spPr>
          <p:txBody>
            <a:bodyPr/>
            <a:lstStyle/>
            <a:p>
              <a:pPr eaLnBrk="1" hangingPunct="1">
                <a:defRPr/>
              </a:pPr>
              <a:endParaRPr lang="en-US" sz="2000" dirty="0"/>
            </a:p>
          </p:txBody>
        </p:sp>
        <p:sp>
          <p:nvSpPr>
            <p:cNvPr id="22" name="Line 83">
              <a:extLst>
                <a:ext uri="{FF2B5EF4-FFF2-40B4-BE49-F238E27FC236}">
                  <a16:creationId xmlns:a16="http://schemas.microsoft.com/office/drawing/2014/main" id="{657046BB-9944-4D60-B0A8-B19E026A60B3}"/>
                </a:ext>
              </a:extLst>
            </p:cNvPr>
            <p:cNvSpPr>
              <a:spLocks noChangeShapeType="1"/>
            </p:cNvSpPr>
            <p:nvPr/>
          </p:nvSpPr>
          <p:spPr bwMode="auto">
            <a:xfrm flipH="1">
              <a:off x="1933" y="1422"/>
              <a:ext cx="780" cy="253"/>
            </a:xfrm>
            <a:prstGeom prst="line">
              <a:avLst/>
            </a:prstGeom>
            <a:noFill/>
            <a:ln w="25400">
              <a:solidFill>
                <a:schemeClr val="tx1"/>
              </a:solidFill>
              <a:round/>
              <a:headEnd/>
              <a:tailEnd/>
            </a:ln>
          </p:spPr>
          <p:txBody>
            <a:bodyPr/>
            <a:lstStyle/>
            <a:p>
              <a:pPr eaLnBrk="1" hangingPunct="1">
                <a:defRPr/>
              </a:pPr>
              <a:endParaRPr lang="en-US" sz="2000" dirty="0"/>
            </a:p>
          </p:txBody>
        </p:sp>
        <p:sp>
          <p:nvSpPr>
            <p:cNvPr id="23" name="Line 84">
              <a:extLst>
                <a:ext uri="{FF2B5EF4-FFF2-40B4-BE49-F238E27FC236}">
                  <a16:creationId xmlns:a16="http://schemas.microsoft.com/office/drawing/2014/main" id="{FEDE797F-E6C1-448B-A0A8-AA4D4AA09E98}"/>
                </a:ext>
              </a:extLst>
            </p:cNvPr>
            <p:cNvSpPr>
              <a:spLocks noChangeShapeType="1"/>
            </p:cNvSpPr>
            <p:nvPr/>
          </p:nvSpPr>
          <p:spPr bwMode="auto">
            <a:xfrm>
              <a:off x="1927" y="1854"/>
              <a:ext cx="192" cy="0"/>
            </a:xfrm>
            <a:prstGeom prst="line">
              <a:avLst/>
            </a:prstGeom>
            <a:noFill/>
            <a:ln w="25400">
              <a:solidFill>
                <a:schemeClr val="tx1"/>
              </a:solidFill>
              <a:round/>
              <a:headEnd/>
              <a:tailEnd/>
            </a:ln>
          </p:spPr>
          <p:txBody>
            <a:bodyPr/>
            <a:lstStyle/>
            <a:p>
              <a:pPr eaLnBrk="1" hangingPunct="1">
                <a:defRPr/>
              </a:pPr>
              <a:endParaRPr lang="en-US" sz="2000" dirty="0"/>
            </a:p>
          </p:txBody>
        </p:sp>
        <p:sp>
          <p:nvSpPr>
            <p:cNvPr id="24" name="Line 85">
              <a:extLst>
                <a:ext uri="{FF2B5EF4-FFF2-40B4-BE49-F238E27FC236}">
                  <a16:creationId xmlns:a16="http://schemas.microsoft.com/office/drawing/2014/main" id="{F3E6E2C6-68CD-44F0-B555-18198FF33304}"/>
                </a:ext>
              </a:extLst>
            </p:cNvPr>
            <p:cNvSpPr>
              <a:spLocks noChangeShapeType="1"/>
            </p:cNvSpPr>
            <p:nvPr/>
          </p:nvSpPr>
          <p:spPr bwMode="auto">
            <a:xfrm>
              <a:off x="1929" y="1680"/>
              <a:ext cx="0" cy="168"/>
            </a:xfrm>
            <a:prstGeom prst="line">
              <a:avLst/>
            </a:prstGeom>
            <a:noFill/>
            <a:ln w="25400">
              <a:solidFill>
                <a:schemeClr val="tx1"/>
              </a:solidFill>
              <a:round/>
              <a:headEnd/>
              <a:tailEnd/>
            </a:ln>
          </p:spPr>
          <p:txBody>
            <a:bodyPr/>
            <a:lstStyle/>
            <a:p>
              <a:pPr eaLnBrk="1" hangingPunct="1">
                <a:defRPr/>
              </a:pPr>
              <a:endParaRPr lang="en-US" sz="2000" dirty="0"/>
            </a:p>
          </p:txBody>
        </p:sp>
        <p:sp>
          <p:nvSpPr>
            <p:cNvPr id="25" name="Line 86">
              <a:extLst>
                <a:ext uri="{FF2B5EF4-FFF2-40B4-BE49-F238E27FC236}">
                  <a16:creationId xmlns:a16="http://schemas.microsoft.com/office/drawing/2014/main" id="{54007714-DC22-4084-A58B-C057796181F2}"/>
                </a:ext>
              </a:extLst>
            </p:cNvPr>
            <p:cNvSpPr>
              <a:spLocks noChangeShapeType="1"/>
            </p:cNvSpPr>
            <p:nvPr/>
          </p:nvSpPr>
          <p:spPr bwMode="auto">
            <a:xfrm>
              <a:off x="1894" y="1249"/>
              <a:ext cx="174" cy="0"/>
            </a:xfrm>
            <a:prstGeom prst="line">
              <a:avLst/>
            </a:prstGeom>
            <a:noFill/>
            <a:ln w="25400">
              <a:solidFill>
                <a:schemeClr val="tx1"/>
              </a:solidFill>
              <a:round/>
              <a:headEnd/>
              <a:tailEnd/>
            </a:ln>
          </p:spPr>
          <p:txBody>
            <a:bodyPr/>
            <a:lstStyle/>
            <a:p>
              <a:pPr eaLnBrk="1" hangingPunct="1">
                <a:defRPr/>
              </a:pPr>
              <a:endParaRPr lang="en-US" sz="2000" dirty="0"/>
            </a:p>
          </p:txBody>
        </p:sp>
        <p:sp>
          <p:nvSpPr>
            <p:cNvPr id="26" name="Line 87">
              <a:extLst>
                <a:ext uri="{FF2B5EF4-FFF2-40B4-BE49-F238E27FC236}">
                  <a16:creationId xmlns:a16="http://schemas.microsoft.com/office/drawing/2014/main" id="{A2C7465E-C9B8-411F-AFCF-DED868C1D7F8}"/>
                </a:ext>
              </a:extLst>
            </p:cNvPr>
            <p:cNvSpPr>
              <a:spLocks noChangeShapeType="1"/>
            </p:cNvSpPr>
            <p:nvPr/>
          </p:nvSpPr>
          <p:spPr bwMode="auto">
            <a:xfrm>
              <a:off x="1903" y="1248"/>
              <a:ext cx="0" cy="168"/>
            </a:xfrm>
            <a:prstGeom prst="line">
              <a:avLst/>
            </a:prstGeom>
            <a:noFill/>
            <a:ln w="25400">
              <a:solidFill>
                <a:schemeClr val="tx1"/>
              </a:solidFill>
              <a:round/>
              <a:headEnd/>
              <a:tailEnd/>
            </a:ln>
          </p:spPr>
          <p:txBody>
            <a:bodyPr/>
            <a:lstStyle/>
            <a:p>
              <a:pPr eaLnBrk="1" hangingPunct="1">
                <a:defRPr/>
              </a:pPr>
              <a:endParaRPr lang="en-US" sz="2000" dirty="0"/>
            </a:p>
          </p:txBody>
        </p:sp>
        <p:sp>
          <p:nvSpPr>
            <p:cNvPr id="27" name="Line 88">
              <a:extLst>
                <a:ext uri="{FF2B5EF4-FFF2-40B4-BE49-F238E27FC236}">
                  <a16:creationId xmlns:a16="http://schemas.microsoft.com/office/drawing/2014/main" id="{A998961D-2A67-434C-8BD3-E4AF8B4F53EE}"/>
                </a:ext>
              </a:extLst>
            </p:cNvPr>
            <p:cNvSpPr>
              <a:spLocks noChangeShapeType="1"/>
            </p:cNvSpPr>
            <p:nvPr/>
          </p:nvSpPr>
          <p:spPr bwMode="auto">
            <a:xfrm>
              <a:off x="1896" y="1404"/>
              <a:ext cx="819" cy="282"/>
            </a:xfrm>
            <a:prstGeom prst="line">
              <a:avLst/>
            </a:prstGeom>
            <a:noFill/>
            <a:ln w="25400">
              <a:solidFill>
                <a:schemeClr val="tx1"/>
              </a:solidFill>
              <a:round/>
              <a:headEnd/>
              <a:tailEnd/>
            </a:ln>
          </p:spPr>
          <p:txBody>
            <a:bodyPr/>
            <a:lstStyle/>
            <a:p>
              <a:pPr eaLnBrk="1" hangingPunct="1">
                <a:defRPr/>
              </a:pPr>
              <a:endParaRPr lang="en-US" sz="2000" dirty="0"/>
            </a:p>
          </p:txBody>
        </p:sp>
        <p:sp>
          <p:nvSpPr>
            <p:cNvPr id="38941" name="Line 106">
              <a:extLst>
                <a:ext uri="{FF2B5EF4-FFF2-40B4-BE49-F238E27FC236}">
                  <a16:creationId xmlns:a16="http://schemas.microsoft.com/office/drawing/2014/main" id="{CD376F7D-5F31-BB38-B512-16537E722D23}"/>
                </a:ext>
              </a:extLst>
            </p:cNvPr>
            <p:cNvSpPr>
              <a:spLocks noChangeShapeType="1"/>
            </p:cNvSpPr>
            <p:nvPr/>
          </p:nvSpPr>
          <p:spPr bwMode="auto">
            <a:xfrm flipV="1">
              <a:off x="1058" y="1602"/>
              <a:ext cx="0" cy="32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2" name="Line 107">
              <a:extLst>
                <a:ext uri="{FF2B5EF4-FFF2-40B4-BE49-F238E27FC236}">
                  <a16:creationId xmlns:a16="http://schemas.microsoft.com/office/drawing/2014/main" id="{071F6823-AF79-512C-5CE3-D4571B3DFB5C}"/>
                </a:ext>
              </a:extLst>
            </p:cNvPr>
            <p:cNvSpPr>
              <a:spLocks noChangeShapeType="1"/>
            </p:cNvSpPr>
            <p:nvPr/>
          </p:nvSpPr>
          <p:spPr bwMode="auto">
            <a:xfrm flipV="1">
              <a:off x="1778" y="1106"/>
              <a:ext cx="0" cy="499"/>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8943" name="Line 108">
              <a:extLst>
                <a:ext uri="{FF2B5EF4-FFF2-40B4-BE49-F238E27FC236}">
                  <a16:creationId xmlns:a16="http://schemas.microsoft.com/office/drawing/2014/main" id="{06F35D43-3A76-B103-0DD4-8452E703D997}"/>
                </a:ext>
              </a:extLst>
            </p:cNvPr>
            <p:cNvSpPr>
              <a:spLocks noChangeShapeType="1"/>
            </p:cNvSpPr>
            <p:nvPr/>
          </p:nvSpPr>
          <p:spPr bwMode="auto">
            <a:xfrm>
              <a:off x="1052" y="1594"/>
              <a:ext cx="7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944" name="Group 61">
              <a:extLst>
                <a:ext uri="{FF2B5EF4-FFF2-40B4-BE49-F238E27FC236}">
                  <a16:creationId xmlns:a16="http://schemas.microsoft.com/office/drawing/2014/main" id="{0661EBF5-507A-8A43-A161-57AF182A9A1E}"/>
                </a:ext>
              </a:extLst>
            </p:cNvPr>
            <p:cNvGrpSpPr>
              <a:grpSpLocks/>
            </p:cNvGrpSpPr>
            <p:nvPr/>
          </p:nvGrpSpPr>
          <p:grpSpPr bwMode="auto">
            <a:xfrm>
              <a:off x="2070" y="1049"/>
              <a:ext cx="446" cy="267"/>
              <a:chOff x="1516" y="1961"/>
              <a:chExt cx="446" cy="267"/>
            </a:xfrm>
          </p:grpSpPr>
          <p:sp>
            <p:nvSpPr>
              <p:cNvPr id="41" name="Oval 77">
                <a:extLst>
                  <a:ext uri="{FF2B5EF4-FFF2-40B4-BE49-F238E27FC236}">
                    <a16:creationId xmlns:a16="http://schemas.microsoft.com/office/drawing/2014/main" id="{6AEF71CC-CE70-4E6D-9647-CD4FC9F3364A}"/>
                  </a:ext>
                </a:extLst>
              </p:cNvPr>
              <p:cNvSpPr>
                <a:spLocks noChangeArrowheads="1"/>
              </p:cNvSpPr>
              <p:nvPr/>
            </p:nvSpPr>
            <p:spPr bwMode="auto">
              <a:xfrm>
                <a:off x="1858" y="2047"/>
                <a:ext cx="104" cy="80"/>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a:p>
            </p:txBody>
          </p:sp>
          <p:sp>
            <p:nvSpPr>
              <p:cNvPr id="42" name="AutoShape 63">
                <a:extLst>
                  <a:ext uri="{FF2B5EF4-FFF2-40B4-BE49-F238E27FC236}">
                    <a16:creationId xmlns:a16="http://schemas.microsoft.com/office/drawing/2014/main" id="{EEF204A4-8774-43B7-B84E-CD426F55F08C}"/>
                  </a:ext>
                </a:extLst>
              </p:cNvPr>
              <p:cNvSpPr>
                <a:spLocks noChangeArrowheads="1"/>
              </p:cNvSpPr>
              <p:nvPr/>
            </p:nvSpPr>
            <p:spPr bwMode="auto">
              <a:xfrm>
                <a:off x="1516" y="1961"/>
                <a:ext cx="330" cy="267"/>
              </a:xfrm>
              <a:prstGeom prst="flowChartDelay">
                <a:avLst/>
              </a:prstGeom>
              <a:noFill/>
              <a:ln w="25400">
                <a:solidFill>
                  <a:schemeClr val="tx1"/>
                </a:solidFill>
                <a:miter lim="800000"/>
                <a:headEnd/>
                <a:tailEnd/>
              </a:ln>
            </p:spPr>
            <p:txBody>
              <a:bodyPr wrap="none" anchor="ctr"/>
              <a:lstStyle/>
              <a:p>
                <a:pPr eaLnBrk="1" hangingPunct="1">
                  <a:defRPr/>
                </a:pPr>
                <a:endParaRPr lang="en-US" sz="2000" dirty="0"/>
              </a:p>
            </p:txBody>
          </p:sp>
        </p:grpSp>
        <p:grpSp>
          <p:nvGrpSpPr>
            <p:cNvPr id="38945" name="Group 64">
              <a:extLst>
                <a:ext uri="{FF2B5EF4-FFF2-40B4-BE49-F238E27FC236}">
                  <a16:creationId xmlns:a16="http://schemas.microsoft.com/office/drawing/2014/main" id="{50C557E0-AD19-B54E-E91E-F8E442A4BF81}"/>
                </a:ext>
              </a:extLst>
            </p:cNvPr>
            <p:cNvGrpSpPr>
              <a:grpSpLocks/>
            </p:cNvGrpSpPr>
            <p:nvPr/>
          </p:nvGrpSpPr>
          <p:grpSpPr bwMode="auto">
            <a:xfrm>
              <a:off x="1238" y="986"/>
              <a:ext cx="442" cy="267"/>
              <a:chOff x="1516" y="1975"/>
              <a:chExt cx="442" cy="267"/>
            </a:xfrm>
          </p:grpSpPr>
          <p:sp>
            <p:nvSpPr>
              <p:cNvPr id="39" name="Oval 77">
                <a:extLst>
                  <a:ext uri="{FF2B5EF4-FFF2-40B4-BE49-F238E27FC236}">
                    <a16:creationId xmlns:a16="http://schemas.microsoft.com/office/drawing/2014/main" id="{D05EB03D-13D7-443A-A9E3-C4688F4F6182}"/>
                  </a:ext>
                </a:extLst>
              </p:cNvPr>
              <p:cNvSpPr>
                <a:spLocks noChangeArrowheads="1"/>
              </p:cNvSpPr>
              <p:nvPr/>
            </p:nvSpPr>
            <p:spPr bwMode="auto">
              <a:xfrm>
                <a:off x="1854" y="2066"/>
                <a:ext cx="104" cy="82"/>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a:p>
            </p:txBody>
          </p:sp>
          <p:sp>
            <p:nvSpPr>
              <p:cNvPr id="40" name="AutoShape 66">
                <a:extLst>
                  <a:ext uri="{FF2B5EF4-FFF2-40B4-BE49-F238E27FC236}">
                    <a16:creationId xmlns:a16="http://schemas.microsoft.com/office/drawing/2014/main" id="{A980F513-9E6C-49B9-AB2C-22D6BFE7AAA3}"/>
                  </a:ext>
                </a:extLst>
              </p:cNvPr>
              <p:cNvSpPr>
                <a:spLocks noChangeArrowheads="1"/>
              </p:cNvSpPr>
              <p:nvPr/>
            </p:nvSpPr>
            <p:spPr bwMode="auto">
              <a:xfrm>
                <a:off x="1516" y="1975"/>
                <a:ext cx="328" cy="267"/>
              </a:xfrm>
              <a:prstGeom prst="flowChartDelay">
                <a:avLst/>
              </a:prstGeom>
              <a:noFill/>
              <a:ln w="25400">
                <a:solidFill>
                  <a:schemeClr val="tx1"/>
                </a:solidFill>
                <a:miter lim="800000"/>
                <a:headEnd/>
                <a:tailEnd/>
              </a:ln>
            </p:spPr>
            <p:txBody>
              <a:bodyPr wrap="none" anchor="ctr"/>
              <a:lstStyle/>
              <a:p>
                <a:pPr eaLnBrk="1" hangingPunct="1">
                  <a:defRPr/>
                </a:pPr>
                <a:endParaRPr lang="en-US" sz="2000" dirty="0"/>
              </a:p>
            </p:txBody>
          </p:sp>
        </p:grpSp>
        <p:sp>
          <p:nvSpPr>
            <p:cNvPr id="34" name="Oval 77">
              <a:extLst>
                <a:ext uri="{FF2B5EF4-FFF2-40B4-BE49-F238E27FC236}">
                  <a16:creationId xmlns:a16="http://schemas.microsoft.com/office/drawing/2014/main" id="{08B6A158-8F21-4BC7-8331-5C741ECBCC5C}"/>
                </a:ext>
              </a:extLst>
            </p:cNvPr>
            <p:cNvSpPr>
              <a:spLocks noChangeArrowheads="1"/>
            </p:cNvSpPr>
            <p:nvPr/>
          </p:nvSpPr>
          <p:spPr bwMode="auto">
            <a:xfrm>
              <a:off x="1589" y="1969"/>
              <a:ext cx="104" cy="80"/>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a:p>
          </p:txBody>
        </p:sp>
        <p:sp>
          <p:nvSpPr>
            <p:cNvPr id="35" name="AutoShape 69">
              <a:extLst>
                <a:ext uri="{FF2B5EF4-FFF2-40B4-BE49-F238E27FC236}">
                  <a16:creationId xmlns:a16="http://schemas.microsoft.com/office/drawing/2014/main" id="{15AD6742-DBAE-462A-8989-AE361DDB320F}"/>
                </a:ext>
              </a:extLst>
            </p:cNvPr>
            <p:cNvSpPr>
              <a:spLocks noChangeArrowheads="1"/>
            </p:cNvSpPr>
            <p:nvPr/>
          </p:nvSpPr>
          <p:spPr bwMode="auto">
            <a:xfrm>
              <a:off x="1251" y="1883"/>
              <a:ext cx="327" cy="267"/>
            </a:xfrm>
            <a:prstGeom prst="flowChartDelay">
              <a:avLst/>
            </a:prstGeom>
            <a:noFill/>
            <a:ln w="25400">
              <a:solidFill>
                <a:schemeClr val="tx1"/>
              </a:solidFill>
              <a:miter lim="800000"/>
              <a:headEnd/>
              <a:tailEnd/>
            </a:ln>
          </p:spPr>
          <p:txBody>
            <a:bodyPr wrap="none" anchor="ctr"/>
            <a:lstStyle/>
            <a:p>
              <a:pPr eaLnBrk="1" hangingPunct="1">
                <a:defRPr/>
              </a:pPr>
              <a:endParaRPr lang="en-US" sz="2000" dirty="0"/>
            </a:p>
          </p:txBody>
        </p:sp>
        <p:grpSp>
          <p:nvGrpSpPr>
            <p:cNvPr id="38948" name="Group 70">
              <a:extLst>
                <a:ext uri="{FF2B5EF4-FFF2-40B4-BE49-F238E27FC236}">
                  <a16:creationId xmlns:a16="http://schemas.microsoft.com/office/drawing/2014/main" id="{FE34C02B-2925-0AB1-A934-AE81F1C4DC9D}"/>
                </a:ext>
              </a:extLst>
            </p:cNvPr>
            <p:cNvGrpSpPr>
              <a:grpSpLocks/>
            </p:cNvGrpSpPr>
            <p:nvPr/>
          </p:nvGrpSpPr>
          <p:grpSpPr bwMode="auto">
            <a:xfrm>
              <a:off x="2111" y="1814"/>
              <a:ext cx="442" cy="267"/>
              <a:chOff x="1516" y="1968"/>
              <a:chExt cx="442" cy="267"/>
            </a:xfrm>
          </p:grpSpPr>
          <p:sp>
            <p:nvSpPr>
              <p:cNvPr id="37" name="Oval 77">
                <a:extLst>
                  <a:ext uri="{FF2B5EF4-FFF2-40B4-BE49-F238E27FC236}">
                    <a16:creationId xmlns:a16="http://schemas.microsoft.com/office/drawing/2014/main" id="{D7B0C402-504C-4E34-950B-5779CB54F198}"/>
                  </a:ext>
                </a:extLst>
              </p:cNvPr>
              <p:cNvSpPr>
                <a:spLocks noChangeArrowheads="1"/>
              </p:cNvSpPr>
              <p:nvPr/>
            </p:nvSpPr>
            <p:spPr bwMode="auto">
              <a:xfrm>
                <a:off x="1854" y="2059"/>
                <a:ext cx="104" cy="80"/>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a:p>
            </p:txBody>
          </p:sp>
          <p:sp>
            <p:nvSpPr>
              <p:cNvPr id="38" name="AutoShape 72">
                <a:extLst>
                  <a:ext uri="{FF2B5EF4-FFF2-40B4-BE49-F238E27FC236}">
                    <a16:creationId xmlns:a16="http://schemas.microsoft.com/office/drawing/2014/main" id="{240E4047-72DB-44A0-9C0D-99ECD9151C36}"/>
                  </a:ext>
                </a:extLst>
              </p:cNvPr>
              <p:cNvSpPr>
                <a:spLocks noChangeArrowheads="1"/>
              </p:cNvSpPr>
              <p:nvPr/>
            </p:nvSpPr>
            <p:spPr bwMode="auto">
              <a:xfrm>
                <a:off x="1516" y="1968"/>
                <a:ext cx="328" cy="267"/>
              </a:xfrm>
              <a:prstGeom prst="flowChartDelay">
                <a:avLst/>
              </a:prstGeom>
              <a:noFill/>
              <a:ln w="25400">
                <a:solidFill>
                  <a:schemeClr val="tx1"/>
                </a:solidFill>
                <a:miter lim="800000"/>
                <a:headEnd/>
                <a:tailEnd/>
              </a:ln>
            </p:spPr>
            <p:txBody>
              <a:bodyPr wrap="none" anchor="ctr"/>
              <a:lstStyle/>
              <a:p>
                <a:pPr eaLnBrk="1" hangingPunct="1">
                  <a:defRPr/>
                </a:pPr>
                <a:endParaRPr lang="en-US" sz="2000" dirty="0"/>
              </a:p>
            </p:txBody>
          </p:sp>
        </p:grpSp>
      </p:grpSp>
      <p:sp>
        <p:nvSpPr>
          <p:cNvPr id="38917" name="Прямоугольник 42">
            <a:extLst>
              <a:ext uri="{FF2B5EF4-FFF2-40B4-BE49-F238E27FC236}">
                <a16:creationId xmlns:a16="http://schemas.microsoft.com/office/drawing/2014/main" id="{BF9E1EDA-D83A-41CB-7C88-1309CE185664}"/>
              </a:ext>
            </a:extLst>
          </p:cNvPr>
          <p:cNvSpPr>
            <a:spLocks noChangeArrowheads="1"/>
          </p:cNvSpPr>
          <p:nvPr/>
        </p:nvSpPr>
        <p:spPr bwMode="auto">
          <a:xfrm>
            <a:off x="5098821" y="4259408"/>
            <a:ext cx="4572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dirty="0"/>
              <a:t>Variant of circuit with minimum </a:t>
            </a:r>
            <a:br>
              <a:rPr lang="en-US" altLang="en-US" sz="2000" dirty="0"/>
            </a:br>
            <a:r>
              <a:rPr lang="en-US" altLang="en-US" sz="2000" dirty="0"/>
              <a:t>number of gates. </a:t>
            </a:r>
            <a:endParaRPr lang="ru-RU" altLang="en-US" sz="2000" dirty="0"/>
          </a:p>
        </p:txBody>
      </p:sp>
      <p:grpSp>
        <p:nvGrpSpPr>
          <p:cNvPr id="38918" name="Группа 46">
            <a:extLst>
              <a:ext uri="{FF2B5EF4-FFF2-40B4-BE49-F238E27FC236}">
                <a16:creationId xmlns:a16="http://schemas.microsoft.com/office/drawing/2014/main" id="{709BE8A0-60A5-3D4A-D13D-50A21582A470}"/>
              </a:ext>
            </a:extLst>
          </p:cNvPr>
          <p:cNvGrpSpPr>
            <a:grpSpLocks/>
          </p:cNvGrpSpPr>
          <p:nvPr/>
        </p:nvGrpSpPr>
        <p:grpSpPr bwMode="auto">
          <a:xfrm>
            <a:off x="8868027" y="3596647"/>
            <a:ext cx="503238" cy="369332"/>
            <a:chOff x="7344745" y="3596163"/>
            <a:chExt cx="503237" cy="369332"/>
          </a:xfrm>
        </p:grpSpPr>
        <p:sp>
          <p:nvSpPr>
            <p:cNvPr id="45" name="Text Box 90">
              <a:extLst>
                <a:ext uri="{FF2B5EF4-FFF2-40B4-BE49-F238E27FC236}">
                  <a16:creationId xmlns:a16="http://schemas.microsoft.com/office/drawing/2014/main" id="{54D2BB16-C2F9-439F-8B70-E9D0AB765245}"/>
                </a:ext>
              </a:extLst>
            </p:cNvPr>
            <p:cNvSpPr txBox="1">
              <a:spLocks noChangeArrowheads="1"/>
            </p:cNvSpPr>
            <p:nvPr/>
          </p:nvSpPr>
          <p:spPr bwMode="auto">
            <a:xfrm>
              <a:off x="7344745" y="3596163"/>
              <a:ext cx="503237" cy="369332"/>
            </a:xfrm>
            <a:prstGeom prst="rect">
              <a:avLst/>
            </a:prstGeom>
            <a:noFill/>
            <a:ln w="25400">
              <a:noFill/>
              <a:miter lim="800000"/>
              <a:headEnd/>
              <a:tailEnd/>
            </a:ln>
          </p:spPr>
          <p:txBody>
            <a:bodyPr>
              <a:spAutoFit/>
            </a:bodyPr>
            <a:lstStyle/>
            <a:p>
              <a:pPr eaLnBrk="1" hangingPunct="1">
                <a:spcBef>
                  <a:spcPct val="50000"/>
                </a:spcBef>
                <a:defRPr/>
              </a:pPr>
              <a:r>
                <a:rPr lang="en-US" dirty="0"/>
                <a:t>Q</a:t>
              </a:r>
            </a:p>
          </p:txBody>
        </p:sp>
        <p:sp>
          <p:nvSpPr>
            <p:cNvPr id="46" name="Line 91">
              <a:extLst>
                <a:ext uri="{FF2B5EF4-FFF2-40B4-BE49-F238E27FC236}">
                  <a16:creationId xmlns:a16="http://schemas.microsoft.com/office/drawing/2014/main" id="{E700D8D4-3571-408C-828F-29098395DE5D}"/>
                </a:ext>
              </a:extLst>
            </p:cNvPr>
            <p:cNvSpPr>
              <a:spLocks noChangeShapeType="1"/>
            </p:cNvSpPr>
            <p:nvPr/>
          </p:nvSpPr>
          <p:spPr bwMode="auto">
            <a:xfrm>
              <a:off x="7470952" y="3649758"/>
              <a:ext cx="125412" cy="0"/>
            </a:xfrm>
            <a:prstGeom prst="line">
              <a:avLst/>
            </a:prstGeom>
            <a:noFill/>
            <a:ln w="25400">
              <a:solidFill>
                <a:schemeClr val="tx1"/>
              </a:solidFill>
              <a:round/>
              <a:headEnd/>
              <a:tailEnd/>
            </a:ln>
          </p:spPr>
          <p:txBody>
            <a:bodyPr/>
            <a:lstStyle/>
            <a:p>
              <a:pPr eaLnBrk="1" hangingPunct="1">
                <a:defRPr/>
              </a:pPr>
              <a:endParaRPr lang="en-US" sz="2000" dirty="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8266F0B9-AEB8-7B73-5946-30B2A766A4FC}"/>
              </a:ext>
            </a:extLst>
          </p:cNvPr>
          <p:cNvSpPr>
            <a:spLocks noGrp="1"/>
          </p:cNvSpPr>
          <p:nvPr>
            <p:ph type="body" sz="quarter" idx="10"/>
          </p:nvPr>
        </p:nvSpPr>
        <p:spPr/>
        <p:txBody>
          <a:bodyPr/>
          <a:lstStyle/>
          <a:p>
            <a:pPr eaLnBrk="1" hangingPunct="1">
              <a:lnSpc>
                <a:spcPct val="90000"/>
              </a:lnSpc>
            </a:pPr>
            <a:endParaRPr lang="en-US" altLang="en-US" sz="2400" dirty="0"/>
          </a:p>
          <a:p>
            <a:pPr eaLnBrk="1" hangingPunct="1">
              <a:lnSpc>
                <a:spcPct val="90000"/>
              </a:lnSpc>
            </a:pPr>
            <a:endParaRPr lang="en-US" altLang="en-US" dirty="0"/>
          </a:p>
          <a:p>
            <a:pPr eaLnBrk="1" hangingPunct="1">
              <a:lnSpc>
                <a:spcPct val="90000"/>
              </a:lnSpc>
            </a:pPr>
            <a:endParaRPr lang="en-US" altLang="en-US" sz="2400" dirty="0"/>
          </a:p>
          <a:p>
            <a:pPr eaLnBrk="1" hangingPunct="1">
              <a:lnSpc>
                <a:spcPct val="90000"/>
              </a:lnSpc>
            </a:pPr>
            <a:endParaRPr lang="en-US" altLang="en-US" dirty="0"/>
          </a:p>
          <a:p>
            <a:pPr eaLnBrk="1" hangingPunct="1">
              <a:lnSpc>
                <a:spcPct val="90000"/>
              </a:lnSpc>
            </a:pPr>
            <a:endParaRPr lang="en-US" altLang="en-US" sz="2400" dirty="0"/>
          </a:p>
          <a:p>
            <a:pPr eaLnBrk="1" hangingPunct="1">
              <a:lnSpc>
                <a:spcPct val="90000"/>
              </a:lnSpc>
            </a:pPr>
            <a:endParaRPr lang="en-US" altLang="en-US" dirty="0"/>
          </a:p>
          <a:p>
            <a:pPr eaLnBrk="1" hangingPunct="1">
              <a:lnSpc>
                <a:spcPct val="90000"/>
              </a:lnSpc>
            </a:pPr>
            <a:endParaRPr lang="en-US" altLang="en-US" sz="2400" dirty="0"/>
          </a:p>
          <a:p>
            <a:pPr eaLnBrk="1" hangingPunct="1">
              <a:lnSpc>
                <a:spcPct val="90000"/>
              </a:lnSpc>
            </a:pPr>
            <a:r>
              <a:rPr lang="en-US" altLang="en-US" sz="2400" dirty="0"/>
              <a:t>There is a (shaded) window of time around the falling edge of </a:t>
            </a:r>
            <a:r>
              <a:rPr lang="en-US" altLang="en-US" sz="2400" dirty="0">
                <a:solidFill>
                  <a:srgbClr val="0000FF"/>
                </a:solidFill>
              </a:rPr>
              <a:t>Clock</a:t>
            </a:r>
            <a:r>
              <a:rPr lang="en-US" altLang="en-US" sz="2400" dirty="0"/>
              <a:t> </a:t>
            </a:r>
          </a:p>
          <a:p>
            <a:pPr eaLnBrk="1" hangingPunct="1">
              <a:lnSpc>
                <a:spcPct val="90000"/>
              </a:lnSpc>
            </a:pPr>
            <a:r>
              <a:rPr lang="en-US" altLang="en-US" sz="2400" dirty="0"/>
              <a:t>when D input must not change.  That interval begins at time </a:t>
            </a:r>
            <a:r>
              <a:rPr lang="en-US" altLang="en-US" sz="2400" dirty="0" err="1"/>
              <a:t>t</a:t>
            </a:r>
            <a:r>
              <a:rPr lang="en-US" altLang="en-US" sz="2400" baseline="-25000" dirty="0" err="1"/>
              <a:t>setup</a:t>
            </a:r>
            <a:r>
              <a:rPr lang="en-US" altLang="en-US" sz="2400" dirty="0"/>
              <a:t>  and ends at time </a:t>
            </a:r>
            <a:r>
              <a:rPr lang="en-US" altLang="en-US" sz="2400" dirty="0" err="1"/>
              <a:t>t</a:t>
            </a:r>
            <a:r>
              <a:rPr lang="en-US" altLang="en-US" sz="2400" baseline="-25000" dirty="0" err="1"/>
              <a:t>hold</a:t>
            </a:r>
            <a:r>
              <a:rPr lang="en-US" altLang="en-US" sz="2400" dirty="0"/>
              <a:t> afterward.</a:t>
            </a:r>
          </a:p>
          <a:p>
            <a:pPr eaLnBrk="1" hangingPunct="1">
              <a:lnSpc>
                <a:spcPct val="90000"/>
              </a:lnSpc>
            </a:pPr>
            <a:r>
              <a:rPr lang="en-US" altLang="en-US" sz="2400" dirty="0"/>
              <a:t>  </a:t>
            </a:r>
            <a:r>
              <a:rPr lang="en-US" altLang="en-US" sz="2400" dirty="0" err="1"/>
              <a:t>T</a:t>
            </a:r>
            <a:r>
              <a:rPr lang="en-US" altLang="en-US" sz="2400" baseline="-25000" dirty="0" err="1"/>
              <a:t>setup</a:t>
            </a:r>
            <a:r>
              <a:rPr lang="en-US" altLang="en-US" sz="2400" dirty="0"/>
              <a:t> – setup time, </a:t>
            </a:r>
            <a:r>
              <a:rPr lang="en-US" altLang="en-US" sz="2400" dirty="0" err="1"/>
              <a:t>t</a:t>
            </a:r>
            <a:r>
              <a:rPr lang="en-US" altLang="en-US" sz="2400" baseline="-25000" dirty="0" err="1"/>
              <a:t>hold</a:t>
            </a:r>
            <a:r>
              <a:rPr lang="en-US" altLang="en-US" sz="2400" dirty="0"/>
              <a:t> – hold time.</a:t>
            </a:r>
          </a:p>
          <a:p>
            <a:endParaRPr lang="en-US" dirty="0"/>
          </a:p>
        </p:txBody>
      </p:sp>
      <p:grpSp>
        <p:nvGrpSpPr>
          <p:cNvPr id="39939" name="Group 79">
            <a:extLst>
              <a:ext uri="{FF2B5EF4-FFF2-40B4-BE49-F238E27FC236}">
                <a16:creationId xmlns:a16="http://schemas.microsoft.com/office/drawing/2014/main" id="{01047CD7-C761-F703-5456-82DB15894BA9}"/>
              </a:ext>
            </a:extLst>
          </p:cNvPr>
          <p:cNvGrpSpPr>
            <a:grpSpLocks/>
          </p:cNvGrpSpPr>
          <p:nvPr/>
        </p:nvGrpSpPr>
        <p:grpSpPr bwMode="auto">
          <a:xfrm>
            <a:off x="2206625" y="1595438"/>
            <a:ext cx="7678738" cy="2767012"/>
            <a:chOff x="382" y="810"/>
            <a:chExt cx="5040" cy="2086"/>
          </a:xfrm>
        </p:grpSpPr>
        <p:sp>
          <p:nvSpPr>
            <p:cNvPr id="24582" name="Text Box 57" descr="Light downward diagonal">
              <a:extLst>
                <a:ext uri="{FF2B5EF4-FFF2-40B4-BE49-F238E27FC236}">
                  <a16:creationId xmlns:a16="http://schemas.microsoft.com/office/drawing/2014/main" id="{EB45DA03-6113-4982-87A4-9C8F822BE2E9}"/>
                </a:ext>
              </a:extLst>
            </p:cNvPr>
            <p:cNvSpPr txBox="1">
              <a:spLocks noChangeArrowheads="1"/>
            </p:cNvSpPr>
            <p:nvPr/>
          </p:nvSpPr>
          <p:spPr bwMode="auto">
            <a:xfrm>
              <a:off x="4753" y="844"/>
              <a:ext cx="329" cy="281"/>
            </a:xfrm>
            <a:prstGeom prst="rect">
              <a:avLst/>
            </a:prstGeom>
            <a:pattFill prst="ltDnDiag">
              <a:fgClr>
                <a:srgbClr val="3366FF"/>
              </a:fgClr>
              <a:bgClr>
                <a:srgbClr val="FFFFFF"/>
              </a:bgClr>
            </a:pattFill>
            <a:ln w="28575">
              <a:pattFill prst="ltDnDiag">
                <a:fgClr>
                  <a:srgbClr val="3366FF"/>
                </a:fgClr>
                <a:bgClr>
                  <a:srgbClr val="FFFFFF"/>
                </a:bgClr>
              </a:pattFill>
              <a:miter lim="800000"/>
              <a:headEnd/>
              <a:tailEnd/>
            </a:ln>
          </p:spPr>
          <p:txBody>
            <a:bodyPr/>
            <a:lstStyle/>
            <a:p>
              <a:pPr>
                <a:defRPr/>
              </a:pPr>
              <a:endParaRPr lang="ru-RU"/>
            </a:p>
          </p:txBody>
        </p:sp>
        <p:sp>
          <p:nvSpPr>
            <p:cNvPr id="24583" name="Text Box 4">
              <a:extLst>
                <a:ext uri="{FF2B5EF4-FFF2-40B4-BE49-F238E27FC236}">
                  <a16:creationId xmlns:a16="http://schemas.microsoft.com/office/drawing/2014/main" id="{6F4F9026-B9CD-4619-A123-C58EFDEBFB62}"/>
                </a:ext>
              </a:extLst>
            </p:cNvPr>
            <p:cNvSpPr txBox="1">
              <a:spLocks noChangeArrowheads="1"/>
            </p:cNvSpPr>
            <p:nvPr/>
          </p:nvSpPr>
          <p:spPr bwMode="auto">
            <a:xfrm>
              <a:off x="4543" y="2334"/>
              <a:ext cx="544" cy="562"/>
            </a:xfrm>
            <a:prstGeom prst="rect">
              <a:avLst/>
            </a:prstGeom>
            <a:noFill/>
            <a:ln w="28575">
              <a:noFill/>
              <a:miter lim="800000"/>
              <a:headEnd/>
              <a:tailEnd/>
            </a:ln>
          </p:spPr>
          <p:txBody>
            <a:bodyPr/>
            <a:lstStyle/>
            <a:p>
              <a:pPr>
                <a:defRPr/>
              </a:pPr>
              <a:r>
                <a:rPr lang="en-US" dirty="0"/>
                <a:t>t</a:t>
              </a:r>
              <a:r>
                <a:rPr lang="en-US" baseline="-25000" dirty="0"/>
                <a:t>hold</a:t>
              </a:r>
              <a:endParaRPr lang="en-US" dirty="0"/>
            </a:p>
            <a:p>
              <a:pPr>
                <a:defRPr/>
              </a:pPr>
              <a:r>
                <a:rPr lang="en-US" dirty="0"/>
                <a:t>t</a:t>
              </a:r>
              <a:r>
                <a:rPr lang="en-US" baseline="-25000" dirty="0"/>
                <a:t>setup</a:t>
              </a:r>
            </a:p>
          </p:txBody>
        </p:sp>
        <p:sp>
          <p:nvSpPr>
            <p:cNvPr id="24584" name="Line 6">
              <a:extLst>
                <a:ext uri="{FF2B5EF4-FFF2-40B4-BE49-F238E27FC236}">
                  <a16:creationId xmlns:a16="http://schemas.microsoft.com/office/drawing/2014/main" id="{1FD44947-18A7-4934-87EB-ADC005580AA1}"/>
                </a:ext>
              </a:extLst>
            </p:cNvPr>
            <p:cNvSpPr>
              <a:spLocks noChangeShapeType="1"/>
            </p:cNvSpPr>
            <p:nvPr/>
          </p:nvSpPr>
          <p:spPr bwMode="auto">
            <a:xfrm>
              <a:off x="614" y="1127"/>
              <a:ext cx="263" cy="0"/>
            </a:xfrm>
            <a:prstGeom prst="line">
              <a:avLst/>
            </a:prstGeom>
            <a:noFill/>
            <a:ln w="28575">
              <a:solidFill>
                <a:srgbClr val="000000"/>
              </a:solidFill>
              <a:round/>
              <a:headEnd/>
              <a:tailEnd/>
            </a:ln>
          </p:spPr>
          <p:txBody>
            <a:bodyPr/>
            <a:lstStyle/>
            <a:p>
              <a:pPr eaLnBrk="1" hangingPunct="1">
                <a:defRPr/>
              </a:pPr>
              <a:endParaRPr lang="en-US" dirty="0"/>
            </a:p>
          </p:txBody>
        </p:sp>
        <p:sp>
          <p:nvSpPr>
            <p:cNvPr id="24585" name="Line 7">
              <a:extLst>
                <a:ext uri="{FF2B5EF4-FFF2-40B4-BE49-F238E27FC236}">
                  <a16:creationId xmlns:a16="http://schemas.microsoft.com/office/drawing/2014/main" id="{3A3DED50-1561-452D-9B61-A304E88E0018}"/>
                </a:ext>
              </a:extLst>
            </p:cNvPr>
            <p:cNvSpPr>
              <a:spLocks noChangeShapeType="1"/>
            </p:cNvSpPr>
            <p:nvPr/>
          </p:nvSpPr>
          <p:spPr bwMode="auto">
            <a:xfrm flipV="1">
              <a:off x="877" y="826"/>
              <a:ext cx="51" cy="293"/>
            </a:xfrm>
            <a:prstGeom prst="line">
              <a:avLst/>
            </a:prstGeom>
            <a:noFill/>
            <a:ln w="28575">
              <a:solidFill>
                <a:srgbClr val="000000"/>
              </a:solidFill>
              <a:round/>
              <a:headEnd/>
              <a:tailEnd/>
            </a:ln>
          </p:spPr>
          <p:txBody>
            <a:bodyPr/>
            <a:lstStyle/>
            <a:p>
              <a:pPr eaLnBrk="1" hangingPunct="1">
                <a:defRPr/>
              </a:pPr>
              <a:endParaRPr lang="en-US" dirty="0"/>
            </a:p>
          </p:txBody>
        </p:sp>
        <p:sp>
          <p:nvSpPr>
            <p:cNvPr id="24586" name="Line 8">
              <a:extLst>
                <a:ext uri="{FF2B5EF4-FFF2-40B4-BE49-F238E27FC236}">
                  <a16:creationId xmlns:a16="http://schemas.microsoft.com/office/drawing/2014/main" id="{1CBC6B69-79C0-4BD9-A561-94370ADF19CD}"/>
                </a:ext>
              </a:extLst>
            </p:cNvPr>
            <p:cNvSpPr>
              <a:spLocks noChangeShapeType="1"/>
            </p:cNvSpPr>
            <p:nvPr/>
          </p:nvSpPr>
          <p:spPr bwMode="auto">
            <a:xfrm>
              <a:off x="925" y="823"/>
              <a:ext cx="876" cy="0"/>
            </a:xfrm>
            <a:prstGeom prst="line">
              <a:avLst/>
            </a:prstGeom>
            <a:noFill/>
            <a:ln w="28575">
              <a:solidFill>
                <a:srgbClr val="000000"/>
              </a:solidFill>
              <a:round/>
              <a:headEnd/>
              <a:tailEnd/>
            </a:ln>
          </p:spPr>
          <p:txBody>
            <a:bodyPr/>
            <a:lstStyle/>
            <a:p>
              <a:pPr eaLnBrk="1" hangingPunct="1">
                <a:defRPr/>
              </a:pPr>
              <a:endParaRPr lang="en-US" dirty="0"/>
            </a:p>
          </p:txBody>
        </p:sp>
        <p:sp>
          <p:nvSpPr>
            <p:cNvPr id="24587" name="Line 9">
              <a:extLst>
                <a:ext uri="{FF2B5EF4-FFF2-40B4-BE49-F238E27FC236}">
                  <a16:creationId xmlns:a16="http://schemas.microsoft.com/office/drawing/2014/main" id="{779910FF-EEC8-4C09-BDA0-321D32695B04}"/>
                </a:ext>
              </a:extLst>
            </p:cNvPr>
            <p:cNvSpPr>
              <a:spLocks noChangeShapeType="1"/>
            </p:cNvSpPr>
            <p:nvPr/>
          </p:nvSpPr>
          <p:spPr bwMode="auto">
            <a:xfrm>
              <a:off x="1792" y="820"/>
              <a:ext cx="68" cy="323"/>
            </a:xfrm>
            <a:prstGeom prst="line">
              <a:avLst/>
            </a:prstGeom>
            <a:noFill/>
            <a:ln w="28575">
              <a:solidFill>
                <a:srgbClr val="000000"/>
              </a:solidFill>
              <a:round/>
              <a:headEnd/>
              <a:tailEnd/>
            </a:ln>
          </p:spPr>
          <p:txBody>
            <a:bodyPr/>
            <a:lstStyle/>
            <a:p>
              <a:pPr eaLnBrk="1" hangingPunct="1">
                <a:defRPr/>
              </a:pPr>
              <a:endParaRPr lang="en-US" dirty="0"/>
            </a:p>
          </p:txBody>
        </p:sp>
        <p:sp>
          <p:nvSpPr>
            <p:cNvPr id="24588" name="Line 10">
              <a:extLst>
                <a:ext uri="{FF2B5EF4-FFF2-40B4-BE49-F238E27FC236}">
                  <a16:creationId xmlns:a16="http://schemas.microsoft.com/office/drawing/2014/main" id="{BEC9479F-C999-4AF5-BF8B-7E70C9AD06C6}"/>
                </a:ext>
              </a:extLst>
            </p:cNvPr>
            <p:cNvSpPr>
              <a:spLocks noChangeShapeType="1"/>
            </p:cNvSpPr>
            <p:nvPr/>
          </p:nvSpPr>
          <p:spPr bwMode="auto">
            <a:xfrm>
              <a:off x="669" y="1726"/>
              <a:ext cx="446" cy="0"/>
            </a:xfrm>
            <a:prstGeom prst="line">
              <a:avLst/>
            </a:prstGeom>
            <a:noFill/>
            <a:ln w="28575">
              <a:solidFill>
                <a:srgbClr val="000000"/>
              </a:solidFill>
              <a:round/>
              <a:headEnd/>
              <a:tailEnd/>
            </a:ln>
          </p:spPr>
          <p:txBody>
            <a:bodyPr/>
            <a:lstStyle/>
            <a:p>
              <a:pPr eaLnBrk="1" hangingPunct="1">
                <a:defRPr/>
              </a:pPr>
              <a:endParaRPr lang="en-US" dirty="0"/>
            </a:p>
          </p:txBody>
        </p:sp>
        <p:sp>
          <p:nvSpPr>
            <p:cNvPr id="24589" name="Line 11">
              <a:extLst>
                <a:ext uri="{FF2B5EF4-FFF2-40B4-BE49-F238E27FC236}">
                  <a16:creationId xmlns:a16="http://schemas.microsoft.com/office/drawing/2014/main" id="{7D1F663D-A8D2-4BA7-AC4B-E2C801DEA267}"/>
                </a:ext>
              </a:extLst>
            </p:cNvPr>
            <p:cNvSpPr>
              <a:spLocks noChangeShapeType="1"/>
            </p:cNvSpPr>
            <p:nvPr/>
          </p:nvSpPr>
          <p:spPr bwMode="auto">
            <a:xfrm flipV="1">
              <a:off x="1101" y="1442"/>
              <a:ext cx="51" cy="294"/>
            </a:xfrm>
            <a:prstGeom prst="line">
              <a:avLst/>
            </a:prstGeom>
            <a:noFill/>
            <a:ln w="28575">
              <a:solidFill>
                <a:srgbClr val="000000"/>
              </a:solidFill>
              <a:round/>
              <a:headEnd/>
              <a:tailEnd/>
            </a:ln>
          </p:spPr>
          <p:txBody>
            <a:bodyPr/>
            <a:lstStyle/>
            <a:p>
              <a:pPr eaLnBrk="1" hangingPunct="1">
                <a:defRPr/>
              </a:pPr>
              <a:endParaRPr lang="en-US" dirty="0"/>
            </a:p>
          </p:txBody>
        </p:sp>
        <p:sp>
          <p:nvSpPr>
            <p:cNvPr id="24590" name="Line 12">
              <a:extLst>
                <a:ext uri="{FF2B5EF4-FFF2-40B4-BE49-F238E27FC236}">
                  <a16:creationId xmlns:a16="http://schemas.microsoft.com/office/drawing/2014/main" id="{6E98E937-C587-41AC-8528-8FA71375A0F4}"/>
                </a:ext>
              </a:extLst>
            </p:cNvPr>
            <p:cNvSpPr>
              <a:spLocks noChangeShapeType="1"/>
            </p:cNvSpPr>
            <p:nvPr/>
          </p:nvSpPr>
          <p:spPr bwMode="auto">
            <a:xfrm>
              <a:off x="1152" y="1457"/>
              <a:ext cx="1358" cy="0"/>
            </a:xfrm>
            <a:prstGeom prst="line">
              <a:avLst/>
            </a:prstGeom>
            <a:noFill/>
            <a:ln w="28575">
              <a:solidFill>
                <a:srgbClr val="000000"/>
              </a:solidFill>
              <a:round/>
              <a:headEnd/>
              <a:tailEnd/>
            </a:ln>
          </p:spPr>
          <p:txBody>
            <a:bodyPr/>
            <a:lstStyle/>
            <a:p>
              <a:pPr eaLnBrk="1" hangingPunct="1">
                <a:defRPr/>
              </a:pPr>
              <a:endParaRPr lang="en-US" dirty="0"/>
            </a:p>
          </p:txBody>
        </p:sp>
        <p:sp>
          <p:nvSpPr>
            <p:cNvPr id="24591" name="Line 13">
              <a:extLst>
                <a:ext uri="{FF2B5EF4-FFF2-40B4-BE49-F238E27FC236}">
                  <a16:creationId xmlns:a16="http://schemas.microsoft.com/office/drawing/2014/main" id="{A3AEF3E0-63A9-44AC-A4D6-E8D14D56B275}"/>
                </a:ext>
              </a:extLst>
            </p:cNvPr>
            <p:cNvSpPr>
              <a:spLocks noChangeShapeType="1"/>
            </p:cNvSpPr>
            <p:nvPr/>
          </p:nvSpPr>
          <p:spPr bwMode="auto">
            <a:xfrm>
              <a:off x="683" y="2268"/>
              <a:ext cx="570" cy="0"/>
            </a:xfrm>
            <a:prstGeom prst="line">
              <a:avLst/>
            </a:prstGeom>
            <a:noFill/>
            <a:ln w="28575">
              <a:solidFill>
                <a:srgbClr val="000000"/>
              </a:solidFill>
              <a:round/>
              <a:headEnd/>
              <a:tailEnd/>
            </a:ln>
          </p:spPr>
          <p:txBody>
            <a:bodyPr/>
            <a:lstStyle/>
            <a:p>
              <a:pPr eaLnBrk="1" hangingPunct="1">
                <a:defRPr/>
              </a:pPr>
              <a:endParaRPr lang="en-US" dirty="0"/>
            </a:p>
          </p:txBody>
        </p:sp>
        <p:sp>
          <p:nvSpPr>
            <p:cNvPr id="24592" name="Line 14">
              <a:extLst>
                <a:ext uri="{FF2B5EF4-FFF2-40B4-BE49-F238E27FC236}">
                  <a16:creationId xmlns:a16="http://schemas.microsoft.com/office/drawing/2014/main" id="{760C64DF-FD4F-4FA4-9F98-27D819F87433}"/>
                </a:ext>
              </a:extLst>
            </p:cNvPr>
            <p:cNvSpPr>
              <a:spLocks noChangeShapeType="1"/>
            </p:cNvSpPr>
            <p:nvPr/>
          </p:nvSpPr>
          <p:spPr bwMode="auto">
            <a:xfrm flipV="1">
              <a:off x="1253" y="1967"/>
              <a:ext cx="51" cy="293"/>
            </a:xfrm>
            <a:prstGeom prst="line">
              <a:avLst/>
            </a:prstGeom>
            <a:noFill/>
            <a:ln w="28575">
              <a:solidFill>
                <a:srgbClr val="000000"/>
              </a:solidFill>
              <a:round/>
              <a:headEnd/>
              <a:tailEnd/>
            </a:ln>
          </p:spPr>
          <p:txBody>
            <a:bodyPr/>
            <a:lstStyle/>
            <a:p>
              <a:pPr eaLnBrk="1" hangingPunct="1">
                <a:defRPr/>
              </a:pPr>
              <a:endParaRPr lang="en-US" dirty="0"/>
            </a:p>
          </p:txBody>
        </p:sp>
        <p:sp>
          <p:nvSpPr>
            <p:cNvPr id="24593" name="Freeform 15">
              <a:extLst>
                <a:ext uri="{FF2B5EF4-FFF2-40B4-BE49-F238E27FC236}">
                  <a16:creationId xmlns:a16="http://schemas.microsoft.com/office/drawing/2014/main" id="{7282EC76-F1D4-45CB-A39A-8FC6CACE1F47}"/>
                </a:ext>
              </a:extLst>
            </p:cNvPr>
            <p:cNvSpPr>
              <a:spLocks/>
            </p:cNvSpPr>
            <p:nvPr/>
          </p:nvSpPr>
          <p:spPr bwMode="auto">
            <a:xfrm>
              <a:off x="1121" y="1601"/>
              <a:ext cx="155" cy="572"/>
            </a:xfrm>
            <a:custGeom>
              <a:avLst/>
              <a:gdLst>
                <a:gd name="T0" fmla="*/ 0 w 255"/>
                <a:gd name="T1" fmla="*/ 0 h 660"/>
                <a:gd name="T2" fmla="*/ 4 w 255"/>
                <a:gd name="T3" fmla="*/ 8 h 660"/>
                <a:gd name="T4" fmla="*/ 11 w 255"/>
                <a:gd name="T5" fmla="*/ 125 h 660"/>
                <a:gd name="T6" fmla="*/ 16 w 255"/>
                <a:gd name="T7" fmla="*/ 308 h 660"/>
                <a:gd name="T8" fmla="*/ 21 w 255"/>
                <a:gd name="T9" fmla="*/ 323 h 660"/>
                <a:gd name="T10" fmla="*/ 0 60000 65536"/>
                <a:gd name="T11" fmla="*/ 0 60000 65536"/>
                <a:gd name="T12" fmla="*/ 0 60000 65536"/>
                <a:gd name="T13" fmla="*/ 0 60000 65536"/>
                <a:gd name="T14" fmla="*/ 0 60000 65536"/>
                <a:gd name="T15" fmla="*/ 0 w 255"/>
                <a:gd name="T16" fmla="*/ 0 h 660"/>
                <a:gd name="T17" fmla="*/ 255 w 255"/>
                <a:gd name="T18" fmla="*/ 660 h 660"/>
              </a:gdLst>
              <a:ahLst/>
              <a:cxnLst>
                <a:cxn ang="T10">
                  <a:pos x="T0" y="T1"/>
                </a:cxn>
                <a:cxn ang="T11">
                  <a:pos x="T2" y="T3"/>
                </a:cxn>
                <a:cxn ang="T12">
                  <a:pos x="T4" y="T5"/>
                </a:cxn>
                <a:cxn ang="T13">
                  <a:pos x="T6" y="T7"/>
                </a:cxn>
                <a:cxn ang="T14">
                  <a:pos x="T8" y="T9"/>
                </a:cxn>
              </a:cxnLst>
              <a:rect l="T15" t="T16" r="T17" b="T18"/>
              <a:pathLst>
                <a:path w="255" h="660">
                  <a:moveTo>
                    <a:pt x="0" y="0"/>
                  </a:moveTo>
                  <a:cubicBezTo>
                    <a:pt x="15" y="5"/>
                    <a:pt x="33" y="5"/>
                    <a:pt x="45" y="15"/>
                  </a:cubicBezTo>
                  <a:cubicBezTo>
                    <a:pt x="94" y="54"/>
                    <a:pt x="118" y="188"/>
                    <a:pt x="135" y="255"/>
                  </a:cubicBezTo>
                  <a:cubicBezTo>
                    <a:pt x="146" y="395"/>
                    <a:pt x="152" y="500"/>
                    <a:pt x="195" y="630"/>
                  </a:cubicBezTo>
                  <a:cubicBezTo>
                    <a:pt x="202" y="651"/>
                    <a:pt x="239" y="644"/>
                    <a:pt x="255" y="660"/>
                  </a:cubicBezTo>
                </a:path>
              </a:pathLst>
            </a:custGeom>
            <a:noFill/>
            <a:ln w="28575">
              <a:solidFill>
                <a:schemeClr val="accent1">
                  <a:lumMod val="20000"/>
                  <a:lumOff val="80000"/>
                </a:schemeClr>
              </a:solidFill>
              <a:round/>
              <a:headEnd/>
              <a:tailEnd type="triangle" w="lg" len="lg"/>
            </a:ln>
          </p:spPr>
          <p:txBody>
            <a:bodyPr/>
            <a:lstStyle/>
            <a:p>
              <a:pPr eaLnBrk="1" hangingPunct="1">
                <a:defRPr/>
              </a:pPr>
              <a:endParaRPr lang="ru-RU" sz="2000"/>
            </a:p>
          </p:txBody>
        </p:sp>
        <p:sp>
          <p:nvSpPr>
            <p:cNvPr id="24594" name="Line 16">
              <a:extLst>
                <a:ext uri="{FF2B5EF4-FFF2-40B4-BE49-F238E27FC236}">
                  <a16:creationId xmlns:a16="http://schemas.microsoft.com/office/drawing/2014/main" id="{B8B04478-08C0-404E-AC16-B4F5EF498B46}"/>
                </a:ext>
              </a:extLst>
            </p:cNvPr>
            <p:cNvSpPr>
              <a:spLocks noChangeShapeType="1"/>
            </p:cNvSpPr>
            <p:nvPr/>
          </p:nvSpPr>
          <p:spPr bwMode="auto">
            <a:xfrm>
              <a:off x="1304" y="1952"/>
              <a:ext cx="709" cy="0"/>
            </a:xfrm>
            <a:prstGeom prst="line">
              <a:avLst/>
            </a:prstGeom>
            <a:noFill/>
            <a:ln w="28575">
              <a:solidFill>
                <a:srgbClr val="000000"/>
              </a:solidFill>
              <a:round/>
              <a:headEnd/>
              <a:tailEnd/>
            </a:ln>
          </p:spPr>
          <p:txBody>
            <a:bodyPr/>
            <a:lstStyle/>
            <a:p>
              <a:pPr eaLnBrk="1" hangingPunct="1">
                <a:defRPr/>
              </a:pPr>
              <a:endParaRPr lang="en-US" dirty="0"/>
            </a:p>
          </p:txBody>
        </p:sp>
        <p:sp>
          <p:nvSpPr>
            <p:cNvPr id="24595" name="Freeform 18">
              <a:extLst>
                <a:ext uri="{FF2B5EF4-FFF2-40B4-BE49-F238E27FC236}">
                  <a16:creationId xmlns:a16="http://schemas.microsoft.com/office/drawing/2014/main" id="{98F43858-3FB2-4475-B99C-4A10B4586161}"/>
                </a:ext>
              </a:extLst>
            </p:cNvPr>
            <p:cNvSpPr>
              <a:spLocks/>
            </p:cNvSpPr>
            <p:nvPr/>
          </p:nvSpPr>
          <p:spPr bwMode="auto">
            <a:xfrm>
              <a:off x="1824" y="976"/>
              <a:ext cx="219" cy="1144"/>
            </a:xfrm>
            <a:custGeom>
              <a:avLst/>
              <a:gdLst>
                <a:gd name="T0" fmla="*/ 0 w 465"/>
                <a:gd name="T1" fmla="*/ 0 h 1380"/>
                <a:gd name="T2" fmla="*/ 3 w 465"/>
                <a:gd name="T3" fmla="*/ 41 h 1380"/>
                <a:gd name="T4" fmla="*/ 7 w 465"/>
                <a:gd name="T5" fmla="*/ 148 h 1380"/>
                <a:gd name="T6" fmla="*/ 6 w 465"/>
                <a:gd name="T7" fmla="*/ 342 h 1380"/>
                <a:gd name="T8" fmla="*/ 11 w 465"/>
                <a:gd name="T9" fmla="*/ 543 h 1380"/>
                <a:gd name="T10" fmla="*/ 0 60000 65536"/>
                <a:gd name="T11" fmla="*/ 0 60000 65536"/>
                <a:gd name="T12" fmla="*/ 0 60000 65536"/>
                <a:gd name="T13" fmla="*/ 0 60000 65536"/>
                <a:gd name="T14" fmla="*/ 0 60000 65536"/>
                <a:gd name="T15" fmla="*/ 0 w 465"/>
                <a:gd name="T16" fmla="*/ 0 h 1380"/>
                <a:gd name="T17" fmla="*/ 465 w 465"/>
                <a:gd name="T18" fmla="*/ 1380 h 1380"/>
              </a:gdLst>
              <a:ahLst/>
              <a:cxnLst>
                <a:cxn ang="T10">
                  <a:pos x="T0" y="T1"/>
                </a:cxn>
                <a:cxn ang="T11">
                  <a:pos x="T2" y="T3"/>
                </a:cxn>
                <a:cxn ang="T12">
                  <a:pos x="T4" y="T5"/>
                </a:cxn>
                <a:cxn ang="T13">
                  <a:pos x="T6" y="T7"/>
                </a:cxn>
                <a:cxn ang="T14">
                  <a:pos x="T8" y="T9"/>
                </a:cxn>
              </a:cxnLst>
              <a:rect l="T15" t="T16" r="T17" b="T18"/>
              <a:pathLst>
                <a:path w="465" h="1380">
                  <a:moveTo>
                    <a:pt x="0" y="0"/>
                  </a:moveTo>
                  <a:cubicBezTo>
                    <a:pt x="64" y="21"/>
                    <a:pt x="79" y="56"/>
                    <a:pt x="120" y="105"/>
                  </a:cubicBezTo>
                  <a:cubicBezTo>
                    <a:pt x="188" y="187"/>
                    <a:pt x="266" y="272"/>
                    <a:pt x="300" y="375"/>
                  </a:cubicBezTo>
                  <a:cubicBezTo>
                    <a:pt x="325" y="573"/>
                    <a:pt x="291" y="690"/>
                    <a:pt x="255" y="870"/>
                  </a:cubicBezTo>
                  <a:cubicBezTo>
                    <a:pt x="262" y="1022"/>
                    <a:pt x="209" y="1380"/>
                    <a:pt x="465" y="1380"/>
                  </a:cubicBezTo>
                </a:path>
              </a:pathLst>
            </a:custGeom>
            <a:noFill/>
            <a:ln w="28575">
              <a:solidFill>
                <a:schemeClr val="accent1">
                  <a:lumMod val="20000"/>
                  <a:lumOff val="80000"/>
                </a:schemeClr>
              </a:solidFill>
              <a:round/>
              <a:headEnd/>
              <a:tailEnd type="triangle" w="lg" len="lg"/>
            </a:ln>
          </p:spPr>
          <p:txBody>
            <a:bodyPr/>
            <a:lstStyle/>
            <a:p>
              <a:pPr eaLnBrk="1" hangingPunct="1">
                <a:defRPr/>
              </a:pPr>
              <a:endParaRPr lang="ru-RU" sz="2000"/>
            </a:p>
          </p:txBody>
        </p:sp>
        <p:sp>
          <p:nvSpPr>
            <p:cNvPr id="24596" name="Line 19">
              <a:extLst>
                <a:ext uri="{FF2B5EF4-FFF2-40B4-BE49-F238E27FC236}">
                  <a16:creationId xmlns:a16="http://schemas.microsoft.com/office/drawing/2014/main" id="{5C942BDD-34A8-4BA2-8B48-22A92372F9A5}"/>
                </a:ext>
              </a:extLst>
            </p:cNvPr>
            <p:cNvSpPr>
              <a:spLocks noChangeShapeType="1"/>
            </p:cNvSpPr>
            <p:nvPr/>
          </p:nvSpPr>
          <p:spPr bwMode="auto">
            <a:xfrm>
              <a:off x="1846" y="1140"/>
              <a:ext cx="359" cy="0"/>
            </a:xfrm>
            <a:prstGeom prst="line">
              <a:avLst/>
            </a:prstGeom>
            <a:noFill/>
            <a:ln w="28575">
              <a:solidFill>
                <a:srgbClr val="000000"/>
              </a:solidFill>
              <a:round/>
              <a:headEnd/>
              <a:tailEnd/>
            </a:ln>
          </p:spPr>
          <p:txBody>
            <a:bodyPr/>
            <a:lstStyle/>
            <a:p>
              <a:pPr eaLnBrk="1" hangingPunct="1">
                <a:defRPr/>
              </a:pPr>
              <a:endParaRPr lang="en-US" dirty="0"/>
            </a:p>
          </p:txBody>
        </p:sp>
        <p:sp>
          <p:nvSpPr>
            <p:cNvPr id="24597" name="Line 20">
              <a:extLst>
                <a:ext uri="{FF2B5EF4-FFF2-40B4-BE49-F238E27FC236}">
                  <a16:creationId xmlns:a16="http://schemas.microsoft.com/office/drawing/2014/main" id="{DD56DE9E-08C0-4D93-BB1C-CE874FA89089}"/>
                </a:ext>
              </a:extLst>
            </p:cNvPr>
            <p:cNvSpPr>
              <a:spLocks noChangeShapeType="1"/>
            </p:cNvSpPr>
            <p:nvPr/>
          </p:nvSpPr>
          <p:spPr bwMode="auto">
            <a:xfrm flipV="1">
              <a:off x="2211" y="841"/>
              <a:ext cx="51" cy="294"/>
            </a:xfrm>
            <a:prstGeom prst="line">
              <a:avLst/>
            </a:prstGeom>
            <a:noFill/>
            <a:ln w="28575">
              <a:solidFill>
                <a:srgbClr val="000000"/>
              </a:solidFill>
              <a:round/>
              <a:headEnd/>
              <a:tailEnd/>
            </a:ln>
          </p:spPr>
          <p:txBody>
            <a:bodyPr/>
            <a:lstStyle/>
            <a:p>
              <a:pPr eaLnBrk="1" hangingPunct="1">
                <a:defRPr/>
              </a:pPr>
              <a:endParaRPr lang="en-US" dirty="0"/>
            </a:p>
          </p:txBody>
        </p:sp>
        <p:sp>
          <p:nvSpPr>
            <p:cNvPr id="24598" name="Line 21">
              <a:extLst>
                <a:ext uri="{FF2B5EF4-FFF2-40B4-BE49-F238E27FC236}">
                  <a16:creationId xmlns:a16="http://schemas.microsoft.com/office/drawing/2014/main" id="{9203B555-8AB2-46B8-B1C6-0AE9177E5724}"/>
                </a:ext>
              </a:extLst>
            </p:cNvPr>
            <p:cNvSpPr>
              <a:spLocks noChangeShapeType="1"/>
            </p:cNvSpPr>
            <p:nvPr/>
          </p:nvSpPr>
          <p:spPr bwMode="auto">
            <a:xfrm>
              <a:off x="2266" y="841"/>
              <a:ext cx="631" cy="0"/>
            </a:xfrm>
            <a:prstGeom prst="line">
              <a:avLst/>
            </a:prstGeom>
            <a:noFill/>
            <a:ln w="28575">
              <a:solidFill>
                <a:srgbClr val="000000"/>
              </a:solidFill>
              <a:round/>
              <a:headEnd/>
              <a:tailEnd/>
            </a:ln>
          </p:spPr>
          <p:txBody>
            <a:bodyPr/>
            <a:lstStyle/>
            <a:p>
              <a:pPr eaLnBrk="1" hangingPunct="1">
                <a:defRPr/>
              </a:pPr>
              <a:endParaRPr lang="en-US" dirty="0"/>
            </a:p>
          </p:txBody>
        </p:sp>
        <p:sp>
          <p:nvSpPr>
            <p:cNvPr id="24599" name="Line 22">
              <a:extLst>
                <a:ext uri="{FF2B5EF4-FFF2-40B4-BE49-F238E27FC236}">
                  <a16:creationId xmlns:a16="http://schemas.microsoft.com/office/drawing/2014/main" id="{198DB0AD-1FEC-4E45-9D4C-552F968DB535}"/>
                </a:ext>
              </a:extLst>
            </p:cNvPr>
            <p:cNvSpPr>
              <a:spLocks noChangeShapeType="1"/>
            </p:cNvSpPr>
            <p:nvPr/>
          </p:nvSpPr>
          <p:spPr bwMode="auto">
            <a:xfrm>
              <a:off x="2517" y="1460"/>
              <a:ext cx="61" cy="304"/>
            </a:xfrm>
            <a:prstGeom prst="line">
              <a:avLst/>
            </a:prstGeom>
            <a:noFill/>
            <a:ln w="28575">
              <a:solidFill>
                <a:srgbClr val="000000"/>
              </a:solidFill>
              <a:round/>
              <a:headEnd/>
              <a:tailEnd/>
            </a:ln>
          </p:spPr>
          <p:txBody>
            <a:bodyPr/>
            <a:lstStyle/>
            <a:p>
              <a:pPr eaLnBrk="1" hangingPunct="1">
                <a:defRPr/>
              </a:pPr>
              <a:endParaRPr lang="en-US" dirty="0"/>
            </a:p>
          </p:txBody>
        </p:sp>
        <p:sp>
          <p:nvSpPr>
            <p:cNvPr id="24600" name="Text Box 23" descr="Light downward diagonal">
              <a:extLst>
                <a:ext uri="{FF2B5EF4-FFF2-40B4-BE49-F238E27FC236}">
                  <a16:creationId xmlns:a16="http://schemas.microsoft.com/office/drawing/2014/main" id="{557E4BA9-300A-4702-B5E3-296E49245ADC}"/>
                </a:ext>
              </a:extLst>
            </p:cNvPr>
            <p:cNvSpPr txBox="1">
              <a:spLocks noChangeArrowheads="1"/>
            </p:cNvSpPr>
            <p:nvPr/>
          </p:nvSpPr>
          <p:spPr bwMode="auto">
            <a:xfrm>
              <a:off x="2412" y="859"/>
              <a:ext cx="328" cy="281"/>
            </a:xfrm>
            <a:prstGeom prst="rect">
              <a:avLst/>
            </a:prstGeom>
            <a:pattFill prst="ltDnDiag">
              <a:fgClr>
                <a:srgbClr val="3366FF"/>
              </a:fgClr>
              <a:bgClr>
                <a:srgbClr val="FFFFFF"/>
              </a:bgClr>
            </a:pattFill>
            <a:ln w="28575">
              <a:pattFill prst="ltDnDiag">
                <a:fgClr>
                  <a:srgbClr val="3366FF"/>
                </a:fgClr>
                <a:bgClr>
                  <a:srgbClr val="FFFFFF"/>
                </a:bgClr>
              </a:pattFill>
              <a:miter lim="800000"/>
              <a:headEnd/>
              <a:tailEnd/>
            </a:ln>
          </p:spPr>
          <p:txBody>
            <a:bodyPr/>
            <a:lstStyle/>
            <a:p>
              <a:pPr>
                <a:defRPr/>
              </a:pPr>
              <a:endParaRPr lang="ru-RU"/>
            </a:p>
          </p:txBody>
        </p:sp>
        <p:sp>
          <p:nvSpPr>
            <p:cNvPr id="24601" name="Line 24">
              <a:extLst>
                <a:ext uri="{FF2B5EF4-FFF2-40B4-BE49-F238E27FC236}">
                  <a16:creationId xmlns:a16="http://schemas.microsoft.com/office/drawing/2014/main" id="{B08018F7-5D1C-44BF-8FA8-72976F2C373D}"/>
                </a:ext>
              </a:extLst>
            </p:cNvPr>
            <p:cNvSpPr>
              <a:spLocks noChangeShapeType="1"/>
            </p:cNvSpPr>
            <p:nvPr/>
          </p:nvSpPr>
          <p:spPr bwMode="auto">
            <a:xfrm>
              <a:off x="2585" y="1764"/>
              <a:ext cx="657" cy="0"/>
            </a:xfrm>
            <a:prstGeom prst="line">
              <a:avLst/>
            </a:prstGeom>
            <a:noFill/>
            <a:ln w="28575">
              <a:solidFill>
                <a:srgbClr val="000000"/>
              </a:solidFill>
              <a:round/>
              <a:headEnd/>
              <a:tailEnd/>
            </a:ln>
          </p:spPr>
          <p:txBody>
            <a:bodyPr/>
            <a:lstStyle/>
            <a:p>
              <a:pPr eaLnBrk="1" hangingPunct="1">
                <a:defRPr/>
              </a:pPr>
              <a:endParaRPr lang="en-US" dirty="0"/>
            </a:p>
          </p:txBody>
        </p:sp>
        <p:sp>
          <p:nvSpPr>
            <p:cNvPr id="24602" name="Line 25">
              <a:extLst>
                <a:ext uri="{FF2B5EF4-FFF2-40B4-BE49-F238E27FC236}">
                  <a16:creationId xmlns:a16="http://schemas.microsoft.com/office/drawing/2014/main" id="{9AFF896B-8624-497B-AE3B-652B24CFA7CF}"/>
                </a:ext>
              </a:extLst>
            </p:cNvPr>
            <p:cNvSpPr>
              <a:spLocks noChangeShapeType="1"/>
            </p:cNvSpPr>
            <p:nvPr/>
          </p:nvSpPr>
          <p:spPr bwMode="auto">
            <a:xfrm>
              <a:off x="2567" y="1140"/>
              <a:ext cx="0" cy="468"/>
            </a:xfrm>
            <a:prstGeom prst="line">
              <a:avLst/>
            </a:prstGeom>
            <a:noFill/>
            <a:ln w="28575">
              <a:solidFill>
                <a:schemeClr val="accent1">
                  <a:lumMod val="20000"/>
                  <a:lumOff val="80000"/>
                </a:schemeClr>
              </a:solidFill>
              <a:round/>
              <a:headEnd/>
              <a:tailEnd/>
            </a:ln>
          </p:spPr>
          <p:txBody>
            <a:bodyPr/>
            <a:lstStyle/>
            <a:p>
              <a:pPr eaLnBrk="1" hangingPunct="1">
                <a:defRPr/>
              </a:pPr>
              <a:endParaRPr lang="en-US" dirty="0"/>
            </a:p>
          </p:txBody>
        </p:sp>
        <p:sp>
          <p:nvSpPr>
            <p:cNvPr id="24603" name="Line 26">
              <a:extLst>
                <a:ext uri="{FF2B5EF4-FFF2-40B4-BE49-F238E27FC236}">
                  <a16:creationId xmlns:a16="http://schemas.microsoft.com/office/drawing/2014/main" id="{3FDB6EDA-40E7-48A4-95C6-4C523C16A9CC}"/>
                </a:ext>
              </a:extLst>
            </p:cNvPr>
            <p:cNvSpPr>
              <a:spLocks noChangeShapeType="1"/>
            </p:cNvSpPr>
            <p:nvPr/>
          </p:nvSpPr>
          <p:spPr bwMode="auto">
            <a:xfrm>
              <a:off x="2894" y="835"/>
              <a:ext cx="57" cy="304"/>
            </a:xfrm>
            <a:prstGeom prst="line">
              <a:avLst/>
            </a:prstGeom>
            <a:noFill/>
            <a:ln w="28575">
              <a:solidFill>
                <a:srgbClr val="000000"/>
              </a:solidFill>
              <a:round/>
              <a:headEnd/>
              <a:tailEnd/>
            </a:ln>
          </p:spPr>
          <p:txBody>
            <a:bodyPr/>
            <a:lstStyle/>
            <a:p>
              <a:pPr eaLnBrk="1" hangingPunct="1">
                <a:defRPr/>
              </a:pPr>
              <a:endParaRPr lang="en-US" dirty="0"/>
            </a:p>
          </p:txBody>
        </p:sp>
        <p:sp>
          <p:nvSpPr>
            <p:cNvPr id="24604" name="Line 27">
              <a:extLst>
                <a:ext uri="{FF2B5EF4-FFF2-40B4-BE49-F238E27FC236}">
                  <a16:creationId xmlns:a16="http://schemas.microsoft.com/office/drawing/2014/main" id="{187A47B3-434B-4D14-8353-3F06BB404ACE}"/>
                </a:ext>
              </a:extLst>
            </p:cNvPr>
            <p:cNvSpPr>
              <a:spLocks noChangeShapeType="1"/>
            </p:cNvSpPr>
            <p:nvPr/>
          </p:nvSpPr>
          <p:spPr bwMode="auto">
            <a:xfrm>
              <a:off x="2959" y="1127"/>
              <a:ext cx="693" cy="0"/>
            </a:xfrm>
            <a:prstGeom prst="line">
              <a:avLst/>
            </a:prstGeom>
            <a:noFill/>
            <a:ln w="28575">
              <a:solidFill>
                <a:srgbClr val="000000"/>
              </a:solidFill>
              <a:round/>
              <a:headEnd/>
              <a:tailEnd/>
            </a:ln>
          </p:spPr>
          <p:txBody>
            <a:bodyPr/>
            <a:lstStyle/>
            <a:p>
              <a:pPr eaLnBrk="1" hangingPunct="1">
                <a:defRPr/>
              </a:pPr>
              <a:endParaRPr lang="en-US" dirty="0"/>
            </a:p>
          </p:txBody>
        </p:sp>
        <p:sp>
          <p:nvSpPr>
            <p:cNvPr id="24605" name="Line 28">
              <a:extLst>
                <a:ext uri="{FF2B5EF4-FFF2-40B4-BE49-F238E27FC236}">
                  <a16:creationId xmlns:a16="http://schemas.microsoft.com/office/drawing/2014/main" id="{5BD113EA-9EB8-4736-9B5C-170F525C73B4}"/>
                </a:ext>
              </a:extLst>
            </p:cNvPr>
            <p:cNvSpPr>
              <a:spLocks noChangeShapeType="1"/>
            </p:cNvSpPr>
            <p:nvPr/>
          </p:nvSpPr>
          <p:spPr bwMode="auto">
            <a:xfrm flipV="1">
              <a:off x="3238" y="1471"/>
              <a:ext cx="52" cy="293"/>
            </a:xfrm>
            <a:prstGeom prst="line">
              <a:avLst/>
            </a:prstGeom>
            <a:noFill/>
            <a:ln w="28575">
              <a:solidFill>
                <a:srgbClr val="000000"/>
              </a:solidFill>
              <a:round/>
              <a:headEnd/>
              <a:tailEnd/>
            </a:ln>
          </p:spPr>
          <p:txBody>
            <a:bodyPr/>
            <a:lstStyle/>
            <a:p>
              <a:pPr eaLnBrk="1" hangingPunct="1">
                <a:defRPr/>
              </a:pPr>
              <a:endParaRPr lang="en-US" dirty="0"/>
            </a:p>
          </p:txBody>
        </p:sp>
        <p:sp>
          <p:nvSpPr>
            <p:cNvPr id="24606" name="Line 29">
              <a:extLst>
                <a:ext uri="{FF2B5EF4-FFF2-40B4-BE49-F238E27FC236}">
                  <a16:creationId xmlns:a16="http://schemas.microsoft.com/office/drawing/2014/main" id="{4ADF6193-1FED-478B-A3B0-CCC2B1DAD0E2}"/>
                </a:ext>
              </a:extLst>
            </p:cNvPr>
            <p:cNvSpPr>
              <a:spLocks noChangeShapeType="1"/>
            </p:cNvSpPr>
            <p:nvPr/>
          </p:nvSpPr>
          <p:spPr bwMode="auto">
            <a:xfrm>
              <a:off x="3284" y="1457"/>
              <a:ext cx="821" cy="0"/>
            </a:xfrm>
            <a:prstGeom prst="line">
              <a:avLst/>
            </a:prstGeom>
            <a:noFill/>
            <a:ln w="28575">
              <a:solidFill>
                <a:srgbClr val="000000"/>
              </a:solidFill>
              <a:round/>
              <a:headEnd/>
              <a:tailEnd/>
            </a:ln>
          </p:spPr>
          <p:txBody>
            <a:bodyPr/>
            <a:lstStyle/>
            <a:p>
              <a:pPr eaLnBrk="1" hangingPunct="1">
                <a:defRPr/>
              </a:pPr>
              <a:endParaRPr lang="en-US" dirty="0"/>
            </a:p>
          </p:txBody>
        </p:sp>
        <p:sp>
          <p:nvSpPr>
            <p:cNvPr id="24607" name="Line 30">
              <a:extLst>
                <a:ext uri="{FF2B5EF4-FFF2-40B4-BE49-F238E27FC236}">
                  <a16:creationId xmlns:a16="http://schemas.microsoft.com/office/drawing/2014/main" id="{A782EF77-8D69-47DB-98DD-0646F47F8F8E}"/>
                </a:ext>
              </a:extLst>
            </p:cNvPr>
            <p:cNvSpPr>
              <a:spLocks noChangeShapeType="1"/>
            </p:cNvSpPr>
            <p:nvPr/>
          </p:nvSpPr>
          <p:spPr bwMode="auto">
            <a:xfrm flipV="1">
              <a:off x="3662" y="839"/>
              <a:ext cx="51" cy="293"/>
            </a:xfrm>
            <a:prstGeom prst="line">
              <a:avLst/>
            </a:prstGeom>
            <a:noFill/>
            <a:ln w="28575">
              <a:solidFill>
                <a:srgbClr val="000000"/>
              </a:solidFill>
              <a:round/>
              <a:headEnd/>
              <a:tailEnd/>
            </a:ln>
          </p:spPr>
          <p:txBody>
            <a:bodyPr/>
            <a:lstStyle/>
            <a:p>
              <a:pPr eaLnBrk="1" hangingPunct="1">
                <a:defRPr/>
              </a:pPr>
              <a:endParaRPr lang="en-US" dirty="0"/>
            </a:p>
          </p:txBody>
        </p:sp>
        <p:sp>
          <p:nvSpPr>
            <p:cNvPr id="24608" name="Line 31">
              <a:extLst>
                <a:ext uri="{FF2B5EF4-FFF2-40B4-BE49-F238E27FC236}">
                  <a16:creationId xmlns:a16="http://schemas.microsoft.com/office/drawing/2014/main" id="{7B91D36F-793C-4183-8A87-296BBBBCD36C}"/>
                </a:ext>
              </a:extLst>
            </p:cNvPr>
            <p:cNvSpPr>
              <a:spLocks noChangeShapeType="1"/>
            </p:cNvSpPr>
            <p:nvPr/>
          </p:nvSpPr>
          <p:spPr bwMode="auto">
            <a:xfrm flipV="1">
              <a:off x="3717" y="828"/>
              <a:ext cx="1095" cy="11"/>
            </a:xfrm>
            <a:prstGeom prst="line">
              <a:avLst/>
            </a:prstGeom>
            <a:noFill/>
            <a:ln w="28575">
              <a:solidFill>
                <a:srgbClr val="000000"/>
              </a:solidFill>
              <a:round/>
              <a:headEnd/>
              <a:tailEnd/>
            </a:ln>
          </p:spPr>
          <p:txBody>
            <a:bodyPr/>
            <a:lstStyle/>
            <a:p>
              <a:pPr eaLnBrk="1" hangingPunct="1">
                <a:defRPr/>
              </a:pPr>
              <a:endParaRPr lang="en-US" dirty="0"/>
            </a:p>
          </p:txBody>
        </p:sp>
        <p:sp>
          <p:nvSpPr>
            <p:cNvPr id="24609" name="Line 32">
              <a:extLst>
                <a:ext uri="{FF2B5EF4-FFF2-40B4-BE49-F238E27FC236}">
                  <a16:creationId xmlns:a16="http://schemas.microsoft.com/office/drawing/2014/main" id="{7B9C621E-46C4-4A70-ABEA-A7F98E579A0C}"/>
                </a:ext>
              </a:extLst>
            </p:cNvPr>
            <p:cNvSpPr>
              <a:spLocks noChangeShapeType="1"/>
            </p:cNvSpPr>
            <p:nvPr/>
          </p:nvSpPr>
          <p:spPr bwMode="auto">
            <a:xfrm>
              <a:off x="4105" y="1462"/>
              <a:ext cx="61" cy="304"/>
            </a:xfrm>
            <a:prstGeom prst="line">
              <a:avLst/>
            </a:prstGeom>
            <a:noFill/>
            <a:ln w="28575">
              <a:solidFill>
                <a:srgbClr val="000000"/>
              </a:solidFill>
              <a:round/>
              <a:headEnd/>
              <a:tailEnd/>
            </a:ln>
          </p:spPr>
          <p:txBody>
            <a:bodyPr/>
            <a:lstStyle/>
            <a:p>
              <a:pPr eaLnBrk="1" hangingPunct="1">
                <a:defRPr/>
              </a:pPr>
              <a:endParaRPr lang="en-US" dirty="0"/>
            </a:p>
          </p:txBody>
        </p:sp>
        <p:sp>
          <p:nvSpPr>
            <p:cNvPr id="24610" name="Line 33">
              <a:extLst>
                <a:ext uri="{FF2B5EF4-FFF2-40B4-BE49-F238E27FC236}">
                  <a16:creationId xmlns:a16="http://schemas.microsoft.com/office/drawing/2014/main" id="{45DA0B27-1D74-4DF4-B9F0-682C772F7416}"/>
                </a:ext>
              </a:extLst>
            </p:cNvPr>
            <p:cNvSpPr>
              <a:spLocks noChangeShapeType="1"/>
            </p:cNvSpPr>
            <p:nvPr/>
          </p:nvSpPr>
          <p:spPr bwMode="auto">
            <a:xfrm>
              <a:off x="4169" y="1767"/>
              <a:ext cx="397" cy="0"/>
            </a:xfrm>
            <a:prstGeom prst="line">
              <a:avLst/>
            </a:prstGeom>
            <a:noFill/>
            <a:ln w="28575">
              <a:solidFill>
                <a:srgbClr val="000000"/>
              </a:solidFill>
              <a:round/>
              <a:headEnd/>
              <a:tailEnd/>
            </a:ln>
          </p:spPr>
          <p:txBody>
            <a:bodyPr/>
            <a:lstStyle/>
            <a:p>
              <a:pPr eaLnBrk="1" hangingPunct="1">
                <a:defRPr/>
              </a:pPr>
              <a:endParaRPr lang="en-US" dirty="0"/>
            </a:p>
          </p:txBody>
        </p:sp>
        <p:sp>
          <p:nvSpPr>
            <p:cNvPr id="24611" name="Line 34">
              <a:extLst>
                <a:ext uri="{FF2B5EF4-FFF2-40B4-BE49-F238E27FC236}">
                  <a16:creationId xmlns:a16="http://schemas.microsoft.com/office/drawing/2014/main" id="{1CD8C6C8-1620-4D8C-BC86-2B6007156931}"/>
                </a:ext>
              </a:extLst>
            </p:cNvPr>
            <p:cNvSpPr>
              <a:spLocks noChangeShapeType="1"/>
            </p:cNvSpPr>
            <p:nvPr/>
          </p:nvSpPr>
          <p:spPr bwMode="auto">
            <a:xfrm>
              <a:off x="5000" y="2103"/>
              <a:ext cx="342" cy="0"/>
            </a:xfrm>
            <a:prstGeom prst="line">
              <a:avLst/>
            </a:prstGeom>
            <a:noFill/>
            <a:ln w="28575">
              <a:solidFill>
                <a:srgbClr val="000000"/>
              </a:solidFill>
              <a:round/>
              <a:headEnd/>
              <a:tailEnd/>
            </a:ln>
          </p:spPr>
          <p:txBody>
            <a:bodyPr/>
            <a:lstStyle/>
            <a:p>
              <a:pPr eaLnBrk="1" hangingPunct="1">
                <a:defRPr/>
              </a:pPr>
              <a:endParaRPr lang="en-US" dirty="0"/>
            </a:p>
          </p:txBody>
        </p:sp>
        <p:sp>
          <p:nvSpPr>
            <p:cNvPr id="24612" name="Text Box 35" descr="Light downward diagonal">
              <a:extLst>
                <a:ext uri="{FF2B5EF4-FFF2-40B4-BE49-F238E27FC236}">
                  <a16:creationId xmlns:a16="http://schemas.microsoft.com/office/drawing/2014/main" id="{92C6BC47-0780-4EDC-AC7D-3D98C4DCA615}"/>
                </a:ext>
              </a:extLst>
            </p:cNvPr>
            <p:cNvSpPr txBox="1">
              <a:spLocks noChangeArrowheads="1"/>
            </p:cNvSpPr>
            <p:nvPr/>
          </p:nvSpPr>
          <p:spPr bwMode="auto">
            <a:xfrm>
              <a:off x="3976" y="865"/>
              <a:ext cx="328" cy="280"/>
            </a:xfrm>
            <a:prstGeom prst="rect">
              <a:avLst/>
            </a:prstGeom>
            <a:pattFill prst="ltDnDiag">
              <a:fgClr>
                <a:srgbClr val="3366FF"/>
              </a:fgClr>
              <a:bgClr>
                <a:srgbClr val="FFFFFF"/>
              </a:bgClr>
            </a:pattFill>
            <a:ln w="28575">
              <a:pattFill prst="ltDnDiag">
                <a:fgClr>
                  <a:srgbClr val="3366FF"/>
                </a:fgClr>
                <a:bgClr>
                  <a:srgbClr val="FFFFFF"/>
                </a:bgClr>
              </a:pattFill>
              <a:miter lim="800000"/>
              <a:headEnd/>
              <a:tailEnd/>
            </a:ln>
          </p:spPr>
          <p:txBody>
            <a:bodyPr/>
            <a:lstStyle/>
            <a:p>
              <a:pPr>
                <a:defRPr/>
              </a:pPr>
              <a:endParaRPr lang="ru-RU"/>
            </a:p>
          </p:txBody>
        </p:sp>
        <p:sp>
          <p:nvSpPr>
            <p:cNvPr id="24613" name="Line 36">
              <a:extLst>
                <a:ext uri="{FF2B5EF4-FFF2-40B4-BE49-F238E27FC236}">
                  <a16:creationId xmlns:a16="http://schemas.microsoft.com/office/drawing/2014/main" id="{5320243E-BFCD-4AFB-BCC3-9D8F73B1A199}"/>
                </a:ext>
              </a:extLst>
            </p:cNvPr>
            <p:cNvSpPr>
              <a:spLocks noChangeShapeType="1"/>
            </p:cNvSpPr>
            <p:nvPr/>
          </p:nvSpPr>
          <p:spPr bwMode="auto">
            <a:xfrm flipH="1">
              <a:off x="4137" y="1138"/>
              <a:ext cx="0" cy="1336"/>
            </a:xfrm>
            <a:prstGeom prst="line">
              <a:avLst/>
            </a:prstGeom>
            <a:noFill/>
            <a:ln w="28575">
              <a:solidFill>
                <a:schemeClr val="accent1">
                  <a:lumMod val="20000"/>
                  <a:lumOff val="80000"/>
                </a:schemeClr>
              </a:solidFill>
              <a:round/>
              <a:headEnd/>
              <a:tailEnd/>
            </a:ln>
          </p:spPr>
          <p:txBody>
            <a:bodyPr/>
            <a:lstStyle/>
            <a:p>
              <a:pPr eaLnBrk="1" hangingPunct="1">
                <a:defRPr/>
              </a:pPr>
              <a:endParaRPr lang="en-US" dirty="0"/>
            </a:p>
          </p:txBody>
        </p:sp>
        <p:sp>
          <p:nvSpPr>
            <p:cNvPr id="24614" name="Line 37">
              <a:extLst>
                <a:ext uri="{FF2B5EF4-FFF2-40B4-BE49-F238E27FC236}">
                  <a16:creationId xmlns:a16="http://schemas.microsoft.com/office/drawing/2014/main" id="{62E7615D-5B3E-41A2-A3E5-37F054029ED2}"/>
                </a:ext>
              </a:extLst>
            </p:cNvPr>
            <p:cNvSpPr>
              <a:spLocks noChangeShapeType="1"/>
            </p:cNvSpPr>
            <p:nvPr/>
          </p:nvSpPr>
          <p:spPr bwMode="auto">
            <a:xfrm flipH="1">
              <a:off x="3978" y="1143"/>
              <a:ext cx="0" cy="1337"/>
            </a:xfrm>
            <a:prstGeom prst="line">
              <a:avLst/>
            </a:prstGeom>
            <a:noFill/>
            <a:ln w="28575">
              <a:solidFill>
                <a:schemeClr val="accent1">
                  <a:lumMod val="20000"/>
                  <a:lumOff val="80000"/>
                </a:schemeClr>
              </a:solidFill>
              <a:round/>
              <a:headEnd/>
              <a:tailEnd/>
            </a:ln>
          </p:spPr>
          <p:txBody>
            <a:bodyPr/>
            <a:lstStyle/>
            <a:p>
              <a:pPr eaLnBrk="1" hangingPunct="1">
                <a:defRPr/>
              </a:pPr>
              <a:endParaRPr lang="en-US" dirty="0"/>
            </a:p>
          </p:txBody>
        </p:sp>
        <p:sp>
          <p:nvSpPr>
            <p:cNvPr id="24615" name="Line 38">
              <a:extLst>
                <a:ext uri="{FF2B5EF4-FFF2-40B4-BE49-F238E27FC236}">
                  <a16:creationId xmlns:a16="http://schemas.microsoft.com/office/drawing/2014/main" id="{14342ECE-7B4F-4810-B292-EAE8C2BAA1B6}"/>
                </a:ext>
              </a:extLst>
            </p:cNvPr>
            <p:cNvSpPr>
              <a:spLocks noChangeShapeType="1"/>
            </p:cNvSpPr>
            <p:nvPr/>
          </p:nvSpPr>
          <p:spPr bwMode="auto">
            <a:xfrm flipH="1">
              <a:off x="4294" y="1147"/>
              <a:ext cx="0" cy="1337"/>
            </a:xfrm>
            <a:prstGeom prst="line">
              <a:avLst/>
            </a:prstGeom>
            <a:noFill/>
            <a:ln w="28575">
              <a:solidFill>
                <a:schemeClr val="accent1">
                  <a:lumMod val="20000"/>
                  <a:lumOff val="80000"/>
                </a:schemeClr>
              </a:solidFill>
              <a:round/>
              <a:headEnd/>
              <a:tailEnd/>
            </a:ln>
          </p:spPr>
          <p:txBody>
            <a:bodyPr/>
            <a:lstStyle/>
            <a:p>
              <a:pPr eaLnBrk="1" hangingPunct="1">
                <a:defRPr/>
              </a:pPr>
              <a:endParaRPr lang="en-US" dirty="0"/>
            </a:p>
          </p:txBody>
        </p:sp>
        <p:sp>
          <p:nvSpPr>
            <p:cNvPr id="24616" name="Line 39">
              <a:extLst>
                <a:ext uri="{FF2B5EF4-FFF2-40B4-BE49-F238E27FC236}">
                  <a16:creationId xmlns:a16="http://schemas.microsoft.com/office/drawing/2014/main" id="{531E1D3D-134B-44A2-AA20-1867CBD5057F}"/>
                </a:ext>
              </a:extLst>
            </p:cNvPr>
            <p:cNvSpPr>
              <a:spLocks noChangeShapeType="1"/>
            </p:cNvSpPr>
            <p:nvPr/>
          </p:nvSpPr>
          <p:spPr bwMode="auto">
            <a:xfrm>
              <a:off x="2084" y="2246"/>
              <a:ext cx="223" cy="0"/>
            </a:xfrm>
            <a:prstGeom prst="line">
              <a:avLst/>
            </a:prstGeom>
            <a:noFill/>
            <a:ln w="25400">
              <a:solidFill>
                <a:srgbClr val="000000"/>
              </a:solidFill>
              <a:round/>
              <a:headEnd/>
              <a:tailEnd/>
            </a:ln>
          </p:spPr>
          <p:txBody>
            <a:bodyPr/>
            <a:lstStyle/>
            <a:p>
              <a:pPr eaLnBrk="1" hangingPunct="1">
                <a:defRPr/>
              </a:pPr>
              <a:endParaRPr lang="en-US" dirty="0"/>
            </a:p>
          </p:txBody>
        </p:sp>
        <p:sp>
          <p:nvSpPr>
            <p:cNvPr id="24617" name="Line 40">
              <a:extLst>
                <a:ext uri="{FF2B5EF4-FFF2-40B4-BE49-F238E27FC236}">
                  <a16:creationId xmlns:a16="http://schemas.microsoft.com/office/drawing/2014/main" id="{94DC2FF5-07B3-4DA9-9934-684334DB0996}"/>
                </a:ext>
              </a:extLst>
            </p:cNvPr>
            <p:cNvSpPr>
              <a:spLocks noChangeShapeType="1"/>
            </p:cNvSpPr>
            <p:nvPr/>
          </p:nvSpPr>
          <p:spPr bwMode="auto">
            <a:xfrm flipV="1">
              <a:off x="2308" y="1930"/>
              <a:ext cx="73" cy="326"/>
            </a:xfrm>
            <a:prstGeom prst="line">
              <a:avLst/>
            </a:prstGeom>
            <a:noFill/>
            <a:ln w="28575">
              <a:solidFill>
                <a:srgbClr val="000000"/>
              </a:solidFill>
              <a:round/>
              <a:headEnd/>
              <a:tailEnd/>
            </a:ln>
          </p:spPr>
          <p:txBody>
            <a:bodyPr/>
            <a:lstStyle/>
            <a:p>
              <a:pPr eaLnBrk="1" hangingPunct="1">
                <a:defRPr/>
              </a:pPr>
              <a:endParaRPr lang="en-US" dirty="0"/>
            </a:p>
          </p:txBody>
        </p:sp>
        <p:sp>
          <p:nvSpPr>
            <p:cNvPr id="24618" name="Line 41">
              <a:extLst>
                <a:ext uri="{FF2B5EF4-FFF2-40B4-BE49-F238E27FC236}">
                  <a16:creationId xmlns:a16="http://schemas.microsoft.com/office/drawing/2014/main" id="{26B93B72-F5C0-4ED9-B6FF-BB2C3520AE02}"/>
                </a:ext>
              </a:extLst>
            </p:cNvPr>
            <p:cNvSpPr>
              <a:spLocks noChangeShapeType="1"/>
            </p:cNvSpPr>
            <p:nvPr/>
          </p:nvSpPr>
          <p:spPr bwMode="auto">
            <a:xfrm>
              <a:off x="2375" y="1942"/>
              <a:ext cx="973" cy="6"/>
            </a:xfrm>
            <a:prstGeom prst="line">
              <a:avLst/>
            </a:prstGeom>
            <a:noFill/>
            <a:ln w="28575">
              <a:solidFill>
                <a:srgbClr val="000000"/>
              </a:solidFill>
              <a:round/>
              <a:headEnd/>
              <a:tailEnd/>
            </a:ln>
          </p:spPr>
          <p:txBody>
            <a:bodyPr/>
            <a:lstStyle/>
            <a:p>
              <a:pPr eaLnBrk="1" hangingPunct="1">
                <a:defRPr/>
              </a:pPr>
              <a:endParaRPr lang="en-US" dirty="0"/>
            </a:p>
          </p:txBody>
        </p:sp>
        <p:sp>
          <p:nvSpPr>
            <p:cNvPr id="24619" name="Line 42">
              <a:extLst>
                <a:ext uri="{FF2B5EF4-FFF2-40B4-BE49-F238E27FC236}">
                  <a16:creationId xmlns:a16="http://schemas.microsoft.com/office/drawing/2014/main" id="{F25DE85D-DE86-42A5-A3DD-AF7CF1F8E425}"/>
                </a:ext>
              </a:extLst>
            </p:cNvPr>
            <p:cNvSpPr>
              <a:spLocks noChangeShapeType="1"/>
            </p:cNvSpPr>
            <p:nvPr/>
          </p:nvSpPr>
          <p:spPr bwMode="auto">
            <a:xfrm>
              <a:off x="3344" y="1946"/>
              <a:ext cx="54" cy="305"/>
            </a:xfrm>
            <a:prstGeom prst="line">
              <a:avLst/>
            </a:prstGeom>
            <a:noFill/>
            <a:ln w="28575">
              <a:solidFill>
                <a:srgbClr val="000000"/>
              </a:solidFill>
              <a:round/>
              <a:headEnd/>
              <a:tailEnd/>
            </a:ln>
          </p:spPr>
          <p:txBody>
            <a:bodyPr/>
            <a:lstStyle/>
            <a:p>
              <a:pPr eaLnBrk="1" hangingPunct="1">
                <a:defRPr/>
              </a:pPr>
              <a:endParaRPr lang="en-US" dirty="0"/>
            </a:p>
          </p:txBody>
        </p:sp>
        <p:sp>
          <p:nvSpPr>
            <p:cNvPr id="24620" name="Line 43">
              <a:extLst>
                <a:ext uri="{FF2B5EF4-FFF2-40B4-BE49-F238E27FC236}">
                  <a16:creationId xmlns:a16="http://schemas.microsoft.com/office/drawing/2014/main" id="{51B3FF41-40D8-4372-8950-EDCF2959BEE6}"/>
                </a:ext>
              </a:extLst>
            </p:cNvPr>
            <p:cNvSpPr>
              <a:spLocks noChangeShapeType="1"/>
            </p:cNvSpPr>
            <p:nvPr/>
          </p:nvSpPr>
          <p:spPr bwMode="auto">
            <a:xfrm>
              <a:off x="3394" y="2251"/>
              <a:ext cx="352" cy="5"/>
            </a:xfrm>
            <a:prstGeom prst="line">
              <a:avLst/>
            </a:prstGeom>
            <a:noFill/>
            <a:ln w="28575">
              <a:solidFill>
                <a:srgbClr val="000000"/>
              </a:solidFill>
              <a:round/>
              <a:headEnd/>
              <a:tailEnd/>
            </a:ln>
          </p:spPr>
          <p:txBody>
            <a:bodyPr/>
            <a:lstStyle/>
            <a:p>
              <a:pPr eaLnBrk="1" hangingPunct="1">
                <a:defRPr/>
              </a:pPr>
              <a:endParaRPr lang="en-US" dirty="0"/>
            </a:p>
          </p:txBody>
        </p:sp>
        <p:sp>
          <p:nvSpPr>
            <p:cNvPr id="24621" name="Line 44">
              <a:extLst>
                <a:ext uri="{FF2B5EF4-FFF2-40B4-BE49-F238E27FC236}">
                  <a16:creationId xmlns:a16="http://schemas.microsoft.com/office/drawing/2014/main" id="{0C1E01E8-0347-428D-B8B7-568C7B38B7E5}"/>
                </a:ext>
              </a:extLst>
            </p:cNvPr>
            <p:cNvSpPr>
              <a:spLocks noChangeShapeType="1"/>
            </p:cNvSpPr>
            <p:nvPr/>
          </p:nvSpPr>
          <p:spPr bwMode="auto">
            <a:xfrm flipV="1">
              <a:off x="3750" y="1958"/>
              <a:ext cx="51" cy="294"/>
            </a:xfrm>
            <a:prstGeom prst="line">
              <a:avLst/>
            </a:prstGeom>
            <a:noFill/>
            <a:ln w="28575">
              <a:solidFill>
                <a:srgbClr val="000000"/>
              </a:solidFill>
              <a:round/>
              <a:headEnd/>
              <a:tailEnd/>
            </a:ln>
          </p:spPr>
          <p:txBody>
            <a:bodyPr/>
            <a:lstStyle/>
            <a:p>
              <a:pPr eaLnBrk="1" hangingPunct="1">
                <a:defRPr/>
              </a:pPr>
              <a:endParaRPr lang="en-US" dirty="0"/>
            </a:p>
          </p:txBody>
        </p:sp>
        <p:sp>
          <p:nvSpPr>
            <p:cNvPr id="24622" name="Line 45">
              <a:extLst>
                <a:ext uri="{FF2B5EF4-FFF2-40B4-BE49-F238E27FC236}">
                  <a16:creationId xmlns:a16="http://schemas.microsoft.com/office/drawing/2014/main" id="{D5BB6293-E3A9-449B-9D2C-683478885D20}"/>
                </a:ext>
              </a:extLst>
            </p:cNvPr>
            <p:cNvSpPr>
              <a:spLocks noChangeShapeType="1"/>
            </p:cNvSpPr>
            <p:nvPr/>
          </p:nvSpPr>
          <p:spPr bwMode="auto">
            <a:xfrm flipV="1">
              <a:off x="3795" y="1949"/>
              <a:ext cx="1566" cy="1"/>
            </a:xfrm>
            <a:prstGeom prst="line">
              <a:avLst/>
            </a:prstGeom>
            <a:noFill/>
            <a:ln w="28575">
              <a:solidFill>
                <a:srgbClr val="000000"/>
              </a:solidFill>
              <a:round/>
              <a:headEnd/>
              <a:tailEnd/>
            </a:ln>
          </p:spPr>
          <p:txBody>
            <a:bodyPr/>
            <a:lstStyle/>
            <a:p>
              <a:pPr eaLnBrk="1" hangingPunct="1">
                <a:defRPr/>
              </a:pPr>
              <a:endParaRPr lang="en-US" dirty="0"/>
            </a:p>
          </p:txBody>
        </p:sp>
        <p:sp>
          <p:nvSpPr>
            <p:cNvPr id="24623" name="Line 47">
              <a:extLst>
                <a:ext uri="{FF2B5EF4-FFF2-40B4-BE49-F238E27FC236}">
                  <a16:creationId xmlns:a16="http://schemas.microsoft.com/office/drawing/2014/main" id="{98B63E2C-4E3B-4D80-80B1-84625C7A5865}"/>
                </a:ext>
              </a:extLst>
            </p:cNvPr>
            <p:cNvSpPr>
              <a:spLocks noChangeShapeType="1"/>
            </p:cNvSpPr>
            <p:nvPr/>
          </p:nvSpPr>
          <p:spPr bwMode="auto">
            <a:xfrm>
              <a:off x="4137" y="2377"/>
              <a:ext cx="179" cy="0"/>
            </a:xfrm>
            <a:prstGeom prst="line">
              <a:avLst/>
            </a:prstGeom>
            <a:noFill/>
            <a:ln w="28575">
              <a:solidFill>
                <a:srgbClr val="000000"/>
              </a:solidFill>
              <a:round/>
              <a:headEnd type="triangle" w="med" len="med"/>
              <a:tailEnd type="triangle" w="med" len="med"/>
            </a:ln>
          </p:spPr>
          <p:txBody>
            <a:bodyPr/>
            <a:lstStyle/>
            <a:p>
              <a:pPr eaLnBrk="1" hangingPunct="1">
                <a:defRPr/>
              </a:pPr>
              <a:endParaRPr lang="en-US" dirty="0"/>
            </a:p>
          </p:txBody>
        </p:sp>
        <p:sp>
          <p:nvSpPr>
            <p:cNvPr id="24624" name="Line 48">
              <a:extLst>
                <a:ext uri="{FF2B5EF4-FFF2-40B4-BE49-F238E27FC236}">
                  <a16:creationId xmlns:a16="http://schemas.microsoft.com/office/drawing/2014/main" id="{A8B3B177-97EC-4EC0-904C-121689EBAD38}"/>
                </a:ext>
              </a:extLst>
            </p:cNvPr>
            <p:cNvSpPr>
              <a:spLocks noChangeShapeType="1"/>
            </p:cNvSpPr>
            <p:nvPr/>
          </p:nvSpPr>
          <p:spPr bwMode="auto">
            <a:xfrm>
              <a:off x="4228" y="2377"/>
              <a:ext cx="0" cy="158"/>
            </a:xfrm>
            <a:prstGeom prst="line">
              <a:avLst/>
            </a:prstGeom>
            <a:noFill/>
            <a:ln w="28575">
              <a:solidFill>
                <a:srgbClr val="000000"/>
              </a:solidFill>
              <a:round/>
              <a:headEnd/>
              <a:tailEnd/>
            </a:ln>
          </p:spPr>
          <p:txBody>
            <a:bodyPr/>
            <a:lstStyle/>
            <a:p>
              <a:pPr eaLnBrk="1" hangingPunct="1">
                <a:defRPr/>
              </a:pPr>
              <a:endParaRPr lang="en-US" dirty="0"/>
            </a:p>
          </p:txBody>
        </p:sp>
        <p:sp>
          <p:nvSpPr>
            <p:cNvPr id="24625" name="Line 49">
              <a:extLst>
                <a:ext uri="{FF2B5EF4-FFF2-40B4-BE49-F238E27FC236}">
                  <a16:creationId xmlns:a16="http://schemas.microsoft.com/office/drawing/2014/main" id="{ACEEA2C7-ACED-43EE-817E-4269AEFFD62C}"/>
                </a:ext>
              </a:extLst>
            </p:cNvPr>
            <p:cNvSpPr>
              <a:spLocks noChangeShapeType="1"/>
            </p:cNvSpPr>
            <p:nvPr/>
          </p:nvSpPr>
          <p:spPr bwMode="auto">
            <a:xfrm>
              <a:off x="4231" y="2532"/>
              <a:ext cx="328" cy="0"/>
            </a:xfrm>
            <a:prstGeom prst="line">
              <a:avLst/>
            </a:prstGeom>
            <a:noFill/>
            <a:ln w="28575">
              <a:solidFill>
                <a:srgbClr val="000000"/>
              </a:solidFill>
              <a:round/>
              <a:headEnd/>
              <a:tailEnd/>
            </a:ln>
          </p:spPr>
          <p:txBody>
            <a:bodyPr/>
            <a:lstStyle/>
            <a:p>
              <a:pPr eaLnBrk="1" hangingPunct="1">
                <a:defRPr/>
              </a:pPr>
              <a:endParaRPr lang="en-US" dirty="0"/>
            </a:p>
          </p:txBody>
        </p:sp>
        <p:sp>
          <p:nvSpPr>
            <p:cNvPr id="24626" name="Line 50">
              <a:extLst>
                <a:ext uri="{FF2B5EF4-FFF2-40B4-BE49-F238E27FC236}">
                  <a16:creationId xmlns:a16="http://schemas.microsoft.com/office/drawing/2014/main" id="{A50635B4-62EA-430E-BF7A-1842516E42D9}"/>
                </a:ext>
              </a:extLst>
            </p:cNvPr>
            <p:cNvSpPr>
              <a:spLocks noChangeShapeType="1"/>
            </p:cNvSpPr>
            <p:nvPr/>
          </p:nvSpPr>
          <p:spPr bwMode="auto">
            <a:xfrm flipH="1">
              <a:off x="4056" y="2381"/>
              <a:ext cx="4" cy="304"/>
            </a:xfrm>
            <a:prstGeom prst="line">
              <a:avLst/>
            </a:prstGeom>
            <a:noFill/>
            <a:ln w="28575">
              <a:solidFill>
                <a:srgbClr val="000000"/>
              </a:solidFill>
              <a:round/>
              <a:headEnd/>
              <a:tailEnd/>
            </a:ln>
          </p:spPr>
          <p:txBody>
            <a:bodyPr/>
            <a:lstStyle/>
            <a:p>
              <a:pPr eaLnBrk="1" hangingPunct="1">
                <a:defRPr/>
              </a:pPr>
              <a:endParaRPr lang="en-US" dirty="0"/>
            </a:p>
          </p:txBody>
        </p:sp>
        <p:sp>
          <p:nvSpPr>
            <p:cNvPr id="24627" name="Line 51">
              <a:extLst>
                <a:ext uri="{FF2B5EF4-FFF2-40B4-BE49-F238E27FC236}">
                  <a16:creationId xmlns:a16="http://schemas.microsoft.com/office/drawing/2014/main" id="{9BC34A80-9124-40C7-B37E-7C5267F19C6C}"/>
                </a:ext>
              </a:extLst>
            </p:cNvPr>
            <p:cNvSpPr>
              <a:spLocks noChangeShapeType="1"/>
            </p:cNvSpPr>
            <p:nvPr/>
          </p:nvSpPr>
          <p:spPr bwMode="auto">
            <a:xfrm>
              <a:off x="4055" y="2682"/>
              <a:ext cx="471" cy="0"/>
            </a:xfrm>
            <a:prstGeom prst="line">
              <a:avLst/>
            </a:prstGeom>
            <a:noFill/>
            <a:ln w="28575">
              <a:solidFill>
                <a:srgbClr val="000000"/>
              </a:solidFill>
              <a:round/>
              <a:headEnd/>
              <a:tailEnd/>
            </a:ln>
          </p:spPr>
          <p:txBody>
            <a:bodyPr/>
            <a:lstStyle/>
            <a:p>
              <a:pPr eaLnBrk="1" hangingPunct="1">
                <a:defRPr/>
              </a:pPr>
              <a:endParaRPr lang="en-US" dirty="0"/>
            </a:p>
          </p:txBody>
        </p:sp>
        <p:sp>
          <p:nvSpPr>
            <p:cNvPr id="24628" name="Freeform 53">
              <a:extLst>
                <a:ext uri="{FF2B5EF4-FFF2-40B4-BE49-F238E27FC236}">
                  <a16:creationId xmlns:a16="http://schemas.microsoft.com/office/drawing/2014/main" id="{7332CD81-CF21-4D05-AE0A-1A8CCF7A0B58}"/>
                </a:ext>
              </a:extLst>
            </p:cNvPr>
            <p:cNvSpPr>
              <a:spLocks/>
            </p:cNvSpPr>
            <p:nvPr/>
          </p:nvSpPr>
          <p:spPr bwMode="auto">
            <a:xfrm>
              <a:off x="3690" y="976"/>
              <a:ext cx="96" cy="1119"/>
            </a:xfrm>
            <a:custGeom>
              <a:avLst/>
              <a:gdLst>
                <a:gd name="T0" fmla="*/ 1 w 157"/>
                <a:gd name="T1" fmla="*/ 0 h 1290"/>
                <a:gd name="T2" fmla="*/ 4 w 157"/>
                <a:gd name="T3" fmla="*/ 15 h 1290"/>
                <a:gd name="T4" fmla="*/ 10 w 157"/>
                <a:gd name="T5" fmla="*/ 161 h 1290"/>
                <a:gd name="T6" fmla="*/ 6 w 157"/>
                <a:gd name="T7" fmla="*/ 457 h 1290"/>
                <a:gd name="T8" fmla="*/ 13 w 157"/>
                <a:gd name="T9" fmla="*/ 633 h 1290"/>
                <a:gd name="T10" fmla="*/ 0 60000 65536"/>
                <a:gd name="T11" fmla="*/ 0 60000 65536"/>
                <a:gd name="T12" fmla="*/ 0 60000 65536"/>
                <a:gd name="T13" fmla="*/ 0 60000 65536"/>
                <a:gd name="T14" fmla="*/ 0 60000 65536"/>
                <a:gd name="T15" fmla="*/ 0 w 157"/>
                <a:gd name="T16" fmla="*/ 0 h 1290"/>
                <a:gd name="T17" fmla="*/ 157 w 157"/>
                <a:gd name="T18" fmla="*/ 1290 h 1290"/>
              </a:gdLst>
              <a:ahLst/>
              <a:cxnLst>
                <a:cxn ang="T10">
                  <a:pos x="T0" y="T1"/>
                </a:cxn>
                <a:cxn ang="T11">
                  <a:pos x="T2" y="T3"/>
                </a:cxn>
                <a:cxn ang="T12">
                  <a:pos x="T4" y="T5"/>
                </a:cxn>
                <a:cxn ang="T13">
                  <a:pos x="T6" y="T7"/>
                </a:cxn>
                <a:cxn ang="T14">
                  <a:pos x="T8" y="T9"/>
                </a:cxn>
              </a:cxnLst>
              <a:rect l="T15" t="T16" r="T17" b="T18"/>
              <a:pathLst>
                <a:path w="157" h="1290">
                  <a:moveTo>
                    <a:pt x="7" y="0"/>
                  </a:moveTo>
                  <a:cubicBezTo>
                    <a:pt x="22" y="10"/>
                    <a:pt x="42" y="15"/>
                    <a:pt x="52" y="30"/>
                  </a:cubicBezTo>
                  <a:cubicBezTo>
                    <a:pt x="100" y="107"/>
                    <a:pt x="103" y="249"/>
                    <a:pt x="112" y="330"/>
                  </a:cubicBezTo>
                  <a:cubicBezTo>
                    <a:pt x="103" y="536"/>
                    <a:pt x="87" y="727"/>
                    <a:pt x="67" y="930"/>
                  </a:cubicBezTo>
                  <a:cubicBezTo>
                    <a:pt x="80" y="1204"/>
                    <a:pt x="0" y="1212"/>
                    <a:pt x="157" y="1290"/>
                  </a:cubicBezTo>
                </a:path>
              </a:pathLst>
            </a:custGeom>
            <a:noFill/>
            <a:ln w="28575">
              <a:solidFill>
                <a:schemeClr val="accent1">
                  <a:lumMod val="20000"/>
                  <a:lumOff val="80000"/>
                </a:schemeClr>
              </a:solidFill>
              <a:round/>
              <a:headEnd/>
              <a:tailEnd type="triangle" w="lg" len="lg"/>
            </a:ln>
          </p:spPr>
          <p:txBody>
            <a:bodyPr/>
            <a:lstStyle/>
            <a:p>
              <a:pPr eaLnBrk="1" hangingPunct="1">
                <a:defRPr/>
              </a:pPr>
              <a:endParaRPr lang="ru-RU" sz="2000"/>
            </a:p>
          </p:txBody>
        </p:sp>
        <p:sp>
          <p:nvSpPr>
            <p:cNvPr id="24629" name="Line 54">
              <a:extLst>
                <a:ext uri="{FF2B5EF4-FFF2-40B4-BE49-F238E27FC236}">
                  <a16:creationId xmlns:a16="http://schemas.microsoft.com/office/drawing/2014/main" id="{A45ED9EF-9E17-4DAA-A439-3807D180485C}"/>
                </a:ext>
              </a:extLst>
            </p:cNvPr>
            <p:cNvSpPr>
              <a:spLocks noChangeShapeType="1"/>
            </p:cNvSpPr>
            <p:nvPr/>
          </p:nvSpPr>
          <p:spPr bwMode="auto">
            <a:xfrm>
              <a:off x="4876" y="1134"/>
              <a:ext cx="438" cy="0"/>
            </a:xfrm>
            <a:prstGeom prst="line">
              <a:avLst/>
            </a:prstGeom>
            <a:noFill/>
            <a:ln w="28575">
              <a:solidFill>
                <a:srgbClr val="000000"/>
              </a:solidFill>
              <a:round/>
              <a:headEnd/>
              <a:tailEnd/>
            </a:ln>
          </p:spPr>
          <p:txBody>
            <a:bodyPr/>
            <a:lstStyle/>
            <a:p>
              <a:pPr eaLnBrk="1" hangingPunct="1">
                <a:defRPr/>
              </a:pPr>
              <a:endParaRPr lang="en-US" dirty="0"/>
            </a:p>
          </p:txBody>
        </p:sp>
        <p:sp>
          <p:nvSpPr>
            <p:cNvPr id="24630" name="Line 55">
              <a:extLst>
                <a:ext uri="{FF2B5EF4-FFF2-40B4-BE49-F238E27FC236}">
                  <a16:creationId xmlns:a16="http://schemas.microsoft.com/office/drawing/2014/main" id="{559E44A0-D1BD-458A-8B57-F54E6808E212}"/>
                </a:ext>
              </a:extLst>
            </p:cNvPr>
            <p:cNvSpPr>
              <a:spLocks noChangeShapeType="1"/>
            </p:cNvSpPr>
            <p:nvPr/>
          </p:nvSpPr>
          <p:spPr bwMode="auto">
            <a:xfrm flipV="1">
              <a:off x="4571" y="1468"/>
              <a:ext cx="51" cy="293"/>
            </a:xfrm>
            <a:prstGeom prst="line">
              <a:avLst/>
            </a:prstGeom>
            <a:noFill/>
            <a:ln w="28575">
              <a:solidFill>
                <a:srgbClr val="000000"/>
              </a:solidFill>
              <a:round/>
              <a:headEnd/>
              <a:tailEnd/>
            </a:ln>
          </p:spPr>
          <p:txBody>
            <a:bodyPr/>
            <a:lstStyle/>
            <a:p>
              <a:pPr eaLnBrk="1" hangingPunct="1">
                <a:defRPr/>
              </a:pPr>
              <a:endParaRPr lang="en-US" dirty="0"/>
            </a:p>
          </p:txBody>
        </p:sp>
        <p:sp>
          <p:nvSpPr>
            <p:cNvPr id="24631" name="Line 56">
              <a:extLst>
                <a:ext uri="{FF2B5EF4-FFF2-40B4-BE49-F238E27FC236}">
                  <a16:creationId xmlns:a16="http://schemas.microsoft.com/office/drawing/2014/main" id="{E3C5C792-38F2-41C9-A9DE-A4A144226E85}"/>
                </a:ext>
              </a:extLst>
            </p:cNvPr>
            <p:cNvSpPr>
              <a:spLocks noChangeShapeType="1"/>
            </p:cNvSpPr>
            <p:nvPr/>
          </p:nvSpPr>
          <p:spPr bwMode="auto">
            <a:xfrm>
              <a:off x="4627" y="1483"/>
              <a:ext cx="202" cy="0"/>
            </a:xfrm>
            <a:prstGeom prst="line">
              <a:avLst/>
            </a:prstGeom>
            <a:noFill/>
            <a:ln w="28575">
              <a:solidFill>
                <a:srgbClr val="000000"/>
              </a:solidFill>
              <a:round/>
              <a:headEnd/>
              <a:tailEnd/>
            </a:ln>
          </p:spPr>
          <p:txBody>
            <a:bodyPr/>
            <a:lstStyle/>
            <a:p>
              <a:pPr eaLnBrk="1" hangingPunct="1">
                <a:defRPr/>
              </a:pPr>
              <a:endParaRPr lang="en-US" dirty="0"/>
            </a:p>
          </p:txBody>
        </p:sp>
        <p:sp>
          <p:nvSpPr>
            <p:cNvPr id="24632" name="Line 58">
              <a:extLst>
                <a:ext uri="{FF2B5EF4-FFF2-40B4-BE49-F238E27FC236}">
                  <a16:creationId xmlns:a16="http://schemas.microsoft.com/office/drawing/2014/main" id="{647063E6-903F-4409-921E-AEFB66EC6314}"/>
                </a:ext>
              </a:extLst>
            </p:cNvPr>
            <p:cNvSpPr>
              <a:spLocks noChangeShapeType="1"/>
            </p:cNvSpPr>
            <p:nvPr/>
          </p:nvSpPr>
          <p:spPr bwMode="auto">
            <a:xfrm>
              <a:off x="4826" y="1489"/>
              <a:ext cx="97" cy="286"/>
            </a:xfrm>
            <a:prstGeom prst="line">
              <a:avLst/>
            </a:prstGeom>
            <a:noFill/>
            <a:ln w="28575">
              <a:solidFill>
                <a:srgbClr val="000000"/>
              </a:solidFill>
              <a:round/>
              <a:headEnd/>
              <a:tailEnd/>
            </a:ln>
          </p:spPr>
          <p:txBody>
            <a:bodyPr/>
            <a:lstStyle/>
            <a:p>
              <a:pPr eaLnBrk="1" hangingPunct="1">
                <a:defRPr/>
              </a:pPr>
              <a:endParaRPr lang="en-US" dirty="0"/>
            </a:p>
          </p:txBody>
        </p:sp>
        <p:sp>
          <p:nvSpPr>
            <p:cNvPr id="24633" name="Line 59">
              <a:extLst>
                <a:ext uri="{FF2B5EF4-FFF2-40B4-BE49-F238E27FC236}">
                  <a16:creationId xmlns:a16="http://schemas.microsoft.com/office/drawing/2014/main" id="{65749315-743C-4316-B8D9-91C1E8620E0C}"/>
                </a:ext>
              </a:extLst>
            </p:cNvPr>
            <p:cNvSpPr>
              <a:spLocks noChangeShapeType="1"/>
            </p:cNvSpPr>
            <p:nvPr/>
          </p:nvSpPr>
          <p:spPr bwMode="auto">
            <a:xfrm>
              <a:off x="4804" y="826"/>
              <a:ext cx="79" cy="317"/>
            </a:xfrm>
            <a:prstGeom prst="line">
              <a:avLst/>
            </a:prstGeom>
            <a:noFill/>
            <a:ln w="28575">
              <a:solidFill>
                <a:srgbClr val="000000"/>
              </a:solidFill>
              <a:round/>
              <a:headEnd/>
              <a:tailEnd/>
            </a:ln>
          </p:spPr>
          <p:txBody>
            <a:bodyPr/>
            <a:lstStyle/>
            <a:p>
              <a:pPr eaLnBrk="1" hangingPunct="1">
                <a:defRPr/>
              </a:pPr>
              <a:endParaRPr lang="en-US" dirty="0"/>
            </a:p>
          </p:txBody>
        </p:sp>
        <p:sp>
          <p:nvSpPr>
            <p:cNvPr id="24634" name="Line 60">
              <a:extLst>
                <a:ext uri="{FF2B5EF4-FFF2-40B4-BE49-F238E27FC236}">
                  <a16:creationId xmlns:a16="http://schemas.microsoft.com/office/drawing/2014/main" id="{7145F78A-D2F4-4CD3-8A74-FBA3444563CB}"/>
                </a:ext>
              </a:extLst>
            </p:cNvPr>
            <p:cNvSpPr>
              <a:spLocks noChangeShapeType="1"/>
            </p:cNvSpPr>
            <p:nvPr/>
          </p:nvSpPr>
          <p:spPr bwMode="auto">
            <a:xfrm>
              <a:off x="4936" y="1185"/>
              <a:ext cx="0" cy="598"/>
            </a:xfrm>
            <a:prstGeom prst="line">
              <a:avLst/>
            </a:prstGeom>
            <a:noFill/>
            <a:ln w="28575">
              <a:solidFill>
                <a:schemeClr val="accent1">
                  <a:lumMod val="20000"/>
                  <a:lumOff val="80000"/>
                </a:schemeClr>
              </a:solidFill>
              <a:round/>
              <a:headEnd/>
              <a:tailEnd/>
            </a:ln>
          </p:spPr>
          <p:txBody>
            <a:bodyPr/>
            <a:lstStyle/>
            <a:p>
              <a:pPr eaLnBrk="1" hangingPunct="1">
                <a:defRPr/>
              </a:pPr>
              <a:endParaRPr lang="en-US" dirty="0"/>
            </a:p>
          </p:txBody>
        </p:sp>
        <p:sp>
          <p:nvSpPr>
            <p:cNvPr id="24635" name="Line 61">
              <a:extLst>
                <a:ext uri="{FF2B5EF4-FFF2-40B4-BE49-F238E27FC236}">
                  <a16:creationId xmlns:a16="http://schemas.microsoft.com/office/drawing/2014/main" id="{C7C28826-2CCA-4FAC-8DB7-EA692CD5682E}"/>
                </a:ext>
              </a:extLst>
            </p:cNvPr>
            <p:cNvSpPr>
              <a:spLocks noChangeShapeType="1"/>
            </p:cNvSpPr>
            <p:nvPr/>
          </p:nvSpPr>
          <p:spPr bwMode="auto">
            <a:xfrm>
              <a:off x="4923" y="1772"/>
              <a:ext cx="394" cy="0"/>
            </a:xfrm>
            <a:prstGeom prst="line">
              <a:avLst/>
            </a:prstGeom>
            <a:noFill/>
            <a:ln w="28575">
              <a:solidFill>
                <a:srgbClr val="000000"/>
              </a:solidFill>
              <a:round/>
              <a:headEnd/>
              <a:tailEnd/>
            </a:ln>
          </p:spPr>
          <p:txBody>
            <a:bodyPr/>
            <a:lstStyle/>
            <a:p>
              <a:pPr eaLnBrk="1" hangingPunct="1">
                <a:defRPr/>
              </a:pPr>
              <a:endParaRPr lang="en-US" dirty="0"/>
            </a:p>
          </p:txBody>
        </p:sp>
        <p:sp>
          <p:nvSpPr>
            <p:cNvPr id="24636" name="Line 62">
              <a:extLst>
                <a:ext uri="{FF2B5EF4-FFF2-40B4-BE49-F238E27FC236}">
                  <a16:creationId xmlns:a16="http://schemas.microsoft.com/office/drawing/2014/main" id="{971A6D91-2DDC-4A51-A15C-FA371F95C636}"/>
                </a:ext>
              </a:extLst>
            </p:cNvPr>
            <p:cNvSpPr>
              <a:spLocks noChangeShapeType="1"/>
            </p:cNvSpPr>
            <p:nvPr/>
          </p:nvSpPr>
          <p:spPr bwMode="auto">
            <a:xfrm>
              <a:off x="4960" y="1952"/>
              <a:ext cx="102" cy="327"/>
            </a:xfrm>
            <a:prstGeom prst="line">
              <a:avLst/>
            </a:prstGeom>
            <a:noFill/>
            <a:ln w="28575">
              <a:solidFill>
                <a:srgbClr val="000000"/>
              </a:solidFill>
              <a:round/>
              <a:headEnd/>
              <a:tailEnd/>
            </a:ln>
          </p:spPr>
          <p:txBody>
            <a:bodyPr/>
            <a:lstStyle/>
            <a:p>
              <a:pPr eaLnBrk="1" hangingPunct="1">
                <a:defRPr/>
              </a:pPr>
              <a:endParaRPr lang="en-US" dirty="0"/>
            </a:p>
          </p:txBody>
        </p:sp>
        <p:sp>
          <p:nvSpPr>
            <p:cNvPr id="24637" name="Line 63">
              <a:extLst>
                <a:ext uri="{FF2B5EF4-FFF2-40B4-BE49-F238E27FC236}">
                  <a16:creationId xmlns:a16="http://schemas.microsoft.com/office/drawing/2014/main" id="{D5F9A8ED-3F4F-4690-B073-B21E3F63E73A}"/>
                </a:ext>
              </a:extLst>
            </p:cNvPr>
            <p:cNvSpPr>
              <a:spLocks noChangeShapeType="1"/>
            </p:cNvSpPr>
            <p:nvPr/>
          </p:nvSpPr>
          <p:spPr bwMode="auto">
            <a:xfrm>
              <a:off x="5045" y="2272"/>
              <a:ext cx="377" cy="0"/>
            </a:xfrm>
            <a:prstGeom prst="line">
              <a:avLst/>
            </a:prstGeom>
            <a:noFill/>
            <a:ln w="28575">
              <a:solidFill>
                <a:srgbClr val="000000"/>
              </a:solidFill>
              <a:round/>
              <a:headEnd/>
              <a:tailEnd/>
            </a:ln>
          </p:spPr>
          <p:txBody>
            <a:bodyPr/>
            <a:lstStyle/>
            <a:p>
              <a:pPr eaLnBrk="1" hangingPunct="1">
                <a:defRPr/>
              </a:pPr>
              <a:endParaRPr lang="en-US" dirty="0"/>
            </a:p>
          </p:txBody>
        </p:sp>
        <p:sp>
          <p:nvSpPr>
            <p:cNvPr id="24638" name="Line 64">
              <a:extLst>
                <a:ext uri="{FF2B5EF4-FFF2-40B4-BE49-F238E27FC236}">
                  <a16:creationId xmlns:a16="http://schemas.microsoft.com/office/drawing/2014/main" id="{4AE238F6-A6A7-4E08-B584-5EA0E8183EDF}"/>
                </a:ext>
              </a:extLst>
            </p:cNvPr>
            <p:cNvSpPr>
              <a:spLocks noChangeShapeType="1"/>
            </p:cNvSpPr>
            <p:nvPr/>
          </p:nvSpPr>
          <p:spPr bwMode="auto">
            <a:xfrm flipV="1">
              <a:off x="5007" y="1963"/>
              <a:ext cx="55" cy="134"/>
            </a:xfrm>
            <a:prstGeom prst="line">
              <a:avLst/>
            </a:prstGeom>
            <a:noFill/>
            <a:ln w="28575">
              <a:solidFill>
                <a:srgbClr val="000000"/>
              </a:solidFill>
              <a:round/>
              <a:headEnd/>
              <a:tailEnd/>
            </a:ln>
          </p:spPr>
          <p:txBody>
            <a:bodyPr/>
            <a:lstStyle/>
            <a:p>
              <a:pPr eaLnBrk="1" hangingPunct="1">
                <a:defRPr/>
              </a:pPr>
              <a:endParaRPr lang="en-US" dirty="0"/>
            </a:p>
          </p:txBody>
        </p:sp>
        <p:sp>
          <p:nvSpPr>
            <p:cNvPr id="24639" name="Line 65">
              <a:extLst>
                <a:ext uri="{FF2B5EF4-FFF2-40B4-BE49-F238E27FC236}">
                  <a16:creationId xmlns:a16="http://schemas.microsoft.com/office/drawing/2014/main" id="{0C63AE26-17A5-46AA-86B4-AE3ECCBBE080}"/>
                </a:ext>
              </a:extLst>
            </p:cNvPr>
            <p:cNvSpPr>
              <a:spLocks noChangeShapeType="1"/>
            </p:cNvSpPr>
            <p:nvPr/>
          </p:nvSpPr>
          <p:spPr bwMode="auto">
            <a:xfrm flipV="1">
              <a:off x="5073" y="1955"/>
              <a:ext cx="56" cy="135"/>
            </a:xfrm>
            <a:prstGeom prst="line">
              <a:avLst/>
            </a:prstGeom>
            <a:noFill/>
            <a:ln w="28575">
              <a:solidFill>
                <a:srgbClr val="000000"/>
              </a:solidFill>
              <a:round/>
              <a:headEnd/>
              <a:tailEnd/>
            </a:ln>
          </p:spPr>
          <p:txBody>
            <a:bodyPr/>
            <a:lstStyle/>
            <a:p>
              <a:pPr eaLnBrk="1" hangingPunct="1">
                <a:defRPr/>
              </a:pPr>
              <a:endParaRPr lang="en-US" dirty="0"/>
            </a:p>
          </p:txBody>
        </p:sp>
        <p:sp>
          <p:nvSpPr>
            <p:cNvPr id="24640" name="Line 66">
              <a:extLst>
                <a:ext uri="{FF2B5EF4-FFF2-40B4-BE49-F238E27FC236}">
                  <a16:creationId xmlns:a16="http://schemas.microsoft.com/office/drawing/2014/main" id="{ACB3CCFC-847F-498B-A636-93691D22BB4A}"/>
                </a:ext>
              </a:extLst>
            </p:cNvPr>
            <p:cNvSpPr>
              <a:spLocks noChangeShapeType="1"/>
            </p:cNvSpPr>
            <p:nvPr/>
          </p:nvSpPr>
          <p:spPr bwMode="auto">
            <a:xfrm flipV="1">
              <a:off x="5192" y="1957"/>
              <a:ext cx="56" cy="134"/>
            </a:xfrm>
            <a:prstGeom prst="line">
              <a:avLst/>
            </a:prstGeom>
            <a:noFill/>
            <a:ln w="28575">
              <a:solidFill>
                <a:srgbClr val="000000"/>
              </a:solidFill>
              <a:round/>
              <a:headEnd/>
              <a:tailEnd/>
            </a:ln>
          </p:spPr>
          <p:txBody>
            <a:bodyPr/>
            <a:lstStyle/>
            <a:p>
              <a:pPr eaLnBrk="1" hangingPunct="1">
                <a:defRPr/>
              </a:pPr>
              <a:endParaRPr lang="en-US" dirty="0"/>
            </a:p>
          </p:txBody>
        </p:sp>
        <p:sp>
          <p:nvSpPr>
            <p:cNvPr id="24641" name="Line 67">
              <a:extLst>
                <a:ext uri="{FF2B5EF4-FFF2-40B4-BE49-F238E27FC236}">
                  <a16:creationId xmlns:a16="http://schemas.microsoft.com/office/drawing/2014/main" id="{5B676DD8-8B3B-4FC6-B365-FE41923D2EE4}"/>
                </a:ext>
              </a:extLst>
            </p:cNvPr>
            <p:cNvSpPr>
              <a:spLocks noChangeShapeType="1"/>
            </p:cNvSpPr>
            <p:nvPr/>
          </p:nvSpPr>
          <p:spPr bwMode="auto">
            <a:xfrm flipV="1">
              <a:off x="5316" y="1953"/>
              <a:ext cx="56" cy="134"/>
            </a:xfrm>
            <a:prstGeom prst="line">
              <a:avLst/>
            </a:prstGeom>
            <a:noFill/>
            <a:ln w="28575">
              <a:solidFill>
                <a:srgbClr val="000000"/>
              </a:solidFill>
              <a:round/>
              <a:headEnd/>
              <a:tailEnd/>
            </a:ln>
          </p:spPr>
          <p:txBody>
            <a:bodyPr/>
            <a:lstStyle/>
            <a:p>
              <a:pPr eaLnBrk="1" hangingPunct="1">
                <a:defRPr/>
              </a:pPr>
              <a:endParaRPr lang="en-US" dirty="0"/>
            </a:p>
          </p:txBody>
        </p:sp>
        <p:sp>
          <p:nvSpPr>
            <p:cNvPr id="24642" name="Line 68">
              <a:extLst>
                <a:ext uri="{FF2B5EF4-FFF2-40B4-BE49-F238E27FC236}">
                  <a16:creationId xmlns:a16="http://schemas.microsoft.com/office/drawing/2014/main" id="{99B2EE00-2253-418B-9E75-D2FFC267DEC4}"/>
                </a:ext>
              </a:extLst>
            </p:cNvPr>
            <p:cNvSpPr>
              <a:spLocks noChangeShapeType="1"/>
            </p:cNvSpPr>
            <p:nvPr/>
          </p:nvSpPr>
          <p:spPr bwMode="auto">
            <a:xfrm rot="472638">
              <a:off x="5131" y="2126"/>
              <a:ext cx="75" cy="128"/>
            </a:xfrm>
            <a:prstGeom prst="line">
              <a:avLst/>
            </a:prstGeom>
            <a:noFill/>
            <a:ln w="28575">
              <a:solidFill>
                <a:srgbClr val="000000"/>
              </a:solidFill>
              <a:round/>
              <a:headEnd/>
              <a:tailEnd/>
            </a:ln>
          </p:spPr>
          <p:txBody>
            <a:bodyPr/>
            <a:lstStyle/>
            <a:p>
              <a:pPr eaLnBrk="1" hangingPunct="1">
                <a:defRPr/>
              </a:pPr>
              <a:endParaRPr lang="en-US" dirty="0"/>
            </a:p>
          </p:txBody>
        </p:sp>
        <p:sp>
          <p:nvSpPr>
            <p:cNvPr id="24643" name="Line 69">
              <a:extLst>
                <a:ext uri="{FF2B5EF4-FFF2-40B4-BE49-F238E27FC236}">
                  <a16:creationId xmlns:a16="http://schemas.microsoft.com/office/drawing/2014/main" id="{D7B7CC42-C088-4B81-A0BC-9B1D75B0849C}"/>
                </a:ext>
              </a:extLst>
            </p:cNvPr>
            <p:cNvSpPr>
              <a:spLocks noChangeShapeType="1"/>
            </p:cNvSpPr>
            <p:nvPr/>
          </p:nvSpPr>
          <p:spPr bwMode="auto">
            <a:xfrm rot="472638">
              <a:off x="5192" y="2118"/>
              <a:ext cx="74" cy="128"/>
            </a:xfrm>
            <a:prstGeom prst="line">
              <a:avLst/>
            </a:prstGeom>
            <a:noFill/>
            <a:ln w="28575">
              <a:solidFill>
                <a:srgbClr val="000000"/>
              </a:solidFill>
              <a:round/>
              <a:headEnd/>
              <a:tailEnd/>
            </a:ln>
          </p:spPr>
          <p:txBody>
            <a:bodyPr/>
            <a:lstStyle/>
            <a:p>
              <a:pPr eaLnBrk="1" hangingPunct="1">
                <a:defRPr/>
              </a:pPr>
              <a:endParaRPr lang="en-US" dirty="0"/>
            </a:p>
          </p:txBody>
        </p:sp>
        <p:sp>
          <p:nvSpPr>
            <p:cNvPr id="24644" name="Line 70">
              <a:extLst>
                <a:ext uri="{FF2B5EF4-FFF2-40B4-BE49-F238E27FC236}">
                  <a16:creationId xmlns:a16="http://schemas.microsoft.com/office/drawing/2014/main" id="{28ED4260-D1D6-40FF-9040-92A697BB5C40}"/>
                </a:ext>
              </a:extLst>
            </p:cNvPr>
            <p:cNvSpPr>
              <a:spLocks noChangeShapeType="1"/>
            </p:cNvSpPr>
            <p:nvPr/>
          </p:nvSpPr>
          <p:spPr bwMode="auto">
            <a:xfrm rot="472638">
              <a:off x="5325" y="2124"/>
              <a:ext cx="74" cy="127"/>
            </a:xfrm>
            <a:prstGeom prst="line">
              <a:avLst/>
            </a:prstGeom>
            <a:noFill/>
            <a:ln w="28575">
              <a:solidFill>
                <a:srgbClr val="000000"/>
              </a:solidFill>
              <a:round/>
              <a:headEnd/>
              <a:tailEnd/>
            </a:ln>
          </p:spPr>
          <p:txBody>
            <a:bodyPr/>
            <a:lstStyle/>
            <a:p>
              <a:pPr eaLnBrk="1" hangingPunct="1">
                <a:defRPr/>
              </a:pPr>
              <a:endParaRPr lang="en-US" dirty="0"/>
            </a:p>
          </p:txBody>
        </p:sp>
        <p:sp>
          <p:nvSpPr>
            <p:cNvPr id="24645" name="Line 71">
              <a:extLst>
                <a:ext uri="{FF2B5EF4-FFF2-40B4-BE49-F238E27FC236}">
                  <a16:creationId xmlns:a16="http://schemas.microsoft.com/office/drawing/2014/main" id="{82B926F4-54C9-4187-AC64-309EE7DDD76F}"/>
                </a:ext>
              </a:extLst>
            </p:cNvPr>
            <p:cNvSpPr>
              <a:spLocks noChangeShapeType="1"/>
            </p:cNvSpPr>
            <p:nvPr/>
          </p:nvSpPr>
          <p:spPr bwMode="auto">
            <a:xfrm flipV="1">
              <a:off x="5133" y="1957"/>
              <a:ext cx="53" cy="134"/>
            </a:xfrm>
            <a:prstGeom prst="line">
              <a:avLst/>
            </a:prstGeom>
            <a:noFill/>
            <a:ln w="28575">
              <a:solidFill>
                <a:srgbClr val="000000"/>
              </a:solidFill>
              <a:round/>
              <a:headEnd/>
              <a:tailEnd/>
            </a:ln>
          </p:spPr>
          <p:txBody>
            <a:bodyPr/>
            <a:lstStyle/>
            <a:p>
              <a:pPr eaLnBrk="1" hangingPunct="1">
                <a:defRPr/>
              </a:pPr>
              <a:endParaRPr lang="en-US" dirty="0"/>
            </a:p>
          </p:txBody>
        </p:sp>
        <p:sp>
          <p:nvSpPr>
            <p:cNvPr id="24646" name="Line 72">
              <a:extLst>
                <a:ext uri="{FF2B5EF4-FFF2-40B4-BE49-F238E27FC236}">
                  <a16:creationId xmlns:a16="http://schemas.microsoft.com/office/drawing/2014/main" id="{44CA1B0B-61D2-4A2A-AA91-FC99999EE19D}"/>
                </a:ext>
              </a:extLst>
            </p:cNvPr>
            <p:cNvSpPr>
              <a:spLocks noChangeShapeType="1"/>
            </p:cNvSpPr>
            <p:nvPr/>
          </p:nvSpPr>
          <p:spPr bwMode="auto">
            <a:xfrm flipV="1">
              <a:off x="5260" y="1953"/>
              <a:ext cx="50" cy="134"/>
            </a:xfrm>
            <a:prstGeom prst="line">
              <a:avLst/>
            </a:prstGeom>
            <a:noFill/>
            <a:ln w="28575">
              <a:solidFill>
                <a:srgbClr val="000000"/>
              </a:solidFill>
              <a:round/>
              <a:headEnd/>
              <a:tailEnd/>
            </a:ln>
          </p:spPr>
          <p:txBody>
            <a:bodyPr/>
            <a:lstStyle/>
            <a:p>
              <a:pPr eaLnBrk="1" hangingPunct="1">
                <a:defRPr/>
              </a:pPr>
              <a:endParaRPr lang="en-US" dirty="0"/>
            </a:p>
          </p:txBody>
        </p:sp>
        <p:sp>
          <p:nvSpPr>
            <p:cNvPr id="24647" name="Line 73">
              <a:extLst>
                <a:ext uri="{FF2B5EF4-FFF2-40B4-BE49-F238E27FC236}">
                  <a16:creationId xmlns:a16="http://schemas.microsoft.com/office/drawing/2014/main" id="{5FA18C50-64A6-4CDD-B4F6-B28740D5A56F}"/>
                </a:ext>
              </a:extLst>
            </p:cNvPr>
            <p:cNvSpPr>
              <a:spLocks noChangeShapeType="1"/>
            </p:cNvSpPr>
            <p:nvPr/>
          </p:nvSpPr>
          <p:spPr bwMode="auto">
            <a:xfrm rot="472638">
              <a:off x="5064" y="2123"/>
              <a:ext cx="74" cy="128"/>
            </a:xfrm>
            <a:prstGeom prst="line">
              <a:avLst/>
            </a:prstGeom>
            <a:noFill/>
            <a:ln w="28575">
              <a:solidFill>
                <a:srgbClr val="000000"/>
              </a:solidFill>
              <a:round/>
              <a:headEnd/>
              <a:tailEnd/>
            </a:ln>
          </p:spPr>
          <p:txBody>
            <a:bodyPr/>
            <a:lstStyle/>
            <a:p>
              <a:pPr eaLnBrk="1" hangingPunct="1">
                <a:defRPr/>
              </a:pPr>
              <a:endParaRPr lang="en-US" dirty="0"/>
            </a:p>
          </p:txBody>
        </p:sp>
        <p:sp>
          <p:nvSpPr>
            <p:cNvPr id="24648" name="Line 74">
              <a:extLst>
                <a:ext uri="{FF2B5EF4-FFF2-40B4-BE49-F238E27FC236}">
                  <a16:creationId xmlns:a16="http://schemas.microsoft.com/office/drawing/2014/main" id="{71C16B10-ECE8-4F2E-9405-5914EF27E609}"/>
                </a:ext>
              </a:extLst>
            </p:cNvPr>
            <p:cNvSpPr>
              <a:spLocks noChangeShapeType="1"/>
            </p:cNvSpPr>
            <p:nvPr/>
          </p:nvSpPr>
          <p:spPr bwMode="auto">
            <a:xfrm rot="472638">
              <a:off x="5260" y="2124"/>
              <a:ext cx="75" cy="127"/>
            </a:xfrm>
            <a:prstGeom prst="line">
              <a:avLst/>
            </a:prstGeom>
            <a:noFill/>
            <a:ln w="28575">
              <a:solidFill>
                <a:srgbClr val="000000"/>
              </a:solidFill>
              <a:round/>
              <a:headEnd/>
              <a:tailEnd/>
            </a:ln>
          </p:spPr>
          <p:txBody>
            <a:bodyPr/>
            <a:lstStyle/>
            <a:p>
              <a:pPr eaLnBrk="1" hangingPunct="1">
                <a:defRPr/>
              </a:pPr>
              <a:endParaRPr lang="en-US" dirty="0"/>
            </a:p>
          </p:txBody>
        </p:sp>
        <p:sp>
          <p:nvSpPr>
            <p:cNvPr id="24649" name="Text Box 75">
              <a:extLst>
                <a:ext uri="{FF2B5EF4-FFF2-40B4-BE49-F238E27FC236}">
                  <a16:creationId xmlns:a16="http://schemas.microsoft.com/office/drawing/2014/main" id="{40986EAC-2E42-42BF-ADEB-AFCE380FFB2E}"/>
                </a:ext>
              </a:extLst>
            </p:cNvPr>
            <p:cNvSpPr txBox="1">
              <a:spLocks noChangeArrowheads="1"/>
            </p:cNvSpPr>
            <p:nvPr/>
          </p:nvSpPr>
          <p:spPr bwMode="auto">
            <a:xfrm>
              <a:off x="413" y="1963"/>
              <a:ext cx="329" cy="311"/>
            </a:xfrm>
            <a:prstGeom prst="rect">
              <a:avLst/>
            </a:prstGeom>
            <a:noFill/>
            <a:ln w="28575">
              <a:noFill/>
              <a:miter lim="800000"/>
              <a:headEnd/>
              <a:tailEnd/>
            </a:ln>
          </p:spPr>
          <p:txBody>
            <a:bodyPr/>
            <a:lstStyle/>
            <a:p>
              <a:pPr>
                <a:defRPr/>
              </a:pPr>
              <a:r>
                <a:rPr lang="en-US" sz="2000" dirty="0"/>
                <a:t>Q</a:t>
              </a:r>
            </a:p>
          </p:txBody>
        </p:sp>
        <p:sp>
          <p:nvSpPr>
            <p:cNvPr id="24650" name="Text Box 76">
              <a:extLst>
                <a:ext uri="{FF2B5EF4-FFF2-40B4-BE49-F238E27FC236}">
                  <a16:creationId xmlns:a16="http://schemas.microsoft.com/office/drawing/2014/main" id="{69B3CD77-6F1A-4957-A638-EFBE3105AA59}"/>
                </a:ext>
              </a:extLst>
            </p:cNvPr>
            <p:cNvSpPr txBox="1">
              <a:spLocks noChangeArrowheads="1"/>
            </p:cNvSpPr>
            <p:nvPr/>
          </p:nvSpPr>
          <p:spPr bwMode="auto">
            <a:xfrm>
              <a:off x="382" y="810"/>
              <a:ext cx="329" cy="312"/>
            </a:xfrm>
            <a:prstGeom prst="rect">
              <a:avLst/>
            </a:prstGeom>
            <a:noFill/>
            <a:ln w="28575">
              <a:noFill/>
              <a:miter lim="800000"/>
              <a:headEnd/>
              <a:tailEnd/>
            </a:ln>
          </p:spPr>
          <p:txBody>
            <a:bodyPr/>
            <a:lstStyle/>
            <a:p>
              <a:pPr>
                <a:defRPr/>
              </a:pPr>
              <a:r>
                <a:rPr lang="en-US" sz="2000" dirty="0"/>
                <a:t>D</a:t>
              </a:r>
            </a:p>
          </p:txBody>
        </p:sp>
        <p:sp>
          <p:nvSpPr>
            <p:cNvPr id="24651" name="Text Box 77">
              <a:extLst>
                <a:ext uri="{FF2B5EF4-FFF2-40B4-BE49-F238E27FC236}">
                  <a16:creationId xmlns:a16="http://schemas.microsoft.com/office/drawing/2014/main" id="{E485A5EA-99EE-4FE0-88A7-00C51FEB25FA}"/>
                </a:ext>
              </a:extLst>
            </p:cNvPr>
            <p:cNvSpPr txBox="1">
              <a:spLocks noChangeArrowheads="1"/>
            </p:cNvSpPr>
            <p:nvPr/>
          </p:nvSpPr>
          <p:spPr bwMode="auto">
            <a:xfrm>
              <a:off x="397" y="1451"/>
              <a:ext cx="575" cy="310"/>
            </a:xfrm>
            <a:prstGeom prst="rect">
              <a:avLst/>
            </a:prstGeom>
            <a:noFill/>
            <a:ln w="28575">
              <a:noFill/>
              <a:miter lim="800000"/>
              <a:headEnd/>
              <a:tailEnd/>
            </a:ln>
          </p:spPr>
          <p:txBody>
            <a:bodyPr/>
            <a:lstStyle/>
            <a:p>
              <a:pPr>
                <a:defRPr/>
              </a:pPr>
              <a:r>
                <a:rPr lang="en-US" sz="2000" dirty="0"/>
                <a:t>Clock</a:t>
              </a:r>
            </a:p>
          </p:txBody>
        </p:sp>
        <p:sp>
          <p:nvSpPr>
            <p:cNvPr id="24652" name="Line 82">
              <a:extLst>
                <a:ext uri="{FF2B5EF4-FFF2-40B4-BE49-F238E27FC236}">
                  <a16:creationId xmlns:a16="http://schemas.microsoft.com/office/drawing/2014/main" id="{C1C613D6-DDF8-4DCC-B643-3757DE168E8B}"/>
                </a:ext>
              </a:extLst>
            </p:cNvPr>
            <p:cNvSpPr>
              <a:spLocks noChangeShapeType="1"/>
            </p:cNvSpPr>
            <p:nvPr/>
          </p:nvSpPr>
          <p:spPr bwMode="auto">
            <a:xfrm flipH="1" flipV="1">
              <a:off x="2004" y="1953"/>
              <a:ext cx="74" cy="298"/>
            </a:xfrm>
            <a:prstGeom prst="line">
              <a:avLst/>
            </a:prstGeom>
            <a:noFill/>
            <a:ln w="28575">
              <a:solidFill>
                <a:srgbClr val="000000"/>
              </a:solidFill>
              <a:round/>
              <a:headEnd/>
              <a:tailEnd/>
            </a:ln>
          </p:spPr>
          <p:txBody>
            <a:bodyPr/>
            <a:lstStyle/>
            <a:p>
              <a:pPr eaLnBrk="1" hangingPunct="1">
                <a:defRPr/>
              </a:pPr>
              <a:endParaRPr lang="en-US" dirty="0"/>
            </a:p>
          </p:txBody>
        </p:sp>
        <p:sp>
          <p:nvSpPr>
            <p:cNvPr id="24653" name="Line 83">
              <a:extLst>
                <a:ext uri="{FF2B5EF4-FFF2-40B4-BE49-F238E27FC236}">
                  <a16:creationId xmlns:a16="http://schemas.microsoft.com/office/drawing/2014/main" id="{62B2D425-6A5B-4BA0-AB65-28D6643C4574}"/>
                </a:ext>
              </a:extLst>
            </p:cNvPr>
            <p:cNvSpPr>
              <a:spLocks noChangeShapeType="1"/>
            </p:cNvSpPr>
            <p:nvPr/>
          </p:nvSpPr>
          <p:spPr bwMode="auto">
            <a:xfrm>
              <a:off x="3963" y="2377"/>
              <a:ext cx="179" cy="0"/>
            </a:xfrm>
            <a:prstGeom prst="line">
              <a:avLst/>
            </a:prstGeom>
            <a:noFill/>
            <a:ln w="28575">
              <a:solidFill>
                <a:srgbClr val="000000"/>
              </a:solidFill>
              <a:round/>
              <a:headEnd type="triangle" w="med" len="med"/>
              <a:tailEnd type="triangle" w="med" len="med"/>
            </a:ln>
          </p:spPr>
          <p:txBody>
            <a:bodyPr/>
            <a:lstStyle/>
            <a:p>
              <a:pPr eaLnBrk="1" hangingPunct="1">
                <a:defRPr/>
              </a:pPr>
              <a:endParaRPr lang="en-US" dirty="0"/>
            </a:p>
          </p:txBody>
        </p:sp>
        <p:sp>
          <p:nvSpPr>
            <p:cNvPr id="24654" name="Freeform 87">
              <a:extLst>
                <a:ext uri="{FF2B5EF4-FFF2-40B4-BE49-F238E27FC236}">
                  <a16:creationId xmlns:a16="http://schemas.microsoft.com/office/drawing/2014/main" id="{7B640E98-3B04-4F1B-AC62-A4E681FDACB5}"/>
                </a:ext>
              </a:extLst>
            </p:cNvPr>
            <p:cNvSpPr>
              <a:spLocks/>
            </p:cNvSpPr>
            <p:nvPr/>
          </p:nvSpPr>
          <p:spPr bwMode="auto">
            <a:xfrm>
              <a:off x="3285" y="1581"/>
              <a:ext cx="136" cy="546"/>
            </a:xfrm>
            <a:custGeom>
              <a:avLst/>
              <a:gdLst>
                <a:gd name="T0" fmla="*/ 0 w 136"/>
                <a:gd name="T1" fmla="*/ 0 h 544"/>
                <a:gd name="T2" fmla="*/ 91 w 136"/>
                <a:gd name="T3" fmla="*/ 90 h 544"/>
                <a:gd name="T4" fmla="*/ 136 w 136"/>
                <a:gd name="T5" fmla="*/ 453 h 544"/>
                <a:gd name="T6" fmla="*/ 91 w 136"/>
                <a:gd name="T7" fmla="*/ 544 h 544"/>
                <a:gd name="T8" fmla="*/ 0 60000 65536"/>
                <a:gd name="T9" fmla="*/ 0 60000 65536"/>
                <a:gd name="T10" fmla="*/ 0 60000 65536"/>
                <a:gd name="T11" fmla="*/ 0 60000 65536"/>
                <a:gd name="T12" fmla="*/ 0 w 136"/>
                <a:gd name="T13" fmla="*/ 0 h 544"/>
                <a:gd name="T14" fmla="*/ 136 w 136"/>
                <a:gd name="T15" fmla="*/ 544 h 544"/>
              </a:gdLst>
              <a:ahLst/>
              <a:cxnLst>
                <a:cxn ang="T8">
                  <a:pos x="T0" y="T1"/>
                </a:cxn>
                <a:cxn ang="T9">
                  <a:pos x="T2" y="T3"/>
                </a:cxn>
                <a:cxn ang="T10">
                  <a:pos x="T4" y="T5"/>
                </a:cxn>
                <a:cxn ang="T11">
                  <a:pos x="T6" y="T7"/>
                </a:cxn>
              </a:cxnLst>
              <a:rect l="T12" t="T13" r="T14" b="T15"/>
              <a:pathLst>
                <a:path w="136" h="544">
                  <a:moveTo>
                    <a:pt x="0" y="0"/>
                  </a:moveTo>
                  <a:cubicBezTo>
                    <a:pt x="34" y="7"/>
                    <a:pt x="68" y="15"/>
                    <a:pt x="91" y="90"/>
                  </a:cubicBezTo>
                  <a:cubicBezTo>
                    <a:pt x="114" y="165"/>
                    <a:pt x="136" y="377"/>
                    <a:pt x="136" y="453"/>
                  </a:cubicBezTo>
                  <a:cubicBezTo>
                    <a:pt x="136" y="529"/>
                    <a:pt x="98" y="529"/>
                    <a:pt x="91" y="544"/>
                  </a:cubicBezTo>
                </a:path>
              </a:pathLst>
            </a:custGeom>
            <a:noFill/>
            <a:ln w="25400">
              <a:solidFill>
                <a:schemeClr val="accent1">
                  <a:lumMod val="20000"/>
                  <a:lumOff val="80000"/>
                </a:schemeClr>
              </a:solidFill>
              <a:round/>
              <a:headEnd/>
              <a:tailEnd type="triangle" w="lg" len="lg"/>
            </a:ln>
          </p:spPr>
          <p:txBody>
            <a:bodyPr/>
            <a:lstStyle/>
            <a:p>
              <a:pPr eaLnBrk="1" hangingPunct="1">
                <a:defRPr/>
              </a:pPr>
              <a:endParaRPr lang="ru-RU" sz="2000"/>
            </a:p>
          </p:txBody>
        </p:sp>
      </p:grpSp>
      <p:sp>
        <p:nvSpPr>
          <p:cNvPr id="8" name="Title 7">
            <a:extLst>
              <a:ext uri="{FF2B5EF4-FFF2-40B4-BE49-F238E27FC236}">
                <a16:creationId xmlns:a16="http://schemas.microsoft.com/office/drawing/2014/main" id="{52028B3E-20DB-73A4-7D14-A7DABAD567C1}"/>
              </a:ext>
            </a:extLst>
          </p:cNvPr>
          <p:cNvSpPr>
            <a:spLocks noGrp="1"/>
          </p:cNvSpPr>
          <p:nvPr>
            <p:ph type="title"/>
          </p:nvPr>
        </p:nvSpPr>
        <p:spPr/>
        <p:txBody>
          <a:bodyPr>
            <a:normAutofit/>
          </a:bodyPr>
          <a:lstStyle/>
          <a:p>
            <a:r>
              <a:rPr lang="en-US" dirty="0"/>
              <a:t>Timing Diagram of D Latch</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Заголовок 1">
            <a:extLst>
              <a:ext uri="{FF2B5EF4-FFF2-40B4-BE49-F238E27FC236}">
                <a16:creationId xmlns:a16="http://schemas.microsoft.com/office/drawing/2014/main" id="{3629015E-1C09-6E41-1517-08FD32489C06}"/>
              </a:ext>
            </a:extLst>
          </p:cNvPr>
          <p:cNvSpPr>
            <a:spLocks noGrp="1" noChangeArrowheads="1"/>
          </p:cNvSpPr>
          <p:nvPr>
            <p:ph type="title"/>
          </p:nvPr>
        </p:nvSpPr>
        <p:spPr/>
        <p:txBody>
          <a:bodyPr>
            <a:normAutofit/>
          </a:bodyPr>
          <a:lstStyle/>
          <a:p>
            <a:r>
              <a:rPr lang="en-US" altLang="en-US" dirty="0"/>
              <a:t>D Latch</a:t>
            </a:r>
            <a:endParaRPr lang="ru-RU" altLang="en-US" dirty="0"/>
          </a:p>
        </p:txBody>
      </p:sp>
      <p:graphicFrame>
        <p:nvGraphicFramePr>
          <p:cNvPr id="4" name="Таблица 3">
            <a:extLst>
              <a:ext uri="{FF2B5EF4-FFF2-40B4-BE49-F238E27FC236}">
                <a16:creationId xmlns:a16="http://schemas.microsoft.com/office/drawing/2014/main" id="{93CB7C3B-FF21-475D-87AA-245554A9374A}"/>
              </a:ext>
            </a:extLst>
          </p:cNvPr>
          <p:cNvGraphicFramePr>
            <a:graphicFrameLocks noGrp="1"/>
          </p:cNvGraphicFramePr>
          <p:nvPr>
            <p:extLst>
              <p:ext uri="{D42A27DB-BD31-4B8C-83A1-F6EECF244321}">
                <p14:modId xmlns:p14="http://schemas.microsoft.com/office/powerpoint/2010/main" val="3395837648"/>
              </p:ext>
            </p:extLst>
          </p:nvPr>
        </p:nvGraphicFramePr>
        <p:xfrm>
          <a:off x="2063750" y="1811339"/>
          <a:ext cx="3028950" cy="2003426"/>
        </p:xfrm>
        <a:graphic>
          <a:graphicData uri="http://schemas.openxmlformats.org/drawingml/2006/table">
            <a:tbl>
              <a:tblPr/>
              <a:tblGrid>
                <a:gridCol w="757237">
                  <a:extLst>
                    <a:ext uri="{9D8B030D-6E8A-4147-A177-3AD203B41FA5}">
                      <a16:colId xmlns:a16="http://schemas.microsoft.com/office/drawing/2014/main" val="20000"/>
                    </a:ext>
                  </a:extLst>
                </a:gridCol>
                <a:gridCol w="757238">
                  <a:extLst>
                    <a:ext uri="{9D8B030D-6E8A-4147-A177-3AD203B41FA5}">
                      <a16:colId xmlns:a16="http://schemas.microsoft.com/office/drawing/2014/main" val="20001"/>
                    </a:ext>
                  </a:extLst>
                </a:gridCol>
                <a:gridCol w="757237">
                  <a:extLst>
                    <a:ext uri="{9D8B030D-6E8A-4147-A177-3AD203B41FA5}">
                      <a16:colId xmlns:a16="http://schemas.microsoft.com/office/drawing/2014/main" val="20002"/>
                    </a:ext>
                  </a:extLst>
                </a:gridCol>
                <a:gridCol w="757238">
                  <a:extLst>
                    <a:ext uri="{9D8B030D-6E8A-4147-A177-3AD203B41FA5}">
                      <a16:colId xmlns:a16="http://schemas.microsoft.com/office/drawing/2014/main" val="20003"/>
                    </a:ext>
                  </a:extLst>
                </a:gridCol>
              </a:tblGrid>
              <a:tr h="400050">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Times New Roman" pitchFamily="18" charset="0"/>
                        </a:rPr>
                        <a:t>D</a:t>
                      </a:r>
                      <a:endParaRPr kumimoji="0" lang="en-US" sz="2000" b="0" i="0" u="none" strike="noStrike" cap="none" normalizeH="0" baseline="0" dirty="0">
                        <a:ln>
                          <a:noFill/>
                        </a:ln>
                        <a:solidFill>
                          <a:schemeClr val="bg2"/>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Times New Roman" pitchFamily="18" charset="0"/>
                        </a:rPr>
                        <a:t>C</a:t>
                      </a:r>
                      <a:endParaRPr kumimoji="0" lang="en-US" sz="2000" b="0" i="0" u="none" strike="noStrike" cap="none" normalizeH="0" baseline="0">
                        <a:ln>
                          <a:noFill/>
                        </a:ln>
                        <a:solidFill>
                          <a:schemeClr val="bg2"/>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Times New Roman" pitchFamily="18" charset="0"/>
                        </a:rPr>
                        <a:t>Q</a:t>
                      </a:r>
                      <a:r>
                        <a:rPr kumimoji="0" lang="en-US" sz="2000" b="0" i="0" u="none" strike="noStrike" cap="none" normalizeH="0" baseline="-30000">
                          <a:ln>
                            <a:noFill/>
                          </a:ln>
                          <a:solidFill>
                            <a:schemeClr val="bg2"/>
                          </a:solidFill>
                          <a:effectLst/>
                          <a:latin typeface="Arial" pitchFamily="34" charset="0"/>
                          <a:cs typeface="Times New Roman" pitchFamily="18" charset="0"/>
                        </a:rPr>
                        <a:t>t</a:t>
                      </a:r>
                      <a:endParaRPr kumimoji="0" lang="en-US" sz="2000" b="0" i="0" u="none" strike="noStrike" cap="none" normalizeH="0" baseline="0">
                        <a:ln>
                          <a:noFill/>
                        </a:ln>
                        <a:solidFill>
                          <a:schemeClr val="bg2"/>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Times New Roman" pitchFamily="18" charset="0"/>
                        </a:rPr>
                        <a:t>Q</a:t>
                      </a:r>
                      <a:r>
                        <a:rPr kumimoji="0" lang="en-US" sz="2000" b="0" i="0" u="none" strike="noStrike" cap="none" normalizeH="0" baseline="-30000" dirty="0">
                          <a:ln>
                            <a:noFill/>
                          </a:ln>
                          <a:solidFill>
                            <a:schemeClr val="bg2"/>
                          </a:solidFill>
                          <a:effectLst/>
                          <a:latin typeface="Arial" pitchFamily="34" charset="0"/>
                          <a:cs typeface="Times New Roman" pitchFamily="18" charset="0"/>
                        </a:rPr>
                        <a:t>t+1</a:t>
                      </a:r>
                      <a:endParaRPr kumimoji="0" lang="en-US" sz="2000" b="0" i="0" u="none" strike="noStrike" cap="none" normalizeH="0" baseline="0" dirty="0">
                        <a:ln>
                          <a:noFill/>
                        </a:ln>
                        <a:solidFill>
                          <a:schemeClr val="bg2"/>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638">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x</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0050">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x</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01638">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x</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0</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00050">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1</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x</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pitchFamily="34" charset="0"/>
                        <a:buNone/>
                        <a:tabLst/>
                      </a:pPr>
                      <a:r>
                        <a:rPr kumimoji="0" lang="ru-RU" sz="2000" b="0" i="0" u="none" strike="noStrike" cap="none" normalizeH="0" baseline="0" dirty="0">
                          <a:ln>
                            <a:noFill/>
                          </a:ln>
                          <a:solidFill>
                            <a:schemeClr val="tx1"/>
                          </a:solidFill>
                          <a:effectLst/>
                          <a:latin typeface="Arial" pitchFamily="34" charset="0"/>
                          <a:cs typeface="Times New Roman" pitchFamily="18" charset="0"/>
                        </a:rPr>
                        <a:t>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grpSp>
        <p:nvGrpSpPr>
          <p:cNvPr id="42020" name="Группа 4">
            <a:extLst>
              <a:ext uri="{FF2B5EF4-FFF2-40B4-BE49-F238E27FC236}">
                <a16:creationId xmlns:a16="http://schemas.microsoft.com/office/drawing/2014/main" id="{3265CB1E-29E1-79BA-7D80-B9E0DE3DE8F1}"/>
              </a:ext>
            </a:extLst>
          </p:cNvPr>
          <p:cNvGrpSpPr>
            <a:grpSpLocks/>
          </p:cNvGrpSpPr>
          <p:nvPr/>
        </p:nvGrpSpPr>
        <p:grpSpPr bwMode="auto">
          <a:xfrm>
            <a:off x="5878513" y="1822450"/>
            <a:ext cx="3276600" cy="1703388"/>
            <a:chOff x="4962525" y="1603375"/>
            <a:chExt cx="3276600" cy="1703388"/>
          </a:xfrm>
        </p:grpSpPr>
        <p:sp>
          <p:nvSpPr>
            <p:cNvPr id="6" name="Rectangle 147">
              <a:extLst>
                <a:ext uri="{FF2B5EF4-FFF2-40B4-BE49-F238E27FC236}">
                  <a16:creationId xmlns:a16="http://schemas.microsoft.com/office/drawing/2014/main" id="{D1057F3D-100E-4115-BFA5-270C42D7CA63}"/>
                </a:ext>
              </a:extLst>
            </p:cNvPr>
            <p:cNvSpPr>
              <a:spLocks noChangeArrowheads="1"/>
            </p:cNvSpPr>
            <p:nvPr/>
          </p:nvSpPr>
          <p:spPr bwMode="auto">
            <a:xfrm>
              <a:off x="5572125" y="2124075"/>
              <a:ext cx="2667000" cy="1168400"/>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eaLnBrk="1" hangingPunct="1">
                <a:defRPr/>
              </a:pPr>
              <a:endParaRPr lang="ru-RU" sz="2000"/>
            </a:p>
          </p:txBody>
        </p:sp>
        <p:sp>
          <p:nvSpPr>
            <p:cNvPr id="7" name="Line 148">
              <a:extLst>
                <a:ext uri="{FF2B5EF4-FFF2-40B4-BE49-F238E27FC236}">
                  <a16:creationId xmlns:a16="http://schemas.microsoft.com/office/drawing/2014/main" id="{F07349F6-C709-4C96-AB7C-4BA4F31160B2}"/>
                </a:ext>
              </a:extLst>
            </p:cNvPr>
            <p:cNvSpPr>
              <a:spLocks noChangeShapeType="1"/>
            </p:cNvSpPr>
            <p:nvPr/>
          </p:nvSpPr>
          <p:spPr bwMode="auto">
            <a:xfrm>
              <a:off x="6892925" y="2124075"/>
              <a:ext cx="0" cy="1169988"/>
            </a:xfrm>
            <a:prstGeom prst="line">
              <a:avLst/>
            </a:prstGeom>
            <a:noFill/>
            <a:ln w="28575">
              <a:solidFill>
                <a:schemeClr val="tx1"/>
              </a:solidFill>
              <a:round/>
              <a:headEnd/>
              <a:tailEnd/>
            </a:ln>
          </p:spPr>
          <p:txBody>
            <a:bodyPr/>
            <a:lstStyle/>
            <a:p>
              <a:pPr eaLnBrk="1" hangingPunct="1">
                <a:defRPr/>
              </a:pPr>
              <a:endParaRPr lang="en-US" dirty="0"/>
            </a:p>
          </p:txBody>
        </p:sp>
        <p:sp>
          <p:nvSpPr>
            <p:cNvPr id="8" name="Line 149">
              <a:extLst>
                <a:ext uri="{FF2B5EF4-FFF2-40B4-BE49-F238E27FC236}">
                  <a16:creationId xmlns:a16="http://schemas.microsoft.com/office/drawing/2014/main" id="{80632F1E-4BC0-4FD0-BB1A-3C0E53625188}"/>
                </a:ext>
              </a:extLst>
            </p:cNvPr>
            <p:cNvSpPr>
              <a:spLocks noChangeShapeType="1"/>
            </p:cNvSpPr>
            <p:nvPr/>
          </p:nvSpPr>
          <p:spPr bwMode="auto">
            <a:xfrm>
              <a:off x="6207125" y="2124075"/>
              <a:ext cx="0" cy="1169988"/>
            </a:xfrm>
            <a:prstGeom prst="line">
              <a:avLst/>
            </a:prstGeom>
            <a:noFill/>
            <a:ln w="28575">
              <a:solidFill>
                <a:schemeClr val="tx1"/>
              </a:solidFill>
              <a:round/>
              <a:headEnd/>
              <a:tailEnd/>
            </a:ln>
          </p:spPr>
          <p:txBody>
            <a:bodyPr/>
            <a:lstStyle/>
            <a:p>
              <a:pPr eaLnBrk="1" hangingPunct="1">
                <a:defRPr/>
              </a:pPr>
              <a:endParaRPr lang="en-US" dirty="0"/>
            </a:p>
          </p:txBody>
        </p:sp>
        <p:sp>
          <p:nvSpPr>
            <p:cNvPr id="9" name="Line 150">
              <a:extLst>
                <a:ext uri="{FF2B5EF4-FFF2-40B4-BE49-F238E27FC236}">
                  <a16:creationId xmlns:a16="http://schemas.microsoft.com/office/drawing/2014/main" id="{B3106AC5-B850-4AB4-841B-1BE164B6EF91}"/>
                </a:ext>
              </a:extLst>
            </p:cNvPr>
            <p:cNvSpPr>
              <a:spLocks noChangeShapeType="1"/>
            </p:cNvSpPr>
            <p:nvPr/>
          </p:nvSpPr>
          <p:spPr bwMode="auto">
            <a:xfrm>
              <a:off x="7553325" y="2136775"/>
              <a:ext cx="0" cy="1169988"/>
            </a:xfrm>
            <a:prstGeom prst="line">
              <a:avLst/>
            </a:prstGeom>
            <a:noFill/>
            <a:ln w="28575">
              <a:solidFill>
                <a:schemeClr val="tx1"/>
              </a:solidFill>
              <a:round/>
              <a:headEnd/>
              <a:tailEnd/>
            </a:ln>
          </p:spPr>
          <p:txBody>
            <a:bodyPr/>
            <a:lstStyle/>
            <a:p>
              <a:pPr eaLnBrk="1" hangingPunct="1">
                <a:defRPr/>
              </a:pPr>
              <a:endParaRPr lang="en-US" dirty="0"/>
            </a:p>
          </p:txBody>
        </p:sp>
        <p:sp>
          <p:nvSpPr>
            <p:cNvPr id="10" name="Line 151">
              <a:extLst>
                <a:ext uri="{FF2B5EF4-FFF2-40B4-BE49-F238E27FC236}">
                  <a16:creationId xmlns:a16="http://schemas.microsoft.com/office/drawing/2014/main" id="{4A888294-77D9-42E1-8561-D20023071E8E}"/>
                </a:ext>
              </a:extLst>
            </p:cNvPr>
            <p:cNvSpPr>
              <a:spLocks noChangeShapeType="1"/>
            </p:cNvSpPr>
            <p:nvPr/>
          </p:nvSpPr>
          <p:spPr bwMode="auto">
            <a:xfrm>
              <a:off x="5572125" y="2690813"/>
              <a:ext cx="2667000" cy="0"/>
            </a:xfrm>
            <a:prstGeom prst="line">
              <a:avLst/>
            </a:prstGeom>
            <a:noFill/>
            <a:ln w="28575">
              <a:solidFill>
                <a:schemeClr val="tx1"/>
              </a:solidFill>
              <a:round/>
              <a:headEnd/>
              <a:tailEnd/>
            </a:ln>
          </p:spPr>
          <p:txBody>
            <a:bodyPr/>
            <a:lstStyle/>
            <a:p>
              <a:pPr eaLnBrk="1" hangingPunct="1">
                <a:defRPr/>
              </a:pPr>
              <a:endParaRPr lang="en-US" dirty="0"/>
            </a:p>
          </p:txBody>
        </p:sp>
        <p:sp>
          <p:nvSpPr>
            <p:cNvPr id="11" name="Line 152">
              <a:extLst>
                <a:ext uri="{FF2B5EF4-FFF2-40B4-BE49-F238E27FC236}">
                  <a16:creationId xmlns:a16="http://schemas.microsoft.com/office/drawing/2014/main" id="{D045B19E-A721-48A2-9843-7A1BEDA014B2}"/>
                </a:ext>
              </a:extLst>
            </p:cNvPr>
            <p:cNvSpPr>
              <a:spLocks noChangeShapeType="1"/>
            </p:cNvSpPr>
            <p:nvPr/>
          </p:nvSpPr>
          <p:spPr bwMode="auto">
            <a:xfrm>
              <a:off x="5191125" y="1768475"/>
              <a:ext cx="381000" cy="381000"/>
            </a:xfrm>
            <a:prstGeom prst="line">
              <a:avLst/>
            </a:prstGeom>
            <a:noFill/>
            <a:ln w="28575">
              <a:solidFill>
                <a:schemeClr val="tx1"/>
              </a:solidFill>
              <a:round/>
              <a:headEnd/>
              <a:tailEnd/>
            </a:ln>
          </p:spPr>
          <p:txBody>
            <a:bodyPr/>
            <a:lstStyle/>
            <a:p>
              <a:pPr eaLnBrk="1" hangingPunct="1">
                <a:defRPr/>
              </a:pPr>
              <a:endParaRPr lang="en-US" dirty="0"/>
            </a:p>
          </p:txBody>
        </p:sp>
        <p:sp>
          <p:nvSpPr>
            <p:cNvPr id="12" name="Text Box 153">
              <a:extLst>
                <a:ext uri="{FF2B5EF4-FFF2-40B4-BE49-F238E27FC236}">
                  <a16:creationId xmlns:a16="http://schemas.microsoft.com/office/drawing/2014/main" id="{AF167C61-B472-467A-B584-AA3E834BFFD9}"/>
                </a:ext>
              </a:extLst>
            </p:cNvPr>
            <p:cNvSpPr txBox="1">
              <a:spLocks noChangeArrowheads="1"/>
            </p:cNvSpPr>
            <p:nvPr/>
          </p:nvSpPr>
          <p:spPr bwMode="auto">
            <a:xfrm>
              <a:off x="4962525" y="1844675"/>
              <a:ext cx="4572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D</a:t>
              </a:r>
            </a:p>
          </p:txBody>
        </p:sp>
        <p:sp>
          <p:nvSpPr>
            <p:cNvPr id="13" name="Text Box 154">
              <a:extLst>
                <a:ext uri="{FF2B5EF4-FFF2-40B4-BE49-F238E27FC236}">
                  <a16:creationId xmlns:a16="http://schemas.microsoft.com/office/drawing/2014/main" id="{D4D4C9D3-ABBE-4ECA-980D-9204C6ACFF1B}"/>
                </a:ext>
              </a:extLst>
            </p:cNvPr>
            <p:cNvSpPr txBox="1">
              <a:spLocks noChangeArrowheads="1"/>
            </p:cNvSpPr>
            <p:nvPr/>
          </p:nvSpPr>
          <p:spPr bwMode="auto">
            <a:xfrm>
              <a:off x="5241925" y="1603375"/>
              <a:ext cx="6731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CQ</a:t>
              </a:r>
            </a:p>
          </p:txBody>
        </p:sp>
        <p:sp>
          <p:nvSpPr>
            <p:cNvPr id="14" name="Text Box 155">
              <a:extLst>
                <a:ext uri="{FF2B5EF4-FFF2-40B4-BE49-F238E27FC236}">
                  <a16:creationId xmlns:a16="http://schemas.microsoft.com/office/drawing/2014/main" id="{1A6361C9-9BC4-4D00-8EA3-943C77339F74}"/>
                </a:ext>
              </a:extLst>
            </p:cNvPr>
            <p:cNvSpPr txBox="1">
              <a:spLocks noChangeArrowheads="1"/>
            </p:cNvSpPr>
            <p:nvPr/>
          </p:nvSpPr>
          <p:spPr bwMode="auto">
            <a:xfrm>
              <a:off x="5661025" y="1790700"/>
              <a:ext cx="5334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00</a:t>
              </a:r>
            </a:p>
          </p:txBody>
        </p:sp>
        <p:sp>
          <p:nvSpPr>
            <p:cNvPr id="15" name="Text Box 156">
              <a:extLst>
                <a:ext uri="{FF2B5EF4-FFF2-40B4-BE49-F238E27FC236}">
                  <a16:creationId xmlns:a16="http://schemas.microsoft.com/office/drawing/2014/main" id="{A991702D-E797-4F56-828F-441E95E80574}"/>
                </a:ext>
              </a:extLst>
            </p:cNvPr>
            <p:cNvSpPr txBox="1">
              <a:spLocks noChangeArrowheads="1"/>
            </p:cNvSpPr>
            <p:nvPr/>
          </p:nvSpPr>
          <p:spPr bwMode="auto">
            <a:xfrm>
              <a:off x="6245225" y="1778000"/>
              <a:ext cx="5334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01</a:t>
              </a:r>
            </a:p>
          </p:txBody>
        </p:sp>
        <p:sp>
          <p:nvSpPr>
            <p:cNvPr id="16" name="Text Box 157">
              <a:extLst>
                <a:ext uri="{FF2B5EF4-FFF2-40B4-BE49-F238E27FC236}">
                  <a16:creationId xmlns:a16="http://schemas.microsoft.com/office/drawing/2014/main" id="{F88E0EF9-6FAE-4E1C-94B9-1A172F191A13}"/>
                </a:ext>
              </a:extLst>
            </p:cNvPr>
            <p:cNvSpPr txBox="1">
              <a:spLocks noChangeArrowheads="1"/>
            </p:cNvSpPr>
            <p:nvPr/>
          </p:nvSpPr>
          <p:spPr bwMode="auto">
            <a:xfrm>
              <a:off x="6931025" y="1790700"/>
              <a:ext cx="5334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11</a:t>
              </a:r>
            </a:p>
          </p:txBody>
        </p:sp>
        <p:sp>
          <p:nvSpPr>
            <p:cNvPr id="17" name="Text Box 158">
              <a:extLst>
                <a:ext uri="{FF2B5EF4-FFF2-40B4-BE49-F238E27FC236}">
                  <a16:creationId xmlns:a16="http://schemas.microsoft.com/office/drawing/2014/main" id="{6345C853-926C-4C1D-97A1-5A7727584E0A}"/>
                </a:ext>
              </a:extLst>
            </p:cNvPr>
            <p:cNvSpPr txBox="1">
              <a:spLocks noChangeArrowheads="1"/>
            </p:cNvSpPr>
            <p:nvPr/>
          </p:nvSpPr>
          <p:spPr bwMode="auto">
            <a:xfrm>
              <a:off x="7616825" y="1790700"/>
              <a:ext cx="5334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10</a:t>
              </a:r>
            </a:p>
          </p:txBody>
        </p:sp>
        <p:sp>
          <p:nvSpPr>
            <p:cNvPr id="18" name="Text Box 159">
              <a:extLst>
                <a:ext uri="{FF2B5EF4-FFF2-40B4-BE49-F238E27FC236}">
                  <a16:creationId xmlns:a16="http://schemas.microsoft.com/office/drawing/2014/main" id="{5D35869E-49E5-4083-B48A-4EBBA73CA986}"/>
                </a:ext>
              </a:extLst>
            </p:cNvPr>
            <p:cNvSpPr txBox="1">
              <a:spLocks noChangeArrowheads="1"/>
            </p:cNvSpPr>
            <p:nvPr/>
          </p:nvSpPr>
          <p:spPr bwMode="auto">
            <a:xfrm>
              <a:off x="5153025" y="2209800"/>
              <a:ext cx="533400" cy="369332"/>
            </a:xfrm>
            <a:prstGeom prst="rect">
              <a:avLst/>
            </a:prstGeom>
            <a:noFill/>
            <a:ln w="28575">
              <a:noFill/>
              <a:miter lim="800000"/>
              <a:headEnd/>
              <a:tailEnd/>
            </a:ln>
          </p:spPr>
          <p:txBody>
            <a:bodyPr>
              <a:spAutoFit/>
            </a:bodyPr>
            <a:lstStyle/>
            <a:p>
              <a:pPr eaLnBrk="1" hangingPunct="1">
                <a:spcBef>
                  <a:spcPct val="50000"/>
                </a:spcBef>
                <a:defRPr/>
              </a:pPr>
              <a:r>
                <a:rPr lang="en-US" dirty="0"/>
                <a:t>0</a:t>
              </a:r>
            </a:p>
          </p:txBody>
        </p:sp>
        <p:sp>
          <p:nvSpPr>
            <p:cNvPr id="19" name="Text Box 160">
              <a:extLst>
                <a:ext uri="{FF2B5EF4-FFF2-40B4-BE49-F238E27FC236}">
                  <a16:creationId xmlns:a16="http://schemas.microsoft.com/office/drawing/2014/main" id="{68D5440D-B458-460C-B990-65CBF38613BC}"/>
                </a:ext>
              </a:extLst>
            </p:cNvPr>
            <p:cNvSpPr txBox="1">
              <a:spLocks noChangeArrowheads="1"/>
            </p:cNvSpPr>
            <p:nvPr/>
          </p:nvSpPr>
          <p:spPr bwMode="auto">
            <a:xfrm>
              <a:off x="5165725" y="2781300"/>
              <a:ext cx="406400" cy="369332"/>
            </a:xfrm>
            <a:prstGeom prst="rect">
              <a:avLst/>
            </a:prstGeom>
            <a:noFill/>
            <a:ln w="28575">
              <a:noFill/>
              <a:miter lim="800000"/>
              <a:headEnd/>
              <a:tailEnd/>
            </a:ln>
          </p:spPr>
          <p:txBody>
            <a:bodyPr>
              <a:spAutoFit/>
            </a:bodyPr>
            <a:lstStyle/>
            <a:p>
              <a:pPr eaLnBrk="1" hangingPunct="1">
                <a:spcBef>
                  <a:spcPct val="50000"/>
                </a:spcBef>
                <a:defRPr/>
              </a:pPr>
              <a:r>
                <a:rPr lang="en-US" dirty="0"/>
                <a:t>1</a:t>
              </a:r>
            </a:p>
          </p:txBody>
        </p:sp>
        <p:sp>
          <p:nvSpPr>
            <p:cNvPr id="20" name="Text Box 161">
              <a:extLst>
                <a:ext uri="{FF2B5EF4-FFF2-40B4-BE49-F238E27FC236}">
                  <a16:creationId xmlns:a16="http://schemas.microsoft.com/office/drawing/2014/main" id="{ACFD6519-ED2D-4F72-B505-0EB026DDF0BC}"/>
                </a:ext>
              </a:extLst>
            </p:cNvPr>
            <p:cNvSpPr txBox="1">
              <a:spLocks noChangeArrowheads="1"/>
            </p:cNvSpPr>
            <p:nvPr/>
          </p:nvSpPr>
          <p:spPr bwMode="auto">
            <a:xfrm>
              <a:off x="6334125" y="2222500"/>
              <a:ext cx="4064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1</a:t>
              </a:r>
            </a:p>
          </p:txBody>
        </p:sp>
        <p:sp>
          <p:nvSpPr>
            <p:cNvPr id="21" name="Text Box 165">
              <a:extLst>
                <a:ext uri="{FF2B5EF4-FFF2-40B4-BE49-F238E27FC236}">
                  <a16:creationId xmlns:a16="http://schemas.microsoft.com/office/drawing/2014/main" id="{5269B276-8FA3-4787-B62D-84E926C92A9C}"/>
                </a:ext>
              </a:extLst>
            </p:cNvPr>
            <p:cNvSpPr txBox="1">
              <a:spLocks noChangeArrowheads="1"/>
            </p:cNvSpPr>
            <p:nvPr/>
          </p:nvSpPr>
          <p:spPr bwMode="auto">
            <a:xfrm>
              <a:off x="7629525" y="2798763"/>
              <a:ext cx="4064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1</a:t>
              </a:r>
            </a:p>
          </p:txBody>
        </p:sp>
        <p:sp>
          <p:nvSpPr>
            <p:cNvPr id="22" name="AutoShape 166">
              <a:extLst>
                <a:ext uri="{FF2B5EF4-FFF2-40B4-BE49-F238E27FC236}">
                  <a16:creationId xmlns:a16="http://schemas.microsoft.com/office/drawing/2014/main" id="{EFD7AD57-E5E7-425B-9204-9B801708BEEC}"/>
                </a:ext>
              </a:extLst>
            </p:cNvPr>
            <p:cNvSpPr>
              <a:spLocks noChangeArrowheads="1"/>
            </p:cNvSpPr>
            <p:nvPr/>
          </p:nvSpPr>
          <p:spPr bwMode="auto">
            <a:xfrm>
              <a:off x="6994525" y="2732088"/>
              <a:ext cx="1168400" cy="490537"/>
            </a:xfrm>
            <a:prstGeom prst="roundRect">
              <a:avLst>
                <a:gd name="adj" fmla="val 16667"/>
              </a:avLst>
            </a:prstGeom>
            <a:noFill/>
            <a:ln w="38100">
              <a:solidFill>
                <a:srgbClr val="0000FF"/>
              </a:solidFill>
              <a:round/>
              <a:headEnd/>
              <a:tailEnd/>
            </a:ln>
          </p:spPr>
          <p:txBody>
            <a:bodyPr wrap="none" anchor="ctr"/>
            <a:lstStyle/>
            <a:p>
              <a:pPr eaLnBrk="1" hangingPunct="1">
                <a:defRPr/>
              </a:pPr>
              <a:endParaRPr lang="ru-RU" sz="2000"/>
            </a:p>
          </p:txBody>
        </p:sp>
        <p:sp>
          <p:nvSpPr>
            <p:cNvPr id="23" name="AutoShape 167">
              <a:extLst>
                <a:ext uri="{FF2B5EF4-FFF2-40B4-BE49-F238E27FC236}">
                  <a16:creationId xmlns:a16="http://schemas.microsoft.com/office/drawing/2014/main" id="{8754E4EA-9E3F-4BE7-9C4E-6DDAED2A2FD0}"/>
                </a:ext>
              </a:extLst>
            </p:cNvPr>
            <p:cNvSpPr>
              <a:spLocks noChangeArrowheads="1"/>
            </p:cNvSpPr>
            <p:nvPr/>
          </p:nvSpPr>
          <p:spPr bwMode="auto">
            <a:xfrm rot="16200000">
              <a:off x="6003924" y="2484438"/>
              <a:ext cx="1114425" cy="444500"/>
            </a:xfrm>
            <a:prstGeom prst="roundRect">
              <a:avLst>
                <a:gd name="adj" fmla="val 16667"/>
              </a:avLst>
            </a:prstGeom>
            <a:noFill/>
            <a:ln w="28575">
              <a:solidFill>
                <a:srgbClr val="0000FF"/>
              </a:solidFill>
              <a:round/>
              <a:headEnd/>
              <a:tailEnd/>
            </a:ln>
          </p:spPr>
          <p:txBody>
            <a:bodyPr vert="eaVert" wrap="none" anchor="ctr"/>
            <a:lstStyle/>
            <a:p>
              <a:pPr eaLnBrk="1" hangingPunct="1">
                <a:defRPr/>
              </a:pPr>
              <a:endParaRPr lang="ru-RU" sz="2000"/>
            </a:p>
          </p:txBody>
        </p:sp>
        <p:sp>
          <p:nvSpPr>
            <p:cNvPr id="24" name="Text Box 168">
              <a:extLst>
                <a:ext uri="{FF2B5EF4-FFF2-40B4-BE49-F238E27FC236}">
                  <a16:creationId xmlns:a16="http://schemas.microsoft.com/office/drawing/2014/main" id="{D30CFE98-A061-496A-B2DF-CD0256D032C9}"/>
                </a:ext>
              </a:extLst>
            </p:cNvPr>
            <p:cNvSpPr txBox="1">
              <a:spLocks noChangeArrowheads="1"/>
            </p:cNvSpPr>
            <p:nvPr/>
          </p:nvSpPr>
          <p:spPr bwMode="auto">
            <a:xfrm>
              <a:off x="6372225" y="2813050"/>
              <a:ext cx="4064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1</a:t>
              </a:r>
            </a:p>
          </p:txBody>
        </p:sp>
        <p:sp>
          <p:nvSpPr>
            <p:cNvPr id="25" name="Text Box 169">
              <a:extLst>
                <a:ext uri="{FF2B5EF4-FFF2-40B4-BE49-F238E27FC236}">
                  <a16:creationId xmlns:a16="http://schemas.microsoft.com/office/drawing/2014/main" id="{5A8B9C2E-1F58-476F-90C6-E3A23CB1F64E}"/>
                </a:ext>
              </a:extLst>
            </p:cNvPr>
            <p:cNvSpPr txBox="1">
              <a:spLocks noChangeArrowheads="1"/>
            </p:cNvSpPr>
            <p:nvPr/>
          </p:nvSpPr>
          <p:spPr bwMode="auto">
            <a:xfrm>
              <a:off x="7054850" y="2813050"/>
              <a:ext cx="406400" cy="396875"/>
            </a:xfrm>
            <a:prstGeom prst="rect">
              <a:avLst/>
            </a:prstGeom>
            <a:noFill/>
            <a:ln w="28575">
              <a:noFill/>
              <a:miter lim="800000"/>
              <a:headEnd/>
              <a:tailEnd/>
            </a:ln>
          </p:spPr>
          <p:txBody>
            <a:bodyPr>
              <a:spAutoFit/>
            </a:bodyPr>
            <a:lstStyle/>
            <a:p>
              <a:pPr eaLnBrk="1" hangingPunct="1">
                <a:spcBef>
                  <a:spcPct val="50000"/>
                </a:spcBef>
                <a:defRPr/>
              </a:pPr>
              <a:r>
                <a:rPr lang="en-US" sz="2000" dirty="0"/>
                <a:t>1</a:t>
              </a:r>
            </a:p>
          </p:txBody>
        </p:sp>
        <p:sp>
          <p:nvSpPr>
            <p:cNvPr id="26" name="AutoShape 170">
              <a:extLst>
                <a:ext uri="{FF2B5EF4-FFF2-40B4-BE49-F238E27FC236}">
                  <a16:creationId xmlns:a16="http://schemas.microsoft.com/office/drawing/2014/main" id="{4389610C-06B0-4E05-950A-A1A0BA380E96}"/>
                </a:ext>
              </a:extLst>
            </p:cNvPr>
            <p:cNvSpPr>
              <a:spLocks noChangeArrowheads="1"/>
            </p:cNvSpPr>
            <p:nvPr/>
          </p:nvSpPr>
          <p:spPr bwMode="auto">
            <a:xfrm>
              <a:off x="6265862" y="2741613"/>
              <a:ext cx="1168400" cy="474662"/>
            </a:xfrm>
            <a:prstGeom prst="roundRect">
              <a:avLst>
                <a:gd name="adj" fmla="val 16667"/>
              </a:avLst>
            </a:prstGeom>
            <a:noFill/>
            <a:ln w="38100">
              <a:solidFill>
                <a:srgbClr val="FF0000"/>
              </a:solidFill>
              <a:prstDash val="dash"/>
              <a:round/>
              <a:headEnd/>
              <a:tailEnd/>
            </a:ln>
          </p:spPr>
          <p:txBody>
            <a:bodyPr wrap="none" anchor="ctr"/>
            <a:lstStyle/>
            <a:p>
              <a:pPr eaLnBrk="1" hangingPunct="1">
                <a:defRPr/>
              </a:pPr>
              <a:endParaRPr lang="ru-RU" sz="2000"/>
            </a:p>
          </p:txBody>
        </p:sp>
      </p:grpSp>
      <p:sp>
        <p:nvSpPr>
          <p:cNvPr id="27" name="Text Box 172">
            <a:extLst>
              <a:ext uri="{FF2B5EF4-FFF2-40B4-BE49-F238E27FC236}">
                <a16:creationId xmlns:a16="http://schemas.microsoft.com/office/drawing/2014/main" id="{D2A723C9-F91A-4AB9-AF18-17C6633F2BF1}"/>
              </a:ext>
            </a:extLst>
          </p:cNvPr>
          <p:cNvSpPr txBox="1">
            <a:spLocks noChangeArrowheads="1"/>
          </p:cNvSpPr>
          <p:nvPr/>
        </p:nvSpPr>
        <p:spPr bwMode="auto">
          <a:xfrm>
            <a:off x="9388476" y="2466975"/>
            <a:ext cx="1279525" cy="400050"/>
          </a:xfrm>
          <a:prstGeom prst="rect">
            <a:avLst/>
          </a:prstGeom>
          <a:noFill/>
          <a:ln w="9525">
            <a:noFill/>
            <a:miter lim="800000"/>
            <a:headEnd/>
            <a:tailEnd/>
          </a:ln>
        </p:spPr>
        <p:txBody>
          <a:bodyPr>
            <a:spAutoFit/>
          </a:bodyPr>
          <a:lstStyle/>
          <a:p>
            <a:pPr>
              <a:defRPr/>
            </a:pPr>
            <a:r>
              <a:rPr lang="en-US" sz="2000" dirty="0"/>
              <a:t>1-hazard</a:t>
            </a:r>
            <a:endParaRPr lang="en-US" sz="2000" dirty="0">
              <a:cs typeface="Times New Roman" pitchFamily="18" charset="0"/>
            </a:endParaRPr>
          </a:p>
        </p:txBody>
      </p:sp>
      <p:cxnSp>
        <p:nvCxnSpPr>
          <p:cNvPr id="42022" name="Straight Arrow Connector 56">
            <a:extLst>
              <a:ext uri="{FF2B5EF4-FFF2-40B4-BE49-F238E27FC236}">
                <a16:creationId xmlns:a16="http://schemas.microsoft.com/office/drawing/2014/main" id="{5D74B4AA-7702-F51B-2042-8295EE7C8F06}"/>
              </a:ext>
            </a:extLst>
          </p:cNvPr>
          <p:cNvCxnSpPr>
            <a:cxnSpLocks noChangeShapeType="1"/>
          </p:cNvCxnSpPr>
          <p:nvPr/>
        </p:nvCxnSpPr>
        <p:spPr bwMode="auto">
          <a:xfrm flipV="1">
            <a:off x="8010525" y="2889251"/>
            <a:ext cx="1682750" cy="53657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42023" name="Group 57">
            <a:extLst>
              <a:ext uri="{FF2B5EF4-FFF2-40B4-BE49-F238E27FC236}">
                <a16:creationId xmlns:a16="http://schemas.microsoft.com/office/drawing/2014/main" id="{2219C635-0125-8F13-28E3-C418FDB81A59}"/>
              </a:ext>
            </a:extLst>
          </p:cNvPr>
          <p:cNvGrpSpPr>
            <a:grpSpLocks/>
          </p:cNvGrpSpPr>
          <p:nvPr/>
        </p:nvGrpSpPr>
        <p:grpSpPr bwMode="auto">
          <a:xfrm>
            <a:off x="2300288" y="4143376"/>
            <a:ext cx="8208962" cy="1571625"/>
            <a:chOff x="776097" y="4143375"/>
            <a:chExt cx="8209407" cy="1571625"/>
          </a:xfrm>
        </p:grpSpPr>
        <p:grpSp>
          <p:nvGrpSpPr>
            <p:cNvPr id="42024" name="Group 54">
              <a:extLst>
                <a:ext uri="{FF2B5EF4-FFF2-40B4-BE49-F238E27FC236}">
                  <a16:creationId xmlns:a16="http://schemas.microsoft.com/office/drawing/2014/main" id="{7C619A1E-A861-C8CB-6671-3900F22B6162}"/>
                </a:ext>
              </a:extLst>
            </p:cNvPr>
            <p:cNvGrpSpPr>
              <a:grpSpLocks/>
            </p:cNvGrpSpPr>
            <p:nvPr/>
          </p:nvGrpSpPr>
          <p:grpSpPr bwMode="auto">
            <a:xfrm>
              <a:off x="776097" y="4143375"/>
              <a:ext cx="3335338" cy="1571625"/>
              <a:chOff x="4238625" y="4143375"/>
              <a:chExt cx="3335338" cy="1571625"/>
            </a:xfrm>
          </p:grpSpPr>
          <p:sp>
            <p:nvSpPr>
              <p:cNvPr id="25602" name="Скругленный прямоугольник 48">
                <a:extLst>
                  <a:ext uri="{FF2B5EF4-FFF2-40B4-BE49-F238E27FC236}">
                    <a16:creationId xmlns:a16="http://schemas.microsoft.com/office/drawing/2014/main" id="{A8646507-6C8E-4BCC-9E75-5225A3710B66}"/>
                  </a:ext>
                </a:extLst>
              </p:cNvPr>
              <p:cNvSpPr>
                <a:spLocks noChangeArrowheads="1"/>
              </p:cNvSpPr>
              <p:nvPr/>
            </p:nvSpPr>
            <p:spPr bwMode="auto">
              <a:xfrm>
                <a:off x="4238625" y="4143375"/>
                <a:ext cx="3335518" cy="1571625"/>
              </a:xfrm>
              <a:prstGeom prst="roundRect">
                <a:avLst>
                  <a:gd name="adj" fmla="val 16667"/>
                </a:avLst>
              </a:prstGeom>
              <a:solidFill>
                <a:schemeClr val="accent1">
                  <a:lumMod val="40000"/>
                  <a:lumOff val="60000"/>
                </a:schemeClr>
              </a:solidFill>
              <a:ln w="9525" algn="ctr">
                <a:solidFill>
                  <a:schemeClr val="tx1"/>
                </a:solidFill>
                <a:round/>
                <a:headEnd/>
                <a:tailEnd/>
              </a:ln>
            </p:spPr>
            <p:txBody>
              <a:bodyPr anchor="ctr"/>
              <a:lstStyle/>
              <a:p>
                <a:pPr eaLnBrk="1" hangingPunct="1">
                  <a:defRPr/>
                </a:pPr>
                <a:endParaRPr lang="ru-RU"/>
              </a:p>
            </p:txBody>
          </p:sp>
          <p:sp>
            <p:nvSpPr>
              <p:cNvPr id="40" name="Oval 188">
                <a:extLst>
                  <a:ext uri="{FF2B5EF4-FFF2-40B4-BE49-F238E27FC236}">
                    <a16:creationId xmlns:a16="http://schemas.microsoft.com/office/drawing/2014/main" id="{83A6C502-68AB-4BE0-B11D-275C5B21380E}"/>
                  </a:ext>
                </a:extLst>
              </p:cNvPr>
              <p:cNvSpPr>
                <a:spLocks noChangeArrowheads="1"/>
              </p:cNvSpPr>
              <p:nvPr/>
            </p:nvSpPr>
            <p:spPr bwMode="auto">
              <a:xfrm>
                <a:off x="5437252" y="4672013"/>
                <a:ext cx="119069" cy="100012"/>
              </a:xfrm>
              <a:prstGeom prst="ellipse">
                <a:avLst/>
              </a:prstGeom>
              <a:solidFill>
                <a:schemeClr val="accent1"/>
              </a:solidFill>
              <a:ln w="19050">
                <a:solidFill>
                  <a:srgbClr val="000000"/>
                </a:solidFill>
                <a:round/>
                <a:headEnd/>
                <a:tailEnd/>
              </a:ln>
            </p:spPr>
            <p:txBody>
              <a:bodyPr/>
              <a:lstStyle/>
              <a:p>
                <a:pPr eaLnBrk="1" hangingPunct="1">
                  <a:defRPr/>
                </a:pPr>
                <a:endParaRPr lang="ru-RU" sz="2000"/>
              </a:p>
            </p:txBody>
          </p:sp>
          <p:sp>
            <p:nvSpPr>
              <p:cNvPr id="49" name="Oval 188">
                <a:extLst>
                  <a:ext uri="{FF2B5EF4-FFF2-40B4-BE49-F238E27FC236}">
                    <a16:creationId xmlns:a16="http://schemas.microsoft.com/office/drawing/2014/main" id="{DB889757-C13E-451E-A318-5BBF6D903340}"/>
                  </a:ext>
                </a:extLst>
              </p:cNvPr>
              <p:cNvSpPr>
                <a:spLocks noChangeArrowheads="1"/>
              </p:cNvSpPr>
              <p:nvPr/>
            </p:nvSpPr>
            <p:spPr bwMode="auto">
              <a:xfrm>
                <a:off x="6980386" y="4862513"/>
                <a:ext cx="119069" cy="100012"/>
              </a:xfrm>
              <a:prstGeom prst="ellipse">
                <a:avLst/>
              </a:prstGeom>
              <a:solidFill>
                <a:schemeClr val="accent1"/>
              </a:solidFill>
              <a:ln w="19050">
                <a:solidFill>
                  <a:srgbClr val="000000"/>
                </a:solidFill>
                <a:round/>
                <a:headEnd/>
                <a:tailEnd/>
              </a:ln>
            </p:spPr>
            <p:txBody>
              <a:bodyPr/>
              <a:lstStyle/>
              <a:p>
                <a:pPr eaLnBrk="1" hangingPunct="1">
                  <a:defRPr/>
                </a:pPr>
                <a:endParaRPr lang="ru-RU" sz="2000"/>
              </a:p>
            </p:txBody>
          </p:sp>
          <p:sp>
            <p:nvSpPr>
              <p:cNvPr id="29" name="Line 177">
                <a:extLst>
                  <a:ext uri="{FF2B5EF4-FFF2-40B4-BE49-F238E27FC236}">
                    <a16:creationId xmlns:a16="http://schemas.microsoft.com/office/drawing/2014/main" id="{9B1438BE-937A-4112-BDD8-8AA1FFDB3C28}"/>
                  </a:ext>
                </a:extLst>
              </p:cNvPr>
              <p:cNvSpPr>
                <a:spLocks noChangeShapeType="1"/>
              </p:cNvSpPr>
              <p:nvPr/>
            </p:nvSpPr>
            <p:spPr bwMode="auto">
              <a:xfrm>
                <a:off x="7096280" y="4910138"/>
                <a:ext cx="381021" cy="1587"/>
              </a:xfrm>
              <a:prstGeom prst="line">
                <a:avLst/>
              </a:prstGeom>
              <a:noFill/>
              <a:ln w="19050">
                <a:solidFill>
                  <a:srgbClr val="000000"/>
                </a:solidFill>
                <a:round/>
                <a:headEnd/>
                <a:tailEnd/>
              </a:ln>
            </p:spPr>
            <p:txBody>
              <a:bodyPr/>
              <a:lstStyle/>
              <a:p>
                <a:pPr eaLnBrk="1" hangingPunct="1">
                  <a:defRPr/>
                </a:pPr>
                <a:endParaRPr lang="en-US" dirty="0"/>
              </a:p>
            </p:txBody>
          </p:sp>
          <p:sp>
            <p:nvSpPr>
              <p:cNvPr id="30" name="Line 178">
                <a:extLst>
                  <a:ext uri="{FF2B5EF4-FFF2-40B4-BE49-F238E27FC236}">
                    <a16:creationId xmlns:a16="http://schemas.microsoft.com/office/drawing/2014/main" id="{C426F102-D92E-48C5-BC9A-C2D7E1F90DDB}"/>
                  </a:ext>
                </a:extLst>
              </p:cNvPr>
              <p:cNvSpPr>
                <a:spLocks noChangeShapeType="1"/>
              </p:cNvSpPr>
              <p:nvPr/>
            </p:nvSpPr>
            <p:spPr bwMode="auto">
              <a:xfrm>
                <a:off x="6046885" y="5337175"/>
                <a:ext cx="255602" cy="0"/>
              </a:xfrm>
              <a:prstGeom prst="line">
                <a:avLst/>
              </a:prstGeom>
              <a:noFill/>
              <a:ln w="19050">
                <a:solidFill>
                  <a:srgbClr val="000000"/>
                </a:solidFill>
                <a:round/>
                <a:headEnd/>
                <a:tailEnd/>
              </a:ln>
            </p:spPr>
            <p:txBody>
              <a:bodyPr/>
              <a:lstStyle/>
              <a:p>
                <a:pPr eaLnBrk="1" hangingPunct="1">
                  <a:defRPr/>
                </a:pPr>
                <a:endParaRPr lang="en-US" dirty="0"/>
              </a:p>
            </p:txBody>
          </p:sp>
          <p:sp>
            <p:nvSpPr>
              <p:cNvPr id="31" name="Line 179">
                <a:extLst>
                  <a:ext uri="{FF2B5EF4-FFF2-40B4-BE49-F238E27FC236}">
                    <a16:creationId xmlns:a16="http://schemas.microsoft.com/office/drawing/2014/main" id="{F41A7292-A8D9-4E64-9C85-B64BC47BA397}"/>
                  </a:ext>
                </a:extLst>
              </p:cNvPr>
              <p:cNvSpPr>
                <a:spLocks noChangeShapeType="1"/>
              </p:cNvSpPr>
              <p:nvPr/>
            </p:nvSpPr>
            <p:spPr bwMode="auto">
              <a:xfrm flipV="1">
                <a:off x="6302487" y="5013325"/>
                <a:ext cx="0" cy="327025"/>
              </a:xfrm>
              <a:prstGeom prst="line">
                <a:avLst/>
              </a:prstGeom>
              <a:noFill/>
              <a:ln w="19050">
                <a:solidFill>
                  <a:srgbClr val="000000"/>
                </a:solidFill>
                <a:round/>
                <a:headEnd/>
                <a:tailEnd/>
              </a:ln>
            </p:spPr>
            <p:txBody>
              <a:bodyPr/>
              <a:lstStyle/>
              <a:p>
                <a:pPr eaLnBrk="1" hangingPunct="1">
                  <a:defRPr/>
                </a:pPr>
                <a:endParaRPr lang="en-US" dirty="0"/>
              </a:p>
            </p:txBody>
          </p:sp>
          <p:sp>
            <p:nvSpPr>
              <p:cNvPr id="32" name="Line 180">
                <a:extLst>
                  <a:ext uri="{FF2B5EF4-FFF2-40B4-BE49-F238E27FC236}">
                    <a16:creationId xmlns:a16="http://schemas.microsoft.com/office/drawing/2014/main" id="{064BADF4-E960-4A13-98D4-6517F70C9F18}"/>
                  </a:ext>
                </a:extLst>
              </p:cNvPr>
              <p:cNvSpPr>
                <a:spLocks noChangeShapeType="1"/>
              </p:cNvSpPr>
              <p:nvPr/>
            </p:nvSpPr>
            <p:spPr bwMode="auto">
              <a:xfrm>
                <a:off x="6316775" y="5013325"/>
                <a:ext cx="196861" cy="0"/>
              </a:xfrm>
              <a:prstGeom prst="line">
                <a:avLst/>
              </a:prstGeom>
              <a:noFill/>
              <a:ln w="19050">
                <a:solidFill>
                  <a:srgbClr val="000000"/>
                </a:solidFill>
                <a:round/>
                <a:headEnd/>
                <a:tailEnd/>
              </a:ln>
            </p:spPr>
            <p:txBody>
              <a:bodyPr/>
              <a:lstStyle/>
              <a:p>
                <a:pPr eaLnBrk="1" hangingPunct="1">
                  <a:defRPr/>
                </a:pPr>
                <a:endParaRPr lang="en-US" dirty="0"/>
              </a:p>
            </p:txBody>
          </p:sp>
          <p:sp>
            <p:nvSpPr>
              <p:cNvPr id="33" name="Line 181">
                <a:extLst>
                  <a:ext uri="{FF2B5EF4-FFF2-40B4-BE49-F238E27FC236}">
                    <a16:creationId xmlns:a16="http://schemas.microsoft.com/office/drawing/2014/main" id="{071CEB4A-4E54-423C-885A-18183EDC98F2}"/>
                  </a:ext>
                </a:extLst>
              </p:cNvPr>
              <p:cNvSpPr>
                <a:spLocks noChangeShapeType="1"/>
              </p:cNvSpPr>
              <p:nvPr/>
            </p:nvSpPr>
            <p:spPr bwMode="auto">
              <a:xfrm>
                <a:off x="6032597" y="4654550"/>
                <a:ext cx="258776" cy="0"/>
              </a:xfrm>
              <a:prstGeom prst="line">
                <a:avLst/>
              </a:prstGeom>
              <a:noFill/>
              <a:ln w="19050">
                <a:solidFill>
                  <a:srgbClr val="000000"/>
                </a:solidFill>
                <a:round/>
                <a:headEnd/>
                <a:tailEnd/>
              </a:ln>
            </p:spPr>
            <p:txBody>
              <a:bodyPr/>
              <a:lstStyle/>
              <a:p>
                <a:pPr eaLnBrk="1" hangingPunct="1">
                  <a:defRPr/>
                </a:pPr>
                <a:endParaRPr lang="en-US" dirty="0"/>
              </a:p>
            </p:txBody>
          </p:sp>
          <p:sp>
            <p:nvSpPr>
              <p:cNvPr id="34" name="Line 182">
                <a:extLst>
                  <a:ext uri="{FF2B5EF4-FFF2-40B4-BE49-F238E27FC236}">
                    <a16:creationId xmlns:a16="http://schemas.microsoft.com/office/drawing/2014/main" id="{7C706E22-6AD4-41C4-AD5B-9D6D4C4D3D6A}"/>
                  </a:ext>
                </a:extLst>
              </p:cNvPr>
              <p:cNvSpPr>
                <a:spLocks noChangeShapeType="1"/>
              </p:cNvSpPr>
              <p:nvPr/>
            </p:nvSpPr>
            <p:spPr bwMode="auto">
              <a:xfrm>
                <a:off x="6291373" y="4654550"/>
                <a:ext cx="0" cy="134938"/>
              </a:xfrm>
              <a:prstGeom prst="line">
                <a:avLst/>
              </a:prstGeom>
              <a:noFill/>
              <a:ln w="19050">
                <a:solidFill>
                  <a:srgbClr val="000000"/>
                </a:solidFill>
                <a:round/>
                <a:headEnd/>
                <a:tailEnd/>
              </a:ln>
            </p:spPr>
            <p:txBody>
              <a:bodyPr/>
              <a:lstStyle/>
              <a:p>
                <a:pPr eaLnBrk="1" hangingPunct="1">
                  <a:defRPr/>
                </a:pPr>
                <a:endParaRPr lang="en-US" dirty="0"/>
              </a:p>
            </p:txBody>
          </p:sp>
          <p:sp>
            <p:nvSpPr>
              <p:cNvPr id="35" name="Line 183">
                <a:extLst>
                  <a:ext uri="{FF2B5EF4-FFF2-40B4-BE49-F238E27FC236}">
                    <a16:creationId xmlns:a16="http://schemas.microsoft.com/office/drawing/2014/main" id="{1AAC902D-6C6B-4F26-A2CD-9E7AE9D2C367}"/>
                  </a:ext>
                </a:extLst>
              </p:cNvPr>
              <p:cNvSpPr>
                <a:spLocks noChangeShapeType="1"/>
              </p:cNvSpPr>
              <p:nvPr/>
            </p:nvSpPr>
            <p:spPr bwMode="auto">
              <a:xfrm>
                <a:off x="6291373" y="4792663"/>
                <a:ext cx="211149" cy="1587"/>
              </a:xfrm>
              <a:prstGeom prst="line">
                <a:avLst/>
              </a:prstGeom>
              <a:noFill/>
              <a:ln w="19050">
                <a:solidFill>
                  <a:srgbClr val="000000"/>
                </a:solidFill>
                <a:round/>
                <a:headEnd/>
                <a:tailEnd/>
              </a:ln>
            </p:spPr>
            <p:txBody>
              <a:bodyPr/>
              <a:lstStyle/>
              <a:p>
                <a:pPr eaLnBrk="1" hangingPunct="1">
                  <a:defRPr/>
                </a:pPr>
                <a:endParaRPr lang="en-US" dirty="0"/>
              </a:p>
            </p:txBody>
          </p:sp>
          <p:sp>
            <p:nvSpPr>
              <p:cNvPr id="36" name="Line 184">
                <a:extLst>
                  <a:ext uri="{FF2B5EF4-FFF2-40B4-BE49-F238E27FC236}">
                    <a16:creationId xmlns:a16="http://schemas.microsoft.com/office/drawing/2014/main" id="{68B86C41-6E10-4EE7-BEDE-7B316F73138F}"/>
                  </a:ext>
                </a:extLst>
              </p:cNvPr>
              <p:cNvSpPr>
                <a:spLocks noChangeShapeType="1"/>
              </p:cNvSpPr>
              <p:nvPr/>
            </p:nvSpPr>
            <p:spPr bwMode="auto">
              <a:xfrm flipV="1">
                <a:off x="7266151" y="4270375"/>
                <a:ext cx="1588" cy="635000"/>
              </a:xfrm>
              <a:prstGeom prst="line">
                <a:avLst/>
              </a:prstGeom>
              <a:noFill/>
              <a:ln w="19050">
                <a:solidFill>
                  <a:srgbClr val="000000"/>
                </a:solidFill>
                <a:round/>
                <a:headEnd type="oval" w="sm" len="sm"/>
                <a:tailEnd/>
              </a:ln>
            </p:spPr>
            <p:txBody>
              <a:bodyPr/>
              <a:lstStyle/>
              <a:p>
                <a:pPr eaLnBrk="1" hangingPunct="1">
                  <a:defRPr/>
                </a:pPr>
                <a:endParaRPr lang="en-US" dirty="0"/>
              </a:p>
            </p:txBody>
          </p:sp>
          <p:sp>
            <p:nvSpPr>
              <p:cNvPr id="37" name="Line 185">
                <a:extLst>
                  <a:ext uri="{FF2B5EF4-FFF2-40B4-BE49-F238E27FC236}">
                    <a16:creationId xmlns:a16="http://schemas.microsoft.com/office/drawing/2014/main" id="{3A2B4EEF-E2EB-4AC1-A0C0-9482E5453798}"/>
                  </a:ext>
                </a:extLst>
              </p:cNvPr>
              <p:cNvSpPr>
                <a:spLocks noChangeShapeType="1"/>
              </p:cNvSpPr>
              <p:nvPr/>
            </p:nvSpPr>
            <p:spPr bwMode="auto">
              <a:xfrm flipH="1">
                <a:off x="5268968" y="4270375"/>
                <a:ext cx="2011472" cy="1588"/>
              </a:xfrm>
              <a:prstGeom prst="line">
                <a:avLst/>
              </a:prstGeom>
              <a:noFill/>
              <a:ln w="19050">
                <a:solidFill>
                  <a:srgbClr val="000000"/>
                </a:solidFill>
                <a:round/>
                <a:headEnd/>
                <a:tailEnd/>
              </a:ln>
            </p:spPr>
            <p:txBody>
              <a:bodyPr/>
              <a:lstStyle/>
              <a:p>
                <a:pPr eaLnBrk="1" hangingPunct="1">
                  <a:defRPr/>
                </a:pPr>
                <a:endParaRPr lang="en-US" dirty="0"/>
              </a:p>
            </p:txBody>
          </p:sp>
          <p:sp>
            <p:nvSpPr>
              <p:cNvPr id="38" name="Line 186">
                <a:extLst>
                  <a:ext uri="{FF2B5EF4-FFF2-40B4-BE49-F238E27FC236}">
                    <a16:creationId xmlns:a16="http://schemas.microsoft.com/office/drawing/2014/main" id="{91E6F6FD-97ED-4ED7-96AA-ED9CB2B10BCC}"/>
                  </a:ext>
                </a:extLst>
              </p:cNvPr>
              <p:cNvSpPr>
                <a:spLocks noChangeShapeType="1"/>
              </p:cNvSpPr>
              <p:nvPr/>
            </p:nvSpPr>
            <p:spPr bwMode="auto">
              <a:xfrm flipH="1">
                <a:off x="5264206" y="4270375"/>
                <a:ext cx="0" cy="271463"/>
              </a:xfrm>
              <a:prstGeom prst="line">
                <a:avLst/>
              </a:prstGeom>
              <a:noFill/>
              <a:ln w="19050">
                <a:solidFill>
                  <a:srgbClr val="000000"/>
                </a:solidFill>
                <a:round/>
                <a:headEnd/>
                <a:tailEnd/>
              </a:ln>
            </p:spPr>
            <p:txBody>
              <a:bodyPr/>
              <a:lstStyle/>
              <a:p>
                <a:pPr eaLnBrk="1" hangingPunct="1">
                  <a:defRPr/>
                </a:pPr>
                <a:endParaRPr lang="en-US" dirty="0"/>
              </a:p>
            </p:txBody>
          </p:sp>
          <p:sp>
            <p:nvSpPr>
              <p:cNvPr id="39" name="Line 187">
                <a:extLst>
                  <a:ext uri="{FF2B5EF4-FFF2-40B4-BE49-F238E27FC236}">
                    <a16:creationId xmlns:a16="http://schemas.microsoft.com/office/drawing/2014/main" id="{600A9EC9-E3F2-4F2E-830A-B30B9740F3F6}"/>
                  </a:ext>
                </a:extLst>
              </p:cNvPr>
              <p:cNvSpPr>
                <a:spLocks noChangeShapeType="1"/>
              </p:cNvSpPr>
              <p:nvPr/>
            </p:nvSpPr>
            <p:spPr bwMode="auto">
              <a:xfrm>
                <a:off x="5264206" y="4545013"/>
                <a:ext cx="281002" cy="1587"/>
              </a:xfrm>
              <a:prstGeom prst="line">
                <a:avLst/>
              </a:prstGeom>
              <a:noFill/>
              <a:ln w="19050">
                <a:solidFill>
                  <a:srgbClr val="000000"/>
                </a:solidFill>
                <a:round/>
                <a:headEnd/>
                <a:tailEnd/>
              </a:ln>
            </p:spPr>
            <p:txBody>
              <a:bodyPr/>
              <a:lstStyle/>
              <a:p>
                <a:pPr eaLnBrk="1" hangingPunct="1">
                  <a:defRPr/>
                </a:pPr>
                <a:endParaRPr lang="en-US" dirty="0"/>
              </a:p>
            </p:txBody>
          </p:sp>
          <p:sp>
            <p:nvSpPr>
              <p:cNvPr id="41" name="Line 189">
                <a:extLst>
                  <a:ext uri="{FF2B5EF4-FFF2-40B4-BE49-F238E27FC236}">
                    <a16:creationId xmlns:a16="http://schemas.microsoft.com/office/drawing/2014/main" id="{B636B36C-3234-46DF-A2C2-EEE95C06B493}"/>
                  </a:ext>
                </a:extLst>
              </p:cNvPr>
              <p:cNvSpPr>
                <a:spLocks noChangeShapeType="1"/>
              </p:cNvSpPr>
              <p:nvPr/>
            </p:nvSpPr>
            <p:spPr bwMode="auto">
              <a:xfrm flipH="1">
                <a:off x="4913349" y="5230813"/>
                <a:ext cx="671549" cy="1587"/>
              </a:xfrm>
              <a:prstGeom prst="line">
                <a:avLst/>
              </a:prstGeom>
              <a:noFill/>
              <a:ln w="19050">
                <a:solidFill>
                  <a:srgbClr val="000000"/>
                </a:solidFill>
                <a:round/>
                <a:headEnd/>
                <a:tailEnd/>
              </a:ln>
            </p:spPr>
            <p:txBody>
              <a:bodyPr/>
              <a:lstStyle/>
              <a:p>
                <a:pPr eaLnBrk="1" hangingPunct="1">
                  <a:defRPr/>
                </a:pPr>
                <a:endParaRPr lang="en-US" dirty="0"/>
              </a:p>
            </p:txBody>
          </p:sp>
          <p:sp>
            <p:nvSpPr>
              <p:cNvPr id="42" name="Line 190">
                <a:extLst>
                  <a:ext uri="{FF2B5EF4-FFF2-40B4-BE49-F238E27FC236}">
                    <a16:creationId xmlns:a16="http://schemas.microsoft.com/office/drawing/2014/main" id="{3217DC23-F54A-4584-BA37-51E0D5CB2586}"/>
                  </a:ext>
                </a:extLst>
              </p:cNvPr>
              <p:cNvSpPr>
                <a:spLocks noChangeShapeType="1"/>
              </p:cNvSpPr>
              <p:nvPr/>
            </p:nvSpPr>
            <p:spPr bwMode="auto">
              <a:xfrm flipH="1">
                <a:off x="5181651" y="4727575"/>
                <a:ext cx="247663" cy="0"/>
              </a:xfrm>
              <a:prstGeom prst="line">
                <a:avLst/>
              </a:prstGeom>
              <a:noFill/>
              <a:ln w="19050">
                <a:solidFill>
                  <a:srgbClr val="000000"/>
                </a:solidFill>
                <a:round/>
                <a:headEnd/>
                <a:tailEnd/>
              </a:ln>
            </p:spPr>
            <p:txBody>
              <a:bodyPr/>
              <a:lstStyle/>
              <a:p>
                <a:pPr eaLnBrk="1" hangingPunct="1">
                  <a:defRPr/>
                </a:pPr>
                <a:endParaRPr lang="en-US" dirty="0"/>
              </a:p>
            </p:txBody>
          </p:sp>
          <p:sp>
            <p:nvSpPr>
              <p:cNvPr id="43" name="Line 191">
                <a:extLst>
                  <a:ext uri="{FF2B5EF4-FFF2-40B4-BE49-F238E27FC236}">
                    <a16:creationId xmlns:a16="http://schemas.microsoft.com/office/drawing/2014/main" id="{77A31D7A-18B0-42E5-85A7-0C7FDC1AA824}"/>
                  </a:ext>
                </a:extLst>
              </p:cNvPr>
              <p:cNvSpPr>
                <a:spLocks noChangeShapeType="1"/>
              </p:cNvSpPr>
              <p:nvPr/>
            </p:nvSpPr>
            <p:spPr bwMode="auto">
              <a:xfrm>
                <a:off x="5188002" y="4718050"/>
                <a:ext cx="0" cy="687388"/>
              </a:xfrm>
              <a:prstGeom prst="line">
                <a:avLst/>
              </a:prstGeom>
              <a:noFill/>
              <a:ln w="19050">
                <a:solidFill>
                  <a:srgbClr val="000000"/>
                </a:solidFill>
                <a:round/>
                <a:headEnd/>
                <a:tailEnd type="oval" w="med" len="med"/>
              </a:ln>
            </p:spPr>
            <p:txBody>
              <a:bodyPr/>
              <a:lstStyle/>
              <a:p>
                <a:pPr eaLnBrk="1" hangingPunct="1">
                  <a:defRPr/>
                </a:pPr>
                <a:endParaRPr lang="en-US" dirty="0"/>
              </a:p>
            </p:txBody>
          </p:sp>
          <p:sp>
            <p:nvSpPr>
              <p:cNvPr id="44" name="Line 192">
                <a:extLst>
                  <a:ext uri="{FF2B5EF4-FFF2-40B4-BE49-F238E27FC236}">
                    <a16:creationId xmlns:a16="http://schemas.microsoft.com/office/drawing/2014/main" id="{CB3A8886-BC69-4E8B-B4E6-827D1FB80256}"/>
                  </a:ext>
                </a:extLst>
              </p:cNvPr>
              <p:cNvSpPr>
                <a:spLocks noChangeShapeType="1"/>
              </p:cNvSpPr>
              <p:nvPr/>
            </p:nvSpPr>
            <p:spPr bwMode="auto">
              <a:xfrm flipH="1">
                <a:off x="4913349" y="5400675"/>
                <a:ext cx="666786" cy="1588"/>
              </a:xfrm>
              <a:prstGeom prst="line">
                <a:avLst/>
              </a:prstGeom>
              <a:noFill/>
              <a:ln w="19050">
                <a:solidFill>
                  <a:srgbClr val="000000"/>
                </a:solidFill>
                <a:round/>
                <a:headEnd/>
                <a:tailEnd/>
              </a:ln>
            </p:spPr>
            <p:txBody>
              <a:bodyPr/>
              <a:lstStyle/>
              <a:p>
                <a:pPr eaLnBrk="1" hangingPunct="1">
                  <a:defRPr/>
                </a:pPr>
                <a:endParaRPr lang="en-US" dirty="0"/>
              </a:p>
            </p:txBody>
          </p:sp>
          <p:sp>
            <p:nvSpPr>
              <p:cNvPr id="45" name="Text Box 193">
                <a:extLst>
                  <a:ext uri="{FF2B5EF4-FFF2-40B4-BE49-F238E27FC236}">
                    <a16:creationId xmlns:a16="http://schemas.microsoft.com/office/drawing/2014/main" id="{99666ABE-2B0B-43AB-B7A4-D6AA61801ADE}"/>
                  </a:ext>
                </a:extLst>
              </p:cNvPr>
              <p:cNvSpPr txBox="1">
                <a:spLocks noChangeArrowheads="1"/>
              </p:cNvSpPr>
              <p:nvPr/>
            </p:nvSpPr>
            <p:spPr bwMode="auto">
              <a:xfrm>
                <a:off x="4587894" y="5014913"/>
                <a:ext cx="596932" cy="630237"/>
              </a:xfrm>
              <a:prstGeom prst="rect">
                <a:avLst/>
              </a:prstGeom>
              <a:noFill/>
              <a:ln w="19050">
                <a:noFill/>
                <a:miter lim="800000"/>
                <a:headEnd/>
                <a:tailEnd/>
              </a:ln>
            </p:spPr>
            <p:txBody>
              <a:bodyPr/>
              <a:lstStyle/>
              <a:p>
                <a:pPr eaLnBrk="1" hangingPunct="1">
                  <a:defRPr/>
                </a:pPr>
                <a:r>
                  <a:rPr lang="ru-RU" sz="2000"/>
                  <a:t>D</a:t>
                </a:r>
              </a:p>
              <a:p>
                <a:pPr eaLnBrk="1" hangingPunct="1">
                  <a:defRPr/>
                </a:pPr>
                <a:r>
                  <a:rPr lang="ru-RU" sz="2000"/>
                  <a:t>C</a:t>
                </a:r>
              </a:p>
            </p:txBody>
          </p:sp>
          <p:sp>
            <p:nvSpPr>
              <p:cNvPr id="46" name="AutoShape 94">
                <a:extLst>
                  <a:ext uri="{FF2B5EF4-FFF2-40B4-BE49-F238E27FC236}">
                    <a16:creationId xmlns:a16="http://schemas.microsoft.com/office/drawing/2014/main" id="{0170954E-8B0B-4751-A4FC-E6EF858E74E7}"/>
                  </a:ext>
                </a:extLst>
              </p:cNvPr>
              <p:cNvSpPr>
                <a:spLocks noChangeArrowheads="1"/>
              </p:cNvSpPr>
              <p:nvPr/>
            </p:nvSpPr>
            <p:spPr bwMode="auto">
              <a:xfrm>
                <a:off x="5573784" y="5087938"/>
                <a:ext cx="476276" cy="444500"/>
              </a:xfrm>
              <a:prstGeom prst="flowChartDelay">
                <a:avLst/>
              </a:prstGeom>
              <a:noFill/>
              <a:ln w="19050">
                <a:solidFill>
                  <a:schemeClr val="tx1"/>
                </a:solidFill>
                <a:miter lim="800000"/>
                <a:headEnd/>
                <a:tailEnd/>
              </a:ln>
            </p:spPr>
            <p:txBody>
              <a:bodyPr wrap="none" anchor="ctr"/>
              <a:lstStyle/>
              <a:p>
                <a:pPr eaLnBrk="1" hangingPunct="1">
                  <a:defRPr/>
                </a:pPr>
                <a:endParaRPr lang="en-US" dirty="0"/>
              </a:p>
            </p:txBody>
          </p:sp>
          <p:sp>
            <p:nvSpPr>
              <p:cNvPr id="47" name="AutoShape 95">
                <a:extLst>
                  <a:ext uri="{FF2B5EF4-FFF2-40B4-BE49-F238E27FC236}">
                    <a16:creationId xmlns:a16="http://schemas.microsoft.com/office/drawing/2014/main" id="{620E3A5D-C337-4EDF-B8BB-D9D361D911BD}"/>
                  </a:ext>
                </a:extLst>
              </p:cNvPr>
              <p:cNvSpPr>
                <a:spLocks noChangeArrowheads="1"/>
              </p:cNvSpPr>
              <p:nvPr/>
            </p:nvSpPr>
            <p:spPr bwMode="auto">
              <a:xfrm>
                <a:off x="6505698" y="4694238"/>
                <a:ext cx="476276" cy="444500"/>
              </a:xfrm>
              <a:prstGeom prst="flowChartDelay">
                <a:avLst/>
              </a:prstGeom>
              <a:noFill/>
              <a:ln w="19050">
                <a:solidFill>
                  <a:schemeClr val="tx1"/>
                </a:solidFill>
                <a:miter lim="800000"/>
                <a:headEnd/>
                <a:tailEnd/>
              </a:ln>
            </p:spPr>
            <p:txBody>
              <a:bodyPr wrap="none" anchor="ctr"/>
              <a:lstStyle/>
              <a:p>
                <a:pPr eaLnBrk="1" hangingPunct="1">
                  <a:defRPr/>
                </a:pPr>
                <a:endParaRPr lang="en-US" dirty="0"/>
              </a:p>
            </p:txBody>
          </p:sp>
          <p:sp>
            <p:nvSpPr>
              <p:cNvPr id="48" name="AutoShape 96">
                <a:extLst>
                  <a:ext uri="{FF2B5EF4-FFF2-40B4-BE49-F238E27FC236}">
                    <a16:creationId xmlns:a16="http://schemas.microsoft.com/office/drawing/2014/main" id="{FCF8AEAC-518D-4A45-9798-EF6EAF46AF1C}"/>
                  </a:ext>
                </a:extLst>
              </p:cNvPr>
              <p:cNvSpPr>
                <a:spLocks noChangeArrowheads="1"/>
              </p:cNvSpPr>
              <p:nvPr/>
            </p:nvSpPr>
            <p:spPr bwMode="auto">
              <a:xfrm>
                <a:off x="5542033" y="4452938"/>
                <a:ext cx="476276" cy="444500"/>
              </a:xfrm>
              <a:prstGeom prst="flowChartDelay">
                <a:avLst/>
              </a:prstGeom>
              <a:noFill/>
              <a:ln w="19050">
                <a:solidFill>
                  <a:schemeClr val="tx1"/>
                </a:solidFill>
                <a:miter lim="800000"/>
                <a:headEnd/>
                <a:tailEnd/>
              </a:ln>
            </p:spPr>
            <p:txBody>
              <a:bodyPr wrap="none" anchor="ctr"/>
              <a:lstStyle/>
              <a:p>
                <a:pPr eaLnBrk="1" hangingPunct="1">
                  <a:defRPr/>
                </a:pPr>
                <a:endParaRPr lang="en-US" dirty="0"/>
              </a:p>
            </p:txBody>
          </p:sp>
          <p:sp>
            <p:nvSpPr>
              <p:cNvPr id="53" name="Oval 188">
                <a:extLst>
                  <a:ext uri="{FF2B5EF4-FFF2-40B4-BE49-F238E27FC236}">
                    <a16:creationId xmlns:a16="http://schemas.microsoft.com/office/drawing/2014/main" id="{2C22FC3E-5852-468E-A3C0-24EA1238FAF3}"/>
                  </a:ext>
                </a:extLst>
              </p:cNvPr>
              <p:cNvSpPr>
                <a:spLocks noChangeArrowheads="1"/>
              </p:cNvSpPr>
              <p:nvPr/>
            </p:nvSpPr>
            <p:spPr bwMode="auto">
              <a:xfrm>
                <a:off x="6043710" y="5278438"/>
                <a:ext cx="119069" cy="100012"/>
              </a:xfrm>
              <a:prstGeom prst="ellipse">
                <a:avLst/>
              </a:prstGeom>
              <a:solidFill>
                <a:schemeClr val="accent1"/>
              </a:solidFill>
              <a:ln w="19050">
                <a:solidFill>
                  <a:srgbClr val="000000"/>
                </a:solidFill>
                <a:round/>
                <a:headEnd/>
                <a:tailEnd/>
              </a:ln>
            </p:spPr>
            <p:txBody>
              <a:bodyPr/>
              <a:lstStyle/>
              <a:p>
                <a:pPr eaLnBrk="1" hangingPunct="1">
                  <a:defRPr/>
                </a:pPr>
                <a:endParaRPr lang="ru-RU" sz="2000"/>
              </a:p>
            </p:txBody>
          </p:sp>
          <p:sp>
            <p:nvSpPr>
              <p:cNvPr id="54" name="Oval 188">
                <a:extLst>
                  <a:ext uri="{FF2B5EF4-FFF2-40B4-BE49-F238E27FC236}">
                    <a16:creationId xmlns:a16="http://schemas.microsoft.com/office/drawing/2014/main" id="{08C4F430-037B-4D89-A807-EF2658B4A67C}"/>
                  </a:ext>
                </a:extLst>
              </p:cNvPr>
              <p:cNvSpPr>
                <a:spLocks noChangeArrowheads="1"/>
              </p:cNvSpPr>
              <p:nvPr/>
            </p:nvSpPr>
            <p:spPr bwMode="auto">
              <a:xfrm>
                <a:off x="5972269" y="4613275"/>
                <a:ext cx="119068" cy="100013"/>
              </a:xfrm>
              <a:prstGeom prst="ellipse">
                <a:avLst/>
              </a:prstGeom>
              <a:solidFill>
                <a:schemeClr val="accent1"/>
              </a:solidFill>
              <a:ln w="19050">
                <a:solidFill>
                  <a:srgbClr val="000000"/>
                </a:solidFill>
                <a:round/>
                <a:headEnd/>
                <a:tailEnd/>
              </a:ln>
            </p:spPr>
            <p:txBody>
              <a:bodyPr/>
              <a:lstStyle/>
              <a:p>
                <a:pPr eaLnBrk="1" hangingPunct="1">
                  <a:defRPr/>
                </a:pPr>
                <a:endParaRPr lang="ru-RU" sz="2000"/>
              </a:p>
            </p:txBody>
          </p:sp>
        </p:grpSp>
        <p:sp>
          <p:nvSpPr>
            <p:cNvPr id="42025" name="TextBox 55">
              <a:extLst>
                <a:ext uri="{FF2B5EF4-FFF2-40B4-BE49-F238E27FC236}">
                  <a16:creationId xmlns:a16="http://schemas.microsoft.com/office/drawing/2014/main" id="{64B0184D-E4EC-2A6A-3731-1E0DEA19BCB5}"/>
                </a:ext>
              </a:extLst>
            </p:cNvPr>
            <p:cNvSpPr txBox="1">
              <a:spLocks noChangeArrowheads="1"/>
            </p:cNvSpPr>
            <p:nvPr/>
          </p:nvSpPr>
          <p:spPr bwMode="auto">
            <a:xfrm>
              <a:off x="4279392" y="4352544"/>
              <a:ext cx="470611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This latch is unreliable as its circuit has static hazard at changing the state of inputs from </a:t>
              </a:r>
              <a:r>
                <a:rPr lang="ru-RU" altLang="en-US" sz="2000"/>
                <a:t>111</a:t>
              </a:r>
              <a:r>
                <a:rPr lang="en-US" altLang="en-US" sz="2000"/>
                <a:t> to </a:t>
              </a:r>
              <a:r>
                <a:rPr lang="ru-RU" altLang="en-US" sz="2000"/>
                <a:t>101.</a:t>
              </a:r>
            </a:p>
            <a:p>
              <a:pPr eaLnBrk="1" hangingPunct="1"/>
              <a:r>
                <a:rPr lang="en-GB" altLang="en-US" sz="2000"/>
                <a:t>Q*=~CQ+CD</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40">
            <a:extLst>
              <a:ext uri="{FF2B5EF4-FFF2-40B4-BE49-F238E27FC236}">
                <a16:creationId xmlns:a16="http://schemas.microsoft.com/office/drawing/2014/main" id="{4BB26EEA-66D2-C0A6-AE1F-DABC04A3F24B}"/>
              </a:ext>
            </a:extLst>
          </p:cNvPr>
          <p:cNvSpPr txBox="1">
            <a:spLocks noChangeArrowheads="1"/>
          </p:cNvSpPr>
          <p:nvPr/>
        </p:nvSpPr>
        <p:spPr bwMode="auto">
          <a:xfrm>
            <a:off x="2949576" y="5337175"/>
            <a:ext cx="2449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Reliable latch</a:t>
            </a:r>
            <a:endParaRPr lang="ru-RU" altLang="en-US"/>
          </a:p>
        </p:txBody>
      </p:sp>
      <p:sp>
        <p:nvSpPr>
          <p:cNvPr id="43011" name="Text Box 7">
            <a:extLst>
              <a:ext uri="{FF2B5EF4-FFF2-40B4-BE49-F238E27FC236}">
                <a16:creationId xmlns:a16="http://schemas.microsoft.com/office/drawing/2014/main" id="{0B588853-B5A8-1CAC-CA2D-A43DBFA52517}"/>
              </a:ext>
            </a:extLst>
          </p:cNvPr>
          <p:cNvSpPr txBox="1">
            <a:spLocks noChangeArrowheads="1"/>
          </p:cNvSpPr>
          <p:nvPr/>
        </p:nvSpPr>
        <p:spPr bwMode="auto">
          <a:xfrm>
            <a:off x="2198688" y="2411413"/>
            <a:ext cx="665162"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t>C</a:t>
            </a:r>
          </a:p>
        </p:txBody>
      </p:sp>
      <p:sp>
        <p:nvSpPr>
          <p:cNvPr id="43012" name="Line 16">
            <a:extLst>
              <a:ext uri="{FF2B5EF4-FFF2-40B4-BE49-F238E27FC236}">
                <a16:creationId xmlns:a16="http://schemas.microsoft.com/office/drawing/2014/main" id="{3ACCD3B5-6F31-330D-4FBB-6D36B282DD72}"/>
              </a:ext>
            </a:extLst>
          </p:cNvPr>
          <p:cNvSpPr>
            <a:spLocks noChangeShapeType="1"/>
          </p:cNvSpPr>
          <p:nvPr/>
        </p:nvSpPr>
        <p:spPr bwMode="auto">
          <a:xfrm flipH="1">
            <a:off x="2551114" y="2586038"/>
            <a:ext cx="55403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3" name="Line 17">
            <a:extLst>
              <a:ext uri="{FF2B5EF4-FFF2-40B4-BE49-F238E27FC236}">
                <a16:creationId xmlns:a16="http://schemas.microsoft.com/office/drawing/2014/main" id="{B40AC84E-E65D-DDA7-150F-E2D38B2F9B2E}"/>
              </a:ext>
            </a:extLst>
          </p:cNvPr>
          <p:cNvSpPr>
            <a:spLocks noChangeShapeType="1"/>
          </p:cNvSpPr>
          <p:nvPr/>
        </p:nvSpPr>
        <p:spPr bwMode="auto">
          <a:xfrm flipH="1">
            <a:off x="2544763" y="3725863"/>
            <a:ext cx="5905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4" name="Line 18">
            <a:extLst>
              <a:ext uri="{FF2B5EF4-FFF2-40B4-BE49-F238E27FC236}">
                <a16:creationId xmlns:a16="http://schemas.microsoft.com/office/drawing/2014/main" id="{B0D555A6-D85D-CA13-A102-90AA21646FF6}"/>
              </a:ext>
            </a:extLst>
          </p:cNvPr>
          <p:cNvSpPr>
            <a:spLocks noChangeShapeType="1"/>
          </p:cNvSpPr>
          <p:nvPr/>
        </p:nvSpPr>
        <p:spPr bwMode="auto">
          <a:xfrm flipH="1">
            <a:off x="2566989" y="5133975"/>
            <a:ext cx="55403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5" name="Line 19">
            <a:extLst>
              <a:ext uri="{FF2B5EF4-FFF2-40B4-BE49-F238E27FC236}">
                <a16:creationId xmlns:a16="http://schemas.microsoft.com/office/drawing/2014/main" id="{9349680B-C118-ADB3-E2AF-6D478FE732BF}"/>
              </a:ext>
            </a:extLst>
          </p:cNvPr>
          <p:cNvSpPr>
            <a:spLocks noChangeShapeType="1"/>
          </p:cNvSpPr>
          <p:nvPr/>
        </p:nvSpPr>
        <p:spPr bwMode="auto">
          <a:xfrm>
            <a:off x="5427663" y="3821113"/>
            <a:ext cx="36671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6" name="Line 20">
            <a:extLst>
              <a:ext uri="{FF2B5EF4-FFF2-40B4-BE49-F238E27FC236}">
                <a16:creationId xmlns:a16="http://schemas.microsoft.com/office/drawing/2014/main" id="{C94FEA1D-6D28-0F22-6AD1-2D3E5A1799FA}"/>
              </a:ext>
            </a:extLst>
          </p:cNvPr>
          <p:cNvSpPr>
            <a:spLocks noChangeShapeType="1"/>
          </p:cNvSpPr>
          <p:nvPr/>
        </p:nvSpPr>
        <p:spPr bwMode="auto">
          <a:xfrm flipH="1">
            <a:off x="2784476" y="2820988"/>
            <a:ext cx="3206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7" name="Line 21">
            <a:extLst>
              <a:ext uri="{FF2B5EF4-FFF2-40B4-BE49-F238E27FC236}">
                <a16:creationId xmlns:a16="http://schemas.microsoft.com/office/drawing/2014/main" id="{FBD60116-B9D1-21EB-22C4-793F6D17A851}"/>
              </a:ext>
            </a:extLst>
          </p:cNvPr>
          <p:cNvSpPr>
            <a:spLocks noChangeShapeType="1"/>
          </p:cNvSpPr>
          <p:nvPr/>
        </p:nvSpPr>
        <p:spPr bwMode="auto">
          <a:xfrm flipH="1">
            <a:off x="2776538" y="3949700"/>
            <a:ext cx="3603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8" name="Line 22">
            <a:extLst>
              <a:ext uri="{FF2B5EF4-FFF2-40B4-BE49-F238E27FC236}">
                <a16:creationId xmlns:a16="http://schemas.microsoft.com/office/drawing/2014/main" id="{F3D8A3C3-AB5C-869C-C028-8D959E0D5A4B}"/>
              </a:ext>
            </a:extLst>
          </p:cNvPr>
          <p:cNvSpPr>
            <a:spLocks noChangeShapeType="1"/>
          </p:cNvSpPr>
          <p:nvPr/>
        </p:nvSpPr>
        <p:spPr bwMode="auto">
          <a:xfrm>
            <a:off x="2789238" y="2820989"/>
            <a:ext cx="0" cy="911225"/>
          </a:xfrm>
          <a:prstGeom prst="line">
            <a:avLst/>
          </a:prstGeom>
          <a:noFill/>
          <a:ln w="1905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3019" name="Line 23">
            <a:extLst>
              <a:ext uri="{FF2B5EF4-FFF2-40B4-BE49-F238E27FC236}">
                <a16:creationId xmlns:a16="http://schemas.microsoft.com/office/drawing/2014/main" id="{1BE63C2A-E056-EAFA-94F8-34985CD60CB0}"/>
              </a:ext>
            </a:extLst>
          </p:cNvPr>
          <p:cNvSpPr>
            <a:spLocks noChangeShapeType="1"/>
          </p:cNvSpPr>
          <p:nvPr/>
        </p:nvSpPr>
        <p:spPr bwMode="auto">
          <a:xfrm>
            <a:off x="2784476" y="4916488"/>
            <a:ext cx="3270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0" name="Line 24">
            <a:extLst>
              <a:ext uri="{FF2B5EF4-FFF2-40B4-BE49-F238E27FC236}">
                <a16:creationId xmlns:a16="http://schemas.microsoft.com/office/drawing/2014/main" id="{6ED82BFB-B6CF-E68B-5C96-434941D32D04}"/>
              </a:ext>
            </a:extLst>
          </p:cNvPr>
          <p:cNvSpPr>
            <a:spLocks noChangeShapeType="1"/>
          </p:cNvSpPr>
          <p:nvPr/>
        </p:nvSpPr>
        <p:spPr bwMode="auto">
          <a:xfrm flipH="1">
            <a:off x="2784475" y="3954464"/>
            <a:ext cx="0" cy="9683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1" name="Line 25">
            <a:extLst>
              <a:ext uri="{FF2B5EF4-FFF2-40B4-BE49-F238E27FC236}">
                <a16:creationId xmlns:a16="http://schemas.microsoft.com/office/drawing/2014/main" id="{6DB935A0-B53C-EFF7-D89B-AD24D4060FF7}"/>
              </a:ext>
            </a:extLst>
          </p:cNvPr>
          <p:cNvSpPr>
            <a:spLocks noChangeShapeType="1"/>
          </p:cNvSpPr>
          <p:nvPr/>
        </p:nvSpPr>
        <p:spPr bwMode="auto">
          <a:xfrm>
            <a:off x="5635625" y="3821113"/>
            <a:ext cx="0" cy="601662"/>
          </a:xfrm>
          <a:prstGeom prst="line">
            <a:avLst/>
          </a:prstGeom>
          <a:noFill/>
          <a:ln w="19050">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2" name="Line 26">
            <a:extLst>
              <a:ext uri="{FF2B5EF4-FFF2-40B4-BE49-F238E27FC236}">
                <a16:creationId xmlns:a16="http://schemas.microsoft.com/office/drawing/2014/main" id="{6DC069A7-1410-8FD9-FB84-203DB559204D}"/>
              </a:ext>
            </a:extLst>
          </p:cNvPr>
          <p:cNvSpPr>
            <a:spLocks noChangeShapeType="1"/>
          </p:cNvSpPr>
          <p:nvPr/>
        </p:nvSpPr>
        <p:spPr bwMode="auto">
          <a:xfrm>
            <a:off x="2797175" y="4430713"/>
            <a:ext cx="2852738" cy="0"/>
          </a:xfrm>
          <a:prstGeom prst="line">
            <a:avLst/>
          </a:prstGeom>
          <a:noFill/>
          <a:ln w="1905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3023" name="Line 27">
            <a:extLst>
              <a:ext uri="{FF2B5EF4-FFF2-40B4-BE49-F238E27FC236}">
                <a16:creationId xmlns:a16="http://schemas.microsoft.com/office/drawing/2014/main" id="{34B0C238-76CE-4505-D92E-99596818C6BB}"/>
              </a:ext>
            </a:extLst>
          </p:cNvPr>
          <p:cNvSpPr>
            <a:spLocks noChangeShapeType="1"/>
          </p:cNvSpPr>
          <p:nvPr/>
        </p:nvSpPr>
        <p:spPr bwMode="auto">
          <a:xfrm>
            <a:off x="3757614" y="3819525"/>
            <a:ext cx="10048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4" name="Line 29">
            <a:extLst>
              <a:ext uri="{FF2B5EF4-FFF2-40B4-BE49-F238E27FC236}">
                <a16:creationId xmlns:a16="http://schemas.microsoft.com/office/drawing/2014/main" id="{8C13643E-438A-4E2B-3108-D4852821F194}"/>
              </a:ext>
            </a:extLst>
          </p:cNvPr>
          <p:cNvSpPr>
            <a:spLocks noChangeShapeType="1"/>
          </p:cNvSpPr>
          <p:nvPr/>
        </p:nvSpPr>
        <p:spPr bwMode="auto">
          <a:xfrm>
            <a:off x="3775075" y="5029200"/>
            <a:ext cx="4381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5" name="Line 30">
            <a:extLst>
              <a:ext uri="{FF2B5EF4-FFF2-40B4-BE49-F238E27FC236}">
                <a16:creationId xmlns:a16="http://schemas.microsoft.com/office/drawing/2014/main" id="{10434E72-70AC-431A-45AC-8DC5360A9153}"/>
              </a:ext>
            </a:extLst>
          </p:cNvPr>
          <p:cNvSpPr>
            <a:spLocks noChangeShapeType="1"/>
          </p:cNvSpPr>
          <p:nvPr/>
        </p:nvSpPr>
        <p:spPr bwMode="auto">
          <a:xfrm flipH="1" flipV="1">
            <a:off x="4224338" y="3995739"/>
            <a:ext cx="0" cy="10239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6" name="Line 31">
            <a:extLst>
              <a:ext uri="{FF2B5EF4-FFF2-40B4-BE49-F238E27FC236}">
                <a16:creationId xmlns:a16="http://schemas.microsoft.com/office/drawing/2014/main" id="{BE83C07A-C10F-7ECC-AF17-E1C5A103CECD}"/>
              </a:ext>
            </a:extLst>
          </p:cNvPr>
          <p:cNvSpPr>
            <a:spLocks noChangeShapeType="1"/>
          </p:cNvSpPr>
          <p:nvPr/>
        </p:nvSpPr>
        <p:spPr bwMode="auto">
          <a:xfrm>
            <a:off x="4225925" y="3987800"/>
            <a:ext cx="5413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7" name="Line 32">
            <a:extLst>
              <a:ext uri="{FF2B5EF4-FFF2-40B4-BE49-F238E27FC236}">
                <a16:creationId xmlns:a16="http://schemas.microsoft.com/office/drawing/2014/main" id="{F3D5518F-B26E-F607-B0B9-36A3FFB11736}"/>
              </a:ext>
            </a:extLst>
          </p:cNvPr>
          <p:cNvSpPr>
            <a:spLocks noChangeShapeType="1"/>
          </p:cNvSpPr>
          <p:nvPr/>
        </p:nvSpPr>
        <p:spPr bwMode="auto">
          <a:xfrm>
            <a:off x="4225926" y="3675063"/>
            <a:ext cx="5508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8" name="Line 33">
            <a:extLst>
              <a:ext uri="{FF2B5EF4-FFF2-40B4-BE49-F238E27FC236}">
                <a16:creationId xmlns:a16="http://schemas.microsoft.com/office/drawing/2014/main" id="{DEB6B1C1-4F53-3E73-DA18-DCCDFB1D947D}"/>
              </a:ext>
            </a:extLst>
          </p:cNvPr>
          <p:cNvSpPr>
            <a:spLocks noChangeShapeType="1"/>
          </p:cNvSpPr>
          <p:nvPr/>
        </p:nvSpPr>
        <p:spPr bwMode="auto">
          <a:xfrm flipV="1">
            <a:off x="4225925" y="2678113"/>
            <a:ext cx="0" cy="10033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9" name="Line 34">
            <a:extLst>
              <a:ext uri="{FF2B5EF4-FFF2-40B4-BE49-F238E27FC236}">
                <a16:creationId xmlns:a16="http://schemas.microsoft.com/office/drawing/2014/main" id="{72EB9EC8-4CC3-B6AC-EE1F-9F35081A13A9}"/>
              </a:ext>
            </a:extLst>
          </p:cNvPr>
          <p:cNvSpPr>
            <a:spLocks noChangeShapeType="1"/>
          </p:cNvSpPr>
          <p:nvPr/>
        </p:nvSpPr>
        <p:spPr bwMode="auto">
          <a:xfrm>
            <a:off x="3773489" y="2678113"/>
            <a:ext cx="45243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0" name="Text Box 35">
            <a:extLst>
              <a:ext uri="{FF2B5EF4-FFF2-40B4-BE49-F238E27FC236}">
                <a16:creationId xmlns:a16="http://schemas.microsoft.com/office/drawing/2014/main" id="{EE3296E4-7E24-82B6-0F80-9B87EFC7BFEE}"/>
              </a:ext>
            </a:extLst>
          </p:cNvPr>
          <p:cNvSpPr txBox="1">
            <a:spLocks noChangeArrowheads="1"/>
          </p:cNvSpPr>
          <p:nvPr/>
        </p:nvSpPr>
        <p:spPr bwMode="auto">
          <a:xfrm>
            <a:off x="2233613" y="3538538"/>
            <a:ext cx="665162"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D</a:t>
            </a:r>
          </a:p>
          <a:p>
            <a:pPr eaLnBrk="1" hangingPunct="1"/>
            <a:endParaRPr lang="ru-RU" altLang="en-US" sz="2000"/>
          </a:p>
        </p:txBody>
      </p:sp>
      <p:sp>
        <p:nvSpPr>
          <p:cNvPr id="43031" name="Text Box 36">
            <a:extLst>
              <a:ext uri="{FF2B5EF4-FFF2-40B4-BE49-F238E27FC236}">
                <a16:creationId xmlns:a16="http://schemas.microsoft.com/office/drawing/2014/main" id="{180E258D-94EA-8049-CEB6-A5F60D1C0B54}"/>
              </a:ext>
            </a:extLst>
          </p:cNvPr>
          <p:cNvSpPr txBox="1">
            <a:spLocks noChangeArrowheads="1"/>
          </p:cNvSpPr>
          <p:nvPr/>
        </p:nvSpPr>
        <p:spPr bwMode="auto">
          <a:xfrm>
            <a:off x="2106613" y="4897438"/>
            <a:ext cx="665162"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t>C</a:t>
            </a:r>
          </a:p>
          <a:p>
            <a:pPr eaLnBrk="1" hangingPunct="1"/>
            <a:endParaRPr lang="ru-RU" altLang="en-US" sz="2000"/>
          </a:p>
        </p:txBody>
      </p:sp>
      <p:sp>
        <p:nvSpPr>
          <p:cNvPr id="43032" name="Line 37">
            <a:extLst>
              <a:ext uri="{FF2B5EF4-FFF2-40B4-BE49-F238E27FC236}">
                <a16:creationId xmlns:a16="http://schemas.microsoft.com/office/drawing/2014/main" id="{B620905E-10D5-6DCD-39A6-122E1A6F45B2}"/>
              </a:ext>
            </a:extLst>
          </p:cNvPr>
          <p:cNvSpPr>
            <a:spLocks noChangeShapeType="1"/>
          </p:cNvSpPr>
          <p:nvPr/>
        </p:nvSpPr>
        <p:spPr bwMode="auto">
          <a:xfrm>
            <a:off x="2198689" y="4926013"/>
            <a:ext cx="21113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3" name="Text Box 38">
            <a:extLst>
              <a:ext uri="{FF2B5EF4-FFF2-40B4-BE49-F238E27FC236}">
                <a16:creationId xmlns:a16="http://schemas.microsoft.com/office/drawing/2014/main" id="{C7885A0F-17B1-80F8-CBAF-62CDA36CAEA7}"/>
              </a:ext>
            </a:extLst>
          </p:cNvPr>
          <p:cNvSpPr txBox="1">
            <a:spLocks noChangeArrowheads="1"/>
          </p:cNvSpPr>
          <p:nvPr/>
        </p:nvSpPr>
        <p:spPr bwMode="auto">
          <a:xfrm>
            <a:off x="5737226" y="3619500"/>
            <a:ext cx="66516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t>Q</a:t>
            </a:r>
          </a:p>
        </p:txBody>
      </p:sp>
      <p:sp>
        <p:nvSpPr>
          <p:cNvPr id="43034" name="Oval 51">
            <a:extLst>
              <a:ext uri="{FF2B5EF4-FFF2-40B4-BE49-F238E27FC236}">
                <a16:creationId xmlns:a16="http://schemas.microsoft.com/office/drawing/2014/main" id="{D1D510A7-5120-6584-E760-8410F270E5E2}"/>
              </a:ext>
            </a:extLst>
          </p:cNvPr>
          <p:cNvSpPr>
            <a:spLocks noChangeArrowheads="1"/>
          </p:cNvSpPr>
          <p:nvPr/>
        </p:nvSpPr>
        <p:spPr bwMode="auto">
          <a:xfrm>
            <a:off x="3625850" y="2603500"/>
            <a:ext cx="139700" cy="1397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3035" name="Oval 57">
            <a:extLst>
              <a:ext uri="{FF2B5EF4-FFF2-40B4-BE49-F238E27FC236}">
                <a16:creationId xmlns:a16="http://schemas.microsoft.com/office/drawing/2014/main" id="{9891D7DD-9153-682A-38A1-03553A24A22B}"/>
              </a:ext>
            </a:extLst>
          </p:cNvPr>
          <p:cNvSpPr>
            <a:spLocks noChangeArrowheads="1"/>
          </p:cNvSpPr>
          <p:nvPr/>
        </p:nvSpPr>
        <p:spPr bwMode="auto">
          <a:xfrm>
            <a:off x="3641725" y="3756025"/>
            <a:ext cx="139700" cy="1397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3036" name="Oval 63">
            <a:extLst>
              <a:ext uri="{FF2B5EF4-FFF2-40B4-BE49-F238E27FC236}">
                <a16:creationId xmlns:a16="http://schemas.microsoft.com/office/drawing/2014/main" id="{5CA559E6-8C2D-E327-76B9-5124C51C48DE}"/>
              </a:ext>
            </a:extLst>
          </p:cNvPr>
          <p:cNvSpPr>
            <a:spLocks noChangeArrowheads="1"/>
          </p:cNvSpPr>
          <p:nvPr/>
        </p:nvSpPr>
        <p:spPr bwMode="auto">
          <a:xfrm>
            <a:off x="3646488" y="4948238"/>
            <a:ext cx="139700" cy="1397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3037" name="Oval 69">
            <a:extLst>
              <a:ext uri="{FF2B5EF4-FFF2-40B4-BE49-F238E27FC236}">
                <a16:creationId xmlns:a16="http://schemas.microsoft.com/office/drawing/2014/main" id="{F1AD2EEC-7717-F7D1-90AF-E779EEC0D925}"/>
              </a:ext>
            </a:extLst>
          </p:cNvPr>
          <p:cNvSpPr>
            <a:spLocks noChangeArrowheads="1"/>
          </p:cNvSpPr>
          <p:nvPr/>
        </p:nvSpPr>
        <p:spPr bwMode="auto">
          <a:xfrm>
            <a:off x="5292725" y="3756025"/>
            <a:ext cx="139700" cy="1397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3038" name="AutoShape 56">
            <a:extLst>
              <a:ext uri="{FF2B5EF4-FFF2-40B4-BE49-F238E27FC236}">
                <a16:creationId xmlns:a16="http://schemas.microsoft.com/office/drawing/2014/main" id="{D0A0290F-C0E4-B0FA-05D4-CA390AE4921D}"/>
              </a:ext>
            </a:extLst>
          </p:cNvPr>
          <p:cNvSpPr>
            <a:spLocks noChangeArrowheads="1"/>
          </p:cNvSpPr>
          <p:nvPr/>
        </p:nvSpPr>
        <p:spPr bwMode="auto">
          <a:xfrm>
            <a:off x="3103564" y="2417764"/>
            <a:ext cx="522287" cy="547687"/>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3039" name="AutoShape 57">
            <a:extLst>
              <a:ext uri="{FF2B5EF4-FFF2-40B4-BE49-F238E27FC236}">
                <a16:creationId xmlns:a16="http://schemas.microsoft.com/office/drawing/2014/main" id="{A57B6770-4C06-1C89-F875-51A8EC049A3A}"/>
              </a:ext>
            </a:extLst>
          </p:cNvPr>
          <p:cNvSpPr>
            <a:spLocks noChangeArrowheads="1"/>
          </p:cNvSpPr>
          <p:nvPr/>
        </p:nvSpPr>
        <p:spPr bwMode="auto">
          <a:xfrm>
            <a:off x="3132139" y="3554414"/>
            <a:ext cx="522287" cy="549275"/>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3040" name="AutoShape 58">
            <a:extLst>
              <a:ext uri="{FF2B5EF4-FFF2-40B4-BE49-F238E27FC236}">
                <a16:creationId xmlns:a16="http://schemas.microsoft.com/office/drawing/2014/main" id="{5EBCB997-BB88-17A9-6222-0DA91484B891}"/>
              </a:ext>
            </a:extLst>
          </p:cNvPr>
          <p:cNvSpPr>
            <a:spLocks noChangeArrowheads="1"/>
          </p:cNvSpPr>
          <p:nvPr/>
        </p:nvSpPr>
        <p:spPr bwMode="auto">
          <a:xfrm>
            <a:off x="3121025" y="4741864"/>
            <a:ext cx="522288" cy="549275"/>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3041" name="AutoShape 59">
            <a:extLst>
              <a:ext uri="{FF2B5EF4-FFF2-40B4-BE49-F238E27FC236}">
                <a16:creationId xmlns:a16="http://schemas.microsoft.com/office/drawing/2014/main" id="{5945C879-A90A-3500-8458-29F5DCFC3A6B}"/>
              </a:ext>
            </a:extLst>
          </p:cNvPr>
          <p:cNvSpPr>
            <a:spLocks noChangeArrowheads="1"/>
          </p:cNvSpPr>
          <p:nvPr/>
        </p:nvSpPr>
        <p:spPr bwMode="auto">
          <a:xfrm>
            <a:off x="4779964" y="3535364"/>
            <a:ext cx="522287" cy="554037"/>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3043" name="TextBox 35">
            <a:extLst>
              <a:ext uri="{FF2B5EF4-FFF2-40B4-BE49-F238E27FC236}">
                <a16:creationId xmlns:a16="http://schemas.microsoft.com/office/drawing/2014/main" id="{AB4266BC-EEC8-689F-917F-5FD071A6454C}"/>
              </a:ext>
            </a:extLst>
          </p:cNvPr>
          <p:cNvSpPr txBox="1">
            <a:spLocks noChangeArrowheads="1"/>
          </p:cNvSpPr>
          <p:nvPr/>
        </p:nvSpPr>
        <p:spPr bwMode="auto">
          <a:xfrm>
            <a:off x="6400801" y="1474788"/>
            <a:ext cx="4035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D latch in SystemVerilog</a:t>
            </a:r>
            <a:endParaRPr lang="en-GB" altLang="en-US"/>
          </a:p>
        </p:txBody>
      </p:sp>
      <p:sp>
        <p:nvSpPr>
          <p:cNvPr id="43044" name="TextBox 36">
            <a:extLst>
              <a:ext uri="{FF2B5EF4-FFF2-40B4-BE49-F238E27FC236}">
                <a16:creationId xmlns:a16="http://schemas.microsoft.com/office/drawing/2014/main" id="{98D5763F-E86D-3C61-88C5-8724DDEE5A19}"/>
              </a:ext>
            </a:extLst>
          </p:cNvPr>
          <p:cNvSpPr txBox="1">
            <a:spLocks noChangeArrowheads="1"/>
          </p:cNvSpPr>
          <p:nvPr/>
        </p:nvSpPr>
        <p:spPr bwMode="auto">
          <a:xfrm>
            <a:off x="6376988" y="2219326"/>
            <a:ext cx="408305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2000">
                <a:solidFill>
                  <a:srgbClr val="0000FF"/>
                </a:solidFill>
              </a:rPr>
              <a:t>module</a:t>
            </a:r>
            <a:r>
              <a:rPr lang="en-GB" altLang="en-US" sz="2000"/>
              <a:t> latch(input logic clk,</a:t>
            </a:r>
          </a:p>
          <a:p>
            <a:pPr eaLnBrk="1" hangingPunct="1"/>
            <a:r>
              <a:rPr lang="en-GB" altLang="en-US" sz="2000"/>
              <a:t>	</a:t>
            </a:r>
            <a:r>
              <a:rPr lang="en-GB" altLang="en-US" sz="2000">
                <a:solidFill>
                  <a:srgbClr val="0000FF"/>
                </a:solidFill>
              </a:rPr>
              <a:t>input  logic </a:t>
            </a:r>
            <a:r>
              <a:rPr lang="en-GB" altLang="en-US" sz="2000"/>
              <a:t>data,</a:t>
            </a:r>
          </a:p>
          <a:p>
            <a:pPr eaLnBrk="1" hangingPunct="1"/>
            <a:r>
              <a:rPr lang="en-GB" altLang="en-US" sz="2000"/>
              <a:t>	</a:t>
            </a:r>
            <a:r>
              <a:rPr lang="en-GB" altLang="en-US" sz="2000">
                <a:solidFill>
                  <a:srgbClr val="0000FF"/>
                </a:solidFill>
              </a:rPr>
              <a:t>output logic</a:t>
            </a:r>
            <a:r>
              <a:rPr lang="en-GB" altLang="en-US" sz="2000"/>
              <a:t> q);</a:t>
            </a:r>
          </a:p>
          <a:p>
            <a:pPr eaLnBrk="1" hangingPunct="1"/>
            <a:r>
              <a:rPr lang="en-GB" altLang="en-US" sz="2000"/>
              <a:t>	</a:t>
            </a:r>
            <a:r>
              <a:rPr lang="en-GB" altLang="en-US" sz="2000">
                <a:solidFill>
                  <a:srgbClr val="0000FF"/>
                </a:solidFill>
              </a:rPr>
              <a:t>always_latch</a:t>
            </a:r>
          </a:p>
          <a:p>
            <a:pPr eaLnBrk="1" hangingPunct="1"/>
            <a:r>
              <a:rPr lang="en-GB" altLang="en-US" sz="2000"/>
              <a:t>	</a:t>
            </a:r>
            <a:r>
              <a:rPr lang="en-GB" altLang="en-US" sz="2000">
                <a:solidFill>
                  <a:srgbClr val="0000FF"/>
                </a:solidFill>
              </a:rPr>
              <a:t>if</a:t>
            </a:r>
            <a:r>
              <a:rPr lang="en-GB" altLang="en-US" sz="2000"/>
              <a:t> (clk) q &lt;= data;</a:t>
            </a:r>
          </a:p>
          <a:p>
            <a:pPr eaLnBrk="1" hangingPunct="1"/>
            <a:r>
              <a:rPr lang="en-GB" altLang="en-US" sz="2000"/>
              <a:t>	</a:t>
            </a:r>
            <a:r>
              <a:rPr lang="en-GB" altLang="en-US" sz="2000">
                <a:solidFill>
                  <a:srgbClr val="0000FF"/>
                </a:solidFill>
              </a:rPr>
              <a:t>endmodule</a:t>
            </a:r>
          </a:p>
          <a:p>
            <a:pPr eaLnBrk="1" hangingPunct="1"/>
            <a:endParaRPr lang="en-GB" altLang="en-US" sz="2000">
              <a:solidFill>
                <a:srgbClr val="0000FF"/>
              </a:solidFill>
            </a:endParaRPr>
          </a:p>
          <a:p>
            <a:pPr eaLnBrk="1" hangingPunct="1"/>
            <a:r>
              <a:rPr lang="en-GB" altLang="en-US" sz="2000"/>
              <a:t>SystemVerilog can generate</a:t>
            </a:r>
          </a:p>
          <a:p>
            <a:pPr eaLnBrk="1" hangingPunct="1"/>
            <a:r>
              <a:rPr lang="en-GB" altLang="en-US" sz="2000"/>
              <a:t>a warning if the always_latch block doesn’t imply a latch</a:t>
            </a:r>
            <a:endParaRPr lang="en-GB" altLang="en-US" sz="2000">
              <a:solidFill>
                <a:srgbClr val="0000FF"/>
              </a:solidFill>
            </a:endParaRPr>
          </a:p>
          <a:p>
            <a:pPr eaLnBrk="1" hangingPunct="1"/>
            <a:endParaRPr lang="en-GB" altLang="en-US" sz="2000"/>
          </a:p>
        </p:txBody>
      </p:sp>
      <p:sp>
        <p:nvSpPr>
          <p:cNvPr id="43045" name="Rectangle 37">
            <a:extLst>
              <a:ext uri="{FF2B5EF4-FFF2-40B4-BE49-F238E27FC236}">
                <a16:creationId xmlns:a16="http://schemas.microsoft.com/office/drawing/2014/main" id="{E8AE7396-3AE8-D88F-3BAA-011B08C5B08D}"/>
              </a:ext>
            </a:extLst>
          </p:cNvPr>
          <p:cNvSpPr>
            <a:spLocks noChangeArrowheads="1"/>
          </p:cNvSpPr>
          <p:nvPr/>
        </p:nvSpPr>
        <p:spPr bwMode="auto">
          <a:xfrm>
            <a:off x="1712913" y="1158875"/>
            <a:ext cx="4572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en-US" altLang="en-US" sz="2000"/>
              <a:t>To design a circuit</a:t>
            </a:r>
            <a:r>
              <a:rPr lang="ru-RU" altLang="en-US" sz="2000"/>
              <a:t>, </a:t>
            </a:r>
            <a:r>
              <a:rPr lang="en-US" altLang="en-US" sz="2000"/>
              <a:t>free from hazards</a:t>
            </a:r>
            <a:r>
              <a:rPr lang="ru-RU" altLang="en-US" sz="2000"/>
              <a:t>,</a:t>
            </a:r>
            <a:r>
              <a:rPr lang="en-US" altLang="en-US" sz="2000"/>
              <a:t> add DQ implicant</a:t>
            </a:r>
            <a:r>
              <a:rPr lang="ru-RU" altLang="en-US" sz="2000"/>
              <a:t>.</a:t>
            </a:r>
            <a:endParaRPr lang="en-US" altLang="en-US" sz="2000"/>
          </a:p>
          <a:p>
            <a:pPr eaLnBrk="1" hangingPunct="1">
              <a:buFont typeface="Wingdings" panose="05000000000000000000" pitchFamily="2" charset="2"/>
              <a:buNone/>
            </a:pPr>
            <a:r>
              <a:rPr lang="en-US" altLang="en-US" sz="2000"/>
              <a:t>Q* = D·C + </a:t>
            </a:r>
            <a:r>
              <a:rPr lang="en-US" altLang="en-US" sz="2000">
                <a:sym typeface="Symbol" panose="05050102010706020507" pitchFamily="18" charset="2"/>
              </a:rPr>
              <a:t>C</a:t>
            </a:r>
            <a:r>
              <a:rPr lang="en-US" altLang="en-US" sz="2000"/>
              <a:t>·Q +D·Q</a:t>
            </a:r>
            <a:endParaRPr lang="ru-RU" altLang="en-US" sz="2000"/>
          </a:p>
        </p:txBody>
      </p:sp>
      <p:sp>
        <p:nvSpPr>
          <p:cNvPr id="8" name="Title 7">
            <a:extLst>
              <a:ext uri="{FF2B5EF4-FFF2-40B4-BE49-F238E27FC236}">
                <a16:creationId xmlns:a16="http://schemas.microsoft.com/office/drawing/2014/main" id="{76441CF8-0DC1-6ACC-0438-5283AC73B60C}"/>
              </a:ext>
            </a:extLst>
          </p:cNvPr>
          <p:cNvSpPr>
            <a:spLocks noGrp="1"/>
          </p:cNvSpPr>
          <p:nvPr>
            <p:ph type="title"/>
          </p:nvPr>
        </p:nvSpPr>
        <p:spPr/>
        <p:txBody>
          <a:bodyPr>
            <a:normAutofit/>
          </a:bodyPr>
          <a:lstStyle/>
          <a:p>
            <a:r>
              <a:rPr lang="en-US" dirty="0"/>
              <a:t>D Latch (2)</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Group 39">
            <a:extLst>
              <a:ext uri="{FF2B5EF4-FFF2-40B4-BE49-F238E27FC236}">
                <a16:creationId xmlns:a16="http://schemas.microsoft.com/office/drawing/2014/main" id="{EE4501D0-F5CF-8EE9-4914-FE5288E3690B}"/>
              </a:ext>
            </a:extLst>
          </p:cNvPr>
          <p:cNvGrpSpPr>
            <a:grpSpLocks/>
          </p:cNvGrpSpPr>
          <p:nvPr/>
        </p:nvGrpSpPr>
        <p:grpSpPr bwMode="auto">
          <a:xfrm>
            <a:off x="2570163" y="1628776"/>
            <a:ext cx="7366000" cy="3362325"/>
            <a:chOff x="372" y="1026"/>
            <a:chExt cx="4640" cy="2118"/>
          </a:xfrm>
        </p:grpSpPr>
        <p:sp>
          <p:nvSpPr>
            <p:cNvPr id="45060" name="Text Box 6">
              <a:extLst>
                <a:ext uri="{FF2B5EF4-FFF2-40B4-BE49-F238E27FC236}">
                  <a16:creationId xmlns:a16="http://schemas.microsoft.com/office/drawing/2014/main" id="{A565F7B3-22CB-FD65-E0EC-25E379B3E06C}"/>
                </a:ext>
              </a:extLst>
            </p:cNvPr>
            <p:cNvSpPr txBox="1">
              <a:spLocks noChangeArrowheads="1"/>
            </p:cNvSpPr>
            <p:nvPr/>
          </p:nvSpPr>
          <p:spPr bwMode="auto">
            <a:xfrm>
              <a:off x="372" y="1026"/>
              <a:ext cx="217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 = D</a:t>
              </a:r>
              <a:r>
                <a:rPr lang="en-US" altLang="en-US">
                  <a:cs typeface="Times New Roman" panose="02020603050405020304" pitchFamily="18" charset="0"/>
                </a:rPr>
                <a:t>·C + </a:t>
              </a:r>
              <a:r>
                <a:rPr lang="en-US" altLang="en-US">
                  <a:cs typeface="Times New Roman" panose="02020603050405020304" pitchFamily="18" charset="0"/>
                  <a:sym typeface="Symbol" panose="05050102010706020507" pitchFamily="18" charset="2"/>
                </a:rPr>
                <a:t>C</a:t>
              </a:r>
              <a:r>
                <a:rPr lang="en-US" altLang="en-US">
                  <a:cs typeface="Times New Roman" panose="02020603050405020304" pitchFamily="18" charset="0"/>
                </a:rPr>
                <a:t>·Q</a:t>
              </a:r>
            </a:p>
          </p:txBody>
        </p:sp>
        <p:sp>
          <p:nvSpPr>
            <p:cNvPr id="27654" name="AutoShape 8">
              <a:extLst>
                <a:ext uri="{FF2B5EF4-FFF2-40B4-BE49-F238E27FC236}">
                  <a16:creationId xmlns:a16="http://schemas.microsoft.com/office/drawing/2014/main" id="{1BF49029-CE67-4170-BEF1-03A9912C10EB}"/>
                </a:ext>
              </a:extLst>
            </p:cNvPr>
            <p:cNvSpPr>
              <a:spLocks noChangeArrowheads="1"/>
            </p:cNvSpPr>
            <p:nvPr/>
          </p:nvSpPr>
          <p:spPr bwMode="auto">
            <a:xfrm rot="-5400000">
              <a:off x="1020" y="1770"/>
              <a:ext cx="624"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chemeClr val="tx1"/>
              </a:solidFill>
              <a:miter lim="800000"/>
              <a:headEnd/>
              <a:tailEnd/>
            </a:ln>
          </p:spPr>
          <p:txBody>
            <a:bodyPr vert="eaVert" wrap="none" anchor="ctr"/>
            <a:lstStyle/>
            <a:p>
              <a:pPr eaLnBrk="1" hangingPunct="1">
                <a:defRPr/>
              </a:pPr>
              <a:endParaRPr lang="en-US"/>
            </a:p>
          </p:txBody>
        </p:sp>
        <p:sp>
          <p:nvSpPr>
            <p:cNvPr id="45062" name="Text Box 9">
              <a:extLst>
                <a:ext uri="{FF2B5EF4-FFF2-40B4-BE49-F238E27FC236}">
                  <a16:creationId xmlns:a16="http://schemas.microsoft.com/office/drawing/2014/main" id="{4F37FEE3-4924-7ACB-2DD9-3F83A2683922}"/>
                </a:ext>
              </a:extLst>
            </p:cNvPr>
            <p:cNvSpPr txBox="1">
              <a:spLocks noChangeArrowheads="1"/>
            </p:cNvSpPr>
            <p:nvPr/>
          </p:nvSpPr>
          <p:spPr bwMode="auto">
            <a:xfrm>
              <a:off x="1180" y="165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a:t>
              </a:r>
              <a:endParaRPr lang="ru-RU" altLang="en-US" sz="1800"/>
            </a:p>
          </p:txBody>
        </p:sp>
        <p:sp>
          <p:nvSpPr>
            <p:cNvPr id="45063" name="Text Box 10">
              <a:extLst>
                <a:ext uri="{FF2B5EF4-FFF2-40B4-BE49-F238E27FC236}">
                  <a16:creationId xmlns:a16="http://schemas.microsoft.com/office/drawing/2014/main" id="{72A32969-043A-BD7A-8AF5-59326843EDC0}"/>
                </a:ext>
              </a:extLst>
            </p:cNvPr>
            <p:cNvSpPr txBox="1">
              <a:spLocks noChangeArrowheads="1"/>
            </p:cNvSpPr>
            <p:nvPr/>
          </p:nvSpPr>
          <p:spPr bwMode="auto">
            <a:xfrm>
              <a:off x="1172" y="1938"/>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sp>
          <p:nvSpPr>
            <p:cNvPr id="45064" name="Line 11">
              <a:extLst>
                <a:ext uri="{FF2B5EF4-FFF2-40B4-BE49-F238E27FC236}">
                  <a16:creationId xmlns:a16="http://schemas.microsoft.com/office/drawing/2014/main" id="{62FB18CB-6412-9380-0842-5A6EAE0AE6D1}"/>
                </a:ext>
              </a:extLst>
            </p:cNvPr>
            <p:cNvSpPr>
              <a:spLocks noChangeShapeType="1"/>
            </p:cNvSpPr>
            <p:nvPr/>
          </p:nvSpPr>
          <p:spPr bwMode="auto">
            <a:xfrm>
              <a:off x="1476" y="1890"/>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5" name="Line 12">
              <a:extLst>
                <a:ext uri="{FF2B5EF4-FFF2-40B4-BE49-F238E27FC236}">
                  <a16:creationId xmlns:a16="http://schemas.microsoft.com/office/drawing/2014/main" id="{81D2EB0C-0B78-2ECD-60AF-7EA1D6929D39}"/>
                </a:ext>
              </a:extLst>
            </p:cNvPr>
            <p:cNvSpPr>
              <a:spLocks noChangeShapeType="1"/>
            </p:cNvSpPr>
            <p:nvPr/>
          </p:nvSpPr>
          <p:spPr bwMode="auto">
            <a:xfrm>
              <a:off x="708" y="2370"/>
              <a:ext cx="6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6" name="Line 13">
              <a:extLst>
                <a:ext uri="{FF2B5EF4-FFF2-40B4-BE49-F238E27FC236}">
                  <a16:creationId xmlns:a16="http://schemas.microsoft.com/office/drawing/2014/main" id="{DE950A0E-1688-31F1-D86A-75A7CCDB626A}"/>
                </a:ext>
              </a:extLst>
            </p:cNvPr>
            <p:cNvSpPr>
              <a:spLocks noChangeShapeType="1"/>
            </p:cNvSpPr>
            <p:nvPr/>
          </p:nvSpPr>
          <p:spPr bwMode="auto">
            <a:xfrm flipV="1">
              <a:off x="1332" y="2146"/>
              <a:ext cx="0" cy="2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7" name="Line 14">
              <a:extLst>
                <a:ext uri="{FF2B5EF4-FFF2-40B4-BE49-F238E27FC236}">
                  <a16:creationId xmlns:a16="http://schemas.microsoft.com/office/drawing/2014/main" id="{8D9D8FE4-4862-A523-4647-463CC2EC41D0}"/>
                </a:ext>
              </a:extLst>
            </p:cNvPr>
            <p:cNvSpPr>
              <a:spLocks noChangeShapeType="1"/>
            </p:cNvSpPr>
            <p:nvPr/>
          </p:nvSpPr>
          <p:spPr bwMode="auto">
            <a:xfrm flipV="1">
              <a:off x="1668" y="1458"/>
              <a:ext cx="0" cy="432"/>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5068" name="Line 15">
              <a:extLst>
                <a:ext uri="{FF2B5EF4-FFF2-40B4-BE49-F238E27FC236}">
                  <a16:creationId xmlns:a16="http://schemas.microsoft.com/office/drawing/2014/main" id="{C885FA6B-768E-D944-7D87-9F96C3274430}"/>
                </a:ext>
              </a:extLst>
            </p:cNvPr>
            <p:cNvSpPr>
              <a:spLocks noChangeShapeType="1"/>
            </p:cNvSpPr>
            <p:nvPr/>
          </p:nvSpPr>
          <p:spPr bwMode="auto">
            <a:xfrm flipH="1">
              <a:off x="900" y="1458"/>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9" name="Line 16">
              <a:extLst>
                <a:ext uri="{FF2B5EF4-FFF2-40B4-BE49-F238E27FC236}">
                  <a16:creationId xmlns:a16="http://schemas.microsoft.com/office/drawing/2014/main" id="{70103D12-6E22-ABE1-A86D-2E2726AD250F}"/>
                </a:ext>
              </a:extLst>
            </p:cNvPr>
            <p:cNvSpPr>
              <a:spLocks noChangeShapeType="1"/>
            </p:cNvSpPr>
            <p:nvPr/>
          </p:nvSpPr>
          <p:spPr bwMode="auto">
            <a:xfrm>
              <a:off x="900" y="1458"/>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0" name="Line 17">
              <a:extLst>
                <a:ext uri="{FF2B5EF4-FFF2-40B4-BE49-F238E27FC236}">
                  <a16:creationId xmlns:a16="http://schemas.microsoft.com/office/drawing/2014/main" id="{26A1C6FC-5BF2-FE4B-7076-8E2274EE6AF6}"/>
                </a:ext>
              </a:extLst>
            </p:cNvPr>
            <p:cNvSpPr>
              <a:spLocks noChangeShapeType="1"/>
            </p:cNvSpPr>
            <p:nvPr/>
          </p:nvSpPr>
          <p:spPr bwMode="auto">
            <a:xfrm>
              <a:off x="900" y="1746"/>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1" name="Line 18">
              <a:extLst>
                <a:ext uri="{FF2B5EF4-FFF2-40B4-BE49-F238E27FC236}">
                  <a16:creationId xmlns:a16="http://schemas.microsoft.com/office/drawing/2014/main" id="{82A2EC87-71A1-EE49-5FB5-FCF48F98A644}"/>
                </a:ext>
              </a:extLst>
            </p:cNvPr>
            <p:cNvSpPr>
              <a:spLocks noChangeShapeType="1"/>
            </p:cNvSpPr>
            <p:nvPr/>
          </p:nvSpPr>
          <p:spPr bwMode="auto">
            <a:xfrm>
              <a:off x="700" y="2034"/>
              <a:ext cx="4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2" name="Text Box 19">
              <a:extLst>
                <a:ext uri="{FF2B5EF4-FFF2-40B4-BE49-F238E27FC236}">
                  <a16:creationId xmlns:a16="http://schemas.microsoft.com/office/drawing/2014/main" id="{F61C8C8F-CDB2-7FE9-DA57-667FB82478BA}"/>
                </a:ext>
              </a:extLst>
            </p:cNvPr>
            <p:cNvSpPr txBox="1">
              <a:spLocks noChangeArrowheads="1"/>
            </p:cNvSpPr>
            <p:nvPr/>
          </p:nvSpPr>
          <p:spPr bwMode="auto">
            <a:xfrm>
              <a:off x="1956" y="1746"/>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45073" name="Text Box 20">
              <a:extLst>
                <a:ext uri="{FF2B5EF4-FFF2-40B4-BE49-F238E27FC236}">
                  <a16:creationId xmlns:a16="http://schemas.microsoft.com/office/drawing/2014/main" id="{41117CD7-7A84-7762-3882-553435912192}"/>
                </a:ext>
              </a:extLst>
            </p:cNvPr>
            <p:cNvSpPr txBox="1">
              <a:spLocks noChangeArrowheads="1"/>
            </p:cNvSpPr>
            <p:nvPr/>
          </p:nvSpPr>
          <p:spPr bwMode="auto">
            <a:xfrm>
              <a:off x="444" y="1906"/>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45074" name="Text Box 21">
              <a:extLst>
                <a:ext uri="{FF2B5EF4-FFF2-40B4-BE49-F238E27FC236}">
                  <a16:creationId xmlns:a16="http://schemas.microsoft.com/office/drawing/2014/main" id="{18B7717D-B0FE-ED22-41BA-1880597F88FA}"/>
                </a:ext>
              </a:extLst>
            </p:cNvPr>
            <p:cNvSpPr txBox="1">
              <a:spLocks noChangeArrowheads="1"/>
            </p:cNvSpPr>
            <p:nvPr/>
          </p:nvSpPr>
          <p:spPr bwMode="auto">
            <a:xfrm>
              <a:off x="372" y="2330"/>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27668" name="AutoShape 23">
              <a:extLst>
                <a:ext uri="{FF2B5EF4-FFF2-40B4-BE49-F238E27FC236}">
                  <a16:creationId xmlns:a16="http://schemas.microsoft.com/office/drawing/2014/main" id="{108B7E7E-0E3A-4F12-9931-CB7276FBF3E5}"/>
                </a:ext>
              </a:extLst>
            </p:cNvPr>
            <p:cNvSpPr>
              <a:spLocks noChangeArrowheads="1"/>
            </p:cNvSpPr>
            <p:nvPr/>
          </p:nvSpPr>
          <p:spPr bwMode="auto">
            <a:xfrm rot="16200000">
              <a:off x="3627" y="1730"/>
              <a:ext cx="624"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chemeClr val="tx1"/>
              </a:solidFill>
              <a:miter lim="800000"/>
              <a:headEnd/>
              <a:tailEnd/>
            </a:ln>
          </p:spPr>
          <p:txBody>
            <a:bodyPr vert="eaVert" wrap="none" anchor="ctr"/>
            <a:lstStyle/>
            <a:p>
              <a:pPr eaLnBrk="1" hangingPunct="1">
                <a:defRPr/>
              </a:pPr>
              <a:endParaRPr lang="en-US"/>
            </a:p>
          </p:txBody>
        </p:sp>
        <p:sp>
          <p:nvSpPr>
            <p:cNvPr id="45076" name="Text Box 24">
              <a:extLst>
                <a:ext uri="{FF2B5EF4-FFF2-40B4-BE49-F238E27FC236}">
                  <a16:creationId xmlns:a16="http://schemas.microsoft.com/office/drawing/2014/main" id="{FBB38DF9-A797-7404-8795-D8F058E33BD9}"/>
                </a:ext>
              </a:extLst>
            </p:cNvPr>
            <p:cNvSpPr txBox="1">
              <a:spLocks noChangeArrowheads="1"/>
            </p:cNvSpPr>
            <p:nvPr/>
          </p:nvSpPr>
          <p:spPr bwMode="auto">
            <a:xfrm>
              <a:off x="3787" y="161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a:t>
              </a:r>
              <a:endParaRPr lang="ru-RU" altLang="en-US" sz="1800"/>
            </a:p>
          </p:txBody>
        </p:sp>
        <p:sp>
          <p:nvSpPr>
            <p:cNvPr id="45077" name="Text Box 25">
              <a:extLst>
                <a:ext uri="{FF2B5EF4-FFF2-40B4-BE49-F238E27FC236}">
                  <a16:creationId xmlns:a16="http://schemas.microsoft.com/office/drawing/2014/main" id="{92B0C6D4-9E38-D1B4-5B98-BB7C1C0B830D}"/>
                </a:ext>
              </a:extLst>
            </p:cNvPr>
            <p:cNvSpPr txBox="1">
              <a:spLocks noChangeArrowheads="1"/>
            </p:cNvSpPr>
            <p:nvPr/>
          </p:nvSpPr>
          <p:spPr bwMode="auto">
            <a:xfrm>
              <a:off x="3779" y="1898"/>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sp>
          <p:nvSpPr>
            <p:cNvPr id="45078" name="Line 26">
              <a:extLst>
                <a:ext uri="{FF2B5EF4-FFF2-40B4-BE49-F238E27FC236}">
                  <a16:creationId xmlns:a16="http://schemas.microsoft.com/office/drawing/2014/main" id="{B81351B0-38CB-AB84-DC98-3E644A827311}"/>
                </a:ext>
              </a:extLst>
            </p:cNvPr>
            <p:cNvSpPr>
              <a:spLocks noChangeShapeType="1"/>
            </p:cNvSpPr>
            <p:nvPr/>
          </p:nvSpPr>
          <p:spPr bwMode="auto">
            <a:xfrm>
              <a:off x="4083" y="1850"/>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9" name="Line 27">
              <a:extLst>
                <a:ext uri="{FF2B5EF4-FFF2-40B4-BE49-F238E27FC236}">
                  <a16:creationId xmlns:a16="http://schemas.microsoft.com/office/drawing/2014/main" id="{71A465A6-9909-C92F-EA04-21AFBDC7AEF2}"/>
                </a:ext>
              </a:extLst>
            </p:cNvPr>
            <p:cNvSpPr>
              <a:spLocks noChangeShapeType="1"/>
            </p:cNvSpPr>
            <p:nvPr/>
          </p:nvSpPr>
          <p:spPr bwMode="auto">
            <a:xfrm>
              <a:off x="3315" y="2330"/>
              <a:ext cx="6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0" name="Line 28">
              <a:extLst>
                <a:ext uri="{FF2B5EF4-FFF2-40B4-BE49-F238E27FC236}">
                  <a16:creationId xmlns:a16="http://schemas.microsoft.com/office/drawing/2014/main" id="{5CE4E889-7A4D-CFA6-617E-8688749E3B04}"/>
                </a:ext>
              </a:extLst>
            </p:cNvPr>
            <p:cNvSpPr>
              <a:spLocks noChangeShapeType="1"/>
            </p:cNvSpPr>
            <p:nvPr/>
          </p:nvSpPr>
          <p:spPr bwMode="auto">
            <a:xfrm flipV="1">
              <a:off x="3939" y="2106"/>
              <a:ext cx="0" cy="2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1" name="Line 29">
              <a:extLst>
                <a:ext uri="{FF2B5EF4-FFF2-40B4-BE49-F238E27FC236}">
                  <a16:creationId xmlns:a16="http://schemas.microsoft.com/office/drawing/2014/main" id="{CE2683E5-FA39-8E2E-BE10-DA528552A86D}"/>
                </a:ext>
              </a:extLst>
            </p:cNvPr>
            <p:cNvSpPr>
              <a:spLocks noChangeShapeType="1"/>
            </p:cNvSpPr>
            <p:nvPr/>
          </p:nvSpPr>
          <p:spPr bwMode="auto">
            <a:xfrm flipV="1">
              <a:off x="4275" y="1418"/>
              <a:ext cx="0" cy="432"/>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5082" name="Line 30">
              <a:extLst>
                <a:ext uri="{FF2B5EF4-FFF2-40B4-BE49-F238E27FC236}">
                  <a16:creationId xmlns:a16="http://schemas.microsoft.com/office/drawing/2014/main" id="{E59CA11B-9631-8CFC-042F-105493B91AAC}"/>
                </a:ext>
              </a:extLst>
            </p:cNvPr>
            <p:cNvSpPr>
              <a:spLocks noChangeShapeType="1"/>
            </p:cNvSpPr>
            <p:nvPr/>
          </p:nvSpPr>
          <p:spPr bwMode="auto">
            <a:xfrm flipH="1">
              <a:off x="3507" y="1418"/>
              <a:ext cx="7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3" name="Line 31">
              <a:extLst>
                <a:ext uri="{FF2B5EF4-FFF2-40B4-BE49-F238E27FC236}">
                  <a16:creationId xmlns:a16="http://schemas.microsoft.com/office/drawing/2014/main" id="{E05969B9-5075-6751-EF07-2A564155D770}"/>
                </a:ext>
              </a:extLst>
            </p:cNvPr>
            <p:cNvSpPr>
              <a:spLocks noChangeShapeType="1"/>
            </p:cNvSpPr>
            <p:nvPr/>
          </p:nvSpPr>
          <p:spPr bwMode="auto">
            <a:xfrm>
              <a:off x="3507" y="1418"/>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4" name="Line 32">
              <a:extLst>
                <a:ext uri="{FF2B5EF4-FFF2-40B4-BE49-F238E27FC236}">
                  <a16:creationId xmlns:a16="http://schemas.microsoft.com/office/drawing/2014/main" id="{E875CFFC-80F3-98E0-3230-1B4B389A14F8}"/>
                </a:ext>
              </a:extLst>
            </p:cNvPr>
            <p:cNvSpPr>
              <a:spLocks noChangeShapeType="1"/>
            </p:cNvSpPr>
            <p:nvPr/>
          </p:nvSpPr>
          <p:spPr bwMode="auto">
            <a:xfrm>
              <a:off x="3267" y="1706"/>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5" name="Line 33">
              <a:extLst>
                <a:ext uri="{FF2B5EF4-FFF2-40B4-BE49-F238E27FC236}">
                  <a16:creationId xmlns:a16="http://schemas.microsoft.com/office/drawing/2014/main" id="{72520EFB-1634-C3A2-DEC6-56A8CC900F12}"/>
                </a:ext>
              </a:extLst>
            </p:cNvPr>
            <p:cNvSpPr>
              <a:spLocks noChangeShapeType="1"/>
            </p:cNvSpPr>
            <p:nvPr/>
          </p:nvSpPr>
          <p:spPr bwMode="auto">
            <a:xfrm>
              <a:off x="3507" y="1994"/>
              <a:ext cx="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6" name="Text Box 34">
              <a:extLst>
                <a:ext uri="{FF2B5EF4-FFF2-40B4-BE49-F238E27FC236}">
                  <a16:creationId xmlns:a16="http://schemas.microsoft.com/office/drawing/2014/main" id="{579D8EAE-283A-FBB2-D757-9E3DDDC66E77}"/>
                </a:ext>
              </a:extLst>
            </p:cNvPr>
            <p:cNvSpPr txBox="1">
              <a:spLocks noChangeArrowheads="1"/>
            </p:cNvSpPr>
            <p:nvPr/>
          </p:nvSpPr>
          <p:spPr bwMode="auto">
            <a:xfrm>
              <a:off x="4563" y="1706"/>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45087" name="Text Box 35">
              <a:extLst>
                <a:ext uri="{FF2B5EF4-FFF2-40B4-BE49-F238E27FC236}">
                  <a16:creationId xmlns:a16="http://schemas.microsoft.com/office/drawing/2014/main" id="{EA6BEB32-5643-3361-FE26-078016EC2BB5}"/>
                </a:ext>
              </a:extLst>
            </p:cNvPr>
            <p:cNvSpPr txBox="1">
              <a:spLocks noChangeArrowheads="1"/>
            </p:cNvSpPr>
            <p:nvPr/>
          </p:nvSpPr>
          <p:spPr bwMode="auto">
            <a:xfrm>
              <a:off x="3027" y="1562"/>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45088" name="Text Box 36">
              <a:extLst>
                <a:ext uri="{FF2B5EF4-FFF2-40B4-BE49-F238E27FC236}">
                  <a16:creationId xmlns:a16="http://schemas.microsoft.com/office/drawing/2014/main" id="{58549A6D-7E7D-616B-8750-432EA8253AF9}"/>
                </a:ext>
              </a:extLst>
            </p:cNvPr>
            <p:cNvSpPr txBox="1">
              <a:spLocks noChangeArrowheads="1"/>
            </p:cNvSpPr>
            <p:nvPr/>
          </p:nvSpPr>
          <p:spPr bwMode="auto">
            <a:xfrm>
              <a:off x="2979" y="2290"/>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45089" name="Text Box 37">
              <a:extLst>
                <a:ext uri="{FF2B5EF4-FFF2-40B4-BE49-F238E27FC236}">
                  <a16:creationId xmlns:a16="http://schemas.microsoft.com/office/drawing/2014/main" id="{AAC91C8C-66E2-8FBC-F388-C53DF6FCBFE8}"/>
                </a:ext>
              </a:extLst>
            </p:cNvPr>
            <p:cNvSpPr txBox="1">
              <a:spLocks noChangeArrowheads="1"/>
            </p:cNvSpPr>
            <p:nvPr/>
          </p:nvSpPr>
          <p:spPr bwMode="auto">
            <a:xfrm>
              <a:off x="2835" y="1026"/>
              <a:ext cx="217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 = D</a:t>
              </a:r>
              <a:r>
                <a:rPr lang="en-US" altLang="en-US">
                  <a:cs typeface="Times New Roman" panose="02020603050405020304" pitchFamily="18" charset="0"/>
                </a:rPr>
                <a:t>·</a:t>
              </a:r>
              <a:r>
                <a:rPr lang="en-US" altLang="en-US">
                  <a:cs typeface="Times New Roman" panose="02020603050405020304" pitchFamily="18" charset="0"/>
                  <a:sym typeface="Symbol" panose="05050102010706020507" pitchFamily="18" charset="2"/>
                </a:rPr>
                <a:t></a:t>
              </a:r>
              <a:r>
                <a:rPr lang="en-US" altLang="en-US">
                  <a:cs typeface="Times New Roman" panose="02020603050405020304" pitchFamily="18" charset="0"/>
                </a:rPr>
                <a:t>C + </a:t>
              </a:r>
              <a:r>
                <a:rPr lang="en-US" altLang="en-US">
                  <a:cs typeface="Times New Roman" panose="02020603050405020304" pitchFamily="18" charset="0"/>
                  <a:sym typeface="Symbol" panose="05050102010706020507" pitchFamily="18" charset="2"/>
                </a:rPr>
                <a:t> C</a:t>
              </a:r>
              <a:r>
                <a:rPr lang="en-US" altLang="en-US">
                  <a:cs typeface="Times New Roman" panose="02020603050405020304" pitchFamily="18" charset="0"/>
                </a:rPr>
                <a:t>·Q</a:t>
              </a:r>
            </a:p>
          </p:txBody>
        </p:sp>
        <p:sp>
          <p:nvSpPr>
            <p:cNvPr id="45090" name="Text Box 38">
              <a:extLst>
                <a:ext uri="{FF2B5EF4-FFF2-40B4-BE49-F238E27FC236}">
                  <a16:creationId xmlns:a16="http://schemas.microsoft.com/office/drawing/2014/main" id="{3A308619-EADC-0639-18DF-2E9888572089}"/>
                </a:ext>
              </a:extLst>
            </p:cNvPr>
            <p:cNvSpPr txBox="1">
              <a:spLocks noChangeArrowheads="1"/>
            </p:cNvSpPr>
            <p:nvPr/>
          </p:nvSpPr>
          <p:spPr bwMode="auto">
            <a:xfrm>
              <a:off x="436" y="2698"/>
              <a:ext cx="1200"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Positive level </a:t>
              </a:r>
              <a:br>
                <a:rPr lang="en-US" altLang="en-US" sz="2000"/>
              </a:br>
              <a:r>
                <a:rPr lang="en-US" altLang="en-US" sz="2000"/>
                <a:t>sensitive latch</a:t>
              </a:r>
              <a:endParaRPr lang="ru-RU" altLang="en-US" sz="2000"/>
            </a:p>
          </p:txBody>
        </p:sp>
        <p:sp>
          <p:nvSpPr>
            <p:cNvPr id="45091" name="Text Box 39">
              <a:extLst>
                <a:ext uri="{FF2B5EF4-FFF2-40B4-BE49-F238E27FC236}">
                  <a16:creationId xmlns:a16="http://schemas.microsoft.com/office/drawing/2014/main" id="{CA48B1E3-D429-088A-F905-A38026901486}"/>
                </a:ext>
              </a:extLst>
            </p:cNvPr>
            <p:cNvSpPr txBox="1">
              <a:spLocks noChangeArrowheads="1"/>
            </p:cNvSpPr>
            <p:nvPr/>
          </p:nvSpPr>
          <p:spPr bwMode="auto">
            <a:xfrm>
              <a:off x="3299" y="2652"/>
              <a:ext cx="148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Negative  level sensitive latch</a:t>
              </a:r>
              <a:endParaRPr lang="ru-RU" altLang="en-US" sz="2000"/>
            </a:p>
          </p:txBody>
        </p:sp>
      </p:grpSp>
      <p:sp>
        <p:nvSpPr>
          <p:cNvPr id="8" name="Title 7">
            <a:extLst>
              <a:ext uri="{FF2B5EF4-FFF2-40B4-BE49-F238E27FC236}">
                <a16:creationId xmlns:a16="http://schemas.microsoft.com/office/drawing/2014/main" id="{E9965470-60D5-534C-4B02-23ADF1E30ED9}"/>
              </a:ext>
            </a:extLst>
          </p:cNvPr>
          <p:cNvSpPr>
            <a:spLocks noGrp="1"/>
          </p:cNvSpPr>
          <p:nvPr>
            <p:ph type="title"/>
          </p:nvPr>
        </p:nvSpPr>
        <p:spPr/>
        <p:txBody>
          <a:bodyPr>
            <a:normAutofit/>
          </a:bodyPr>
          <a:lstStyle/>
          <a:p>
            <a:r>
              <a:rPr lang="en-US" dirty="0"/>
              <a:t>D Latch Using Multiplexer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Заголовок 1">
            <a:extLst>
              <a:ext uri="{FF2B5EF4-FFF2-40B4-BE49-F238E27FC236}">
                <a16:creationId xmlns:a16="http://schemas.microsoft.com/office/drawing/2014/main" id="{9D4D045E-2DC4-ED0D-0585-547D1F1BF4E4}"/>
              </a:ext>
            </a:extLst>
          </p:cNvPr>
          <p:cNvSpPr>
            <a:spLocks noGrp="1" noChangeArrowheads="1"/>
          </p:cNvSpPr>
          <p:nvPr>
            <p:ph type="title"/>
          </p:nvPr>
        </p:nvSpPr>
        <p:spPr/>
        <p:txBody>
          <a:bodyPr>
            <a:normAutofit/>
          </a:bodyPr>
          <a:lstStyle/>
          <a:p>
            <a:r>
              <a:rPr lang="en-US" altLang="en-US" dirty="0"/>
              <a:t>Edge-Triggered D Flip-Flops</a:t>
            </a:r>
            <a:endParaRPr lang="ru-RU" altLang="en-US" dirty="0"/>
          </a:p>
        </p:txBody>
      </p:sp>
      <p:sp>
        <p:nvSpPr>
          <p:cNvPr id="47107" name="Объект 2">
            <a:extLst>
              <a:ext uri="{FF2B5EF4-FFF2-40B4-BE49-F238E27FC236}">
                <a16:creationId xmlns:a16="http://schemas.microsoft.com/office/drawing/2014/main" id="{96C8E243-DE71-8D87-E486-058154E558C9}"/>
              </a:ext>
            </a:extLst>
          </p:cNvPr>
          <p:cNvSpPr>
            <a:spLocks noGrp="1" noChangeArrowheads="1"/>
          </p:cNvSpPr>
          <p:nvPr>
            <p:ph type="body" sz="quarter" idx="10"/>
          </p:nvPr>
        </p:nvSpPr>
        <p:spPr/>
        <p:txBody>
          <a:bodyPr/>
          <a:lstStyle/>
          <a:p>
            <a:r>
              <a:rPr lang="en-US" altLang="en-US"/>
              <a:t>D flip-flop has asynchronous inputs </a:t>
            </a:r>
            <a:r>
              <a:rPr lang="en-US" altLang="en-US">
                <a:sym typeface="Symbol" panose="05050102010706020507" pitchFamily="18" charset="2"/>
              </a:rPr>
              <a:t></a:t>
            </a:r>
            <a:r>
              <a:rPr lang="en-US" altLang="en-US"/>
              <a:t>R(clear) and </a:t>
            </a:r>
            <a:r>
              <a:rPr lang="en-US" altLang="en-US">
                <a:sym typeface="Symbol" panose="05050102010706020507" pitchFamily="18" charset="2"/>
              </a:rPr>
              <a:t></a:t>
            </a:r>
            <a:r>
              <a:rPr lang="en-US" altLang="en-US"/>
              <a:t>S (preset)  that may be used to force the flip-flop to a particular state independent of the clock and D inputs</a:t>
            </a:r>
            <a:endParaRPr lang="ru-RU" altLang="en-US"/>
          </a:p>
          <a:p>
            <a:endParaRPr lang="ru-RU" altLang="en-US"/>
          </a:p>
        </p:txBody>
      </p:sp>
      <p:graphicFrame>
        <p:nvGraphicFramePr>
          <p:cNvPr id="28750" name="Group 78">
            <a:extLst>
              <a:ext uri="{FF2B5EF4-FFF2-40B4-BE49-F238E27FC236}">
                <a16:creationId xmlns:a16="http://schemas.microsoft.com/office/drawing/2014/main" id="{EA062368-557A-4698-9D6F-8D754F49BCDF}"/>
              </a:ext>
            </a:extLst>
          </p:cNvPr>
          <p:cNvGraphicFramePr>
            <a:graphicFrameLocks noGrp="1"/>
          </p:cNvGraphicFramePr>
          <p:nvPr>
            <p:extLst>
              <p:ext uri="{D42A27DB-BD31-4B8C-83A1-F6EECF244321}">
                <p14:modId xmlns:p14="http://schemas.microsoft.com/office/powerpoint/2010/main" val="58653366"/>
              </p:ext>
            </p:extLst>
          </p:nvPr>
        </p:nvGraphicFramePr>
        <p:xfrm>
          <a:off x="2149475" y="2882901"/>
          <a:ext cx="5035550" cy="2488306"/>
        </p:xfrm>
        <a:graphic>
          <a:graphicData uri="http://schemas.openxmlformats.org/drawingml/2006/table">
            <a:tbl>
              <a:tblPr/>
              <a:tblGrid>
                <a:gridCol w="735013">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47725">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50887">
                  <a:extLst>
                    <a:ext uri="{9D8B030D-6E8A-4147-A177-3AD203B41FA5}">
                      <a16:colId xmlns:a16="http://schemas.microsoft.com/office/drawing/2014/main" val="20004"/>
                    </a:ext>
                  </a:extLst>
                </a:gridCol>
                <a:gridCol w="1089025">
                  <a:extLst>
                    <a:ext uri="{9D8B030D-6E8A-4147-A177-3AD203B41FA5}">
                      <a16:colId xmlns:a16="http://schemas.microsoft.com/office/drawing/2014/main" val="20005"/>
                    </a:ext>
                  </a:extLst>
                </a:gridCol>
              </a:tblGrid>
              <a:tr h="371417">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sym typeface="Symbol" pitchFamily="18" charset="2"/>
                        </a:rPr>
                        <a:t></a:t>
                      </a:r>
                      <a:r>
                        <a:rPr kumimoji="0" lang="en-US" sz="1800" b="0" i="0" u="none" strike="noStrike" cap="none" normalizeH="0" baseline="0" dirty="0">
                          <a:ln>
                            <a:noFill/>
                          </a:ln>
                          <a:solidFill>
                            <a:schemeClr val="tx1"/>
                          </a:solidFill>
                          <a:effectLst/>
                          <a:latin typeface="Arial" pitchFamily="34" charset="0"/>
                          <a:cs typeface="Arial" pitchFamily="34" charset="0"/>
                        </a:rPr>
                        <a:t>R</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a:t>
                      </a:r>
                      <a:r>
                        <a:rPr kumimoji="0" lang="en-US" sz="1800" b="0" i="0" u="none" strike="noStrike" cap="none" normalizeH="0" baseline="0">
                          <a:ln>
                            <a:noFill/>
                          </a:ln>
                          <a:solidFill>
                            <a:schemeClr val="tx1"/>
                          </a:solidFill>
                          <a:effectLst/>
                          <a:latin typeface="Arial" pitchFamily="34" charset="0"/>
                          <a:cs typeface="Arial" pitchFamily="34" charset="0"/>
                        </a:rPr>
                        <a:t>S</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D</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C</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Q*</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Mode</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98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Reset</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7141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X</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Set</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640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Not allowed</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698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pitchFamily="34" charset="0"/>
                          <a:cs typeface="Arial" pitchFamily="34" charset="0"/>
                          <a:sym typeface="Symbol" pitchFamily="18" charset="2"/>
                        </a:rPr>
                        <a:t></a:t>
                      </a:r>
                      <a:endParaRPr kumimoji="0" lang="en-US" sz="1800" b="1"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Writing 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pitchFamily="34" charset="0"/>
                          <a:cs typeface="Arial" pitchFamily="34" charset="0"/>
                          <a:sym typeface="Symbol" pitchFamily="18" charset="2"/>
                        </a:rPr>
                        <a:t></a:t>
                      </a:r>
                      <a:endParaRPr kumimoji="0" lang="en-US" sz="1800" b="1"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cs typeface="Arial" pitchFamily="34" charset="0"/>
                        </a:rPr>
                        <a:t>Writing 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47159" name="Text Box 92">
            <a:extLst>
              <a:ext uri="{FF2B5EF4-FFF2-40B4-BE49-F238E27FC236}">
                <a16:creationId xmlns:a16="http://schemas.microsoft.com/office/drawing/2014/main" id="{A46BCC2F-EBA6-6E24-087F-5C337564F35B}"/>
              </a:ext>
            </a:extLst>
          </p:cNvPr>
          <p:cNvSpPr txBox="1">
            <a:spLocks noChangeArrowheads="1"/>
          </p:cNvSpPr>
          <p:nvPr/>
        </p:nvSpPr>
        <p:spPr bwMode="auto">
          <a:xfrm>
            <a:off x="7253289" y="4108450"/>
            <a:ext cx="93662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47160" name="Rectangle 78">
            <a:extLst>
              <a:ext uri="{FF2B5EF4-FFF2-40B4-BE49-F238E27FC236}">
                <a16:creationId xmlns:a16="http://schemas.microsoft.com/office/drawing/2014/main" id="{5B3586EC-8C77-BEE0-C32D-AB62BFDFD6EE}"/>
              </a:ext>
            </a:extLst>
          </p:cNvPr>
          <p:cNvSpPr>
            <a:spLocks noChangeArrowheads="1"/>
          </p:cNvSpPr>
          <p:nvPr/>
        </p:nvSpPr>
        <p:spPr bwMode="auto">
          <a:xfrm>
            <a:off x="8308976" y="3321051"/>
            <a:ext cx="703263" cy="1184275"/>
          </a:xfrm>
          <a:prstGeom prst="rect">
            <a:avLst/>
          </a:prstGeom>
          <a:solidFill>
            <a:schemeClr val="accent1"/>
          </a:solidFill>
          <a:ln w="22225">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47161" name="Text Box 79">
            <a:extLst>
              <a:ext uri="{FF2B5EF4-FFF2-40B4-BE49-F238E27FC236}">
                <a16:creationId xmlns:a16="http://schemas.microsoft.com/office/drawing/2014/main" id="{9FD0D35F-F77E-E3D2-53DC-59D7D009BEE4}"/>
              </a:ext>
            </a:extLst>
          </p:cNvPr>
          <p:cNvSpPr txBox="1">
            <a:spLocks noChangeArrowheads="1"/>
          </p:cNvSpPr>
          <p:nvPr/>
        </p:nvSpPr>
        <p:spPr bwMode="auto">
          <a:xfrm>
            <a:off x="8356600" y="3416300"/>
            <a:ext cx="5016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D</a:t>
            </a:r>
            <a:endParaRPr lang="ru-RU" altLang="en-US" sz="2000" dirty="0">
              <a:solidFill>
                <a:schemeClr val="bg2"/>
              </a:solidFill>
            </a:endParaRPr>
          </a:p>
        </p:txBody>
      </p:sp>
      <p:sp>
        <p:nvSpPr>
          <p:cNvPr id="47162" name="Text Box 80">
            <a:extLst>
              <a:ext uri="{FF2B5EF4-FFF2-40B4-BE49-F238E27FC236}">
                <a16:creationId xmlns:a16="http://schemas.microsoft.com/office/drawing/2014/main" id="{8509DFC5-729F-97AE-5893-C736D219EDFD}"/>
              </a:ext>
            </a:extLst>
          </p:cNvPr>
          <p:cNvSpPr txBox="1">
            <a:spLocks noChangeArrowheads="1"/>
          </p:cNvSpPr>
          <p:nvPr/>
        </p:nvSpPr>
        <p:spPr bwMode="auto">
          <a:xfrm>
            <a:off x="8380413" y="4006850"/>
            <a:ext cx="5016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C</a:t>
            </a:r>
            <a:endParaRPr lang="ru-RU" altLang="en-US" sz="2000" dirty="0">
              <a:solidFill>
                <a:schemeClr val="bg2"/>
              </a:solidFill>
            </a:endParaRPr>
          </a:p>
        </p:txBody>
      </p:sp>
      <p:sp>
        <p:nvSpPr>
          <p:cNvPr id="47163" name="AutoShape 81">
            <a:extLst>
              <a:ext uri="{FF2B5EF4-FFF2-40B4-BE49-F238E27FC236}">
                <a16:creationId xmlns:a16="http://schemas.microsoft.com/office/drawing/2014/main" id="{78947B25-4717-F053-FE2C-FF523D91EDC3}"/>
              </a:ext>
            </a:extLst>
          </p:cNvPr>
          <p:cNvSpPr>
            <a:spLocks noChangeArrowheads="1"/>
          </p:cNvSpPr>
          <p:nvPr/>
        </p:nvSpPr>
        <p:spPr bwMode="auto">
          <a:xfrm rot="5400000">
            <a:off x="8255795" y="4136232"/>
            <a:ext cx="211137" cy="101600"/>
          </a:xfrm>
          <a:prstGeom prst="triangle">
            <a:avLst>
              <a:gd name="adj" fmla="val 50000"/>
            </a:avLst>
          </a:prstGeom>
          <a:noFill/>
          <a:ln w="222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7164" name="Oval 82">
            <a:extLst>
              <a:ext uri="{FF2B5EF4-FFF2-40B4-BE49-F238E27FC236}">
                <a16:creationId xmlns:a16="http://schemas.microsoft.com/office/drawing/2014/main" id="{A1AEA368-0572-F75E-9E9A-13CA77F09ECC}"/>
              </a:ext>
            </a:extLst>
          </p:cNvPr>
          <p:cNvSpPr>
            <a:spLocks noChangeArrowheads="1"/>
          </p:cNvSpPr>
          <p:nvPr/>
        </p:nvSpPr>
        <p:spPr bwMode="auto">
          <a:xfrm>
            <a:off x="8599488" y="3170239"/>
            <a:ext cx="133350" cy="147637"/>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7165" name="Oval 83">
            <a:extLst>
              <a:ext uri="{FF2B5EF4-FFF2-40B4-BE49-F238E27FC236}">
                <a16:creationId xmlns:a16="http://schemas.microsoft.com/office/drawing/2014/main" id="{8B97F67C-F703-A2B8-CB29-BFA6CA0CAA57}"/>
              </a:ext>
            </a:extLst>
          </p:cNvPr>
          <p:cNvSpPr>
            <a:spLocks noChangeArrowheads="1"/>
          </p:cNvSpPr>
          <p:nvPr/>
        </p:nvSpPr>
        <p:spPr bwMode="auto">
          <a:xfrm>
            <a:off x="8599488" y="4514850"/>
            <a:ext cx="133350" cy="146050"/>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7166" name="Line 84">
            <a:extLst>
              <a:ext uri="{FF2B5EF4-FFF2-40B4-BE49-F238E27FC236}">
                <a16:creationId xmlns:a16="http://schemas.microsoft.com/office/drawing/2014/main" id="{446C5D28-BBC7-AEE4-FD20-9EF86FA9382E}"/>
              </a:ext>
            </a:extLst>
          </p:cNvPr>
          <p:cNvSpPr>
            <a:spLocks noChangeShapeType="1"/>
          </p:cNvSpPr>
          <p:nvPr/>
        </p:nvSpPr>
        <p:spPr bwMode="auto">
          <a:xfrm>
            <a:off x="7826375" y="3516313"/>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7" name="Line 85">
            <a:extLst>
              <a:ext uri="{FF2B5EF4-FFF2-40B4-BE49-F238E27FC236}">
                <a16:creationId xmlns:a16="http://schemas.microsoft.com/office/drawing/2014/main" id="{8CA82164-662D-FFB6-A66D-CBA513E58FDD}"/>
              </a:ext>
            </a:extLst>
          </p:cNvPr>
          <p:cNvSpPr>
            <a:spLocks noChangeShapeType="1"/>
          </p:cNvSpPr>
          <p:nvPr/>
        </p:nvSpPr>
        <p:spPr bwMode="auto">
          <a:xfrm>
            <a:off x="7826375" y="4159250"/>
            <a:ext cx="482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8" name="Line 86">
            <a:extLst>
              <a:ext uri="{FF2B5EF4-FFF2-40B4-BE49-F238E27FC236}">
                <a16:creationId xmlns:a16="http://schemas.microsoft.com/office/drawing/2014/main" id="{5AA89D83-BEE4-17C1-2AC6-EC794F46CCF1}"/>
              </a:ext>
            </a:extLst>
          </p:cNvPr>
          <p:cNvSpPr>
            <a:spLocks noChangeShapeType="1"/>
          </p:cNvSpPr>
          <p:nvPr/>
        </p:nvSpPr>
        <p:spPr bwMode="auto">
          <a:xfrm>
            <a:off x="9020175" y="3570288"/>
            <a:ext cx="4841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9" name="Line 87">
            <a:extLst>
              <a:ext uri="{FF2B5EF4-FFF2-40B4-BE49-F238E27FC236}">
                <a16:creationId xmlns:a16="http://schemas.microsoft.com/office/drawing/2014/main" id="{537DE9B0-EC0B-650E-2332-33DA905AE2C8}"/>
              </a:ext>
            </a:extLst>
          </p:cNvPr>
          <p:cNvSpPr>
            <a:spLocks noChangeShapeType="1"/>
          </p:cNvSpPr>
          <p:nvPr/>
        </p:nvSpPr>
        <p:spPr bwMode="auto">
          <a:xfrm flipV="1">
            <a:off x="8661400" y="2959100"/>
            <a:ext cx="0" cy="1984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0" name="Line 88">
            <a:extLst>
              <a:ext uri="{FF2B5EF4-FFF2-40B4-BE49-F238E27FC236}">
                <a16:creationId xmlns:a16="http://schemas.microsoft.com/office/drawing/2014/main" id="{1A1F43FA-5FD6-FE0D-D51C-B026D7344918}"/>
              </a:ext>
            </a:extLst>
          </p:cNvPr>
          <p:cNvSpPr>
            <a:spLocks noChangeShapeType="1"/>
          </p:cNvSpPr>
          <p:nvPr/>
        </p:nvSpPr>
        <p:spPr bwMode="auto">
          <a:xfrm flipV="1">
            <a:off x="8672513" y="4646614"/>
            <a:ext cx="0" cy="1984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1" name="Text Box 89">
            <a:extLst>
              <a:ext uri="{FF2B5EF4-FFF2-40B4-BE49-F238E27FC236}">
                <a16:creationId xmlns:a16="http://schemas.microsoft.com/office/drawing/2014/main" id="{C58C8AF3-9627-3B31-3D64-D336471336A1}"/>
              </a:ext>
            </a:extLst>
          </p:cNvPr>
          <p:cNvSpPr txBox="1">
            <a:spLocks noChangeArrowheads="1"/>
          </p:cNvSpPr>
          <p:nvPr/>
        </p:nvSpPr>
        <p:spPr bwMode="auto">
          <a:xfrm>
            <a:off x="8228013" y="2654300"/>
            <a:ext cx="65246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a:t>
            </a:r>
            <a:r>
              <a:rPr lang="en-US" altLang="en-US" sz="2000"/>
              <a:t>S</a:t>
            </a:r>
            <a:endParaRPr lang="ru-RU" altLang="en-US" sz="2000"/>
          </a:p>
        </p:txBody>
      </p:sp>
      <p:sp>
        <p:nvSpPr>
          <p:cNvPr id="47172" name="Text Box 90">
            <a:extLst>
              <a:ext uri="{FF2B5EF4-FFF2-40B4-BE49-F238E27FC236}">
                <a16:creationId xmlns:a16="http://schemas.microsoft.com/office/drawing/2014/main" id="{645F0520-47B1-43E7-43EE-831D05D3B1D6}"/>
              </a:ext>
            </a:extLst>
          </p:cNvPr>
          <p:cNvSpPr txBox="1">
            <a:spLocks noChangeArrowheads="1"/>
          </p:cNvSpPr>
          <p:nvPr/>
        </p:nvSpPr>
        <p:spPr bwMode="auto">
          <a:xfrm>
            <a:off x="8380413" y="4803775"/>
            <a:ext cx="11620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ym typeface="Symbol" panose="05050102010706020507" pitchFamily="18" charset="2"/>
              </a:rPr>
              <a:t></a:t>
            </a:r>
            <a:r>
              <a:rPr lang="en-US" altLang="en-US" sz="2000"/>
              <a:t>R</a:t>
            </a:r>
            <a:endParaRPr lang="ru-RU" altLang="en-US" sz="2000"/>
          </a:p>
        </p:txBody>
      </p:sp>
      <p:sp>
        <p:nvSpPr>
          <p:cNvPr id="47173" name="Text Box 91">
            <a:extLst>
              <a:ext uri="{FF2B5EF4-FFF2-40B4-BE49-F238E27FC236}">
                <a16:creationId xmlns:a16="http://schemas.microsoft.com/office/drawing/2014/main" id="{404F1C23-FA28-CA5D-8CE7-166FD57C4A38}"/>
              </a:ext>
            </a:extLst>
          </p:cNvPr>
          <p:cNvSpPr txBox="1">
            <a:spLocks noChangeArrowheads="1"/>
          </p:cNvSpPr>
          <p:nvPr/>
        </p:nvSpPr>
        <p:spPr bwMode="auto">
          <a:xfrm>
            <a:off x="7461250" y="3317875"/>
            <a:ext cx="4841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47174" name="Oval 93">
            <a:extLst>
              <a:ext uri="{FF2B5EF4-FFF2-40B4-BE49-F238E27FC236}">
                <a16:creationId xmlns:a16="http://schemas.microsoft.com/office/drawing/2014/main" id="{0F2D72F6-F05E-E700-A528-7DB4DF53672E}"/>
              </a:ext>
            </a:extLst>
          </p:cNvPr>
          <p:cNvSpPr>
            <a:spLocks noChangeArrowheads="1"/>
          </p:cNvSpPr>
          <p:nvPr/>
        </p:nvSpPr>
        <p:spPr bwMode="auto">
          <a:xfrm>
            <a:off x="9010650" y="4105275"/>
            <a:ext cx="133350" cy="147638"/>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7175" name="Line 95">
            <a:extLst>
              <a:ext uri="{FF2B5EF4-FFF2-40B4-BE49-F238E27FC236}">
                <a16:creationId xmlns:a16="http://schemas.microsoft.com/office/drawing/2014/main" id="{DE615A4D-FFEA-CF78-C4EB-F7076E5A08A6}"/>
              </a:ext>
            </a:extLst>
          </p:cNvPr>
          <p:cNvSpPr>
            <a:spLocks noChangeShapeType="1"/>
          </p:cNvSpPr>
          <p:nvPr/>
        </p:nvSpPr>
        <p:spPr bwMode="auto">
          <a:xfrm>
            <a:off x="9145589" y="4181475"/>
            <a:ext cx="3317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6" name="Text Box 96">
            <a:extLst>
              <a:ext uri="{FF2B5EF4-FFF2-40B4-BE49-F238E27FC236}">
                <a16:creationId xmlns:a16="http://schemas.microsoft.com/office/drawing/2014/main" id="{A04726BD-CFB3-9CD8-3786-81B24CDF3FA6}"/>
              </a:ext>
            </a:extLst>
          </p:cNvPr>
          <p:cNvSpPr txBox="1">
            <a:spLocks noChangeArrowheads="1"/>
          </p:cNvSpPr>
          <p:nvPr/>
        </p:nvSpPr>
        <p:spPr bwMode="auto">
          <a:xfrm>
            <a:off x="9188450" y="3211513"/>
            <a:ext cx="4841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47177" name="Text Box 77">
            <a:extLst>
              <a:ext uri="{FF2B5EF4-FFF2-40B4-BE49-F238E27FC236}">
                <a16:creationId xmlns:a16="http://schemas.microsoft.com/office/drawing/2014/main" id="{35EE8C25-8907-23B4-DEBE-66E3C300290F}"/>
              </a:ext>
            </a:extLst>
          </p:cNvPr>
          <p:cNvSpPr txBox="1">
            <a:spLocks noChangeArrowheads="1"/>
          </p:cNvSpPr>
          <p:nvPr/>
        </p:nvSpPr>
        <p:spPr bwMode="auto">
          <a:xfrm>
            <a:off x="3243263" y="2578100"/>
            <a:ext cx="314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  flip-flop (IC 74LS74)</a:t>
            </a:r>
            <a:endParaRPr lang="ru-RU" altLang="en-US"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76">
            <a:extLst>
              <a:ext uri="{FF2B5EF4-FFF2-40B4-BE49-F238E27FC236}">
                <a16:creationId xmlns:a16="http://schemas.microsoft.com/office/drawing/2014/main" id="{266BCD09-0109-1A64-ACF1-55CC4101830E}"/>
              </a:ext>
            </a:extLst>
          </p:cNvPr>
          <p:cNvGrpSpPr>
            <a:grpSpLocks/>
          </p:cNvGrpSpPr>
          <p:nvPr/>
        </p:nvGrpSpPr>
        <p:grpSpPr bwMode="auto">
          <a:xfrm>
            <a:off x="3535364" y="1585913"/>
            <a:ext cx="6296025" cy="4221162"/>
            <a:chOff x="2095500" y="1370013"/>
            <a:chExt cx="6296025" cy="4221162"/>
          </a:xfrm>
        </p:grpSpPr>
        <p:sp>
          <p:nvSpPr>
            <p:cNvPr id="48132" name="Text Box 71">
              <a:extLst>
                <a:ext uri="{FF2B5EF4-FFF2-40B4-BE49-F238E27FC236}">
                  <a16:creationId xmlns:a16="http://schemas.microsoft.com/office/drawing/2014/main" id="{4816FCCD-2F50-319B-679B-1606D1A1893D}"/>
                </a:ext>
              </a:extLst>
            </p:cNvPr>
            <p:cNvSpPr txBox="1">
              <a:spLocks noChangeArrowheads="1"/>
            </p:cNvSpPr>
            <p:nvPr/>
          </p:nvSpPr>
          <p:spPr bwMode="auto">
            <a:xfrm>
              <a:off x="7715250" y="1643063"/>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a:latin typeface="Times New Roman" panose="02020603050405020304" pitchFamily="18" charset="0"/>
              </a:endParaRPr>
            </a:p>
          </p:txBody>
        </p:sp>
        <p:grpSp>
          <p:nvGrpSpPr>
            <p:cNvPr id="48133" name="Group 76">
              <a:extLst>
                <a:ext uri="{FF2B5EF4-FFF2-40B4-BE49-F238E27FC236}">
                  <a16:creationId xmlns:a16="http://schemas.microsoft.com/office/drawing/2014/main" id="{8CE236B2-4ED2-65CD-CFB8-BD44A682A540}"/>
                </a:ext>
              </a:extLst>
            </p:cNvPr>
            <p:cNvGrpSpPr>
              <a:grpSpLocks/>
            </p:cNvGrpSpPr>
            <p:nvPr/>
          </p:nvGrpSpPr>
          <p:grpSpPr bwMode="auto">
            <a:xfrm>
              <a:off x="2095500" y="1370013"/>
              <a:ext cx="5029200" cy="4221162"/>
              <a:chOff x="1847850" y="1327150"/>
              <a:chExt cx="5029200" cy="4643438"/>
            </a:xfrm>
          </p:grpSpPr>
          <p:sp>
            <p:nvSpPr>
              <p:cNvPr id="48134" name="Text Box 8">
                <a:extLst>
                  <a:ext uri="{FF2B5EF4-FFF2-40B4-BE49-F238E27FC236}">
                    <a16:creationId xmlns:a16="http://schemas.microsoft.com/office/drawing/2014/main" id="{8D281E1A-7A71-06DF-6561-8FB7B9D2865D}"/>
                  </a:ext>
                </a:extLst>
              </p:cNvPr>
              <p:cNvSpPr txBox="1">
                <a:spLocks noChangeArrowheads="1"/>
              </p:cNvSpPr>
              <p:nvPr/>
            </p:nvSpPr>
            <p:spPr bwMode="auto">
              <a:xfrm>
                <a:off x="6199188" y="2840038"/>
                <a:ext cx="67786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Q</a:t>
                </a:r>
              </a:p>
              <a:p>
                <a:endParaRPr lang="en-US" altLang="en-US" sz="2000"/>
              </a:p>
              <a:p>
                <a:endParaRPr lang="en-US" altLang="en-US" sz="2000"/>
              </a:p>
              <a:p>
                <a:endParaRPr lang="en-US" altLang="en-US" sz="2000"/>
              </a:p>
              <a:p>
                <a:endParaRPr lang="en-US" altLang="en-US" sz="2000"/>
              </a:p>
            </p:txBody>
          </p:sp>
          <p:sp>
            <p:nvSpPr>
              <p:cNvPr id="48135" name="Line 9">
                <a:extLst>
                  <a:ext uri="{FF2B5EF4-FFF2-40B4-BE49-F238E27FC236}">
                    <a16:creationId xmlns:a16="http://schemas.microsoft.com/office/drawing/2014/main" id="{CFA16863-CD5E-4755-93B2-9DA5D8ADFF29}"/>
                  </a:ext>
                </a:extLst>
              </p:cNvPr>
              <p:cNvSpPr>
                <a:spLocks noChangeShapeType="1"/>
              </p:cNvSpPr>
              <p:nvPr/>
            </p:nvSpPr>
            <p:spPr bwMode="auto">
              <a:xfrm>
                <a:off x="3984625" y="2001838"/>
                <a:ext cx="3413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6" name="Line 10">
                <a:extLst>
                  <a:ext uri="{FF2B5EF4-FFF2-40B4-BE49-F238E27FC236}">
                    <a16:creationId xmlns:a16="http://schemas.microsoft.com/office/drawing/2014/main" id="{15DBA4D4-08BE-F9D6-9AFA-7A9F4B9CCDF0}"/>
                  </a:ext>
                </a:extLst>
              </p:cNvPr>
              <p:cNvSpPr>
                <a:spLocks noChangeShapeType="1"/>
              </p:cNvSpPr>
              <p:nvPr/>
            </p:nvSpPr>
            <p:spPr bwMode="auto">
              <a:xfrm>
                <a:off x="4337050" y="2011680"/>
                <a:ext cx="0" cy="33496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7" name="Line 11">
                <a:extLst>
                  <a:ext uri="{FF2B5EF4-FFF2-40B4-BE49-F238E27FC236}">
                    <a16:creationId xmlns:a16="http://schemas.microsoft.com/office/drawing/2014/main" id="{9DDADBEC-F16F-412B-5462-F026604AEB14}"/>
                  </a:ext>
                </a:extLst>
              </p:cNvPr>
              <p:cNvSpPr>
                <a:spLocks noChangeShapeType="1"/>
              </p:cNvSpPr>
              <p:nvPr/>
            </p:nvSpPr>
            <p:spPr bwMode="auto">
              <a:xfrm flipH="1">
                <a:off x="3117850" y="2919413"/>
                <a:ext cx="2428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8" name="Line 12">
                <a:extLst>
                  <a:ext uri="{FF2B5EF4-FFF2-40B4-BE49-F238E27FC236}">
                    <a16:creationId xmlns:a16="http://schemas.microsoft.com/office/drawing/2014/main" id="{D0607195-DBC1-6CE8-86AE-E283C43D47D4}"/>
                  </a:ext>
                </a:extLst>
              </p:cNvPr>
              <p:cNvSpPr>
                <a:spLocks noChangeShapeType="1"/>
              </p:cNvSpPr>
              <p:nvPr/>
            </p:nvSpPr>
            <p:spPr bwMode="auto">
              <a:xfrm flipV="1">
                <a:off x="3121025" y="2709863"/>
                <a:ext cx="0" cy="1984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9" name="Line 13">
                <a:extLst>
                  <a:ext uri="{FF2B5EF4-FFF2-40B4-BE49-F238E27FC236}">
                    <a16:creationId xmlns:a16="http://schemas.microsoft.com/office/drawing/2014/main" id="{F74885AA-95C7-0E9D-1528-F91A7162F1B7}"/>
                  </a:ext>
                </a:extLst>
              </p:cNvPr>
              <p:cNvSpPr>
                <a:spLocks noChangeShapeType="1"/>
              </p:cNvSpPr>
              <p:nvPr/>
            </p:nvSpPr>
            <p:spPr bwMode="auto">
              <a:xfrm flipV="1">
                <a:off x="3111500" y="2332038"/>
                <a:ext cx="1225550" cy="3794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0" name="Line 14">
                <a:extLst>
                  <a:ext uri="{FF2B5EF4-FFF2-40B4-BE49-F238E27FC236}">
                    <a16:creationId xmlns:a16="http://schemas.microsoft.com/office/drawing/2014/main" id="{E861A9AE-4249-D014-2C83-9AB19F4F9F69}"/>
                  </a:ext>
                </a:extLst>
              </p:cNvPr>
              <p:cNvSpPr>
                <a:spLocks noChangeShapeType="1"/>
              </p:cNvSpPr>
              <p:nvPr/>
            </p:nvSpPr>
            <p:spPr bwMode="auto">
              <a:xfrm flipH="1">
                <a:off x="3121025" y="2151063"/>
                <a:ext cx="2428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1" name="Line 15">
                <a:extLst>
                  <a:ext uri="{FF2B5EF4-FFF2-40B4-BE49-F238E27FC236}">
                    <a16:creationId xmlns:a16="http://schemas.microsoft.com/office/drawing/2014/main" id="{0D79C4AB-EEFC-8657-62B3-9FF1595FD481}"/>
                  </a:ext>
                </a:extLst>
              </p:cNvPr>
              <p:cNvSpPr>
                <a:spLocks noChangeShapeType="1"/>
              </p:cNvSpPr>
              <p:nvPr/>
            </p:nvSpPr>
            <p:spPr bwMode="auto">
              <a:xfrm flipH="1">
                <a:off x="2876550" y="1978025"/>
                <a:ext cx="48736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2" name="Line 16">
                <a:extLst>
                  <a:ext uri="{FF2B5EF4-FFF2-40B4-BE49-F238E27FC236}">
                    <a16:creationId xmlns:a16="http://schemas.microsoft.com/office/drawing/2014/main" id="{E9944C7D-9D05-A464-E630-BEBE320DB6F8}"/>
                  </a:ext>
                </a:extLst>
              </p:cNvPr>
              <p:cNvSpPr>
                <a:spLocks noChangeShapeType="1"/>
              </p:cNvSpPr>
              <p:nvPr/>
            </p:nvSpPr>
            <p:spPr bwMode="auto">
              <a:xfrm>
                <a:off x="3973513" y="3043238"/>
                <a:ext cx="11223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3" name="Line 17">
                <a:extLst>
                  <a:ext uri="{FF2B5EF4-FFF2-40B4-BE49-F238E27FC236}">
                    <a16:creationId xmlns:a16="http://schemas.microsoft.com/office/drawing/2014/main" id="{EF537EAA-1783-9B5E-A838-9A3F5104FB54}"/>
                  </a:ext>
                </a:extLst>
              </p:cNvPr>
              <p:cNvSpPr>
                <a:spLocks noChangeShapeType="1"/>
              </p:cNvSpPr>
              <p:nvPr/>
            </p:nvSpPr>
            <p:spPr bwMode="auto">
              <a:xfrm>
                <a:off x="4014788" y="4167188"/>
                <a:ext cx="10874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4" name="Line 18">
                <a:extLst>
                  <a:ext uri="{FF2B5EF4-FFF2-40B4-BE49-F238E27FC236}">
                    <a16:creationId xmlns:a16="http://schemas.microsoft.com/office/drawing/2014/main" id="{0680EC8D-26E5-B044-5B8A-9B83BA87E758}"/>
                  </a:ext>
                </a:extLst>
              </p:cNvPr>
              <p:cNvSpPr>
                <a:spLocks noChangeShapeType="1"/>
              </p:cNvSpPr>
              <p:nvPr/>
            </p:nvSpPr>
            <p:spPr bwMode="auto">
              <a:xfrm flipV="1">
                <a:off x="4346575" y="2715260"/>
                <a:ext cx="0" cy="315912"/>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45" name="Line 19">
                <a:extLst>
                  <a:ext uri="{FF2B5EF4-FFF2-40B4-BE49-F238E27FC236}">
                    <a16:creationId xmlns:a16="http://schemas.microsoft.com/office/drawing/2014/main" id="{CD4C4085-1FCD-757B-E437-2CA5BA19C512}"/>
                  </a:ext>
                </a:extLst>
              </p:cNvPr>
              <p:cNvSpPr>
                <a:spLocks noChangeShapeType="1"/>
              </p:cNvSpPr>
              <p:nvPr/>
            </p:nvSpPr>
            <p:spPr bwMode="auto">
              <a:xfrm>
                <a:off x="4324350" y="4165600"/>
                <a:ext cx="0" cy="352425"/>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46" name="Line 20">
                <a:extLst>
                  <a:ext uri="{FF2B5EF4-FFF2-40B4-BE49-F238E27FC236}">
                    <a16:creationId xmlns:a16="http://schemas.microsoft.com/office/drawing/2014/main" id="{91B3F5A8-D584-D919-E809-08A58D54878E}"/>
                  </a:ext>
                </a:extLst>
              </p:cNvPr>
              <p:cNvSpPr>
                <a:spLocks noChangeShapeType="1"/>
              </p:cNvSpPr>
              <p:nvPr/>
            </p:nvSpPr>
            <p:spPr bwMode="auto">
              <a:xfrm>
                <a:off x="3989388" y="5259388"/>
                <a:ext cx="3603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7" name="Line 21">
                <a:extLst>
                  <a:ext uri="{FF2B5EF4-FFF2-40B4-BE49-F238E27FC236}">
                    <a16:creationId xmlns:a16="http://schemas.microsoft.com/office/drawing/2014/main" id="{E62991EE-B0BA-58B8-F33D-2AF93B73AE03}"/>
                  </a:ext>
                </a:extLst>
              </p:cNvPr>
              <p:cNvSpPr>
                <a:spLocks noChangeShapeType="1"/>
              </p:cNvSpPr>
              <p:nvPr/>
            </p:nvSpPr>
            <p:spPr bwMode="auto">
              <a:xfrm flipV="1">
                <a:off x="4346575" y="4894897"/>
                <a:ext cx="0" cy="3667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8" name="Line 22">
                <a:extLst>
                  <a:ext uri="{FF2B5EF4-FFF2-40B4-BE49-F238E27FC236}">
                    <a16:creationId xmlns:a16="http://schemas.microsoft.com/office/drawing/2014/main" id="{66D77CA3-9D82-887B-B77D-4C6DDCF25C61}"/>
                  </a:ext>
                </a:extLst>
              </p:cNvPr>
              <p:cNvSpPr>
                <a:spLocks noChangeShapeType="1"/>
              </p:cNvSpPr>
              <p:nvPr/>
            </p:nvSpPr>
            <p:spPr bwMode="auto">
              <a:xfrm>
                <a:off x="3121025" y="2138363"/>
                <a:ext cx="0" cy="1905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9" name="Line 23">
                <a:extLst>
                  <a:ext uri="{FF2B5EF4-FFF2-40B4-BE49-F238E27FC236}">
                    <a16:creationId xmlns:a16="http://schemas.microsoft.com/office/drawing/2014/main" id="{59094D40-FD80-CBA9-76E9-1CB24BE9AB9A}"/>
                  </a:ext>
                </a:extLst>
              </p:cNvPr>
              <p:cNvSpPr>
                <a:spLocks noChangeShapeType="1"/>
              </p:cNvSpPr>
              <p:nvPr/>
            </p:nvSpPr>
            <p:spPr bwMode="auto">
              <a:xfrm>
                <a:off x="3121025" y="2332038"/>
                <a:ext cx="1231900" cy="3889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0" name="Line 24">
                <a:extLst>
                  <a:ext uri="{FF2B5EF4-FFF2-40B4-BE49-F238E27FC236}">
                    <a16:creationId xmlns:a16="http://schemas.microsoft.com/office/drawing/2014/main" id="{D87CBA93-D2CB-0616-0DEC-AA819AC31CA7}"/>
                  </a:ext>
                </a:extLst>
              </p:cNvPr>
              <p:cNvSpPr>
                <a:spLocks noChangeShapeType="1"/>
              </p:cNvSpPr>
              <p:nvPr/>
            </p:nvSpPr>
            <p:spPr bwMode="auto">
              <a:xfrm>
                <a:off x="4346575" y="3029585"/>
                <a:ext cx="0" cy="3159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1" name="Line 25">
                <a:extLst>
                  <a:ext uri="{FF2B5EF4-FFF2-40B4-BE49-F238E27FC236}">
                    <a16:creationId xmlns:a16="http://schemas.microsoft.com/office/drawing/2014/main" id="{E5FED0BA-BD1B-7C96-2257-E96E5A430D03}"/>
                  </a:ext>
                </a:extLst>
              </p:cNvPr>
              <p:cNvSpPr>
                <a:spLocks noChangeShapeType="1"/>
              </p:cNvSpPr>
              <p:nvPr/>
            </p:nvSpPr>
            <p:spPr bwMode="auto">
              <a:xfrm flipH="1">
                <a:off x="3121025" y="3336925"/>
                <a:ext cx="1216025" cy="4714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2" name="Line 26">
                <a:extLst>
                  <a:ext uri="{FF2B5EF4-FFF2-40B4-BE49-F238E27FC236}">
                    <a16:creationId xmlns:a16="http://schemas.microsoft.com/office/drawing/2014/main" id="{4EAE5A31-CEA4-3AF8-E72E-F2D699D5F9B3}"/>
                  </a:ext>
                </a:extLst>
              </p:cNvPr>
              <p:cNvSpPr>
                <a:spLocks noChangeShapeType="1"/>
              </p:cNvSpPr>
              <p:nvPr/>
            </p:nvSpPr>
            <p:spPr bwMode="auto">
              <a:xfrm>
                <a:off x="3121025" y="3798888"/>
                <a:ext cx="0" cy="2333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3" name="Line 27">
                <a:extLst>
                  <a:ext uri="{FF2B5EF4-FFF2-40B4-BE49-F238E27FC236}">
                    <a16:creationId xmlns:a16="http://schemas.microsoft.com/office/drawing/2014/main" id="{396916DF-ACF4-05CF-5389-894ECC8F9239}"/>
                  </a:ext>
                </a:extLst>
              </p:cNvPr>
              <p:cNvSpPr>
                <a:spLocks noChangeShapeType="1"/>
              </p:cNvSpPr>
              <p:nvPr/>
            </p:nvSpPr>
            <p:spPr bwMode="auto">
              <a:xfrm>
                <a:off x="3121025" y="4032250"/>
                <a:ext cx="2794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4" name="Line 28">
                <a:extLst>
                  <a:ext uri="{FF2B5EF4-FFF2-40B4-BE49-F238E27FC236}">
                    <a16:creationId xmlns:a16="http://schemas.microsoft.com/office/drawing/2014/main" id="{8BD0914E-B4D6-5B18-2E17-DDC1340885AC}"/>
                  </a:ext>
                </a:extLst>
              </p:cNvPr>
              <p:cNvSpPr>
                <a:spLocks noChangeShapeType="1"/>
              </p:cNvSpPr>
              <p:nvPr/>
            </p:nvSpPr>
            <p:spPr bwMode="auto">
              <a:xfrm flipH="1">
                <a:off x="2998787" y="4173538"/>
                <a:ext cx="59928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5" name="Line 29">
                <a:extLst>
                  <a:ext uri="{FF2B5EF4-FFF2-40B4-BE49-F238E27FC236}">
                    <a16:creationId xmlns:a16="http://schemas.microsoft.com/office/drawing/2014/main" id="{20F9E69D-0F44-1E50-0C5B-1CB93CEC289B}"/>
                  </a:ext>
                </a:extLst>
              </p:cNvPr>
              <p:cNvSpPr>
                <a:spLocks noChangeShapeType="1"/>
              </p:cNvSpPr>
              <p:nvPr/>
            </p:nvSpPr>
            <p:spPr bwMode="auto">
              <a:xfrm flipH="1">
                <a:off x="2243138" y="3213100"/>
                <a:ext cx="10953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6" name="Line 30">
                <a:extLst>
                  <a:ext uri="{FF2B5EF4-FFF2-40B4-BE49-F238E27FC236}">
                    <a16:creationId xmlns:a16="http://schemas.microsoft.com/office/drawing/2014/main" id="{B313C5AE-C621-CB66-9719-C47E01E85BB9}"/>
                  </a:ext>
                </a:extLst>
              </p:cNvPr>
              <p:cNvSpPr>
                <a:spLocks noChangeShapeType="1"/>
              </p:cNvSpPr>
              <p:nvPr/>
            </p:nvSpPr>
            <p:spPr bwMode="auto">
              <a:xfrm flipV="1">
                <a:off x="3000375" y="3209925"/>
                <a:ext cx="0" cy="971550"/>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57" name="Line 31">
                <a:extLst>
                  <a:ext uri="{FF2B5EF4-FFF2-40B4-BE49-F238E27FC236}">
                    <a16:creationId xmlns:a16="http://schemas.microsoft.com/office/drawing/2014/main" id="{49492A53-98AB-CF1A-632A-652584E562CE}"/>
                  </a:ext>
                </a:extLst>
              </p:cNvPr>
              <p:cNvSpPr>
                <a:spLocks noChangeShapeType="1"/>
              </p:cNvSpPr>
              <p:nvPr/>
            </p:nvSpPr>
            <p:spPr bwMode="auto">
              <a:xfrm flipH="1">
                <a:off x="2743200" y="3052763"/>
                <a:ext cx="6080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8" name="Line 32">
                <a:extLst>
                  <a:ext uri="{FF2B5EF4-FFF2-40B4-BE49-F238E27FC236}">
                    <a16:creationId xmlns:a16="http://schemas.microsoft.com/office/drawing/2014/main" id="{A133462A-00D2-52D9-9B85-3AFB1A371F1A}"/>
                  </a:ext>
                </a:extLst>
              </p:cNvPr>
              <p:cNvSpPr>
                <a:spLocks noChangeShapeType="1"/>
              </p:cNvSpPr>
              <p:nvPr/>
            </p:nvSpPr>
            <p:spPr bwMode="auto">
              <a:xfrm flipH="1">
                <a:off x="3133725" y="5111750"/>
                <a:ext cx="2428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9" name="Line 33">
                <a:extLst>
                  <a:ext uri="{FF2B5EF4-FFF2-40B4-BE49-F238E27FC236}">
                    <a16:creationId xmlns:a16="http://schemas.microsoft.com/office/drawing/2014/main" id="{4D89D487-5428-C548-7ADE-EF5DB1806B14}"/>
                  </a:ext>
                </a:extLst>
              </p:cNvPr>
              <p:cNvSpPr>
                <a:spLocks noChangeShapeType="1"/>
              </p:cNvSpPr>
              <p:nvPr/>
            </p:nvSpPr>
            <p:spPr bwMode="auto">
              <a:xfrm flipV="1">
                <a:off x="3133725" y="4876800"/>
                <a:ext cx="0" cy="2349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0" name="Line 34">
                <a:extLst>
                  <a:ext uri="{FF2B5EF4-FFF2-40B4-BE49-F238E27FC236}">
                    <a16:creationId xmlns:a16="http://schemas.microsoft.com/office/drawing/2014/main" id="{611DFA37-12B4-FFDC-3A90-E9FF1E7E9ADF}"/>
                  </a:ext>
                </a:extLst>
              </p:cNvPr>
              <p:cNvSpPr>
                <a:spLocks noChangeShapeType="1"/>
              </p:cNvSpPr>
              <p:nvPr/>
            </p:nvSpPr>
            <p:spPr bwMode="auto">
              <a:xfrm flipH="1">
                <a:off x="3121025" y="4522788"/>
                <a:ext cx="1216025" cy="3540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1" name="Line 35">
                <a:extLst>
                  <a:ext uri="{FF2B5EF4-FFF2-40B4-BE49-F238E27FC236}">
                    <a16:creationId xmlns:a16="http://schemas.microsoft.com/office/drawing/2014/main" id="{F1E61C02-826B-BAC8-BCC4-62AE7D14C731}"/>
                  </a:ext>
                </a:extLst>
              </p:cNvPr>
              <p:cNvSpPr>
                <a:spLocks noChangeShapeType="1"/>
              </p:cNvSpPr>
              <p:nvPr/>
            </p:nvSpPr>
            <p:spPr bwMode="auto">
              <a:xfrm flipH="1">
                <a:off x="2736850" y="3052763"/>
                <a:ext cx="0" cy="2633662"/>
              </a:xfrm>
              <a:prstGeom prst="line">
                <a:avLst/>
              </a:prstGeom>
              <a:noFill/>
              <a:ln w="28575">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62" name="Line 36">
                <a:extLst>
                  <a:ext uri="{FF2B5EF4-FFF2-40B4-BE49-F238E27FC236}">
                    <a16:creationId xmlns:a16="http://schemas.microsoft.com/office/drawing/2014/main" id="{BBC3210D-AD8C-AF89-F0E6-1DE9DBA67CDE}"/>
                  </a:ext>
                </a:extLst>
              </p:cNvPr>
              <p:cNvSpPr>
                <a:spLocks noChangeShapeType="1"/>
              </p:cNvSpPr>
              <p:nvPr/>
            </p:nvSpPr>
            <p:spPr bwMode="auto">
              <a:xfrm flipH="1">
                <a:off x="2730500" y="5256213"/>
                <a:ext cx="644525" cy="0"/>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63" name="Line 37">
                <a:extLst>
                  <a:ext uri="{FF2B5EF4-FFF2-40B4-BE49-F238E27FC236}">
                    <a16:creationId xmlns:a16="http://schemas.microsoft.com/office/drawing/2014/main" id="{3A8BE854-5FEF-89AC-898E-3886F47C8C47}"/>
                  </a:ext>
                </a:extLst>
              </p:cNvPr>
              <p:cNvSpPr>
                <a:spLocks noChangeShapeType="1"/>
              </p:cNvSpPr>
              <p:nvPr/>
            </p:nvSpPr>
            <p:spPr bwMode="auto">
              <a:xfrm flipH="1">
                <a:off x="2498725" y="4322763"/>
                <a:ext cx="10533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4" name="Line 38">
                <a:extLst>
                  <a:ext uri="{FF2B5EF4-FFF2-40B4-BE49-F238E27FC236}">
                    <a16:creationId xmlns:a16="http://schemas.microsoft.com/office/drawing/2014/main" id="{68E7CD7F-50EE-254A-49D1-73B6617AE1B6}"/>
                  </a:ext>
                </a:extLst>
              </p:cNvPr>
              <p:cNvSpPr>
                <a:spLocks noChangeShapeType="1"/>
              </p:cNvSpPr>
              <p:nvPr/>
            </p:nvSpPr>
            <p:spPr bwMode="auto">
              <a:xfrm>
                <a:off x="3159125" y="4325938"/>
                <a:ext cx="0" cy="233362"/>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65" name="Line 39">
                <a:extLst>
                  <a:ext uri="{FF2B5EF4-FFF2-40B4-BE49-F238E27FC236}">
                    <a16:creationId xmlns:a16="http://schemas.microsoft.com/office/drawing/2014/main" id="{7DF460AC-AE44-D255-FCF4-8CAC8F00246A}"/>
                  </a:ext>
                </a:extLst>
              </p:cNvPr>
              <p:cNvSpPr>
                <a:spLocks noChangeShapeType="1"/>
              </p:cNvSpPr>
              <p:nvPr/>
            </p:nvSpPr>
            <p:spPr bwMode="auto">
              <a:xfrm>
                <a:off x="3159125" y="4564063"/>
                <a:ext cx="1174750" cy="3365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6" name="Line 40">
                <a:extLst>
                  <a:ext uri="{FF2B5EF4-FFF2-40B4-BE49-F238E27FC236}">
                    <a16:creationId xmlns:a16="http://schemas.microsoft.com/office/drawing/2014/main" id="{5E68D8FE-B7CA-D583-2485-7F8DF1475EDF}"/>
                  </a:ext>
                </a:extLst>
              </p:cNvPr>
              <p:cNvSpPr>
                <a:spLocks noChangeShapeType="1"/>
              </p:cNvSpPr>
              <p:nvPr/>
            </p:nvSpPr>
            <p:spPr bwMode="auto">
              <a:xfrm flipV="1">
                <a:off x="2493963" y="1965325"/>
                <a:ext cx="0" cy="23637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7" name="Line 41">
                <a:extLst>
                  <a:ext uri="{FF2B5EF4-FFF2-40B4-BE49-F238E27FC236}">
                    <a16:creationId xmlns:a16="http://schemas.microsoft.com/office/drawing/2014/main" id="{67187A1B-BF97-C196-A52C-AA054151D0A8}"/>
                  </a:ext>
                </a:extLst>
              </p:cNvPr>
              <p:cNvSpPr>
                <a:spLocks noChangeShapeType="1"/>
              </p:cNvSpPr>
              <p:nvPr/>
            </p:nvSpPr>
            <p:spPr bwMode="auto">
              <a:xfrm flipH="1">
                <a:off x="2513013" y="1978025"/>
                <a:ext cx="3635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8" name="Line 42">
                <a:extLst>
                  <a:ext uri="{FF2B5EF4-FFF2-40B4-BE49-F238E27FC236}">
                    <a16:creationId xmlns:a16="http://schemas.microsoft.com/office/drawing/2014/main" id="{AEFBB51B-5015-093F-DC2D-2A2F23D67B6F}"/>
                  </a:ext>
                </a:extLst>
              </p:cNvPr>
              <p:cNvSpPr>
                <a:spLocks noChangeShapeType="1"/>
              </p:cNvSpPr>
              <p:nvPr/>
            </p:nvSpPr>
            <p:spPr bwMode="auto">
              <a:xfrm flipH="1">
                <a:off x="2268538" y="5403850"/>
                <a:ext cx="10953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69" name="Line 43">
                <a:extLst>
                  <a:ext uri="{FF2B5EF4-FFF2-40B4-BE49-F238E27FC236}">
                    <a16:creationId xmlns:a16="http://schemas.microsoft.com/office/drawing/2014/main" id="{F88B95A0-DF45-2D99-85BB-D56DEAB4ED11}"/>
                  </a:ext>
                </a:extLst>
              </p:cNvPr>
              <p:cNvSpPr>
                <a:spLocks noChangeShapeType="1"/>
              </p:cNvSpPr>
              <p:nvPr/>
            </p:nvSpPr>
            <p:spPr bwMode="auto">
              <a:xfrm flipH="1">
                <a:off x="3121025" y="1819275"/>
                <a:ext cx="2428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0" name="Line 44">
                <a:extLst>
                  <a:ext uri="{FF2B5EF4-FFF2-40B4-BE49-F238E27FC236}">
                    <a16:creationId xmlns:a16="http://schemas.microsoft.com/office/drawing/2014/main" id="{8B9ED079-F67E-1B44-FD2C-4BD6AE1BE257}"/>
                  </a:ext>
                </a:extLst>
              </p:cNvPr>
              <p:cNvSpPr>
                <a:spLocks noChangeShapeType="1"/>
              </p:cNvSpPr>
              <p:nvPr/>
            </p:nvSpPr>
            <p:spPr bwMode="auto">
              <a:xfrm flipV="1">
                <a:off x="3122613" y="1490663"/>
                <a:ext cx="0" cy="331787"/>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71" name="Line 45">
                <a:extLst>
                  <a:ext uri="{FF2B5EF4-FFF2-40B4-BE49-F238E27FC236}">
                    <a16:creationId xmlns:a16="http://schemas.microsoft.com/office/drawing/2014/main" id="{81611625-9441-CACA-338D-AC8B5829D09B}"/>
                  </a:ext>
                </a:extLst>
              </p:cNvPr>
              <p:cNvSpPr>
                <a:spLocks noChangeShapeType="1"/>
              </p:cNvSpPr>
              <p:nvPr/>
            </p:nvSpPr>
            <p:spPr bwMode="auto">
              <a:xfrm>
                <a:off x="2390775" y="1506538"/>
                <a:ext cx="24336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2" name="Line 46">
                <a:extLst>
                  <a:ext uri="{FF2B5EF4-FFF2-40B4-BE49-F238E27FC236}">
                    <a16:creationId xmlns:a16="http://schemas.microsoft.com/office/drawing/2014/main" id="{CBC5137E-203E-CF0F-3613-62E6C07781CD}"/>
                  </a:ext>
                </a:extLst>
              </p:cNvPr>
              <p:cNvSpPr>
                <a:spLocks noChangeShapeType="1"/>
              </p:cNvSpPr>
              <p:nvPr/>
            </p:nvSpPr>
            <p:spPr bwMode="auto">
              <a:xfrm>
                <a:off x="4824413" y="1506538"/>
                <a:ext cx="0" cy="14128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3" name="Line 47">
                <a:extLst>
                  <a:ext uri="{FF2B5EF4-FFF2-40B4-BE49-F238E27FC236}">
                    <a16:creationId xmlns:a16="http://schemas.microsoft.com/office/drawing/2014/main" id="{B21298FC-FE24-F262-F975-2519AB07EF4B}"/>
                  </a:ext>
                </a:extLst>
              </p:cNvPr>
              <p:cNvSpPr>
                <a:spLocks noChangeShapeType="1"/>
              </p:cNvSpPr>
              <p:nvPr/>
            </p:nvSpPr>
            <p:spPr bwMode="auto">
              <a:xfrm>
                <a:off x="4814888" y="2919413"/>
                <a:ext cx="2921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4" name="Line 48">
                <a:extLst>
                  <a:ext uri="{FF2B5EF4-FFF2-40B4-BE49-F238E27FC236}">
                    <a16:creationId xmlns:a16="http://schemas.microsoft.com/office/drawing/2014/main" id="{5BC360DD-289D-AF0E-0FAD-1EEACB5ED969}"/>
                  </a:ext>
                </a:extLst>
              </p:cNvPr>
              <p:cNvSpPr>
                <a:spLocks noChangeShapeType="1"/>
              </p:cNvSpPr>
              <p:nvPr/>
            </p:nvSpPr>
            <p:spPr bwMode="auto">
              <a:xfrm>
                <a:off x="5751513" y="3059113"/>
                <a:ext cx="4873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5" name="Line 49">
                <a:extLst>
                  <a:ext uri="{FF2B5EF4-FFF2-40B4-BE49-F238E27FC236}">
                    <a16:creationId xmlns:a16="http://schemas.microsoft.com/office/drawing/2014/main" id="{82BEB6B8-95B6-40A2-B809-187C55564BCA}"/>
                  </a:ext>
                </a:extLst>
              </p:cNvPr>
              <p:cNvSpPr>
                <a:spLocks noChangeShapeType="1"/>
              </p:cNvSpPr>
              <p:nvPr/>
            </p:nvSpPr>
            <p:spPr bwMode="auto">
              <a:xfrm>
                <a:off x="5738813" y="4155200"/>
                <a:ext cx="4873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6" name="Line 50">
                <a:extLst>
                  <a:ext uri="{FF2B5EF4-FFF2-40B4-BE49-F238E27FC236}">
                    <a16:creationId xmlns:a16="http://schemas.microsoft.com/office/drawing/2014/main" id="{4C571A8C-503C-C9B1-37B5-C6983424C0B7}"/>
                  </a:ext>
                </a:extLst>
              </p:cNvPr>
              <p:cNvSpPr>
                <a:spLocks noChangeShapeType="1"/>
              </p:cNvSpPr>
              <p:nvPr/>
            </p:nvSpPr>
            <p:spPr bwMode="auto">
              <a:xfrm flipH="1">
                <a:off x="4824413" y="3201353"/>
                <a:ext cx="2921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7" name="Line 51">
                <a:extLst>
                  <a:ext uri="{FF2B5EF4-FFF2-40B4-BE49-F238E27FC236}">
                    <a16:creationId xmlns:a16="http://schemas.microsoft.com/office/drawing/2014/main" id="{80889548-B6FE-63B4-3200-89A3294F8D5F}"/>
                  </a:ext>
                </a:extLst>
              </p:cNvPr>
              <p:cNvSpPr>
                <a:spLocks noChangeShapeType="1"/>
              </p:cNvSpPr>
              <p:nvPr/>
            </p:nvSpPr>
            <p:spPr bwMode="auto">
              <a:xfrm flipH="1">
                <a:off x="4830763" y="4006850"/>
                <a:ext cx="2984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8" name="Line 52">
                <a:extLst>
                  <a:ext uri="{FF2B5EF4-FFF2-40B4-BE49-F238E27FC236}">
                    <a16:creationId xmlns:a16="http://schemas.microsoft.com/office/drawing/2014/main" id="{857F0B16-5678-18B8-2B29-6F56E0F25DAC}"/>
                  </a:ext>
                </a:extLst>
              </p:cNvPr>
              <p:cNvSpPr>
                <a:spLocks noChangeShapeType="1"/>
              </p:cNvSpPr>
              <p:nvPr/>
            </p:nvSpPr>
            <p:spPr bwMode="auto">
              <a:xfrm>
                <a:off x="4824413" y="3209925"/>
                <a:ext cx="0" cy="1984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79" name="Line 53">
                <a:extLst>
                  <a:ext uri="{FF2B5EF4-FFF2-40B4-BE49-F238E27FC236}">
                    <a16:creationId xmlns:a16="http://schemas.microsoft.com/office/drawing/2014/main" id="{98DFC44B-8225-F3D6-A7CA-53F7192A9D98}"/>
                  </a:ext>
                </a:extLst>
              </p:cNvPr>
              <p:cNvSpPr>
                <a:spLocks noChangeShapeType="1"/>
              </p:cNvSpPr>
              <p:nvPr/>
            </p:nvSpPr>
            <p:spPr bwMode="auto">
              <a:xfrm flipV="1">
                <a:off x="4824413" y="3798888"/>
                <a:ext cx="0" cy="1984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80" name="Line 54">
                <a:extLst>
                  <a:ext uri="{FF2B5EF4-FFF2-40B4-BE49-F238E27FC236}">
                    <a16:creationId xmlns:a16="http://schemas.microsoft.com/office/drawing/2014/main" id="{7BA29857-A8EB-D027-726D-363E45D9EFEC}"/>
                  </a:ext>
                </a:extLst>
              </p:cNvPr>
              <p:cNvSpPr>
                <a:spLocks noChangeShapeType="1"/>
              </p:cNvSpPr>
              <p:nvPr/>
            </p:nvSpPr>
            <p:spPr bwMode="auto">
              <a:xfrm flipV="1">
                <a:off x="5956300" y="3811588"/>
                <a:ext cx="0" cy="334962"/>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81" name="Line 55">
                <a:extLst>
                  <a:ext uri="{FF2B5EF4-FFF2-40B4-BE49-F238E27FC236}">
                    <a16:creationId xmlns:a16="http://schemas.microsoft.com/office/drawing/2014/main" id="{604713AE-A4A8-0C84-C8D9-8E9390C810A9}"/>
                  </a:ext>
                </a:extLst>
              </p:cNvPr>
              <p:cNvSpPr>
                <a:spLocks noChangeShapeType="1"/>
              </p:cNvSpPr>
              <p:nvPr/>
            </p:nvSpPr>
            <p:spPr bwMode="auto">
              <a:xfrm>
                <a:off x="4824413" y="3397250"/>
                <a:ext cx="1125537" cy="4159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82" name="Line 56">
                <a:extLst>
                  <a:ext uri="{FF2B5EF4-FFF2-40B4-BE49-F238E27FC236}">
                    <a16:creationId xmlns:a16="http://schemas.microsoft.com/office/drawing/2014/main" id="{E38D2DAF-0435-B546-2377-39202232BB94}"/>
                  </a:ext>
                </a:extLst>
              </p:cNvPr>
              <p:cNvSpPr>
                <a:spLocks noChangeShapeType="1"/>
              </p:cNvSpPr>
              <p:nvPr/>
            </p:nvSpPr>
            <p:spPr bwMode="auto">
              <a:xfrm>
                <a:off x="5969000" y="3062288"/>
                <a:ext cx="0" cy="334962"/>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83" name="Line 57">
                <a:extLst>
                  <a:ext uri="{FF2B5EF4-FFF2-40B4-BE49-F238E27FC236}">
                    <a16:creationId xmlns:a16="http://schemas.microsoft.com/office/drawing/2014/main" id="{79EECB87-5667-771B-9D4B-5673F6E423FA}"/>
                  </a:ext>
                </a:extLst>
              </p:cNvPr>
              <p:cNvSpPr>
                <a:spLocks noChangeShapeType="1"/>
              </p:cNvSpPr>
              <p:nvPr/>
            </p:nvSpPr>
            <p:spPr bwMode="auto">
              <a:xfrm flipV="1">
                <a:off x="4824413" y="3394075"/>
                <a:ext cx="1138237" cy="4048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84" name="Oval 58">
                <a:extLst>
                  <a:ext uri="{FF2B5EF4-FFF2-40B4-BE49-F238E27FC236}">
                    <a16:creationId xmlns:a16="http://schemas.microsoft.com/office/drawing/2014/main" id="{9E3D5EDA-37C1-4E17-8F2B-274599B5850C}"/>
                  </a:ext>
                </a:extLst>
              </p:cNvPr>
              <p:cNvSpPr>
                <a:spLocks noChangeArrowheads="1"/>
              </p:cNvSpPr>
              <p:nvPr/>
            </p:nvSpPr>
            <p:spPr bwMode="auto">
              <a:xfrm>
                <a:off x="5617083" y="4092575"/>
                <a:ext cx="122238" cy="130764"/>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8185" name="Oval 59">
                <a:extLst>
                  <a:ext uri="{FF2B5EF4-FFF2-40B4-BE49-F238E27FC236}">
                    <a16:creationId xmlns:a16="http://schemas.microsoft.com/office/drawing/2014/main" id="{3173AD79-E030-1AED-5045-C674F2BC4DB7}"/>
                  </a:ext>
                </a:extLst>
              </p:cNvPr>
              <p:cNvSpPr>
                <a:spLocks noChangeArrowheads="1"/>
              </p:cNvSpPr>
              <p:nvPr/>
            </p:nvSpPr>
            <p:spPr bwMode="auto">
              <a:xfrm>
                <a:off x="3862388" y="5199063"/>
                <a:ext cx="120650" cy="119062"/>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8186" name="Oval 60">
                <a:extLst>
                  <a:ext uri="{FF2B5EF4-FFF2-40B4-BE49-F238E27FC236}">
                    <a16:creationId xmlns:a16="http://schemas.microsoft.com/office/drawing/2014/main" id="{5FEA725A-5161-4877-2093-F6E796BD5801}"/>
                  </a:ext>
                </a:extLst>
              </p:cNvPr>
              <p:cNvSpPr>
                <a:spLocks noChangeArrowheads="1"/>
              </p:cNvSpPr>
              <p:nvPr/>
            </p:nvSpPr>
            <p:spPr bwMode="auto">
              <a:xfrm>
                <a:off x="3881438" y="4113213"/>
                <a:ext cx="122237" cy="117475"/>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8187" name="Oval 61">
                <a:extLst>
                  <a:ext uri="{FF2B5EF4-FFF2-40B4-BE49-F238E27FC236}">
                    <a16:creationId xmlns:a16="http://schemas.microsoft.com/office/drawing/2014/main" id="{1CCDFA7E-EF2A-9FDB-5A0D-65F0F17C2EF5}"/>
                  </a:ext>
                </a:extLst>
              </p:cNvPr>
              <p:cNvSpPr>
                <a:spLocks noChangeArrowheads="1"/>
              </p:cNvSpPr>
              <p:nvPr/>
            </p:nvSpPr>
            <p:spPr bwMode="auto">
              <a:xfrm>
                <a:off x="5610225" y="3005138"/>
                <a:ext cx="122238" cy="117475"/>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8188" name="Oval 62">
                <a:extLst>
                  <a:ext uri="{FF2B5EF4-FFF2-40B4-BE49-F238E27FC236}">
                    <a16:creationId xmlns:a16="http://schemas.microsoft.com/office/drawing/2014/main" id="{5448CBE4-0C3F-45A8-E97E-496322777554}"/>
                  </a:ext>
                </a:extLst>
              </p:cNvPr>
              <p:cNvSpPr>
                <a:spLocks noChangeArrowheads="1"/>
              </p:cNvSpPr>
              <p:nvPr/>
            </p:nvSpPr>
            <p:spPr bwMode="auto">
              <a:xfrm>
                <a:off x="3854450" y="1941513"/>
                <a:ext cx="122238" cy="117475"/>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8189" name="Line 63">
                <a:extLst>
                  <a:ext uri="{FF2B5EF4-FFF2-40B4-BE49-F238E27FC236}">
                    <a16:creationId xmlns:a16="http://schemas.microsoft.com/office/drawing/2014/main" id="{2C9B5078-BB40-1B72-AB32-88F41E36CEE2}"/>
                  </a:ext>
                </a:extLst>
              </p:cNvPr>
              <p:cNvSpPr>
                <a:spLocks noChangeShapeType="1"/>
              </p:cNvSpPr>
              <p:nvPr/>
            </p:nvSpPr>
            <p:spPr bwMode="auto">
              <a:xfrm>
                <a:off x="2266950" y="5686425"/>
                <a:ext cx="257016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90" name="Line 64">
                <a:extLst>
                  <a:ext uri="{FF2B5EF4-FFF2-40B4-BE49-F238E27FC236}">
                    <a16:creationId xmlns:a16="http://schemas.microsoft.com/office/drawing/2014/main" id="{C5A9C7DA-C1A0-A01A-77B6-3806A2C7182A}"/>
                  </a:ext>
                </a:extLst>
              </p:cNvPr>
              <p:cNvSpPr>
                <a:spLocks noChangeShapeType="1"/>
              </p:cNvSpPr>
              <p:nvPr/>
            </p:nvSpPr>
            <p:spPr bwMode="auto">
              <a:xfrm flipH="1">
                <a:off x="4824413" y="4325938"/>
                <a:ext cx="2921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91" name="Line 65">
                <a:extLst>
                  <a:ext uri="{FF2B5EF4-FFF2-40B4-BE49-F238E27FC236}">
                    <a16:creationId xmlns:a16="http://schemas.microsoft.com/office/drawing/2014/main" id="{8AB9930F-8B85-486C-9DC6-3436C6382A2F}"/>
                  </a:ext>
                </a:extLst>
              </p:cNvPr>
              <p:cNvSpPr>
                <a:spLocks noChangeShapeType="1"/>
              </p:cNvSpPr>
              <p:nvPr/>
            </p:nvSpPr>
            <p:spPr bwMode="auto">
              <a:xfrm>
                <a:off x="4824413" y="4316413"/>
                <a:ext cx="0" cy="13858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92" name="Text Box 66">
                <a:extLst>
                  <a:ext uri="{FF2B5EF4-FFF2-40B4-BE49-F238E27FC236}">
                    <a16:creationId xmlns:a16="http://schemas.microsoft.com/office/drawing/2014/main" id="{15BF3450-9115-A642-E93F-A5E65D90B599}"/>
                  </a:ext>
                </a:extLst>
              </p:cNvPr>
              <p:cNvSpPr txBox="1">
                <a:spLocks noChangeArrowheads="1"/>
              </p:cNvSpPr>
              <p:nvPr/>
            </p:nvSpPr>
            <p:spPr bwMode="auto">
              <a:xfrm>
                <a:off x="2011363" y="1327150"/>
                <a:ext cx="57943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sym typeface="Symbol" panose="05050102010706020507" pitchFamily="18" charset="2"/>
                  </a:rPr>
                  <a:t></a:t>
                </a:r>
                <a:r>
                  <a:rPr lang="en-US" altLang="en-US" sz="2000"/>
                  <a:t>S</a:t>
                </a:r>
              </a:p>
              <a:p>
                <a:endParaRPr lang="en-US" altLang="en-US" sz="2000"/>
              </a:p>
            </p:txBody>
          </p:sp>
          <p:sp>
            <p:nvSpPr>
              <p:cNvPr id="48193" name="Text Box 67">
                <a:extLst>
                  <a:ext uri="{FF2B5EF4-FFF2-40B4-BE49-F238E27FC236}">
                    <a16:creationId xmlns:a16="http://schemas.microsoft.com/office/drawing/2014/main" id="{134C5701-0833-85AC-92B5-89158AA615DE}"/>
                  </a:ext>
                </a:extLst>
              </p:cNvPr>
              <p:cNvSpPr txBox="1">
                <a:spLocks noChangeArrowheads="1"/>
              </p:cNvSpPr>
              <p:nvPr/>
            </p:nvSpPr>
            <p:spPr bwMode="auto">
              <a:xfrm>
                <a:off x="1885950" y="3013075"/>
                <a:ext cx="57785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C</a:t>
                </a:r>
              </a:p>
              <a:p>
                <a:endParaRPr lang="en-US" altLang="en-US" sz="2000"/>
              </a:p>
            </p:txBody>
          </p:sp>
          <p:sp>
            <p:nvSpPr>
              <p:cNvPr id="48194" name="Text Box 68">
                <a:extLst>
                  <a:ext uri="{FF2B5EF4-FFF2-40B4-BE49-F238E27FC236}">
                    <a16:creationId xmlns:a16="http://schemas.microsoft.com/office/drawing/2014/main" id="{14EFB3EA-775C-9129-C803-8FF2B7D0DE95}"/>
                  </a:ext>
                </a:extLst>
              </p:cNvPr>
              <p:cNvSpPr txBox="1">
                <a:spLocks noChangeArrowheads="1"/>
              </p:cNvSpPr>
              <p:nvPr/>
            </p:nvSpPr>
            <p:spPr bwMode="auto">
              <a:xfrm>
                <a:off x="1847850" y="5580063"/>
                <a:ext cx="57943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sym typeface="Symbol" panose="05050102010706020507" pitchFamily="18" charset="2"/>
                  </a:rPr>
                  <a:t></a:t>
                </a:r>
                <a:r>
                  <a:rPr lang="en-US" altLang="en-US" sz="2000"/>
                  <a:t>R</a:t>
                </a:r>
              </a:p>
              <a:p>
                <a:endParaRPr lang="en-US" altLang="en-US" sz="2000"/>
              </a:p>
            </p:txBody>
          </p:sp>
          <p:sp>
            <p:nvSpPr>
              <p:cNvPr id="48195" name="Text Box 69">
                <a:extLst>
                  <a:ext uri="{FF2B5EF4-FFF2-40B4-BE49-F238E27FC236}">
                    <a16:creationId xmlns:a16="http://schemas.microsoft.com/office/drawing/2014/main" id="{55CC7086-5DFC-B531-120A-D3E3925CFCAF}"/>
                  </a:ext>
                </a:extLst>
              </p:cNvPr>
              <p:cNvSpPr txBox="1">
                <a:spLocks noChangeArrowheads="1"/>
              </p:cNvSpPr>
              <p:nvPr/>
            </p:nvSpPr>
            <p:spPr bwMode="auto">
              <a:xfrm>
                <a:off x="2000250" y="5160963"/>
                <a:ext cx="39528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D</a:t>
                </a:r>
              </a:p>
              <a:p>
                <a:endParaRPr lang="en-US" altLang="en-US" sz="2000"/>
              </a:p>
            </p:txBody>
          </p:sp>
          <p:sp>
            <p:nvSpPr>
              <p:cNvPr id="48196" name="Text Box 70">
                <a:extLst>
                  <a:ext uri="{FF2B5EF4-FFF2-40B4-BE49-F238E27FC236}">
                    <a16:creationId xmlns:a16="http://schemas.microsoft.com/office/drawing/2014/main" id="{77DBF5F8-3AB3-440D-37D3-35C7D8A4A588}"/>
                  </a:ext>
                </a:extLst>
              </p:cNvPr>
              <p:cNvSpPr txBox="1">
                <a:spLocks noChangeArrowheads="1"/>
              </p:cNvSpPr>
              <p:nvPr/>
            </p:nvSpPr>
            <p:spPr bwMode="auto">
              <a:xfrm>
                <a:off x="3535363" y="3365500"/>
                <a:ext cx="676275" cy="507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a:latin typeface="Times New Roman" panose="02020603050405020304" pitchFamily="18" charset="0"/>
                </a:endParaRPr>
              </a:p>
            </p:txBody>
          </p:sp>
          <p:sp>
            <p:nvSpPr>
              <p:cNvPr id="48197" name="Oval 81">
                <a:extLst>
                  <a:ext uri="{FF2B5EF4-FFF2-40B4-BE49-F238E27FC236}">
                    <a16:creationId xmlns:a16="http://schemas.microsoft.com/office/drawing/2014/main" id="{195FD27B-0EBB-A64F-1119-58DCD263C524}"/>
                  </a:ext>
                </a:extLst>
              </p:cNvPr>
              <p:cNvSpPr>
                <a:spLocks noChangeArrowheads="1"/>
              </p:cNvSpPr>
              <p:nvPr/>
            </p:nvSpPr>
            <p:spPr bwMode="auto">
              <a:xfrm>
                <a:off x="3849688" y="2987675"/>
                <a:ext cx="122237" cy="117475"/>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48198" name="Text Box 107">
                <a:extLst>
                  <a:ext uri="{FF2B5EF4-FFF2-40B4-BE49-F238E27FC236}">
                    <a16:creationId xmlns:a16="http://schemas.microsoft.com/office/drawing/2014/main" id="{1B7123BA-3772-597B-F410-11C8EA095AAD}"/>
                  </a:ext>
                </a:extLst>
              </p:cNvPr>
              <p:cNvSpPr txBox="1">
                <a:spLocks noChangeArrowheads="1"/>
              </p:cNvSpPr>
              <p:nvPr/>
            </p:nvSpPr>
            <p:spPr bwMode="auto">
              <a:xfrm>
                <a:off x="6110288" y="3838575"/>
                <a:ext cx="67786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sym typeface="Symbol" panose="05050102010706020507" pitchFamily="18" charset="2"/>
                  </a:rPr>
                  <a:t></a:t>
                </a:r>
                <a:r>
                  <a:rPr lang="en-US" altLang="en-US" sz="2000"/>
                  <a:t>Q</a:t>
                </a:r>
              </a:p>
              <a:p>
                <a:endParaRPr lang="en-US" altLang="en-US" sz="2000"/>
              </a:p>
              <a:p>
                <a:endParaRPr lang="en-US" altLang="en-US" sz="2000"/>
              </a:p>
              <a:p>
                <a:endParaRPr lang="en-US" altLang="en-US" sz="2000"/>
              </a:p>
              <a:p>
                <a:endParaRPr lang="en-US" altLang="en-US" sz="2000"/>
              </a:p>
            </p:txBody>
          </p:sp>
          <p:sp>
            <p:nvSpPr>
              <p:cNvPr id="48199" name="AutoShape 102">
                <a:extLst>
                  <a:ext uri="{FF2B5EF4-FFF2-40B4-BE49-F238E27FC236}">
                    <a16:creationId xmlns:a16="http://schemas.microsoft.com/office/drawing/2014/main" id="{2C56239F-C0DB-AEB6-A2E2-B5EA3A335A6F}"/>
                  </a:ext>
                </a:extLst>
              </p:cNvPr>
              <p:cNvSpPr>
                <a:spLocks noChangeArrowheads="1"/>
              </p:cNvSpPr>
              <p:nvPr/>
            </p:nvSpPr>
            <p:spPr bwMode="auto">
              <a:xfrm>
                <a:off x="3360166" y="1674813"/>
                <a:ext cx="484632" cy="628650"/>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8200" name="AutoShape 103">
                <a:extLst>
                  <a:ext uri="{FF2B5EF4-FFF2-40B4-BE49-F238E27FC236}">
                    <a16:creationId xmlns:a16="http://schemas.microsoft.com/office/drawing/2014/main" id="{9D918709-79D2-701B-9354-89C09204E220}"/>
                  </a:ext>
                </a:extLst>
              </p:cNvPr>
              <p:cNvSpPr>
                <a:spLocks noChangeArrowheads="1"/>
              </p:cNvSpPr>
              <p:nvPr/>
            </p:nvSpPr>
            <p:spPr bwMode="auto">
              <a:xfrm>
                <a:off x="5116513" y="3870325"/>
                <a:ext cx="484632" cy="628650"/>
              </a:xfrm>
              <a:prstGeom prst="flowChartDelay">
                <a:avLst/>
              </a:prstGeom>
              <a:solidFill>
                <a:schemeClr val="accent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8201" name="AutoShape 104">
                <a:extLst>
                  <a:ext uri="{FF2B5EF4-FFF2-40B4-BE49-F238E27FC236}">
                    <a16:creationId xmlns:a16="http://schemas.microsoft.com/office/drawing/2014/main" id="{45349EB3-B64F-C6E6-DB21-1291200598F0}"/>
                  </a:ext>
                </a:extLst>
              </p:cNvPr>
              <p:cNvSpPr>
                <a:spLocks noChangeArrowheads="1"/>
              </p:cNvSpPr>
              <p:nvPr/>
            </p:nvSpPr>
            <p:spPr bwMode="auto">
              <a:xfrm>
                <a:off x="5102225" y="2738438"/>
                <a:ext cx="487363" cy="628650"/>
              </a:xfrm>
              <a:prstGeom prst="flowChartDelay">
                <a:avLst/>
              </a:prstGeom>
              <a:solidFill>
                <a:schemeClr val="accent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8202" name="AutoShape 105">
                <a:extLst>
                  <a:ext uri="{FF2B5EF4-FFF2-40B4-BE49-F238E27FC236}">
                    <a16:creationId xmlns:a16="http://schemas.microsoft.com/office/drawing/2014/main" id="{6E04CA50-B743-5434-875B-3C62D37F6662}"/>
                  </a:ext>
                </a:extLst>
              </p:cNvPr>
              <p:cNvSpPr>
                <a:spLocks noChangeArrowheads="1"/>
              </p:cNvSpPr>
              <p:nvPr/>
            </p:nvSpPr>
            <p:spPr bwMode="auto">
              <a:xfrm>
                <a:off x="3354388" y="2771775"/>
                <a:ext cx="487362" cy="628650"/>
              </a:xfrm>
              <a:prstGeom prst="flowChartDelay">
                <a:avLst/>
              </a:prstGeom>
              <a:solidFill>
                <a:schemeClr val="accent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8203" name="AutoShape 106">
                <a:extLst>
                  <a:ext uri="{FF2B5EF4-FFF2-40B4-BE49-F238E27FC236}">
                    <a16:creationId xmlns:a16="http://schemas.microsoft.com/office/drawing/2014/main" id="{486BF1F7-B380-8451-3AD5-89B2317FB589}"/>
                  </a:ext>
                </a:extLst>
              </p:cNvPr>
              <p:cNvSpPr>
                <a:spLocks noChangeArrowheads="1"/>
              </p:cNvSpPr>
              <p:nvPr/>
            </p:nvSpPr>
            <p:spPr bwMode="auto">
              <a:xfrm>
                <a:off x="3400425" y="3852863"/>
                <a:ext cx="474663" cy="628650"/>
              </a:xfrm>
              <a:prstGeom prst="flowChartDelay">
                <a:avLst/>
              </a:prstGeom>
              <a:solidFill>
                <a:schemeClr val="accent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48204" name="AutoShape 107">
                <a:extLst>
                  <a:ext uri="{FF2B5EF4-FFF2-40B4-BE49-F238E27FC236}">
                    <a16:creationId xmlns:a16="http://schemas.microsoft.com/office/drawing/2014/main" id="{3CAB2188-9B62-275E-CC39-86870C508880}"/>
                  </a:ext>
                </a:extLst>
              </p:cNvPr>
              <p:cNvSpPr>
                <a:spLocks noChangeArrowheads="1"/>
              </p:cNvSpPr>
              <p:nvPr/>
            </p:nvSpPr>
            <p:spPr bwMode="auto">
              <a:xfrm>
                <a:off x="3375025" y="4965700"/>
                <a:ext cx="475488" cy="623642"/>
              </a:xfrm>
              <a:prstGeom prst="flowChartDelay">
                <a:avLst/>
              </a:prstGeom>
              <a:solidFill>
                <a:schemeClr val="accent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grpSp>
      <p:sp>
        <p:nvSpPr>
          <p:cNvPr id="9" name="Title 8">
            <a:extLst>
              <a:ext uri="{FF2B5EF4-FFF2-40B4-BE49-F238E27FC236}">
                <a16:creationId xmlns:a16="http://schemas.microsoft.com/office/drawing/2014/main" id="{B480C889-17E8-8EFF-E2E7-23942C3EDA27}"/>
              </a:ext>
            </a:extLst>
          </p:cNvPr>
          <p:cNvSpPr>
            <a:spLocks noGrp="1"/>
          </p:cNvSpPr>
          <p:nvPr>
            <p:ph type="title"/>
          </p:nvPr>
        </p:nvSpPr>
        <p:spPr/>
        <p:txBody>
          <a:bodyPr>
            <a:normAutofit/>
          </a:bodyPr>
          <a:lstStyle/>
          <a:p>
            <a:r>
              <a:rPr lang="en-US" dirty="0"/>
              <a:t>Edge-Triggered D Flip-Flop Circuit</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F257E8D-CC89-652F-3F11-4BD547602494}"/>
              </a:ext>
            </a:extLst>
          </p:cNvPr>
          <p:cNvSpPr>
            <a:spLocks noGrp="1"/>
          </p:cNvSpPr>
          <p:nvPr>
            <p:ph type="body" sz="quarter" idx="10"/>
          </p:nvPr>
        </p:nvSpPr>
        <p:spPr/>
        <p:txBody>
          <a:bodyPr/>
          <a:lstStyle/>
          <a:p>
            <a:r>
              <a:rPr lang="en-US" sz="1800" dirty="0"/>
              <a:t>module 	</a:t>
            </a:r>
            <a:r>
              <a:rPr lang="en-US" sz="1800" dirty="0" err="1"/>
              <a:t>dff_async</a:t>
            </a:r>
            <a:r>
              <a:rPr lang="en-US" sz="1800" dirty="0"/>
              <a:t> (reset,  set, data, </a:t>
            </a:r>
            <a:r>
              <a:rPr lang="en-US" sz="1800" dirty="0" err="1"/>
              <a:t>clk</a:t>
            </a:r>
            <a:r>
              <a:rPr lang="en-US" sz="1800" dirty="0"/>
              <a:t>, q);</a:t>
            </a:r>
          </a:p>
          <a:p>
            <a:r>
              <a:rPr lang="en-US" sz="1800" dirty="0"/>
              <a:t>		input  	</a:t>
            </a:r>
            <a:r>
              <a:rPr lang="en-US" sz="1800" dirty="0" err="1"/>
              <a:t>clk</a:t>
            </a:r>
            <a:r>
              <a:rPr lang="en-US" sz="1800" dirty="0"/>
              <a:t>, reset, set, data;</a:t>
            </a:r>
          </a:p>
          <a:p>
            <a:r>
              <a:rPr lang="en-US" sz="1800" dirty="0"/>
              <a:t>	              output  reg  q;</a:t>
            </a:r>
          </a:p>
          <a:p>
            <a:r>
              <a:rPr lang="en-US" sz="1800" dirty="0"/>
              <a:t>	always @(posedge </a:t>
            </a:r>
            <a:r>
              <a:rPr lang="en-US" sz="1800" dirty="0" err="1"/>
              <a:t>clk</a:t>
            </a:r>
            <a:r>
              <a:rPr lang="en-US" sz="1800" dirty="0"/>
              <a:t>, </a:t>
            </a:r>
            <a:r>
              <a:rPr lang="en-US" sz="1800" dirty="0" err="1"/>
              <a:t>negedge</a:t>
            </a:r>
            <a:r>
              <a:rPr lang="en-US" sz="1800" dirty="0"/>
              <a:t> reset, </a:t>
            </a:r>
            <a:r>
              <a:rPr lang="en-US" sz="1800" dirty="0" err="1"/>
              <a:t>negedge</a:t>
            </a:r>
            <a:r>
              <a:rPr lang="en-US" sz="1800" dirty="0"/>
              <a:t>  set)</a:t>
            </a:r>
          </a:p>
          <a:p>
            <a:r>
              <a:rPr lang="en-US" sz="1800" dirty="0"/>
              <a:t>			begin</a:t>
            </a:r>
          </a:p>
          <a:p>
            <a:r>
              <a:rPr lang="en-US" sz="1800" dirty="0"/>
              <a:t>			if  (reset ==1’b0) </a:t>
            </a:r>
          </a:p>
          <a:p>
            <a:r>
              <a:rPr lang="en-US" sz="1800" dirty="0"/>
              <a:t>			q&lt;=1’b0;  // reset  is preferred</a:t>
            </a:r>
          </a:p>
          <a:p>
            <a:r>
              <a:rPr lang="en-US" sz="1800" dirty="0"/>
              <a:t>			else if (set==1’b0)</a:t>
            </a:r>
          </a:p>
          <a:p>
            <a:r>
              <a:rPr lang="en-US" sz="1800" dirty="0"/>
              <a:t>			q&lt;=1’b1;</a:t>
            </a:r>
          </a:p>
          <a:p>
            <a:r>
              <a:rPr lang="en-US" sz="1800" dirty="0"/>
              <a:t>			else q&lt;=data;</a:t>
            </a:r>
          </a:p>
          <a:p>
            <a:r>
              <a:rPr lang="en-US" sz="1800" dirty="0"/>
              <a:t>			end </a:t>
            </a:r>
          </a:p>
          <a:p>
            <a:r>
              <a:rPr lang="en-US" sz="1800" dirty="0"/>
              <a:t>     </a:t>
            </a:r>
            <a:r>
              <a:rPr lang="en-US" sz="1800" dirty="0" err="1"/>
              <a:t>endmodule</a:t>
            </a:r>
            <a:r>
              <a:rPr lang="en-US" sz="1800" dirty="0"/>
              <a:t> // </a:t>
            </a:r>
            <a:r>
              <a:rPr lang="en-US" sz="1800" dirty="0" err="1"/>
              <a:t>dff_async</a:t>
            </a:r>
            <a:endParaRPr lang="en-US" sz="1800" dirty="0"/>
          </a:p>
          <a:p>
            <a:endParaRPr lang="en-US" sz="1800" dirty="0"/>
          </a:p>
        </p:txBody>
      </p:sp>
      <p:sp>
        <p:nvSpPr>
          <p:cNvPr id="8" name="Title 7">
            <a:extLst>
              <a:ext uri="{FF2B5EF4-FFF2-40B4-BE49-F238E27FC236}">
                <a16:creationId xmlns:a16="http://schemas.microsoft.com/office/drawing/2014/main" id="{F1A9FDDB-52AA-4D0F-9703-98AA5CDB1C57}"/>
              </a:ext>
            </a:extLst>
          </p:cNvPr>
          <p:cNvSpPr>
            <a:spLocks noGrp="1"/>
          </p:cNvSpPr>
          <p:nvPr>
            <p:ph type="title"/>
          </p:nvPr>
        </p:nvSpPr>
        <p:spPr/>
        <p:txBody>
          <a:bodyPr>
            <a:normAutofit/>
          </a:bodyPr>
          <a:lstStyle/>
          <a:p>
            <a:r>
              <a:rPr lang="en-US" dirty="0"/>
              <a:t>Verilog Description of D  Flip-Flop</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74589E18-F63D-7B87-33F5-A0D004051AF0}"/>
              </a:ext>
            </a:extLst>
          </p:cNvPr>
          <p:cNvSpPr>
            <a:spLocks noGrp="1" noChangeArrowheads="1"/>
          </p:cNvSpPr>
          <p:nvPr>
            <p:ph type="title"/>
          </p:nvPr>
        </p:nvSpPr>
        <p:spPr/>
        <p:txBody>
          <a:bodyPr/>
          <a:lstStyle/>
          <a:p>
            <a:r>
              <a:rPr lang="en-US" altLang="en-US"/>
              <a:t>D  Flip-Flop   in System Verilog</a:t>
            </a:r>
            <a:endParaRPr lang="en-GB" altLang="en-US"/>
          </a:p>
        </p:txBody>
      </p:sp>
      <p:sp>
        <p:nvSpPr>
          <p:cNvPr id="9" name="Text Placeholder 8">
            <a:extLst>
              <a:ext uri="{FF2B5EF4-FFF2-40B4-BE49-F238E27FC236}">
                <a16:creationId xmlns:a16="http://schemas.microsoft.com/office/drawing/2014/main" id="{F0EAE4EF-7059-1A23-E957-9C1BC4E20D81}"/>
              </a:ext>
            </a:extLst>
          </p:cNvPr>
          <p:cNvSpPr>
            <a:spLocks noGrp="1"/>
          </p:cNvSpPr>
          <p:nvPr>
            <p:ph type="body" sz="quarter" idx="10"/>
          </p:nvPr>
        </p:nvSpPr>
        <p:spPr/>
        <p:txBody>
          <a:bodyPr/>
          <a:lstStyle/>
          <a:p>
            <a:pPr eaLnBrk="1" hangingPunct="1"/>
            <a:r>
              <a:rPr lang="en-GB" altLang="en-US" dirty="0">
                <a:solidFill>
                  <a:srgbClr val="0000FF"/>
                </a:solidFill>
              </a:rPr>
              <a:t>module</a:t>
            </a:r>
            <a:r>
              <a:rPr lang="en-GB" altLang="en-US" dirty="0"/>
              <a:t> </a:t>
            </a:r>
            <a:r>
              <a:rPr lang="en-GB" altLang="en-US" dirty="0" err="1"/>
              <a:t>D_ff_r</a:t>
            </a:r>
            <a:r>
              <a:rPr lang="en-GB" altLang="en-US" dirty="0"/>
              <a:t>(</a:t>
            </a:r>
            <a:r>
              <a:rPr lang="en-GB" altLang="en-US" dirty="0">
                <a:solidFill>
                  <a:srgbClr val="0000FF"/>
                </a:solidFill>
              </a:rPr>
              <a:t>input</a:t>
            </a:r>
            <a:r>
              <a:rPr lang="en-GB" altLang="en-US" dirty="0"/>
              <a:t> </a:t>
            </a:r>
            <a:r>
              <a:rPr lang="en-GB" altLang="en-US" dirty="0">
                <a:solidFill>
                  <a:srgbClr val="0000FF"/>
                </a:solidFill>
              </a:rPr>
              <a:t>logic</a:t>
            </a:r>
            <a:r>
              <a:rPr lang="en-GB" altLang="en-US" dirty="0"/>
              <a:t> </a:t>
            </a:r>
            <a:r>
              <a:rPr lang="en-GB" altLang="en-US" dirty="0" err="1"/>
              <a:t>clk</a:t>
            </a:r>
            <a:r>
              <a:rPr lang="en-GB" altLang="en-US" dirty="0"/>
              <a:t>,</a:t>
            </a:r>
          </a:p>
          <a:p>
            <a:pPr eaLnBrk="1" hangingPunct="1"/>
            <a:r>
              <a:rPr lang="en-GB" altLang="en-US" dirty="0">
                <a:solidFill>
                  <a:srgbClr val="0000FF"/>
                </a:solidFill>
              </a:rPr>
              <a:t>input logic </a:t>
            </a:r>
            <a:r>
              <a:rPr lang="en-GB" altLang="en-US" dirty="0" err="1"/>
              <a:t>data,reset,set</a:t>
            </a:r>
            <a:r>
              <a:rPr lang="en-GB" altLang="en-US" dirty="0"/>
              <a:t>, </a:t>
            </a:r>
            <a:r>
              <a:rPr lang="en-GB" altLang="en-US" dirty="0">
                <a:solidFill>
                  <a:srgbClr val="0000FF"/>
                </a:solidFill>
              </a:rPr>
              <a:t>output logic </a:t>
            </a:r>
            <a:r>
              <a:rPr lang="en-GB" altLang="en-US" dirty="0"/>
              <a:t>q);</a:t>
            </a:r>
          </a:p>
          <a:p>
            <a:pPr eaLnBrk="1" hangingPunct="1"/>
            <a:r>
              <a:rPr lang="en-GB" altLang="en-US" dirty="0" err="1">
                <a:solidFill>
                  <a:srgbClr val="0000FF"/>
                </a:solidFill>
              </a:rPr>
              <a:t>always_ff</a:t>
            </a:r>
            <a:r>
              <a:rPr lang="en-GB" altLang="en-US" dirty="0"/>
              <a:t> @(posedge </a:t>
            </a:r>
            <a:r>
              <a:rPr lang="en-GB" altLang="en-US" dirty="0" err="1"/>
              <a:t>clk</a:t>
            </a:r>
            <a:r>
              <a:rPr lang="en-GB" altLang="en-US" dirty="0"/>
              <a:t> or </a:t>
            </a:r>
            <a:r>
              <a:rPr lang="en-GB" altLang="en-US" dirty="0" err="1"/>
              <a:t>negedge</a:t>
            </a:r>
            <a:r>
              <a:rPr lang="en-GB" altLang="en-US" dirty="0"/>
              <a:t> reset</a:t>
            </a:r>
          </a:p>
          <a:p>
            <a:pPr eaLnBrk="1" hangingPunct="1"/>
            <a:r>
              <a:rPr lang="en-GB" altLang="en-US" dirty="0"/>
              <a:t> or </a:t>
            </a:r>
            <a:r>
              <a:rPr lang="en-GB" altLang="en-US" dirty="0" err="1"/>
              <a:t>posedge</a:t>
            </a:r>
            <a:r>
              <a:rPr lang="en-GB" altLang="en-US" dirty="0"/>
              <a:t> set)</a:t>
            </a:r>
          </a:p>
          <a:p>
            <a:pPr eaLnBrk="1" hangingPunct="1"/>
            <a:r>
              <a:rPr lang="en-US" altLang="en-US" dirty="0">
                <a:solidFill>
                  <a:srgbClr val="0000FF"/>
                </a:solidFill>
              </a:rPr>
              <a:t>if</a:t>
            </a:r>
            <a:r>
              <a:rPr lang="en-US" altLang="en-US" dirty="0"/>
              <a:t>( !reset) q&lt;=0;</a:t>
            </a:r>
          </a:p>
          <a:p>
            <a:pPr eaLnBrk="1" hangingPunct="1"/>
            <a:r>
              <a:rPr lang="en-US" altLang="en-US" dirty="0">
                <a:solidFill>
                  <a:srgbClr val="0000FF"/>
                </a:solidFill>
              </a:rPr>
              <a:t>else  if </a:t>
            </a:r>
            <a:r>
              <a:rPr lang="en-US" altLang="en-US" dirty="0"/>
              <a:t>(set) q&lt;=1;</a:t>
            </a:r>
          </a:p>
          <a:p>
            <a:pPr eaLnBrk="1" hangingPunct="1"/>
            <a:r>
              <a:rPr lang="en-US" altLang="en-US" dirty="0">
                <a:solidFill>
                  <a:srgbClr val="0066CC"/>
                </a:solidFill>
              </a:rPr>
              <a:t>else </a:t>
            </a:r>
            <a:endParaRPr lang="en-GB" altLang="en-US" dirty="0">
              <a:solidFill>
                <a:srgbClr val="0066CC"/>
              </a:solidFill>
            </a:endParaRPr>
          </a:p>
          <a:p>
            <a:pPr eaLnBrk="1" hangingPunct="1"/>
            <a:r>
              <a:rPr lang="en-GB" altLang="en-US" dirty="0"/>
              <a:t>q &lt;= data;</a:t>
            </a:r>
          </a:p>
          <a:p>
            <a:pPr eaLnBrk="1" hangingPunct="1"/>
            <a:r>
              <a:rPr lang="en-GB" altLang="en-US" dirty="0" err="1">
                <a:solidFill>
                  <a:srgbClr val="0066CC"/>
                </a:solidFill>
              </a:rPr>
              <a:t>endmodule</a:t>
            </a:r>
            <a:endParaRPr lang="en-GB" altLang="en-US" dirty="0">
              <a:solidFill>
                <a:srgbClr val="0066CC"/>
              </a:solidFill>
            </a:endParaRP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Заголовок 1">
            <a:extLst>
              <a:ext uri="{FF2B5EF4-FFF2-40B4-BE49-F238E27FC236}">
                <a16:creationId xmlns:a16="http://schemas.microsoft.com/office/drawing/2014/main" id="{936A4134-8515-6141-CF65-82969B1D13A6}"/>
              </a:ext>
            </a:extLst>
          </p:cNvPr>
          <p:cNvSpPr>
            <a:spLocks noGrp="1" noChangeArrowheads="1"/>
          </p:cNvSpPr>
          <p:nvPr>
            <p:ph type="title"/>
          </p:nvPr>
        </p:nvSpPr>
        <p:spPr/>
        <p:txBody>
          <a:bodyPr>
            <a:normAutofit/>
          </a:bodyPr>
          <a:lstStyle/>
          <a:p>
            <a:r>
              <a:rPr lang="en-US" altLang="en-US" dirty="0"/>
              <a:t>Set-up and Hold Times</a:t>
            </a:r>
            <a:endParaRPr lang="ru-RU" altLang="en-US" dirty="0"/>
          </a:p>
        </p:txBody>
      </p:sp>
      <p:sp>
        <p:nvSpPr>
          <p:cNvPr id="53251" name="Объект 2">
            <a:extLst>
              <a:ext uri="{FF2B5EF4-FFF2-40B4-BE49-F238E27FC236}">
                <a16:creationId xmlns:a16="http://schemas.microsoft.com/office/drawing/2014/main" id="{D5738DDD-44D0-3178-A35C-6F8C84314279}"/>
              </a:ext>
            </a:extLst>
          </p:cNvPr>
          <p:cNvSpPr>
            <a:spLocks noGrp="1" noChangeArrowheads="1"/>
          </p:cNvSpPr>
          <p:nvPr>
            <p:ph type="body" sz="quarter" idx="10"/>
          </p:nvPr>
        </p:nvSpPr>
        <p:spPr/>
        <p:txBody>
          <a:bodyPr/>
          <a:lstStyle/>
          <a:p>
            <a:r>
              <a:rPr lang="en-US" altLang="en-US"/>
              <a:t>Set-up time</a:t>
            </a:r>
          </a:p>
          <a:p>
            <a:pPr lvl="1"/>
            <a:r>
              <a:rPr lang="en-US" altLang="en-US"/>
              <a:t>Time during which data must  be stable before the clock comes</a:t>
            </a:r>
          </a:p>
          <a:p>
            <a:r>
              <a:rPr lang="en-US" altLang="en-US"/>
              <a:t>Hold time</a:t>
            </a:r>
          </a:p>
          <a:p>
            <a:pPr lvl="1"/>
            <a:r>
              <a:rPr lang="en-US" altLang="en-US"/>
              <a:t>Time during which data must be stable after the clock comes</a:t>
            </a:r>
          </a:p>
          <a:p>
            <a:endParaRPr lang="ru-RU"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Заголовок 1">
            <a:extLst>
              <a:ext uri="{FF2B5EF4-FFF2-40B4-BE49-F238E27FC236}">
                <a16:creationId xmlns:a16="http://schemas.microsoft.com/office/drawing/2014/main" id="{CB9E4403-D761-D368-390F-67D8AB12A60A}"/>
              </a:ext>
            </a:extLst>
          </p:cNvPr>
          <p:cNvSpPr>
            <a:spLocks noGrp="1" noChangeArrowheads="1"/>
          </p:cNvSpPr>
          <p:nvPr>
            <p:ph type="title"/>
          </p:nvPr>
        </p:nvSpPr>
        <p:spPr/>
        <p:txBody>
          <a:bodyPr>
            <a:normAutofit/>
          </a:bodyPr>
          <a:lstStyle/>
          <a:p>
            <a:r>
              <a:rPr lang="en-US" altLang="en-US" dirty="0"/>
              <a:t>Timing Diagrams of D  Flip-Flop</a:t>
            </a:r>
            <a:endParaRPr lang="ru-RU" altLang="en-US" dirty="0"/>
          </a:p>
        </p:txBody>
      </p:sp>
      <p:sp>
        <p:nvSpPr>
          <p:cNvPr id="54275" name="Объект 2">
            <a:extLst>
              <a:ext uri="{FF2B5EF4-FFF2-40B4-BE49-F238E27FC236}">
                <a16:creationId xmlns:a16="http://schemas.microsoft.com/office/drawing/2014/main" id="{6CA3223F-2C32-B520-02B9-372D5C21B86E}"/>
              </a:ext>
            </a:extLst>
          </p:cNvPr>
          <p:cNvSpPr>
            <a:spLocks noGrp="1" noChangeArrowheads="1"/>
          </p:cNvSpPr>
          <p:nvPr>
            <p:ph type="body" sz="quarter" idx="10"/>
          </p:nvPr>
        </p:nvSpPr>
        <p:spPr/>
        <p:txBody>
          <a:bodyPr/>
          <a:lstStyle/>
          <a:p>
            <a:endParaRPr lang="en-US" altLang="en-US" dirty="0"/>
          </a:p>
          <a:p>
            <a:endParaRPr lang="en-US" altLang="en-US" dirty="0"/>
          </a:p>
          <a:p>
            <a:endParaRPr lang="en-US" altLang="en-US" dirty="0"/>
          </a:p>
          <a:p>
            <a:pPr marL="0" indent="0">
              <a:buNone/>
            </a:pPr>
            <a:endParaRPr lang="en-US" altLang="en-US" dirty="0"/>
          </a:p>
          <a:p>
            <a:pPr marL="0" indent="0">
              <a:buNone/>
            </a:pPr>
            <a:endParaRPr lang="en-US" altLang="en-US" dirty="0"/>
          </a:p>
          <a:p>
            <a:endParaRPr lang="en-US" altLang="en-US" dirty="0"/>
          </a:p>
          <a:p>
            <a:r>
              <a:rPr lang="en-US" altLang="en-US" sz="2000" dirty="0"/>
              <a:t>During time interval (</a:t>
            </a:r>
            <a:r>
              <a:rPr lang="en-US" altLang="en-US" sz="2000" dirty="0" err="1"/>
              <a:t>tsetup</a:t>
            </a:r>
            <a:r>
              <a:rPr lang="en-US" altLang="en-US" sz="2000" dirty="0"/>
              <a:t> , </a:t>
            </a:r>
            <a:r>
              <a:rPr lang="en-US" altLang="en-US" sz="2000" dirty="0" err="1"/>
              <a:t>thold</a:t>
            </a:r>
            <a:r>
              <a:rPr lang="en-US" altLang="en-US" sz="2000" dirty="0"/>
              <a:t> - shaded) – signal in the input D must not change. Else metastable states can occur. </a:t>
            </a:r>
          </a:p>
          <a:p>
            <a:r>
              <a:rPr lang="en-US" altLang="en-US" sz="2000" dirty="0"/>
              <a:t>From metastable state flip-flop can return on its own state </a:t>
            </a:r>
          </a:p>
          <a:p>
            <a:pPr lvl="1"/>
            <a:r>
              <a:rPr lang="en-US" altLang="en-US" sz="1800" dirty="0"/>
              <a:t>After probabilistic delay</a:t>
            </a:r>
          </a:p>
          <a:p>
            <a:pPr lvl="1"/>
            <a:r>
              <a:rPr lang="en-US" altLang="en-US" sz="1800" dirty="0"/>
              <a:t>By applying another triggering clock edge with a D-input that meets the setup- and hold- time requirements</a:t>
            </a:r>
          </a:p>
          <a:p>
            <a:endParaRPr lang="ru-RU" altLang="en-US" dirty="0"/>
          </a:p>
        </p:txBody>
      </p:sp>
      <p:grpSp>
        <p:nvGrpSpPr>
          <p:cNvPr id="54276" name="Group 101">
            <a:extLst>
              <a:ext uri="{FF2B5EF4-FFF2-40B4-BE49-F238E27FC236}">
                <a16:creationId xmlns:a16="http://schemas.microsoft.com/office/drawing/2014/main" id="{60B54F92-D3C4-79FF-7B7F-90DAB5904898}"/>
              </a:ext>
            </a:extLst>
          </p:cNvPr>
          <p:cNvGrpSpPr>
            <a:grpSpLocks/>
          </p:cNvGrpSpPr>
          <p:nvPr/>
        </p:nvGrpSpPr>
        <p:grpSpPr bwMode="auto">
          <a:xfrm>
            <a:off x="2320926" y="1517650"/>
            <a:ext cx="7496175" cy="2541588"/>
            <a:chOff x="962025" y="690563"/>
            <a:chExt cx="8139113" cy="3818245"/>
          </a:xfrm>
        </p:grpSpPr>
        <p:sp>
          <p:nvSpPr>
            <p:cNvPr id="54277" name="Rectangle 38" descr="Light downward diagonal">
              <a:extLst>
                <a:ext uri="{FF2B5EF4-FFF2-40B4-BE49-F238E27FC236}">
                  <a16:creationId xmlns:a16="http://schemas.microsoft.com/office/drawing/2014/main" id="{3F54F4DF-8F9E-F00B-B766-EDA832D78BE6}"/>
                </a:ext>
              </a:extLst>
            </p:cNvPr>
            <p:cNvSpPr>
              <a:spLocks noChangeArrowheads="1"/>
            </p:cNvSpPr>
            <p:nvPr/>
          </p:nvSpPr>
          <p:spPr bwMode="auto">
            <a:xfrm>
              <a:off x="3744913" y="982663"/>
              <a:ext cx="650875" cy="346075"/>
            </a:xfrm>
            <a:prstGeom prst="rect">
              <a:avLst/>
            </a:prstGeom>
            <a:blipFill dpi="0" rotWithShape="0">
              <a:blip r:embed="rId2"/>
              <a:srcRect/>
              <a:tile tx="0" ty="0" sx="100000" sy="100000" flip="none" algn="tl"/>
            </a:blipFill>
            <a:ln w="31750">
              <a:solidFill>
                <a:srgbClr val="0066CC"/>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4278" name="Rectangle 39" descr="Light downward diagonal">
              <a:extLst>
                <a:ext uri="{FF2B5EF4-FFF2-40B4-BE49-F238E27FC236}">
                  <a16:creationId xmlns:a16="http://schemas.microsoft.com/office/drawing/2014/main" id="{77AC87F8-0903-99CE-F82D-E6D1D67E3F1A}"/>
                </a:ext>
              </a:extLst>
            </p:cNvPr>
            <p:cNvSpPr>
              <a:spLocks noChangeArrowheads="1"/>
            </p:cNvSpPr>
            <p:nvPr/>
          </p:nvSpPr>
          <p:spPr bwMode="auto">
            <a:xfrm>
              <a:off x="1811338" y="931863"/>
              <a:ext cx="650875" cy="396875"/>
            </a:xfrm>
            <a:prstGeom prst="rect">
              <a:avLst/>
            </a:prstGeom>
            <a:blipFill dpi="0" rotWithShape="0">
              <a:blip r:embed="rId3"/>
              <a:srcRect/>
              <a:tile tx="0" ty="0" sx="100000" sy="100000" flip="none" algn="tl"/>
            </a:blipFill>
            <a:ln w="31750">
              <a:solidFill>
                <a:srgbClr val="0066CC"/>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4279" name="Text Box 74">
              <a:extLst>
                <a:ext uri="{FF2B5EF4-FFF2-40B4-BE49-F238E27FC236}">
                  <a16:creationId xmlns:a16="http://schemas.microsoft.com/office/drawing/2014/main" id="{B5C3E66B-EDDB-BF9F-85C5-AEB3FA4B4950}"/>
                </a:ext>
              </a:extLst>
            </p:cNvPr>
            <p:cNvSpPr txBox="1">
              <a:spLocks noChangeArrowheads="1"/>
            </p:cNvSpPr>
            <p:nvPr/>
          </p:nvSpPr>
          <p:spPr bwMode="auto">
            <a:xfrm>
              <a:off x="4850597" y="3912580"/>
              <a:ext cx="1160022" cy="59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t </a:t>
              </a:r>
              <a:r>
                <a:rPr lang="en-US" altLang="en-US" sz="2000" baseline="-25000"/>
                <a:t>setup</a:t>
              </a:r>
            </a:p>
          </p:txBody>
        </p:sp>
        <p:sp>
          <p:nvSpPr>
            <p:cNvPr id="54280" name="Text Box 75">
              <a:extLst>
                <a:ext uri="{FF2B5EF4-FFF2-40B4-BE49-F238E27FC236}">
                  <a16:creationId xmlns:a16="http://schemas.microsoft.com/office/drawing/2014/main" id="{AEC661C1-1CDD-190A-4803-D3F57C6F64BC}"/>
                </a:ext>
              </a:extLst>
            </p:cNvPr>
            <p:cNvSpPr txBox="1">
              <a:spLocks noChangeArrowheads="1"/>
            </p:cNvSpPr>
            <p:nvPr/>
          </p:nvSpPr>
          <p:spPr bwMode="auto">
            <a:xfrm>
              <a:off x="962025" y="690563"/>
              <a:ext cx="496413" cy="59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p>
          </p:txBody>
        </p:sp>
        <p:sp>
          <p:nvSpPr>
            <p:cNvPr id="54281" name="Text Box 76">
              <a:extLst>
                <a:ext uri="{FF2B5EF4-FFF2-40B4-BE49-F238E27FC236}">
                  <a16:creationId xmlns:a16="http://schemas.microsoft.com/office/drawing/2014/main" id="{1964D76B-A75E-E381-244A-255DA31EF3AF}"/>
                </a:ext>
              </a:extLst>
            </p:cNvPr>
            <p:cNvSpPr txBox="1">
              <a:spLocks noChangeArrowheads="1"/>
            </p:cNvSpPr>
            <p:nvPr/>
          </p:nvSpPr>
          <p:spPr bwMode="auto">
            <a:xfrm>
              <a:off x="962025" y="1873480"/>
              <a:ext cx="980761" cy="59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CLK</a:t>
              </a:r>
            </a:p>
          </p:txBody>
        </p:sp>
        <p:sp>
          <p:nvSpPr>
            <p:cNvPr id="54282" name="Line 3">
              <a:extLst>
                <a:ext uri="{FF2B5EF4-FFF2-40B4-BE49-F238E27FC236}">
                  <a16:creationId xmlns:a16="http://schemas.microsoft.com/office/drawing/2014/main" id="{E2BB7601-A3BD-26E9-5E3C-84036B5ED36F}"/>
                </a:ext>
              </a:extLst>
            </p:cNvPr>
            <p:cNvSpPr>
              <a:spLocks noChangeShapeType="1"/>
            </p:cNvSpPr>
            <p:nvPr/>
          </p:nvSpPr>
          <p:spPr bwMode="auto">
            <a:xfrm>
              <a:off x="1304925" y="919163"/>
              <a:ext cx="134778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3" name="Line 4">
              <a:extLst>
                <a:ext uri="{FF2B5EF4-FFF2-40B4-BE49-F238E27FC236}">
                  <a16:creationId xmlns:a16="http://schemas.microsoft.com/office/drawing/2014/main" id="{86D46AF0-7026-D312-8201-B872B7C5B126}"/>
                </a:ext>
              </a:extLst>
            </p:cNvPr>
            <p:cNvSpPr>
              <a:spLocks noChangeShapeType="1"/>
            </p:cNvSpPr>
            <p:nvPr/>
          </p:nvSpPr>
          <p:spPr bwMode="auto">
            <a:xfrm>
              <a:off x="2652713" y="919163"/>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4" name="Line 5">
              <a:extLst>
                <a:ext uri="{FF2B5EF4-FFF2-40B4-BE49-F238E27FC236}">
                  <a16:creationId xmlns:a16="http://schemas.microsoft.com/office/drawing/2014/main" id="{00DC40F4-4992-B91A-D5EA-2F36D9882438}"/>
                </a:ext>
              </a:extLst>
            </p:cNvPr>
            <p:cNvSpPr>
              <a:spLocks noChangeShapeType="1"/>
            </p:cNvSpPr>
            <p:nvPr/>
          </p:nvSpPr>
          <p:spPr bwMode="auto">
            <a:xfrm>
              <a:off x="2794000" y="1376363"/>
              <a:ext cx="44926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5" name="Line 6">
              <a:extLst>
                <a:ext uri="{FF2B5EF4-FFF2-40B4-BE49-F238E27FC236}">
                  <a16:creationId xmlns:a16="http://schemas.microsoft.com/office/drawing/2014/main" id="{8B0C136A-35F0-7EEC-A141-15738497FF59}"/>
                </a:ext>
              </a:extLst>
            </p:cNvPr>
            <p:cNvSpPr>
              <a:spLocks noChangeShapeType="1"/>
            </p:cNvSpPr>
            <p:nvPr/>
          </p:nvSpPr>
          <p:spPr bwMode="auto">
            <a:xfrm flipV="1">
              <a:off x="3236913" y="919163"/>
              <a:ext cx="142875"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6" name="Line 7">
              <a:extLst>
                <a:ext uri="{FF2B5EF4-FFF2-40B4-BE49-F238E27FC236}">
                  <a16:creationId xmlns:a16="http://schemas.microsoft.com/office/drawing/2014/main" id="{658C6E79-4DAB-6A71-155C-C315B7502D11}"/>
                </a:ext>
              </a:extLst>
            </p:cNvPr>
            <p:cNvSpPr>
              <a:spLocks noChangeShapeType="1"/>
            </p:cNvSpPr>
            <p:nvPr/>
          </p:nvSpPr>
          <p:spPr bwMode="auto">
            <a:xfrm>
              <a:off x="3367088" y="919163"/>
              <a:ext cx="12382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7" name="Line 9">
              <a:extLst>
                <a:ext uri="{FF2B5EF4-FFF2-40B4-BE49-F238E27FC236}">
                  <a16:creationId xmlns:a16="http://schemas.microsoft.com/office/drawing/2014/main" id="{CBE675F3-122E-1DFD-9954-D1CEE95F90A1}"/>
                </a:ext>
              </a:extLst>
            </p:cNvPr>
            <p:cNvSpPr>
              <a:spLocks noChangeShapeType="1"/>
            </p:cNvSpPr>
            <p:nvPr/>
          </p:nvSpPr>
          <p:spPr bwMode="auto">
            <a:xfrm>
              <a:off x="3489325" y="933450"/>
              <a:ext cx="142875"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8" name="Line 10">
              <a:extLst>
                <a:ext uri="{FF2B5EF4-FFF2-40B4-BE49-F238E27FC236}">
                  <a16:creationId xmlns:a16="http://schemas.microsoft.com/office/drawing/2014/main" id="{8A5F806F-7D9E-7A07-4F3F-7BDCD657FF0F}"/>
                </a:ext>
              </a:extLst>
            </p:cNvPr>
            <p:cNvSpPr>
              <a:spLocks noChangeShapeType="1"/>
            </p:cNvSpPr>
            <p:nvPr/>
          </p:nvSpPr>
          <p:spPr bwMode="auto">
            <a:xfrm flipV="1">
              <a:off x="3606800" y="1376363"/>
              <a:ext cx="221297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9" name="Line 11">
              <a:extLst>
                <a:ext uri="{FF2B5EF4-FFF2-40B4-BE49-F238E27FC236}">
                  <a16:creationId xmlns:a16="http://schemas.microsoft.com/office/drawing/2014/main" id="{DE409C30-3435-8417-2CE2-54CB5C841017}"/>
                </a:ext>
              </a:extLst>
            </p:cNvPr>
            <p:cNvSpPr>
              <a:spLocks noChangeShapeType="1"/>
            </p:cNvSpPr>
            <p:nvPr/>
          </p:nvSpPr>
          <p:spPr bwMode="auto">
            <a:xfrm>
              <a:off x="1233488" y="2366963"/>
              <a:ext cx="92233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0" name="Line 12">
              <a:extLst>
                <a:ext uri="{FF2B5EF4-FFF2-40B4-BE49-F238E27FC236}">
                  <a16:creationId xmlns:a16="http://schemas.microsoft.com/office/drawing/2014/main" id="{3DAEBD12-261C-C47E-2832-69A050D513A3}"/>
                </a:ext>
              </a:extLst>
            </p:cNvPr>
            <p:cNvSpPr>
              <a:spLocks noChangeShapeType="1"/>
            </p:cNvSpPr>
            <p:nvPr/>
          </p:nvSpPr>
          <p:spPr bwMode="auto">
            <a:xfrm flipV="1">
              <a:off x="2157413" y="1887538"/>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1" name="Line 13">
              <a:extLst>
                <a:ext uri="{FF2B5EF4-FFF2-40B4-BE49-F238E27FC236}">
                  <a16:creationId xmlns:a16="http://schemas.microsoft.com/office/drawing/2014/main" id="{D0A5B8B7-4C7E-F234-2F66-18D5D8CE4D17}"/>
                </a:ext>
              </a:extLst>
            </p:cNvPr>
            <p:cNvSpPr>
              <a:spLocks noChangeShapeType="1"/>
            </p:cNvSpPr>
            <p:nvPr/>
          </p:nvSpPr>
          <p:spPr bwMode="auto">
            <a:xfrm>
              <a:off x="2286000" y="1909763"/>
              <a:ext cx="8143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2" name="Line 14">
              <a:extLst>
                <a:ext uri="{FF2B5EF4-FFF2-40B4-BE49-F238E27FC236}">
                  <a16:creationId xmlns:a16="http://schemas.microsoft.com/office/drawing/2014/main" id="{387594ED-F277-EA32-9A4D-A4C5EACA2AA6}"/>
                </a:ext>
              </a:extLst>
            </p:cNvPr>
            <p:cNvSpPr>
              <a:spLocks noChangeShapeType="1"/>
            </p:cNvSpPr>
            <p:nvPr/>
          </p:nvSpPr>
          <p:spPr bwMode="auto">
            <a:xfrm>
              <a:off x="3082925" y="1916113"/>
              <a:ext cx="142875"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3" name="Line 15">
              <a:extLst>
                <a:ext uri="{FF2B5EF4-FFF2-40B4-BE49-F238E27FC236}">
                  <a16:creationId xmlns:a16="http://schemas.microsoft.com/office/drawing/2014/main" id="{51532437-A371-DFA2-26BE-C9B55DC03E1D}"/>
                </a:ext>
              </a:extLst>
            </p:cNvPr>
            <p:cNvSpPr>
              <a:spLocks noChangeShapeType="1"/>
            </p:cNvSpPr>
            <p:nvPr/>
          </p:nvSpPr>
          <p:spPr bwMode="auto">
            <a:xfrm>
              <a:off x="3225800" y="2378075"/>
              <a:ext cx="81438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4" name="Line 16">
              <a:extLst>
                <a:ext uri="{FF2B5EF4-FFF2-40B4-BE49-F238E27FC236}">
                  <a16:creationId xmlns:a16="http://schemas.microsoft.com/office/drawing/2014/main" id="{D5AA8FC3-49A8-A91F-48CF-8D328715ABDA}"/>
                </a:ext>
              </a:extLst>
            </p:cNvPr>
            <p:cNvSpPr>
              <a:spLocks noChangeShapeType="1"/>
            </p:cNvSpPr>
            <p:nvPr/>
          </p:nvSpPr>
          <p:spPr bwMode="auto">
            <a:xfrm flipV="1">
              <a:off x="4037013" y="1914525"/>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5" name="Line 17">
              <a:extLst>
                <a:ext uri="{FF2B5EF4-FFF2-40B4-BE49-F238E27FC236}">
                  <a16:creationId xmlns:a16="http://schemas.microsoft.com/office/drawing/2014/main" id="{9D4B1113-024C-BC0B-8794-D0E63364A8B2}"/>
                </a:ext>
              </a:extLst>
            </p:cNvPr>
            <p:cNvSpPr>
              <a:spLocks noChangeShapeType="1"/>
            </p:cNvSpPr>
            <p:nvPr/>
          </p:nvSpPr>
          <p:spPr bwMode="auto">
            <a:xfrm>
              <a:off x="4167188" y="1900238"/>
              <a:ext cx="8128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6" name="Line 18">
              <a:extLst>
                <a:ext uri="{FF2B5EF4-FFF2-40B4-BE49-F238E27FC236}">
                  <a16:creationId xmlns:a16="http://schemas.microsoft.com/office/drawing/2014/main" id="{2CFB02E0-B723-23D4-405B-00E9624CD8DC}"/>
                </a:ext>
              </a:extLst>
            </p:cNvPr>
            <p:cNvSpPr>
              <a:spLocks noChangeShapeType="1"/>
            </p:cNvSpPr>
            <p:nvPr/>
          </p:nvSpPr>
          <p:spPr bwMode="auto">
            <a:xfrm>
              <a:off x="4964113" y="1914525"/>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7" name="Line 19">
              <a:extLst>
                <a:ext uri="{FF2B5EF4-FFF2-40B4-BE49-F238E27FC236}">
                  <a16:creationId xmlns:a16="http://schemas.microsoft.com/office/drawing/2014/main" id="{0BBE71FB-4A18-BFDC-B47E-13311EA77674}"/>
                </a:ext>
              </a:extLst>
            </p:cNvPr>
            <p:cNvSpPr>
              <a:spLocks noChangeShapeType="1"/>
            </p:cNvSpPr>
            <p:nvPr/>
          </p:nvSpPr>
          <p:spPr bwMode="auto">
            <a:xfrm>
              <a:off x="5118100" y="2378075"/>
              <a:ext cx="77946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8" name="Line 20">
              <a:extLst>
                <a:ext uri="{FF2B5EF4-FFF2-40B4-BE49-F238E27FC236}">
                  <a16:creationId xmlns:a16="http://schemas.microsoft.com/office/drawing/2014/main" id="{4EEFFF2D-79CA-C499-CEE9-8928C08DF88B}"/>
                </a:ext>
              </a:extLst>
            </p:cNvPr>
            <p:cNvSpPr>
              <a:spLocks noChangeShapeType="1"/>
            </p:cNvSpPr>
            <p:nvPr/>
          </p:nvSpPr>
          <p:spPr bwMode="auto">
            <a:xfrm flipV="1">
              <a:off x="5891213" y="1914525"/>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9" name="Line 21">
              <a:extLst>
                <a:ext uri="{FF2B5EF4-FFF2-40B4-BE49-F238E27FC236}">
                  <a16:creationId xmlns:a16="http://schemas.microsoft.com/office/drawing/2014/main" id="{5DC9BFEF-7628-421B-81C7-ED1BFF0F9D8B}"/>
                </a:ext>
              </a:extLst>
            </p:cNvPr>
            <p:cNvSpPr>
              <a:spLocks noChangeShapeType="1"/>
            </p:cNvSpPr>
            <p:nvPr/>
          </p:nvSpPr>
          <p:spPr bwMode="auto">
            <a:xfrm>
              <a:off x="6021388" y="1912938"/>
              <a:ext cx="8128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0" name="Line 22">
              <a:extLst>
                <a:ext uri="{FF2B5EF4-FFF2-40B4-BE49-F238E27FC236}">
                  <a16:creationId xmlns:a16="http://schemas.microsoft.com/office/drawing/2014/main" id="{BEECB19B-000D-E2BC-BF7A-E155E6156AC2}"/>
                </a:ext>
              </a:extLst>
            </p:cNvPr>
            <p:cNvSpPr>
              <a:spLocks noChangeShapeType="1"/>
            </p:cNvSpPr>
            <p:nvPr/>
          </p:nvSpPr>
          <p:spPr bwMode="auto">
            <a:xfrm>
              <a:off x="6818313" y="1927225"/>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1" name="Line 23">
              <a:extLst>
                <a:ext uri="{FF2B5EF4-FFF2-40B4-BE49-F238E27FC236}">
                  <a16:creationId xmlns:a16="http://schemas.microsoft.com/office/drawing/2014/main" id="{C4A5B775-893E-5FE4-59CD-7FB7FA3DCE09}"/>
                </a:ext>
              </a:extLst>
            </p:cNvPr>
            <p:cNvSpPr>
              <a:spLocks noChangeShapeType="1"/>
            </p:cNvSpPr>
            <p:nvPr/>
          </p:nvSpPr>
          <p:spPr bwMode="auto">
            <a:xfrm>
              <a:off x="6948488" y="2390775"/>
              <a:ext cx="81438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2" name="Line 24">
              <a:extLst>
                <a:ext uri="{FF2B5EF4-FFF2-40B4-BE49-F238E27FC236}">
                  <a16:creationId xmlns:a16="http://schemas.microsoft.com/office/drawing/2014/main" id="{FABB920B-2E9C-D9F9-8EB1-5C54548912EA}"/>
                </a:ext>
              </a:extLst>
            </p:cNvPr>
            <p:cNvSpPr>
              <a:spLocks noChangeShapeType="1"/>
            </p:cNvSpPr>
            <p:nvPr/>
          </p:nvSpPr>
          <p:spPr bwMode="auto">
            <a:xfrm flipV="1">
              <a:off x="7745413" y="1914525"/>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3" name="Line 25">
              <a:extLst>
                <a:ext uri="{FF2B5EF4-FFF2-40B4-BE49-F238E27FC236}">
                  <a16:creationId xmlns:a16="http://schemas.microsoft.com/office/drawing/2014/main" id="{53824D70-342A-1F19-1875-B99A514F5D68}"/>
                </a:ext>
              </a:extLst>
            </p:cNvPr>
            <p:cNvSpPr>
              <a:spLocks noChangeShapeType="1"/>
            </p:cNvSpPr>
            <p:nvPr/>
          </p:nvSpPr>
          <p:spPr bwMode="auto">
            <a:xfrm>
              <a:off x="7897813" y="1914525"/>
              <a:ext cx="78105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4" name="Line 26">
              <a:extLst>
                <a:ext uri="{FF2B5EF4-FFF2-40B4-BE49-F238E27FC236}">
                  <a16:creationId xmlns:a16="http://schemas.microsoft.com/office/drawing/2014/main" id="{6AB44E15-57E5-AB12-EE46-EC4859DA92C2}"/>
                </a:ext>
              </a:extLst>
            </p:cNvPr>
            <p:cNvSpPr>
              <a:spLocks noChangeShapeType="1"/>
            </p:cNvSpPr>
            <p:nvPr/>
          </p:nvSpPr>
          <p:spPr bwMode="auto">
            <a:xfrm>
              <a:off x="8672513" y="1927225"/>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5" name="Line 27">
              <a:extLst>
                <a:ext uri="{FF2B5EF4-FFF2-40B4-BE49-F238E27FC236}">
                  <a16:creationId xmlns:a16="http://schemas.microsoft.com/office/drawing/2014/main" id="{AD28324E-A7D4-E1AB-95A7-E2FF52DF7B3C}"/>
                </a:ext>
              </a:extLst>
            </p:cNvPr>
            <p:cNvSpPr>
              <a:spLocks noChangeShapeType="1"/>
            </p:cNvSpPr>
            <p:nvPr/>
          </p:nvSpPr>
          <p:spPr bwMode="auto">
            <a:xfrm flipV="1">
              <a:off x="8813800" y="2395538"/>
              <a:ext cx="28733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6" name="Line 29">
              <a:extLst>
                <a:ext uri="{FF2B5EF4-FFF2-40B4-BE49-F238E27FC236}">
                  <a16:creationId xmlns:a16="http://schemas.microsoft.com/office/drawing/2014/main" id="{C39AD418-1807-F758-0287-8E6CE7007675}"/>
                </a:ext>
              </a:extLst>
            </p:cNvPr>
            <p:cNvSpPr>
              <a:spLocks noChangeShapeType="1"/>
            </p:cNvSpPr>
            <p:nvPr/>
          </p:nvSpPr>
          <p:spPr bwMode="auto">
            <a:xfrm>
              <a:off x="5989638" y="919163"/>
              <a:ext cx="2973387"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30">
              <a:extLst>
                <a:ext uri="{FF2B5EF4-FFF2-40B4-BE49-F238E27FC236}">
                  <a16:creationId xmlns:a16="http://schemas.microsoft.com/office/drawing/2014/main" id="{D5630645-B209-4D7A-8FA4-05DC272E1C75}"/>
                </a:ext>
              </a:extLst>
            </p:cNvPr>
            <p:cNvSpPr>
              <a:spLocks noChangeShapeType="1"/>
            </p:cNvSpPr>
            <p:nvPr/>
          </p:nvSpPr>
          <p:spPr bwMode="auto">
            <a:xfrm flipV="1">
              <a:off x="2215125" y="931440"/>
              <a:ext cx="0" cy="2549470"/>
            </a:xfrm>
            <a:prstGeom prst="line">
              <a:avLst/>
            </a:prstGeom>
            <a:noFill/>
            <a:ln w="9525">
              <a:solidFill>
                <a:schemeClr val="accent1">
                  <a:lumMod val="20000"/>
                  <a:lumOff val="80000"/>
                </a:schemeClr>
              </a:solidFill>
              <a:round/>
              <a:headEnd/>
              <a:tailEnd/>
            </a:ln>
          </p:spPr>
          <p:txBody>
            <a:bodyPr/>
            <a:lstStyle/>
            <a:p>
              <a:pPr eaLnBrk="1" hangingPunct="1">
                <a:defRPr/>
              </a:pPr>
              <a:endParaRPr lang="ru-RU"/>
            </a:p>
          </p:txBody>
        </p:sp>
        <p:sp>
          <p:nvSpPr>
            <p:cNvPr id="36" name="Line 33">
              <a:extLst>
                <a:ext uri="{FF2B5EF4-FFF2-40B4-BE49-F238E27FC236}">
                  <a16:creationId xmlns:a16="http://schemas.microsoft.com/office/drawing/2014/main" id="{99DDF201-BC88-450D-A633-8359265DC651}"/>
                </a:ext>
              </a:extLst>
            </p:cNvPr>
            <p:cNvSpPr>
              <a:spLocks noChangeShapeType="1"/>
            </p:cNvSpPr>
            <p:nvPr/>
          </p:nvSpPr>
          <p:spPr bwMode="auto">
            <a:xfrm flipH="1" flipV="1">
              <a:off x="4105977" y="1377418"/>
              <a:ext cx="0" cy="2437380"/>
            </a:xfrm>
            <a:prstGeom prst="line">
              <a:avLst/>
            </a:prstGeom>
            <a:noFill/>
            <a:ln w="9525">
              <a:solidFill>
                <a:schemeClr val="accent1">
                  <a:lumMod val="20000"/>
                  <a:lumOff val="80000"/>
                </a:schemeClr>
              </a:solidFill>
              <a:round/>
              <a:headEnd/>
              <a:tailEnd/>
            </a:ln>
          </p:spPr>
          <p:txBody>
            <a:bodyPr/>
            <a:lstStyle/>
            <a:p>
              <a:pPr eaLnBrk="1" hangingPunct="1">
                <a:defRPr/>
              </a:pPr>
              <a:endParaRPr lang="ru-RU"/>
            </a:p>
          </p:txBody>
        </p:sp>
        <p:sp>
          <p:nvSpPr>
            <p:cNvPr id="54309" name="Rectangle 36" descr="Light downward diagonal">
              <a:extLst>
                <a:ext uri="{FF2B5EF4-FFF2-40B4-BE49-F238E27FC236}">
                  <a16:creationId xmlns:a16="http://schemas.microsoft.com/office/drawing/2014/main" id="{21D61208-0234-6837-EFEA-F2DF65515735}"/>
                </a:ext>
              </a:extLst>
            </p:cNvPr>
            <p:cNvSpPr>
              <a:spLocks noChangeArrowheads="1"/>
            </p:cNvSpPr>
            <p:nvPr/>
          </p:nvSpPr>
          <p:spPr bwMode="auto">
            <a:xfrm>
              <a:off x="5530850" y="944563"/>
              <a:ext cx="649288" cy="393700"/>
            </a:xfrm>
            <a:prstGeom prst="rect">
              <a:avLst/>
            </a:prstGeom>
            <a:blipFill dpi="0" rotWithShape="0">
              <a:blip r:embed="rId2"/>
              <a:srcRect/>
              <a:tile tx="0" ty="0" sx="100000" sy="100000" flip="none" algn="tl"/>
            </a:blipFill>
            <a:ln w="31750">
              <a:solidFill>
                <a:srgbClr val="0066CC"/>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4310" name="Line 37">
              <a:extLst>
                <a:ext uri="{FF2B5EF4-FFF2-40B4-BE49-F238E27FC236}">
                  <a16:creationId xmlns:a16="http://schemas.microsoft.com/office/drawing/2014/main" id="{446B24FF-FB73-1899-71F0-41487799BBA0}"/>
                </a:ext>
              </a:extLst>
            </p:cNvPr>
            <p:cNvSpPr>
              <a:spLocks noChangeShapeType="1"/>
            </p:cNvSpPr>
            <p:nvPr/>
          </p:nvSpPr>
          <p:spPr bwMode="auto">
            <a:xfrm flipV="1">
              <a:off x="5832475" y="919163"/>
              <a:ext cx="142875"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1" name="Line 40">
              <a:extLst>
                <a:ext uri="{FF2B5EF4-FFF2-40B4-BE49-F238E27FC236}">
                  <a16:creationId xmlns:a16="http://schemas.microsoft.com/office/drawing/2014/main" id="{8311A84D-AC0F-F03F-2E2D-DC98FBF19D21}"/>
                </a:ext>
              </a:extLst>
            </p:cNvPr>
            <p:cNvSpPr>
              <a:spLocks noChangeShapeType="1"/>
            </p:cNvSpPr>
            <p:nvPr/>
          </p:nvSpPr>
          <p:spPr bwMode="auto">
            <a:xfrm>
              <a:off x="1233488" y="3205163"/>
              <a:ext cx="106362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2" name="Line 41">
              <a:extLst>
                <a:ext uri="{FF2B5EF4-FFF2-40B4-BE49-F238E27FC236}">
                  <a16:creationId xmlns:a16="http://schemas.microsoft.com/office/drawing/2014/main" id="{EC1F09DA-E940-B621-06C8-FE16A7D7FA42}"/>
                </a:ext>
              </a:extLst>
            </p:cNvPr>
            <p:cNvSpPr>
              <a:spLocks noChangeShapeType="1"/>
            </p:cNvSpPr>
            <p:nvPr/>
          </p:nvSpPr>
          <p:spPr bwMode="auto">
            <a:xfrm flipV="1">
              <a:off x="2298700" y="2738438"/>
              <a:ext cx="142875"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3" name="Line 42">
              <a:extLst>
                <a:ext uri="{FF2B5EF4-FFF2-40B4-BE49-F238E27FC236}">
                  <a16:creationId xmlns:a16="http://schemas.microsoft.com/office/drawing/2014/main" id="{A6886A84-63DF-B6E8-F104-E401E5C949D8}"/>
                </a:ext>
              </a:extLst>
            </p:cNvPr>
            <p:cNvSpPr>
              <a:spLocks noChangeShapeType="1"/>
            </p:cNvSpPr>
            <p:nvPr/>
          </p:nvSpPr>
          <p:spPr bwMode="auto">
            <a:xfrm flipV="1">
              <a:off x="2425700" y="2735263"/>
              <a:ext cx="174783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4" name="Line 43">
              <a:extLst>
                <a:ext uri="{FF2B5EF4-FFF2-40B4-BE49-F238E27FC236}">
                  <a16:creationId xmlns:a16="http://schemas.microsoft.com/office/drawing/2014/main" id="{54998C1C-DB3A-2F8C-BE92-C9B1B3D7D111}"/>
                </a:ext>
              </a:extLst>
            </p:cNvPr>
            <p:cNvSpPr>
              <a:spLocks noChangeShapeType="1"/>
            </p:cNvSpPr>
            <p:nvPr/>
          </p:nvSpPr>
          <p:spPr bwMode="auto">
            <a:xfrm>
              <a:off x="4168775" y="2727325"/>
              <a:ext cx="166688" cy="4953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5" name="Line 44">
              <a:extLst>
                <a:ext uri="{FF2B5EF4-FFF2-40B4-BE49-F238E27FC236}">
                  <a16:creationId xmlns:a16="http://schemas.microsoft.com/office/drawing/2014/main" id="{0EB4D8D7-D49C-1703-B4A5-6AECFF157A52}"/>
                </a:ext>
              </a:extLst>
            </p:cNvPr>
            <p:cNvSpPr>
              <a:spLocks noChangeShapeType="1"/>
            </p:cNvSpPr>
            <p:nvPr/>
          </p:nvSpPr>
          <p:spPr bwMode="auto">
            <a:xfrm>
              <a:off x="4327525" y="3217863"/>
              <a:ext cx="173513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6" name="Line 45">
              <a:extLst>
                <a:ext uri="{FF2B5EF4-FFF2-40B4-BE49-F238E27FC236}">
                  <a16:creationId xmlns:a16="http://schemas.microsoft.com/office/drawing/2014/main" id="{1F17DE6C-3DB6-3CA5-306C-9EA35601548A}"/>
                </a:ext>
              </a:extLst>
            </p:cNvPr>
            <p:cNvSpPr>
              <a:spLocks noChangeShapeType="1"/>
            </p:cNvSpPr>
            <p:nvPr/>
          </p:nvSpPr>
          <p:spPr bwMode="auto">
            <a:xfrm>
              <a:off x="3765550" y="1376363"/>
              <a:ext cx="0" cy="2438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7" name="Line 46">
              <a:extLst>
                <a:ext uri="{FF2B5EF4-FFF2-40B4-BE49-F238E27FC236}">
                  <a16:creationId xmlns:a16="http://schemas.microsoft.com/office/drawing/2014/main" id="{10816C57-3F64-B51C-9022-E587E9904144}"/>
                </a:ext>
              </a:extLst>
            </p:cNvPr>
            <p:cNvSpPr>
              <a:spLocks noChangeShapeType="1"/>
            </p:cNvSpPr>
            <p:nvPr/>
          </p:nvSpPr>
          <p:spPr bwMode="auto">
            <a:xfrm>
              <a:off x="4391025" y="1352550"/>
              <a:ext cx="0" cy="2403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8" name="Line 47">
              <a:extLst>
                <a:ext uri="{FF2B5EF4-FFF2-40B4-BE49-F238E27FC236}">
                  <a16:creationId xmlns:a16="http://schemas.microsoft.com/office/drawing/2014/main" id="{1D5702C9-BFF2-810C-B486-1ADDF7A301D3}"/>
                </a:ext>
              </a:extLst>
            </p:cNvPr>
            <p:cNvSpPr>
              <a:spLocks noChangeShapeType="1"/>
            </p:cNvSpPr>
            <p:nvPr/>
          </p:nvSpPr>
          <p:spPr bwMode="auto">
            <a:xfrm flipV="1">
              <a:off x="6043613" y="2735263"/>
              <a:ext cx="142875"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19" name="Line 48">
              <a:extLst>
                <a:ext uri="{FF2B5EF4-FFF2-40B4-BE49-F238E27FC236}">
                  <a16:creationId xmlns:a16="http://schemas.microsoft.com/office/drawing/2014/main" id="{AF59BF08-F37E-D4C8-9CC7-B760A6F786C4}"/>
                </a:ext>
              </a:extLst>
            </p:cNvPr>
            <p:cNvSpPr>
              <a:spLocks noChangeShapeType="1"/>
            </p:cNvSpPr>
            <p:nvPr/>
          </p:nvSpPr>
          <p:spPr bwMode="auto">
            <a:xfrm>
              <a:off x="6197600" y="2747963"/>
              <a:ext cx="284956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0" name="Line 49">
              <a:extLst>
                <a:ext uri="{FF2B5EF4-FFF2-40B4-BE49-F238E27FC236}">
                  <a16:creationId xmlns:a16="http://schemas.microsoft.com/office/drawing/2014/main" id="{43232C1C-92D6-CF80-1209-86737DB2F187}"/>
                </a:ext>
              </a:extLst>
            </p:cNvPr>
            <p:cNvSpPr>
              <a:spLocks noChangeShapeType="1"/>
            </p:cNvSpPr>
            <p:nvPr/>
          </p:nvSpPr>
          <p:spPr bwMode="auto">
            <a:xfrm>
              <a:off x="6113463" y="2976563"/>
              <a:ext cx="1922462" cy="7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1" name="Line 50">
              <a:extLst>
                <a:ext uri="{FF2B5EF4-FFF2-40B4-BE49-F238E27FC236}">
                  <a16:creationId xmlns:a16="http://schemas.microsoft.com/office/drawing/2014/main" id="{547F52A7-3F70-7661-068E-F98D95FC008F}"/>
                </a:ext>
              </a:extLst>
            </p:cNvPr>
            <p:cNvSpPr>
              <a:spLocks noChangeShapeType="1"/>
            </p:cNvSpPr>
            <p:nvPr/>
          </p:nvSpPr>
          <p:spPr bwMode="auto">
            <a:xfrm>
              <a:off x="6056313" y="3217863"/>
              <a:ext cx="1911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2" name="Line 51">
              <a:extLst>
                <a:ext uri="{FF2B5EF4-FFF2-40B4-BE49-F238E27FC236}">
                  <a16:creationId xmlns:a16="http://schemas.microsoft.com/office/drawing/2014/main" id="{767EC5FC-F078-D639-BCB0-308776F7C436}"/>
                </a:ext>
              </a:extLst>
            </p:cNvPr>
            <p:cNvSpPr>
              <a:spLocks noChangeShapeType="1"/>
            </p:cNvSpPr>
            <p:nvPr/>
          </p:nvSpPr>
          <p:spPr bwMode="auto">
            <a:xfrm>
              <a:off x="6127750" y="2976563"/>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3" name="Line 52">
              <a:extLst>
                <a:ext uri="{FF2B5EF4-FFF2-40B4-BE49-F238E27FC236}">
                  <a16:creationId xmlns:a16="http://schemas.microsoft.com/office/drawing/2014/main" id="{C571B94C-50EA-AA3A-21E6-548C7829E1E9}"/>
                </a:ext>
              </a:extLst>
            </p:cNvPr>
            <p:cNvSpPr>
              <a:spLocks noChangeShapeType="1"/>
            </p:cNvSpPr>
            <p:nvPr/>
          </p:nvSpPr>
          <p:spPr bwMode="auto">
            <a:xfrm>
              <a:off x="6256338" y="2989263"/>
              <a:ext cx="71437"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4" name="Line 53">
              <a:extLst>
                <a:ext uri="{FF2B5EF4-FFF2-40B4-BE49-F238E27FC236}">
                  <a16:creationId xmlns:a16="http://schemas.microsoft.com/office/drawing/2014/main" id="{3510A830-A7CA-189D-4461-A6A55C14242F}"/>
                </a:ext>
              </a:extLst>
            </p:cNvPr>
            <p:cNvSpPr>
              <a:spLocks noChangeShapeType="1"/>
            </p:cNvSpPr>
            <p:nvPr/>
          </p:nvSpPr>
          <p:spPr bwMode="auto">
            <a:xfrm>
              <a:off x="6399213" y="2989263"/>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5" name="Line 54">
              <a:extLst>
                <a:ext uri="{FF2B5EF4-FFF2-40B4-BE49-F238E27FC236}">
                  <a16:creationId xmlns:a16="http://schemas.microsoft.com/office/drawing/2014/main" id="{7E6621D1-998E-8568-6FDA-77436165C152}"/>
                </a:ext>
              </a:extLst>
            </p:cNvPr>
            <p:cNvSpPr>
              <a:spLocks noChangeShapeType="1"/>
            </p:cNvSpPr>
            <p:nvPr/>
          </p:nvSpPr>
          <p:spPr bwMode="auto">
            <a:xfrm>
              <a:off x="6529388" y="2989263"/>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6" name="Line 55">
              <a:extLst>
                <a:ext uri="{FF2B5EF4-FFF2-40B4-BE49-F238E27FC236}">
                  <a16:creationId xmlns:a16="http://schemas.microsoft.com/office/drawing/2014/main" id="{DF05001B-507A-94FD-0F93-3BFA7AAC1446}"/>
                </a:ext>
              </a:extLst>
            </p:cNvPr>
            <p:cNvSpPr>
              <a:spLocks noChangeShapeType="1"/>
            </p:cNvSpPr>
            <p:nvPr/>
          </p:nvSpPr>
          <p:spPr bwMode="auto">
            <a:xfrm>
              <a:off x="6670675" y="2989263"/>
              <a:ext cx="71438"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7" name="Line 56">
              <a:extLst>
                <a:ext uri="{FF2B5EF4-FFF2-40B4-BE49-F238E27FC236}">
                  <a16:creationId xmlns:a16="http://schemas.microsoft.com/office/drawing/2014/main" id="{C00EDF43-66E9-4778-3764-B2ECED7BA66A}"/>
                </a:ext>
              </a:extLst>
            </p:cNvPr>
            <p:cNvSpPr>
              <a:spLocks noChangeShapeType="1"/>
            </p:cNvSpPr>
            <p:nvPr/>
          </p:nvSpPr>
          <p:spPr bwMode="auto">
            <a:xfrm>
              <a:off x="6811963" y="2989263"/>
              <a:ext cx="71437"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8" name="Line 57">
              <a:extLst>
                <a:ext uri="{FF2B5EF4-FFF2-40B4-BE49-F238E27FC236}">
                  <a16:creationId xmlns:a16="http://schemas.microsoft.com/office/drawing/2014/main" id="{791CA05E-B29A-640C-36AE-FCEA4F73C4A9}"/>
                </a:ext>
              </a:extLst>
            </p:cNvPr>
            <p:cNvSpPr>
              <a:spLocks noChangeShapeType="1"/>
            </p:cNvSpPr>
            <p:nvPr/>
          </p:nvSpPr>
          <p:spPr bwMode="auto">
            <a:xfrm>
              <a:off x="6954838" y="2976563"/>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29" name="Line 58">
              <a:extLst>
                <a:ext uri="{FF2B5EF4-FFF2-40B4-BE49-F238E27FC236}">
                  <a16:creationId xmlns:a16="http://schemas.microsoft.com/office/drawing/2014/main" id="{B7B3A3EF-075A-557E-4DDA-FDF93F2D7394}"/>
                </a:ext>
              </a:extLst>
            </p:cNvPr>
            <p:cNvSpPr>
              <a:spLocks noChangeShapeType="1"/>
            </p:cNvSpPr>
            <p:nvPr/>
          </p:nvSpPr>
          <p:spPr bwMode="auto">
            <a:xfrm>
              <a:off x="7085013" y="2989263"/>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0" name="Line 59">
              <a:extLst>
                <a:ext uri="{FF2B5EF4-FFF2-40B4-BE49-F238E27FC236}">
                  <a16:creationId xmlns:a16="http://schemas.microsoft.com/office/drawing/2014/main" id="{6D9F0B24-C609-B512-B376-835828D34DAE}"/>
                </a:ext>
              </a:extLst>
            </p:cNvPr>
            <p:cNvSpPr>
              <a:spLocks noChangeShapeType="1"/>
            </p:cNvSpPr>
            <p:nvPr/>
          </p:nvSpPr>
          <p:spPr bwMode="auto">
            <a:xfrm rot="-8441136">
              <a:off x="6245225" y="2747963"/>
              <a:ext cx="71438"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1" name="Line 60">
              <a:extLst>
                <a:ext uri="{FF2B5EF4-FFF2-40B4-BE49-F238E27FC236}">
                  <a16:creationId xmlns:a16="http://schemas.microsoft.com/office/drawing/2014/main" id="{21C8FEC6-91BD-E708-BEBF-B67388D6E081}"/>
                </a:ext>
              </a:extLst>
            </p:cNvPr>
            <p:cNvSpPr>
              <a:spLocks noChangeShapeType="1"/>
            </p:cNvSpPr>
            <p:nvPr/>
          </p:nvSpPr>
          <p:spPr bwMode="auto">
            <a:xfrm rot="-8441136">
              <a:off x="6386513" y="2735263"/>
              <a:ext cx="71437"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2" name="Line 61">
              <a:extLst>
                <a:ext uri="{FF2B5EF4-FFF2-40B4-BE49-F238E27FC236}">
                  <a16:creationId xmlns:a16="http://schemas.microsoft.com/office/drawing/2014/main" id="{2C272D89-CAB2-145E-A4E2-057D8756BB1B}"/>
                </a:ext>
              </a:extLst>
            </p:cNvPr>
            <p:cNvSpPr>
              <a:spLocks noChangeShapeType="1"/>
            </p:cNvSpPr>
            <p:nvPr/>
          </p:nvSpPr>
          <p:spPr bwMode="auto">
            <a:xfrm rot="-8441136">
              <a:off x="6529388" y="2735263"/>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3" name="Line 62">
              <a:extLst>
                <a:ext uri="{FF2B5EF4-FFF2-40B4-BE49-F238E27FC236}">
                  <a16:creationId xmlns:a16="http://schemas.microsoft.com/office/drawing/2014/main" id="{A99FA273-17A1-6893-E904-7E0610F674F0}"/>
                </a:ext>
              </a:extLst>
            </p:cNvPr>
            <p:cNvSpPr>
              <a:spLocks noChangeShapeType="1"/>
            </p:cNvSpPr>
            <p:nvPr/>
          </p:nvSpPr>
          <p:spPr bwMode="auto">
            <a:xfrm rot="-8441136">
              <a:off x="6670675" y="2735263"/>
              <a:ext cx="71438"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4" name="Line 63">
              <a:extLst>
                <a:ext uri="{FF2B5EF4-FFF2-40B4-BE49-F238E27FC236}">
                  <a16:creationId xmlns:a16="http://schemas.microsoft.com/office/drawing/2014/main" id="{A06A74F3-2B14-1C31-F2A4-B8B905FB414D}"/>
                </a:ext>
              </a:extLst>
            </p:cNvPr>
            <p:cNvSpPr>
              <a:spLocks noChangeShapeType="1"/>
            </p:cNvSpPr>
            <p:nvPr/>
          </p:nvSpPr>
          <p:spPr bwMode="auto">
            <a:xfrm rot="-8441136">
              <a:off x="6811963" y="2747963"/>
              <a:ext cx="71437"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5" name="Line 64">
              <a:extLst>
                <a:ext uri="{FF2B5EF4-FFF2-40B4-BE49-F238E27FC236}">
                  <a16:creationId xmlns:a16="http://schemas.microsoft.com/office/drawing/2014/main" id="{8ED87EF0-E7A5-FA2C-6151-EAFB5E87A1AB}"/>
                </a:ext>
              </a:extLst>
            </p:cNvPr>
            <p:cNvSpPr>
              <a:spLocks noChangeShapeType="1"/>
            </p:cNvSpPr>
            <p:nvPr/>
          </p:nvSpPr>
          <p:spPr bwMode="auto">
            <a:xfrm rot="-8441136">
              <a:off x="6954838" y="2747963"/>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6" name="Line 65">
              <a:extLst>
                <a:ext uri="{FF2B5EF4-FFF2-40B4-BE49-F238E27FC236}">
                  <a16:creationId xmlns:a16="http://schemas.microsoft.com/office/drawing/2014/main" id="{FB7BFBA3-4C84-C4FF-ABF8-EE72C962A101}"/>
                </a:ext>
              </a:extLst>
            </p:cNvPr>
            <p:cNvSpPr>
              <a:spLocks noChangeShapeType="1"/>
            </p:cNvSpPr>
            <p:nvPr/>
          </p:nvSpPr>
          <p:spPr bwMode="auto">
            <a:xfrm rot="-8441136">
              <a:off x="7096125" y="2735263"/>
              <a:ext cx="71438"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37" name="Line 66">
              <a:extLst>
                <a:ext uri="{FF2B5EF4-FFF2-40B4-BE49-F238E27FC236}">
                  <a16:creationId xmlns:a16="http://schemas.microsoft.com/office/drawing/2014/main" id="{5DBB4370-8F06-2A21-34B1-669AFCEF9F79}"/>
                </a:ext>
              </a:extLst>
            </p:cNvPr>
            <p:cNvSpPr>
              <a:spLocks noChangeShapeType="1"/>
            </p:cNvSpPr>
            <p:nvPr/>
          </p:nvSpPr>
          <p:spPr bwMode="auto">
            <a:xfrm>
              <a:off x="3754438" y="3654425"/>
              <a:ext cx="3492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4338" name="Line 67">
              <a:extLst>
                <a:ext uri="{FF2B5EF4-FFF2-40B4-BE49-F238E27FC236}">
                  <a16:creationId xmlns:a16="http://schemas.microsoft.com/office/drawing/2014/main" id="{7ACC765A-416B-11D5-E939-EB039A63E0D3}"/>
                </a:ext>
              </a:extLst>
            </p:cNvPr>
            <p:cNvSpPr>
              <a:spLocks noChangeShapeType="1"/>
            </p:cNvSpPr>
            <p:nvPr/>
          </p:nvSpPr>
          <p:spPr bwMode="auto">
            <a:xfrm>
              <a:off x="4105275" y="3654425"/>
              <a:ext cx="28098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4339" name="Line 69">
              <a:extLst>
                <a:ext uri="{FF2B5EF4-FFF2-40B4-BE49-F238E27FC236}">
                  <a16:creationId xmlns:a16="http://schemas.microsoft.com/office/drawing/2014/main" id="{E0C31179-209D-EAAB-6CE1-6098128359F4}"/>
                </a:ext>
              </a:extLst>
            </p:cNvPr>
            <p:cNvSpPr>
              <a:spLocks noChangeShapeType="1"/>
            </p:cNvSpPr>
            <p:nvPr/>
          </p:nvSpPr>
          <p:spPr bwMode="auto">
            <a:xfrm>
              <a:off x="3924300" y="3667125"/>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40" name="Line 70">
              <a:extLst>
                <a:ext uri="{FF2B5EF4-FFF2-40B4-BE49-F238E27FC236}">
                  <a16:creationId xmlns:a16="http://schemas.microsoft.com/office/drawing/2014/main" id="{58371A05-1924-5529-BA4A-C754CF6F5139}"/>
                </a:ext>
              </a:extLst>
            </p:cNvPr>
            <p:cNvSpPr>
              <a:spLocks noChangeShapeType="1"/>
            </p:cNvSpPr>
            <p:nvPr/>
          </p:nvSpPr>
          <p:spPr bwMode="auto">
            <a:xfrm>
              <a:off x="4235450" y="3654425"/>
              <a:ext cx="0" cy="24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41" name="Line 71">
              <a:extLst>
                <a:ext uri="{FF2B5EF4-FFF2-40B4-BE49-F238E27FC236}">
                  <a16:creationId xmlns:a16="http://schemas.microsoft.com/office/drawing/2014/main" id="{38282778-CFB8-4E4B-4DD9-78F24F96DF94}"/>
                </a:ext>
              </a:extLst>
            </p:cNvPr>
            <p:cNvSpPr>
              <a:spLocks noChangeShapeType="1"/>
            </p:cNvSpPr>
            <p:nvPr/>
          </p:nvSpPr>
          <p:spPr bwMode="auto">
            <a:xfrm>
              <a:off x="4235450" y="3895725"/>
              <a:ext cx="568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42" name="Line 72">
              <a:extLst>
                <a:ext uri="{FF2B5EF4-FFF2-40B4-BE49-F238E27FC236}">
                  <a16:creationId xmlns:a16="http://schemas.microsoft.com/office/drawing/2014/main" id="{E77EAE52-83FA-8CF7-2AD3-637D19F5F551}"/>
                </a:ext>
              </a:extLst>
            </p:cNvPr>
            <p:cNvSpPr>
              <a:spLocks noChangeShapeType="1"/>
            </p:cNvSpPr>
            <p:nvPr/>
          </p:nvSpPr>
          <p:spPr bwMode="auto">
            <a:xfrm>
              <a:off x="3924300" y="4124325"/>
              <a:ext cx="9064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43" name="Text Box 73">
              <a:extLst>
                <a:ext uri="{FF2B5EF4-FFF2-40B4-BE49-F238E27FC236}">
                  <a16:creationId xmlns:a16="http://schemas.microsoft.com/office/drawing/2014/main" id="{5FFB9E8D-7278-4493-543F-B0470DB9A185}"/>
                </a:ext>
              </a:extLst>
            </p:cNvPr>
            <p:cNvSpPr txBox="1">
              <a:spLocks noChangeArrowheads="1"/>
            </p:cNvSpPr>
            <p:nvPr/>
          </p:nvSpPr>
          <p:spPr bwMode="auto">
            <a:xfrm>
              <a:off x="4850597" y="3607311"/>
              <a:ext cx="922157" cy="59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t </a:t>
              </a:r>
              <a:r>
                <a:rPr lang="en-US" altLang="en-US" sz="2000" baseline="-25000"/>
                <a:t>hold</a:t>
              </a:r>
            </a:p>
          </p:txBody>
        </p:sp>
        <p:sp>
          <p:nvSpPr>
            <p:cNvPr id="54344" name="Text Box 77">
              <a:extLst>
                <a:ext uri="{FF2B5EF4-FFF2-40B4-BE49-F238E27FC236}">
                  <a16:creationId xmlns:a16="http://schemas.microsoft.com/office/drawing/2014/main" id="{1F90E524-1012-AFDC-7543-C07A3B8AE6E2}"/>
                </a:ext>
              </a:extLst>
            </p:cNvPr>
            <p:cNvSpPr txBox="1">
              <a:spLocks noChangeArrowheads="1"/>
            </p:cNvSpPr>
            <p:nvPr/>
          </p:nvSpPr>
          <p:spPr bwMode="auto">
            <a:xfrm>
              <a:off x="962025" y="2705814"/>
              <a:ext cx="494690" cy="59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p>
          </p:txBody>
        </p:sp>
        <p:sp>
          <p:nvSpPr>
            <p:cNvPr id="54345" name="Rectangle 151" descr="Light downward diagonal">
              <a:extLst>
                <a:ext uri="{FF2B5EF4-FFF2-40B4-BE49-F238E27FC236}">
                  <a16:creationId xmlns:a16="http://schemas.microsoft.com/office/drawing/2014/main" id="{06410667-E162-E796-DBB7-44CCB4DFEAED}"/>
                </a:ext>
              </a:extLst>
            </p:cNvPr>
            <p:cNvSpPr>
              <a:spLocks noChangeArrowheads="1"/>
            </p:cNvSpPr>
            <p:nvPr/>
          </p:nvSpPr>
          <p:spPr bwMode="auto">
            <a:xfrm>
              <a:off x="7535863" y="939800"/>
              <a:ext cx="555625" cy="393700"/>
            </a:xfrm>
            <a:prstGeom prst="rect">
              <a:avLst/>
            </a:prstGeom>
            <a:blipFill dpi="0" rotWithShape="0">
              <a:blip r:embed="rId2"/>
              <a:srcRect/>
              <a:tile tx="0" ty="0" sx="100000" sy="100000" flip="none" algn="tl"/>
            </a:blipFill>
            <a:ln w="31750">
              <a:solidFill>
                <a:srgbClr val="0066CC"/>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4346" name="Line 152">
              <a:extLst>
                <a:ext uri="{FF2B5EF4-FFF2-40B4-BE49-F238E27FC236}">
                  <a16:creationId xmlns:a16="http://schemas.microsoft.com/office/drawing/2014/main" id="{E4F710C7-4405-8052-D3A7-FE8553E9647A}"/>
                </a:ext>
              </a:extLst>
            </p:cNvPr>
            <p:cNvSpPr>
              <a:spLocks noChangeShapeType="1"/>
            </p:cNvSpPr>
            <p:nvPr/>
          </p:nvSpPr>
          <p:spPr bwMode="auto">
            <a:xfrm flipV="1">
              <a:off x="5951538" y="1328738"/>
              <a:ext cx="0" cy="1079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47" name="Freeform 155">
              <a:extLst>
                <a:ext uri="{FF2B5EF4-FFF2-40B4-BE49-F238E27FC236}">
                  <a16:creationId xmlns:a16="http://schemas.microsoft.com/office/drawing/2014/main" id="{4D8DC043-1694-5E23-45C0-B33319995431}"/>
                </a:ext>
              </a:extLst>
            </p:cNvPr>
            <p:cNvSpPr>
              <a:spLocks/>
            </p:cNvSpPr>
            <p:nvPr/>
          </p:nvSpPr>
          <p:spPr bwMode="auto">
            <a:xfrm>
              <a:off x="5937250" y="2135188"/>
              <a:ext cx="134938" cy="865187"/>
            </a:xfrm>
            <a:custGeom>
              <a:avLst/>
              <a:gdLst>
                <a:gd name="T0" fmla="*/ 0 w 91"/>
                <a:gd name="T1" fmla="*/ 0 h 545"/>
                <a:gd name="T2" fmla="*/ 2147483646 w 91"/>
                <a:gd name="T3" fmla="*/ 2147483646 h 545"/>
                <a:gd name="T4" fmla="*/ 2147483646 w 91"/>
                <a:gd name="T5" fmla="*/ 2147483646 h 545"/>
                <a:gd name="T6" fmla="*/ 2147483646 w 91"/>
                <a:gd name="T7" fmla="*/ 2147483646 h 545"/>
                <a:gd name="T8" fmla="*/ 0 60000 65536"/>
                <a:gd name="T9" fmla="*/ 0 60000 65536"/>
                <a:gd name="T10" fmla="*/ 0 60000 65536"/>
                <a:gd name="T11" fmla="*/ 0 60000 65536"/>
                <a:gd name="T12" fmla="*/ 0 w 91"/>
                <a:gd name="T13" fmla="*/ 0 h 545"/>
                <a:gd name="T14" fmla="*/ 91 w 91"/>
                <a:gd name="T15" fmla="*/ 545 h 545"/>
              </a:gdLst>
              <a:ahLst/>
              <a:cxnLst>
                <a:cxn ang="T8">
                  <a:pos x="T0" y="T1"/>
                </a:cxn>
                <a:cxn ang="T9">
                  <a:pos x="T2" y="T3"/>
                </a:cxn>
                <a:cxn ang="T10">
                  <a:pos x="T4" y="T5"/>
                </a:cxn>
                <a:cxn ang="T11">
                  <a:pos x="T6" y="T7"/>
                </a:cxn>
              </a:cxnLst>
              <a:rect l="T12" t="T13" r="T14" b="T15"/>
              <a:pathLst>
                <a:path w="91" h="545">
                  <a:moveTo>
                    <a:pt x="0" y="0"/>
                  </a:moveTo>
                  <a:cubicBezTo>
                    <a:pt x="19" y="30"/>
                    <a:pt x="38" y="60"/>
                    <a:pt x="46" y="136"/>
                  </a:cubicBezTo>
                  <a:cubicBezTo>
                    <a:pt x="54" y="212"/>
                    <a:pt x="39" y="386"/>
                    <a:pt x="46" y="454"/>
                  </a:cubicBezTo>
                  <a:cubicBezTo>
                    <a:pt x="53" y="522"/>
                    <a:pt x="84" y="530"/>
                    <a:pt x="91" y="545"/>
                  </a:cubicBezTo>
                </a:path>
              </a:pathLst>
            </a:custGeom>
            <a:noFill/>
            <a:ln w="9525">
              <a:solidFill>
                <a:srgbClr val="0000FF"/>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348" name="Line 156">
              <a:extLst>
                <a:ext uri="{FF2B5EF4-FFF2-40B4-BE49-F238E27FC236}">
                  <a16:creationId xmlns:a16="http://schemas.microsoft.com/office/drawing/2014/main" id="{719D7483-5083-C515-223E-F6137923BD14}"/>
                </a:ext>
              </a:extLst>
            </p:cNvPr>
            <p:cNvSpPr>
              <a:spLocks noChangeShapeType="1"/>
            </p:cNvSpPr>
            <p:nvPr/>
          </p:nvSpPr>
          <p:spPr bwMode="auto">
            <a:xfrm flipV="1">
              <a:off x="7813675" y="1328738"/>
              <a:ext cx="0" cy="1079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49" name="Line 157">
              <a:extLst>
                <a:ext uri="{FF2B5EF4-FFF2-40B4-BE49-F238E27FC236}">
                  <a16:creationId xmlns:a16="http://schemas.microsoft.com/office/drawing/2014/main" id="{FBE0F04E-F9DC-04A7-833B-14CF60E1D255}"/>
                </a:ext>
              </a:extLst>
            </p:cNvPr>
            <p:cNvSpPr>
              <a:spLocks noChangeShapeType="1"/>
            </p:cNvSpPr>
            <p:nvPr/>
          </p:nvSpPr>
          <p:spPr bwMode="auto">
            <a:xfrm flipV="1">
              <a:off x="7948613" y="2768600"/>
              <a:ext cx="141287"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0" name="Line 158">
              <a:extLst>
                <a:ext uri="{FF2B5EF4-FFF2-40B4-BE49-F238E27FC236}">
                  <a16:creationId xmlns:a16="http://schemas.microsoft.com/office/drawing/2014/main" id="{9F1CD2B7-BEE2-5945-7D42-55AF22A9C404}"/>
                </a:ext>
              </a:extLst>
            </p:cNvPr>
            <p:cNvSpPr>
              <a:spLocks noChangeShapeType="1"/>
            </p:cNvSpPr>
            <p:nvPr/>
          </p:nvSpPr>
          <p:spPr bwMode="auto">
            <a:xfrm rot="-8441136">
              <a:off x="7226300" y="2740025"/>
              <a:ext cx="71438"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1" name="Line 159">
              <a:extLst>
                <a:ext uri="{FF2B5EF4-FFF2-40B4-BE49-F238E27FC236}">
                  <a16:creationId xmlns:a16="http://schemas.microsoft.com/office/drawing/2014/main" id="{2A10BE7E-6569-43E4-1512-E11E380F0088}"/>
                </a:ext>
              </a:extLst>
            </p:cNvPr>
            <p:cNvSpPr>
              <a:spLocks noChangeShapeType="1"/>
            </p:cNvSpPr>
            <p:nvPr/>
          </p:nvSpPr>
          <p:spPr bwMode="auto">
            <a:xfrm rot="-8441136">
              <a:off x="7354888" y="2740025"/>
              <a:ext cx="71437"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2" name="Line 160">
              <a:extLst>
                <a:ext uri="{FF2B5EF4-FFF2-40B4-BE49-F238E27FC236}">
                  <a16:creationId xmlns:a16="http://schemas.microsoft.com/office/drawing/2014/main" id="{B36E1FAC-C62B-E4BF-AA96-0BF61AFFD6A4}"/>
                </a:ext>
              </a:extLst>
            </p:cNvPr>
            <p:cNvSpPr>
              <a:spLocks noChangeShapeType="1"/>
            </p:cNvSpPr>
            <p:nvPr/>
          </p:nvSpPr>
          <p:spPr bwMode="auto">
            <a:xfrm rot="-8441136">
              <a:off x="7496175" y="2740025"/>
              <a:ext cx="71438"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3" name="Line 161">
              <a:extLst>
                <a:ext uri="{FF2B5EF4-FFF2-40B4-BE49-F238E27FC236}">
                  <a16:creationId xmlns:a16="http://schemas.microsoft.com/office/drawing/2014/main" id="{808A2EBC-5C2B-EA56-F061-CE697B92F0F6}"/>
                </a:ext>
              </a:extLst>
            </p:cNvPr>
            <p:cNvSpPr>
              <a:spLocks noChangeShapeType="1"/>
            </p:cNvSpPr>
            <p:nvPr/>
          </p:nvSpPr>
          <p:spPr bwMode="auto">
            <a:xfrm rot="-8441136">
              <a:off x="7639050" y="2752725"/>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4" name="Line 162">
              <a:extLst>
                <a:ext uri="{FF2B5EF4-FFF2-40B4-BE49-F238E27FC236}">
                  <a16:creationId xmlns:a16="http://schemas.microsoft.com/office/drawing/2014/main" id="{00721293-1ED5-CF41-5D56-48C655457C53}"/>
                </a:ext>
              </a:extLst>
            </p:cNvPr>
            <p:cNvSpPr>
              <a:spLocks noChangeShapeType="1"/>
            </p:cNvSpPr>
            <p:nvPr/>
          </p:nvSpPr>
          <p:spPr bwMode="auto">
            <a:xfrm rot="-8441136">
              <a:off x="7780338" y="2752725"/>
              <a:ext cx="71437"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5" name="Line 163">
              <a:extLst>
                <a:ext uri="{FF2B5EF4-FFF2-40B4-BE49-F238E27FC236}">
                  <a16:creationId xmlns:a16="http://schemas.microsoft.com/office/drawing/2014/main" id="{DA2B765E-AF43-020A-2970-06118E549B40}"/>
                </a:ext>
              </a:extLst>
            </p:cNvPr>
            <p:cNvSpPr>
              <a:spLocks noChangeShapeType="1"/>
            </p:cNvSpPr>
            <p:nvPr/>
          </p:nvSpPr>
          <p:spPr bwMode="auto">
            <a:xfrm rot="-8441136">
              <a:off x="7896225" y="2740025"/>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6" name="Line 164">
              <a:extLst>
                <a:ext uri="{FF2B5EF4-FFF2-40B4-BE49-F238E27FC236}">
                  <a16:creationId xmlns:a16="http://schemas.microsoft.com/office/drawing/2014/main" id="{D935DE8A-85EB-FA61-4111-C93E0CDD58DF}"/>
                </a:ext>
              </a:extLst>
            </p:cNvPr>
            <p:cNvSpPr>
              <a:spLocks noChangeShapeType="1"/>
            </p:cNvSpPr>
            <p:nvPr/>
          </p:nvSpPr>
          <p:spPr bwMode="auto">
            <a:xfrm>
              <a:off x="7210425" y="2984500"/>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7" name="Line 165">
              <a:extLst>
                <a:ext uri="{FF2B5EF4-FFF2-40B4-BE49-F238E27FC236}">
                  <a16:creationId xmlns:a16="http://schemas.microsoft.com/office/drawing/2014/main" id="{E002780F-22AF-330F-6615-3BF20A5372D5}"/>
                </a:ext>
              </a:extLst>
            </p:cNvPr>
            <p:cNvSpPr>
              <a:spLocks noChangeShapeType="1"/>
            </p:cNvSpPr>
            <p:nvPr/>
          </p:nvSpPr>
          <p:spPr bwMode="auto">
            <a:xfrm>
              <a:off x="7340600" y="2984500"/>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8" name="Line 166">
              <a:extLst>
                <a:ext uri="{FF2B5EF4-FFF2-40B4-BE49-F238E27FC236}">
                  <a16:creationId xmlns:a16="http://schemas.microsoft.com/office/drawing/2014/main" id="{457D9789-0FF8-89E8-EE67-7EB345AD8400}"/>
                </a:ext>
              </a:extLst>
            </p:cNvPr>
            <p:cNvSpPr>
              <a:spLocks noChangeShapeType="1"/>
            </p:cNvSpPr>
            <p:nvPr/>
          </p:nvSpPr>
          <p:spPr bwMode="auto">
            <a:xfrm>
              <a:off x="7481888" y="2984500"/>
              <a:ext cx="71437"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59" name="Line 167">
              <a:extLst>
                <a:ext uri="{FF2B5EF4-FFF2-40B4-BE49-F238E27FC236}">
                  <a16:creationId xmlns:a16="http://schemas.microsoft.com/office/drawing/2014/main" id="{98D99DA7-E207-46B3-4447-037FC2C2EC69}"/>
                </a:ext>
              </a:extLst>
            </p:cNvPr>
            <p:cNvSpPr>
              <a:spLocks noChangeShapeType="1"/>
            </p:cNvSpPr>
            <p:nvPr/>
          </p:nvSpPr>
          <p:spPr bwMode="auto">
            <a:xfrm>
              <a:off x="7623175" y="2984500"/>
              <a:ext cx="71438"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60" name="Line 168">
              <a:extLst>
                <a:ext uri="{FF2B5EF4-FFF2-40B4-BE49-F238E27FC236}">
                  <a16:creationId xmlns:a16="http://schemas.microsoft.com/office/drawing/2014/main" id="{3DCD3C2A-DF15-B41A-60CD-C9D190F5DD27}"/>
                </a:ext>
              </a:extLst>
            </p:cNvPr>
            <p:cNvSpPr>
              <a:spLocks noChangeShapeType="1"/>
            </p:cNvSpPr>
            <p:nvPr/>
          </p:nvSpPr>
          <p:spPr bwMode="auto">
            <a:xfrm>
              <a:off x="7766050" y="2971800"/>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61" name="Line 169">
              <a:extLst>
                <a:ext uri="{FF2B5EF4-FFF2-40B4-BE49-F238E27FC236}">
                  <a16:creationId xmlns:a16="http://schemas.microsoft.com/office/drawing/2014/main" id="{AD734236-DA2C-2D3D-A7CA-EADC3DCCE5D3}"/>
                </a:ext>
              </a:extLst>
            </p:cNvPr>
            <p:cNvSpPr>
              <a:spLocks noChangeShapeType="1"/>
            </p:cNvSpPr>
            <p:nvPr/>
          </p:nvSpPr>
          <p:spPr bwMode="auto">
            <a:xfrm>
              <a:off x="7896225" y="2984500"/>
              <a:ext cx="6985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62" name="Freeform 172">
              <a:extLst>
                <a:ext uri="{FF2B5EF4-FFF2-40B4-BE49-F238E27FC236}">
                  <a16:creationId xmlns:a16="http://schemas.microsoft.com/office/drawing/2014/main" id="{0F4648FC-C825-6C72-C194-1AA5E909F083}"/>
                </a:ext>
              </a:extLst>
            </p:cNvPr>
            <p:cNvSpPr>
              <a:spLocks/>
            </p:cNvSpPr>
            <p:nvPr/>
          </p:nvSpPr>
          <p:spPr bwMode="auto">
            <a:xfrm>
              <a:off x="7842250" y="2163763"/>
              <a:ext cx="134938" cy="865187"/>
            </a:xfrm>
            <a:custGeom>
              <a:avLst/>
              <a:gdLst>
                <a:gd name="T0" fmla="*/ 0 w 91"/>
                <a:gd name="T1" fmla="*/ 0 h 545"/>
                <a:gd name="T2" fmla="*/ 2147483646 w 91"/>
                <a:gd name="T3" fmla="*/ 2147483646 h 545"/>
                <a:gd name="T4" fmla="*/ 2147483646 w 91"/>
                <a:gd name="T5" fmla="*/ 2147483646 h 545"/>
                <a:gd name="T6" fmla="*/ 2147483646 w 91"/>
                <a:gd name="T7" fmla="*/ 2147483646 h 545"/>
                <a:gd name="T8" fmla="*/ 0 60000 65536"/>
                <a:gd name="T9" fmla="*/ 0 60000 65536"/>
                <a:gd name="T10" fmla="*/ 0 60000 65536"/>
                <a:gd name="T11" fmla="*/ 0 60000 65536"/>
                <a:gd name="T12" fmla="*/ 0 w 91"/>
                <a:gd name="T13" fmla="*/ 0 h 545"/>
                <a:gd name="T14" fmla="*/ 91 w 91"/>
                <a:gd name="T15" fmla="*/ 545 h 545"/>
              </a:gdLst>
              <a:ahLst/>
              <a:cxnLst>
                <a:cxn ang="T8">
                  <a:pos x="T0" y="T1"/>
                </a:cxn>
                <a:cxn ang="T9">
                  <a:pos x="T2" y="T3"/>
                </a:cxn>
                <a:cxn ang="T10">
                  <a:pos x="T4" y="T5"/>
                </a:cxn>
                <a:cxn ang="T11">
                  <a:pos x="T6" y="T7"/>
                </a:cxn>
              </a:cxnLst>
              <a:rect l="T12" t="T13" r="T14" b="T15"/>
              <a:pathLst>
                <a:path w="91" h="545">
                  <a:moveTo>
                    <a:pt x="0" y="0"/>
                  </a:moveTo>
                  <a:cubicBezTo>
                    <a:pt x="19" y="30"/>
                    <a:pt x="38" y="60"/>
                    <a:pt x="46" y="136"/>
                  </a:cubicBezTo>
                  <a:cubicBezTo>
                    <a:pt x="54" y="212"/>
                    <a:pt x="39" y="386"/>
                    <a:pt x="46" y="454"/>
                  </a:cubicBezTo>
                  <a:cubicBezTo>
                    <a:pt x="53" y="522"/>
                    <a:pt x="84" y="530"/>
                    <a:pt x="91" y="545"/>
                  </a:cubicBezTo>
                </a:path>
              </a:pathLst>
            </a:custGeom>
            <a:noFill/>
            <a:ln w="9525">
              <a:solidFill>
                <a:srgbClr val="0000FF"/>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363" name="Line 173">
              <a:extLst>
                <a:ext uri="{FF2B5EF4-FFF2-40B4-BE49-F238E27FC236}">
                  <a16:creationId xmlns:a16="http://schemas.microsoft.com/office/drawing/2014/main" id="{C3E9493E-4E5D-29BB-BA1E-29EC53D92974}"/>
                </a:ext>
              </a:extLst>
            </p:cNvPr>
            <p:cNvSpPr>
              <a:spLocks noChangeShapeType="1"/>
            </p:cNvSpPr>
            <p:nvPr/>
          </p:nvSpPr>
          <p:spPr bwMode="auto">
            <a:xfrm>
              <a:off x="2373313" y="2755900"/>
              <a:ext cx="0"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64" name="Line 174">
              <a:extLst>
                <a:ext uri="{FF2B5EF4-FFF2-40B4-BE49-F238E27FC236}">
                  <a16:creationId xmlns:a16="http://schemas.microsoft.com/office/drawing/2014/main" id="{E236AA5F-BD3E-0F49-0678-55918F7B086B}"/>
                </a:ext>
              </a:extLst>
            </p:cNvPr>
            <p:cNvSpPr>
              <a:spLocks noChangeShapeType="1"/>
            </p:cNvSpPr>
            <p:nvPr/>
          </p:nvSpPr>
          <p:spPr bwMode="auto">
            <a:xfrm>
              <a:off x="2185988" y="3344863"/>
              <a:ext cx="21431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4365" name="Line 175">
              <a:extLst>
                <a:ext uri="{FF2B5EF4-FFF2-40B4-BE49-F238E27FC236}">
                  <a16:creationId xmlns:a16="http://schemas.microsoft.com/office/drawing/2014/main" id="{1CFF9E27-9A82-2189-A126-CBB34386738C}"/>
                </a:ext>
              </a:extLst>
            </p:cNvPr>
            <p:cNvSpPr>
              <a:spLocks noChangeShapeType="1"/>
            </p:cNvSpPr>
            <p:nvPr/>
          </p:nvSpPr>
          <p:spPr bwMode="auto">
            <a:xfrm>
              <a:off x="4249738" y="2725738"/>
              <a:ext cx="0" cy="7191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66" name="Line 176">
              <a:extLst>
                <a:ext uri="{FF2B5EF4-FFF2-40B4-BE49-F238E27FC236}">
                  <a16:creationId xmlns:a16="http://schemas.microsoft.com/office/drawing/2014/main" id="{3DB424B8-8586-076D-2E9D-97F3C6BF987E}"/>
                </a:ext>
              </a:extLst>
            </p:cNvPr>
            <p:cNvSpPr>
              <a:spLocks noChangeShapeType="1"/>
            </p:cNvSpPr>
            <p:nvPr/>
          </p:nvSpPr>
          <p:spPr bwMode="auto">
            <a:xfrm>
              <a:off x="4089400" y="3359150"/>
              <a:ext cx="180975"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4367" name="Line 177">
              <a:extLst>
                <a:ext uri="{FF2B5EF4-FFF2-40B4-BE49-F238E27FC236}">
                  <a16:creationId xmlns:a16="http://schemas.microsoft.com/office/drawing/2014/main" id="{430FEA0E-8DFE-A9DC-8BC8-D14D75CE0FE8}"/>
                </a:ext>
              </a:extLst>
            </p:cNvPr>
            <p:cNvSpPr>
              <a:spLocks noChangeShapeType="1"/>
            </p:cNvSpPr>
            <p:nvPr/>
          </p:nvSpPr>
          <p:spPr bwMode="auto">
            <a:xfrm>
              <a:off x="2279650" y="3344863"/>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68" name="Line 178">
              <a:extLst>
                <a:ext uri="{FF2B5EF4-FFF2-40B4-BE49-F238E27FC236}">
                  <a16:creationId xmlns:a16="http://schemas.microsoft.com/office/drawing/2014/main" id="{034F42E5-C2C7-4905-B347-31B2B9EA31D7}"/>
                </a:ext>
              </a:extLst>
            </p:cNvPr>
            <p:cNvSpPr>
              <a:spLocks noChangeShapeType="1"/>
            </p:cNvSpPr>
            <p:nvPr/>
          </p:nvSpPr>
          <p:spPr bwMode="auto">
            <a:xfrm>
              <a:off x="2279650" y="3776663"/>
              <a:ext cx="2016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69" name="Text Box 179">
              <a:extLst>
                <a:ext uri="{FF2B5EF4-FFF2-40B4-BE49-F238E27FC236}">
                  <a16:creationId xmlns:a16="http://schemas.microsoft.com/office/drawing/2014/main" id="{2FF25A6C-3E1E-2F16-CE06-911E644F544B}"/>
                </a:ext>
              </a:extLst>
            </p:cNvPr>
            <p:cNvSpPr txBox="1">
              <a:spLocks noChangeArrowheads="1"/>
            </p:cNvSpPr>
            <p:nvPr/>
          </p:nvSpPr>
          <p:spPr bwMode="auto">
            <a:xfrm>
              <a:off x="2425411" y="3590616"/>
              <a:ext cx="922157" cy="59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t</a:t>
              </a:r>
              <a:r>
                <a:rPr lang="en-US" altLang="en-US" sz="2000" baseline="-25000"/>
                <a:t>pLH</a:t>
              </a:r>
              <a:endParaRPr lang="en-US" altLang="en-US" sz="2000"/>
            </a:p>
          </p:txBody>
        </p:sp>
        <p:sp>
          <p:nvSpPr>
            <p:cNvPr id="54370" name="Text Box 180">
              <a:extLst>
                <a:ext uri="{FF2B5EF4-FFF2-40B4-BE49-F238E27FC236}">
                  <a16:creationId xmlns:a16="http://schemas.microsoft.com/office/drawing/2014/main" id="{01E327BF-D35A-1AD0-9609-60C3D1FFFF05}"/>
                </a:ext>
              </a:extLst>
            </p:cNvPr>
            <p:cNvSpPr txBox="1">
              <a:spLocks noChangeArrowheads="1"/>
            </p:cNvSpPr>
            <p:nvPr/>
          </p:nvSpPr>
          <p:spPr bwMode="auto">
            <a:xfrm>
              <a:off x="4409341" y="3273423"/>
              <a:ext cx="698081" cy="596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t</a:t>
              </a:r>
              <a:r>
                <a:rPr lang="en-US" altLang="en-US" sz="2000" baseline="-25000"/>
                <a:t>pHL</a:t>
              </a:r>
              <a:endParaRPr lang="en-US" altLang="en-US" sz="2000"/>
            </a:p>
          </p:txBody>
        </p:sp>
        <p:sp>
          <p:nvSpPr>
            <p:cNvPr id="54371" name="Line 181">
              <a:extLst>
                <a:ext uri="{FF2B5EF4-FFF2-40B4-BE49-F238E27FC236}">
                  <a16:creationId xmlns:a16="http://schemas.microsoft.com/office/drawing/2014/main" id="{0455A68D-5C9B-3EAF-6CBC-CF3D4ABA048E}"/>
                </a:ext>
              </a:extLst>
            </p:cNvPr>
            <p:cNvSpPr>
              <a:spLocks noChangeShapeType="1"/>
            </p:cNvSpPr>
            <p:nvPr/>
          </p:nvSpPr>
          <p:spPr bwMode="auto">
            <a:xfrm>
              <a:off x="4195763" y="3344863"/>
              <a:ext cx="0" cy="1444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72" name="Line 182">
              <a:extLst>
                <a:ext uri="{FF2B5EF4-FFF2-40B4-BE49-F238E27FC236}">
                  <a16:creationId xmlns:a16="http://schemas.microsoft.com/office/drawing/2014/main" id="{9AE73771-9570-E09A-FA2E-F90D24C2D2F9}"/>
                </a:ext>
              </a:extLst>
            </p:cNvPr>
            <p:cNvSpPr>
              <a:spLocks noChangeShapeType="1"/>
            </p:cNvSpPr>
            <p:nvPr/>
          </p:nvSpPr>
          <p:spPr bwMode="auto">
            <a:xfrm>
              <a:off x="4195763" y="3489325"/>
              <a:ext cx="2349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A5CC310-5BF8-FA37-FFE7-D2EEBB4E55DB}"/>
              </a:ext>
            </a:extLst>
          </p:cNvPr>
          <p:cNvSpPr>
            <a:spLocks noGrp="1"/>
          </p:cNvSpPr>
          <p:nvPr>
            <p:ph type="body" sz="quarter" idx="10"/>
          </p:nvPr>
        </p:nvSpPr>
        <p:spPr/>
        <p:txBody>
          <a:bodyPr/>
          <a:lstStyle/>
          <a:p>
            <a:r>
              <a:rPr lang="en-US" dirty="0"/>
              <a:t>A commonly desired function D-flip-flops is the ability to hold the last value stored rather than load a new value. This is accomplished by adding an enable input.</a:t>
            </a:r>
          </a:p>
          <a:p>
            <a:endParaRPr lang="en-US" dirty="0"/>
          </a:p>
        </p:txBody>
      </p:sp>
      <p:grpSp>
        <p:nvGrpSpPr>
          <p:cNvPr id="55299" name="Group 67">
            <a:extLst>
              <a:ext uri="{FF2B5EF4-FFF2-40B4-BE49-F238E27FC236}">
                <a16:creationId xmlns:a16="http://schemas.microsoft.com/office/drawing/2014/main" id="{562FBD9E-6E31-A24C-7E07-056A9A45FAF5}"/>
              </a:ext>
            </a:extLst>
          </p:cNvPr>
          <p:cNvGrpSpPr>
            <a:grpSpLocks/>
          </p:cNvGrpSpPr>
          <p:nvPr/>
        </p:nvGrpSpPr>
        <p:grpSpPr bwMode="auto">
          <a:xfrm>
            <a:off x="2449514" y="3429001"/>
            <a:ext cx="1863725" cy="1584325"/>
            <a:chOff x="436" y="2160"/>
            <a:chExt cx="1174" cy="998"/>
          </a:xfrm>
        </p:grpSpPr>
        <p:sp>
          <p:nvSpPr>
            <p:cNvPr id="33847" name="Rectangle 7">
              <a:extLst>
                <a:ext uri="{FF2B5EF4-FFF2-40B4-BE49-F238E27FC236}">
                  <a16:creationId xmlns:a16="http://schemas.microsoft.com/office/drawing/2014/main" id="{D1B6A50B-D955-4CAD-B42E-BE57C9744F0B}"/>
                </a:ext>
              </a:extLst>
            </p:cNvPr>
            <p:cNvSpPr>
              <a:spLocks noChangeArrowheads="1"/>
            </p:cNvSpPr>
            <p:nvPr/>
          </p:nvSpPr>
          <p:spPr bwMode="auto">
            <a:xfrm>
              <a:off x="646" y="2160"/>
              <a:ext cx="761" cy="998"/>
            </a:xfrm>
            <a:prstGeom prst="rect">
              <a:avLst/>
            </a:prstGeom>
            <a:solidFill>
              <a:schemeClr val="accent1">
                <a:lumMod val="60000"/>
                <a:lumOff val="40000"/>
              </a:schemeClr>
            </a:solidFill>
            <a:ln w="28575">
              <a:solidFill>
                <a:srgbClr val="000000"/>
              </a:solidFill>
              <a:miter lim="800000"/>
              <a:headEnd/>
              <a:tailEnd/>
            </a:ln>
          </p:spPr>
          <p:txBody>
            <a:bodyPr/>
            <a:lstStyle/>
            <a:p>
              <a:pPr>
                <a:spcAft>
                  <a:spcPts val="600"/>
                </a:spcAft>
                <a:defRPr/>
              </a:pPr>
              <a:r>
                <a:rPr lang="en-US" sz="1600"/>
                <a:t>D</a:t>
              </a:r>
            </a:p>
            <a:p>
              <a:pPr eaLnBrk="1" hangingPunct="1">
                <a:defRPr/>
              </a:pPr>
              <a:r>
                <a:rPr lang="en-US" sz="1600"/>
                <a:t>EN</a:t>
              </a:r>
            </a:p>
            <a:p>
              <a:pPr>
                <a:spcBef>
                  <a:spcPts val="600"/>
                </a:spcBef>
                <a:spcAft>
                  <a:spcPts val="600"/>
                </a:spcAft>
                <a:defRPr/>
              </a:pPr>
              <a:r>
                <a:rPr lang="en-US" sz="1600"/>
                <a:t>CLK</a:t>
              </a:r>
            </a:p>
            <a:p>
              <a:pPr eaLnBrk="1" hangingPunct="1">
                <a:defRPr/>
              </a:pPr>
              <a:r>
                <a:rPr lang="ru-RU" sz="1600"/>
                <a:t>R</a:t>
              </a:r>
            </a:p>
            <a:p>
              <a:pPr eaLnBrk="1" hangingPunct="1">
                <a:defRPr/>
              </a:pPr>
              <a:endParaRPr lang="ru-RU" sz="1600"/>
            </a:p>
          </p:txBody>
        </p:sp>
        <p:sp>
          <p:nvSpPr>
            <p:cNvPr id="55352" name="Line 9">
              <a:extLst>
                <a:ext uri="{FF2B5EF4-FFF2-40B4-BE49-F238E27FC236}">
                  <a16:creationId xmlns:a16="http://schemas.microsoft.com/office/drawing/2014/main" id="{513CAD76-81CB-9E51-B1B8-8CFCB7EEACA8}"/>
                </a:ext>
              </a:extLst>
            </p:cNvPr>
            <p:cNvSpPr>
              <a:spLocks noChangeShapeType="1"/>
            </p:cNvSpPr>
            <p:nvPr/>
          </p:nvSpPr>
          <p:spPr bwMode="auto">
            <a:xfrm>
              <a:off x="443" y="2311"/>
              <a:ext cx="2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3" name="Line 10">
              <a:extLst>
                <a:ext uri="{FF2B5EF4-FFF2-40B4-BE49-F238E27FC236}">
                  <a16:creationId xmlns:a16="http://schemas.microsoft.com/office/drawing/2014/main" id="{BA8ED7B2-4C9B-72BF-96AD-B09B6713C0D6}"/>
                </a:ext>
              </a:extLst>
            </p:cNvPr>
            <p:cNvSpPr>
              <a:spLocks noChangeShapeType="1"/>
            </p:cNvSpPr>
            <p:nvPr/>
          </p:nvSpPr>
          <p:spPr bwMode="auto">
            <a:xfrm>
              <a:off x="437" y="2535"/>
              <a:ext cx="2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4" name="Line 11">
              <a:extLst>
                <a:ext uri="{FF2B5EF4-FFF2-40B4-BE49-F238E27FC236}">
                  <a16:creationId xmlns:a16="http://schemas.microsoft.com/office/drawing/2014/main" id="{D806AAA7-36A4-C64B-BA83-893A9D6C4C8D}"/>
                </a:ext>
              </a:extLst>
            </p:cNvPr>
            <p:cNvSpPr>
              <a:spLocks noChangeShapeType="1"/>
            </p:cNvSpPr>
            <p:nvPr/>
          </p:nvSpPr>
          <p:spPr bwMode="auto">
            <a:xfrm>
              <a:off x="436" y="2759"/>
              <a:ext cx="2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5" name="Line 12">
              <a:extLst>
                <a:ext uri="{FF2B5EF4-FFF2-40B4-BE49-F238E27FC236}">
                  <a16:creationId xmlns:a16="http://schemas.microsoft.com/office/drawing/2014/main" id="{D11FD794-FC32-10E3-9C17-ED1F4A1955F8}"/>
                </a:ext>
              </a:extLst>
            </p:cNvPr>
            <p:cNvSpPr>
              <a:spLocks noChangeShapeType="1"/>
            </p:cNvSpPr>
            <p:nvPr/>
          </p:nvSpPr>
          <p:spPr bwMode="auto">
            <a:xfrm>
              <a:off x="441" y="2983"/>
              <a:ext cx="2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6" name="Line 13">
              <a:extLst>
                <a:ext uri="{FF2B5EF4-FFF2-40B4-BE49-F238E27FC236}">
                  <a16:creationId xmlns:a16="http://schemas.microsoft.com/office/drawing/2014/main" id="{5AA59CA4-888B-FE8C-9DBA-88F5817A0062}"/>
                </a:ext>
              </a:extLst>
            </p:cNvPr>
            <p:cNvSpPr>
              <a:spLocks noChangeShapeType="1"/>
            </p:cNvSpPr>
            <p:nvPr/>
          </p:nvSpPr>
          <p:spPr bwMode="auto">
            <a:xfrm>
              <a:off x="1407" y="2449"/>
              <a:ext cx="2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7" name="Line 14">
              <a:extLst>
                <a:ext uri="{FF2B5EF4-FFF2-40B4-BE49-F238E27FC236}">
                  <a16:creationId xmlns:a16="http://schemas.microsoft.com/office/drawing/2014/main" id="{7EB575D0-4F06-0BE4-BF95-2D273ACAD056}"/>
                </a:ext>
              </a:extLst>
            </p:cNvPr>
            <p:cNvSpPr>
              <a:spLocks noChangeShapeType="1"/>
            </p:cNvSpPr>
            <p:nvPr/>
          </p:nvSpPr>
          <p:spPr bwMode="auto">
            <a:xfrm>
              <a:off x="1454" y="2860"/>
              <a:ext cx="14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8" name="Oval 15">
              <a:extLst>
                <a:ext uri="{FF2B5EF4-FFF2-40B4-BE49-F238E27FC236}">
                  <a16:creationId xmlns:a16="http://schemas.microsoft.com/office/drawing/2014/main" id="{1CD1D837-29AF-D4F5-448F-B1272E554FC9}"/>
                </a:ext>
              </a:extLst>
            </p:cNvPr>
            <p:cNvSpPr>
              <a:spLocks noChangeArrowheads="1"/>
            </p:cNvSpPr>
            <p:nvPr/>
          </p:nvSpPr>
          <p:spPr bwMode="auto">
            <a:xfrm>
              <a:off x="1375" y="2819"/>
              <a:ext cx="82" cy="94"/>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55359" name="AutoShape 16">
              <a:extLst>
                <a:ext uri="{FF2B5EF4-FFF2-40B4-BE49-F238E27FC236}">
                  <a16:creationId xmlns:a16="http://schemas.microsoft.com/office/drawing/2014/main" id="{A30532E2-6C4E-EF55-A201-E192B30B1C53}"/>
                </a:ext>
              </a:extLst>
            </p:cNvPr>
            <p:cNvSpPr>
              <a:spLocks noChangeArrowheads="1"/>
            </p:cNvSpPr>
            <p:nvPr/>
          </p:nvSpPr>
          <p:spPr bwMode="auto">
            <a:xfrm rot="5400000">
              <a:off x="638" y="2717"/>
              <a:ext cx="95" cy="81"/>
            </a:xfrm>
            <a:prstGeom prst="triangle">
              <a:avLst>
                <a:gd name="adj" fmla="val 50000"/>
              </a:avLst>
            </a:prstGeom>
            <a:solidFill>
              <a:schemeClr val="accent1"/>
            </a:solidFill>
            <a:ln w="28575">
              <a:solidFill>
                <a:srgbClr val="000000"/>
              </a:solidFill>
              <a:miter lim="800000"/>
              <a:headEnd/>
              <a:tailEnd/>
            </a:ln>
          </p:spPr>
          <p:txBody>
            <a:bodyPr rot="10800000" vert="eaVert"/>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55360" name="Oval 17">
              <a:extLst>
                <a:ext uri="{FF2B5EF4-FFF2-40B4-BE49-F238E27FC236}">
                  <a16:creationId xmlns:a16="http://schemas.microsoft.com/office/drawing/2014/main" id="{CEC2F979-B0E1-D76B-9250-40AA0B9D1716}"/>
                </a:ext>
              </a:extLst>
            </p:cNvPr>
            <p:cNvSpPr>
              <a:spLocks noChangeArrowheads="1"/>
            </p:cNvSpPr>
            <p:nvPr/>
          </p:nvSpPr>
          <p:spPr bwMode="auto">
            <a:xfrm>
              <a:off x="602" y="2941"/>
              <a:ext cx="82" cy="94"/>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graphicFrame>
        <p:nvGraphicFramePr>
          <p:cNvPr id="33858" name="Group 66">
            <a:extLst>
              <a:ext uri="{FF2B5EF4-FFF2-40B4-BE49-F238E27FC236}">
                <a16:creationId xmlns:a16="http://schemas.microsoft.com/office/drawing/2014/main" id="{7B927ACB-6501-40D8-8610-F5F4D6659639}"/>
              </a:ext>
            </a:extLst>
          </p:cNvPr>
          <p:cNvGraphicFramePr>
            <a:graphicFrameLocks noGrp="1"/>
          </p:cNvGraphicFramePr>
          <p:nvPr>
            <p:extLst>
              <p:ext uri="{D42A27DB-BD31-4B8C-83A1-F6EECF244321}">
                <p14:modId xmlns:p14="http://schemas.microsoft.com/office/powerpoint/2010/main" val="3024764589"/>
              </p:ext>
            </p:extLst>
          </p:nvPr>
        </p:nvGraphicFramePr>
        <p:xfrm>
          <a:off x="4619625" y="2989263"/>
          <a:ext cx="5200650" cy="2622550"/>
        </p:xfrm>
        <a:graphic>
          <a:graphicData uri="http://schemas.openxmlformats.org/drawingml/2006/table">
            <a:tbl>
              <a:tblPr/>
              <a:tblGrid>
                <a:gridCol w="1039813">
                  <a:extLst>
                    <a:ext uri="{9D8B030D-6E8A-4147-A177-3AD203B41FA5}">
                      <a16:colId xmlns:a16="http://schemas.microsoft.com/office/drawing/2014/main" val="20000"/>
                    </a:ext>
                  </a:extLst>
                </a:gridCol>
                <a:gridCol w="1039812">
                  <a:extLst>
                    <a:ext uri="{9D8B030D-6E8A-4147-A177-3AD203B41FA5}">
                      <a16:colId xmlns:a16="http://schemas.microsoft.com/office/drawing/2014/main" val="20001"/>
                    </a:ext>
                  </a:extLst>
                </a:gridCol>
                <a:gridCol w="1041400">
                  <a:extLst>
                    <a:ext uri="{9D8B030D-6E8A-4147-A177-3AD203B41FA5}">
                      <a16:colId xmlns:a16="http://schemas.microsoft.com/office/drawing/2014/main" val="20002"/>
                    </a:ext>
                  </a:extLst>
                </a:gridCol>
                <a:gridCol w="1039813">
                  <a:extLst>
                    <a:ext uri="{9D8B030D-6E8A-4147-A177-3AD203B41FA5}">
                      <a16:colId xmlns:a16="http://schemas.microsoft.com/office/drawing/2014/main" val="20003"/>
                    </a:ext>
                  </a:extLst>
                </a:gridCol>
                <a:gridCol w="1039812">
                  <a:extLst>
                    <a:ext uri="{9D8B030D-6E8A-4147-A177-3AD203B41FA5}">
                      <a16:colId xmlns:a16="http://schemas.microsoft.com/office/drawing/2014/main" val="20004"/>
                    </a:ext>
                  </a:extLst>
                </a:gridCol>
              </a:tblGrid>
              <a:tr h="3746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R</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D</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EN</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CLK</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Q*</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46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Last Q</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746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746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746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Last Q</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746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Last Q</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74650">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0" marB="4573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8" name="Title 7">
            <a:extLst>
              <a:ext uri="{FF2B5EF4-FFF2-40B4-BE49-F238E27FC236}">
                <a16:creationId xmlns:a16="http://schemas.microsoft.com/office/drawing/2014/main" id="{6F4500A7-693A-50AE-BCD6-63C2CD5CB6B3}"/>
              </a:ext>
            </a:extLst>
          </p:cNvPr>
          <p:cNvSpPr>
            <a:spLocks noGrp="1"/>
          </p:cNvSpPr>
          <p:nvPr>
            <p:ph type="title"/>
          </p:nvPr>
        </p:nvSpPr>
        <p:spPr/>
        <p:txBody>
          <a:bodyPr>
            <a:normAutofit/>
          </a:bodyPr>
          <a:lstStyle/>
          <a:p>
            <a:r>
              <a:rPr lang="en-US" dirty="0"/>
              <a:t>Edge-Triggered D Flip-flop with Enable Input</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7">
            <a:extLst>
              <a:ext uri="{FF2B5EF4-FFF2-40B4-BE49-F238E27FC236}">
                <a16:creationId xmlns:a16="http://schemas.microsoft.com/office/drawing/2014/main" id="{77059AE1-DE88-79D3-B26A-F058F1F5C2AA}"/>
              </a:ext>
            </a:extLst>
          </p:cNvPr>
          <p:cNvGrpSpPr>
            <a:grpSpLocks/>
          </p:cNvGrpSpPr>
          <p:nvPr/>
        </p:nvGrpSpPr>
        <p:grpSpPr bwMode="auto">
          <a:xfrm>
            <a:off x="1944689" y="1831976"/>
            <a:ext cx="3870325" cy="2449513"/>
            <a:chOff x="467" y="1154"/>
            <a:chExt cx="2438" cy="1543"/>
          </a:xfrm>
        </p:grpSpPr>
        <p:sp>
          <p:nvSpPr>
            <p:cNvPr id="57351" name="Text Box 6">
              <a:extLst>
                <a:ext uri="{FF2B5EF4-FFF2-40B4-BE49-F238E27FC236}">
                  <a16:creationId xmlns:a16="http://schemas.microsoft.com/office/drawing/2014/main" id="{EB2102EA-4C97-5D09-F37A-9DDD3192B017}"/>
                </a:ext>
              </a:extLst>
            </p:cNvPr>
            <p:cNvSpPr txBox="1">
              <a:spLocks noChangeArrowheads="1"/>
            </p:cNvSpPr>
            <p:nvPr/>
          </p:nvSpPr>
          <p:spPr bwMode="auto">
            <a:xfrm>
              <a:off x="467" y="1587"/>
              <a:ext cx="585" cy="1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t>     D</a:t>
              </a:r>
            </a:p>
            <a:p>
              <a:pPr eaLnBrk="1" hangingPunct="1"/>
              <a:endParaRPr lang="ru-RU" altLang="en-US" sz="1800" b="1"/>
            </a:p>
            <a:p>
              <a:pPr eaLnBrk="1" hangingPunct="1"/>
              <a:r>
                <a:rPr lang="ru-RU" altLang="en-US" sz="1800" b="1"/>
                <a:t>CLK</a:t>
              </a:r>
            </a:p>
            <a:p>
              <a:pPr eaLnBrk="1" hangingPunct="1"/>
              <a:endParaRPr lang="ru-RU" altLang="en-US" sz="1800" b="1"/>
            </a:p>
            <a:p>
              <a:pPr eaLnBrk="1" hangingPunct="1"/>
              <a:endParaRPr lang="ru-RU" altLang="en-US" sz="1800" b="1"/>
            </a:p>
            <a:p>
              <a:pPr eaLnBrk="1" hangingPunct="1"/>
              <a:r>
                <a:rPr lang="ru-RU" altLang="en-US" sz="1800" b="1"/>
                <a:t>Reset</a:t>
              </a:r>
            </a:p>
            <a:p>
              <a:pPr eaLnBrk="1" hangingPunct="1"/>
              <a:endParaRPr lang="ru-RU" altLang="en-US" sz="1800" b="1"/>
            </a:p>
            <a:p>
              <a:pPr eaLnBrk="1" hangingPunct="1"/>
              <a:endParaRPr lang="ru-RU" altLang="en-US" sz="1800" b="1"/>
            </a:p>
          </p:txBody>
        </p:sp>
        <p:sp>
          <p:nvSpPr>
            <p:cNvPr id="34822" name="Text Box 7">
              <a:extLst>
                <a:ext uri="{FF2B5EF4-FFF2-40B4-BE49-F238E27FC236}">
                  <a16:creationId xmlns:a16="http://schemas.microsoft.com/office/drawing/2014/main" id="{8BC344C7-1756-4E75-92E3-6549E2BC133C}"/>
                </a:ext>
              </a:extLst>
            </p:cNvPr>
            <p:cNvSpPr txBox="1">
              <a:spLocks noChangeArrowheads="1"/>
            </p:cNvSpPr>
            <p:nvPr/>
          </p:nvSpPr>
          <p:spPr bwMode="auto">
            <a:xfrm>
              <a:off x="1686" y="1398"/>
              <a:ext cx="525" cy="914"/>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en-US" b="1"/>
                <a:t> </a:t>
              </a:r>
              <a:r>
                <a:rPr lang="ru-RU" b="1"/>
                <a:t>D</a:t>
              </a:r>
            </a:p>
            <a:p>
              <a:pPr eaLnBrk="1" hangingPunct="1">
                <a:defRPr/>
              </a:pPr>
              <a:endParaRPr lang="ru-RU" b="1"/>
            </a:p>
            <a:p>
              <a:pPr eaLnBrk="1" hangingPunct="1">
                <a:defRPr/>
              </a:pPr>
              <a:endParaRPr lang="ru-RU" b="1"/>
            </a:p>
            <a:p>
              <a:pPr eaLnBrk="1" hangingPunct="1">
                <a:defRPr/>
              </a:pPr>
              <a:r>
                <a:rPr lang="en-US" b="1"/>
                <a:t> </a:t>
              </a:r>
              <a:r>
                <a:rPr lang="ru-RU" b="1"/>
                <a:t>C</a:t>
              </a:r>
            </a:p>
            <a:p>
              <a:pPr eaLnBrk="1" hangingPunct="1">
                <a:defRPr/>
              </a:pPr>
              <a:endParaRPr lang="ru-RU" b="1"/>
            </a:p>
          </p:txBody>
        </p:sp>
        <p:sp>
          <p:nvSpPr>
            <p:cNvPr id="57353" name="AutoShape 8">
              <a:extLst>
                <a:ext uri="{FF2B5EF4-FFF2-40B4-BE49-F238E27FC236}">
                  <a16:creationId xmlns:a16="http://schemas.microsoft.com/office/drawing/2014/main" id="{51BD984F-1DD4-BF90-5196-5450DA6EB022}"/>
                </a:ext>
              </a:extLst>
            </p:cNvPr>
            <p:cNvSpPr>
              <a:spLocks noChangeArrowheads="1"/>
            </p:cNvSpPr>
            <p:nvPr/>
          </p:nvSpPr>
          <p:spPr bwMode="auto">
            <a:xfrm rot="-5400000">
              <a:off x="940" y="1519"/>
              <a:ext cx="581" cy="23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13 w 21600"/>
                <a:gd name="T13" fmla="*/ 4246 h 21600"/>
                <a:gd name="T14" fmla="*/ 17287 w 21600"/>
                <a:gd name="T15" fmla="*/ 17354 h 21600"/>
              </a:gdLst>
              <a:ahLst/>
              <a:cxnLst>
                <a:cxn ang="T8">
                  <a:pos x="T0" y="T1"/>
                </a:cxn>
                <a:cxn ang="T9">
                  <a:pos x="T2" y="T3"/>
                </a:cxn>
                <a:cxn ang="T10">
                  <a:pos x="T4" y="T5"/>
                </a:cxn>
                <a:cxn ang="T11">
                  <a:pos x="T6" y="T7"/>
                </a:cxn>
              </a:cxnLst>
              <a:rect l="T12" t="T13" r="T14" b="T15"/>
              <a:pathLst>
                <a:path w="21600" h="21600">
                  <a:moveTo>
                    <a:pt x="0" y="0"/>
                  </a:moveTo>
                  <a:lnTo>
                    <a:pt x="5000" y="21600"/>
                  </a:lnTo>
                  <a:lnTo>
                    <a:pt x="16600" y="21600"/>
                  </a:lnTo>
                  <a:lnTo>
                    <a:pt x="21600" y="0"/>
                  </a:lnTo>
                  <a:lnTo>
                    <a:pt x="0" y="0"/>
                  </a:lnTo>
                  <a:close/>
                </a:path>
              </a:pathLst>
            </a:custGeom>
            <a:solidFill>
              <a:schemeClr val="accent1"/>
            </a:solidFill>
            <a:ln w="28575">
              <a:solidFill>
                <a:srgbClr val="000000"/>
              </a:solidFill>
              <a:miter lim="800000"/>
              <a:headEnd/>
              <a:tailEnd/>
            </a:ln>
          </p:spPr>
          <p:txBody>
            <a:bodyPr vert="eaVert"/>
            <a:lstStyle/>
            <a:p>
              <a:endParaRPr lang="en-US"/>
            </a:p>
          </p:txBody>
        </p:sp>
        <p:sp>
          <p:nvSpPr>
            <p:cNvPr id="57354" name="Line 9">
              <a:extLst>
                <a:ext uri="{FF2B5EF4-FFF2-40B4-BE49-F238E27FC236}">
                  <a16:creationId xmlns:a16="http://schemas.microsoft.com/office/drawing/2014/main" id="{F16D6F97-3F8D-E47B-A19F-A71B5A2A885C}"/>
                </a:ext>
              </a:extLst>
            </p:cNvPr>
            <p:cNvSpPr>
              <a:spLocks noChangeShapeType="1"/>
            </p:cNvSpPr>
            <p:nvPr/>
          </p:nvSpPr>
          <p:spPr bwMode="auto">
            <a:xfrm>
              <a:off x="1364" y="1643"/>
              <a:ext cx="32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5" name="Line 10">
              <a:extLst>
                <a:ext uri="{FF2B5EF4-FFF2-40B4-BE49-F238E27FC236}">
                  <a16:creationId xmlns:a16="http://schemas.microsoft.com/office/drawing/2014/main" id="{6EE713D7-DBB7-40AD-576E-8A1FFD79F334}"/>
                </a:ext>
              </a:extLst>
            </p:cNvPr>
            <p:cNvSpPr>
              <a:spLocks noChangeShapeType="1"/>
            </p:cNvSpPr>
            <p:nvPr/>
          </p:nvSpPr>
          <p:spPr bwMode="auto">
            <a:xfrm>
              <a:off x="2211" y="1643"/>
              <a:ext cx="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6" name="Line 11">
              <a:extLst>
                <a:ext uri="{FF2B5EF4-FFF2-40B4-BE49-F238E27FC236}">
                  <a16:creationId xmlns:a16="http://schemas.microsoft.com/office/drawing/2014/main" id="{9D40482A-B424-F708-0562-D32420983DA7}"/>
                </a:ext>
              </a:extLst>
            </p:cNvPr>
            <p:cNvSpPr>
              <a:spLocks noChangeShapeType="1"/>
            </p:cNvSpPr>
            <p:nvPr/>
          </p:nvSpPr>
          <p:spPr bwMode="auto">
            <a:xfrm>
              <a:off x="940" y="1459"/>
              <a:ext cx="17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7" name="Line 12">
              <a:extLst>
                <a:ext uri="{FF2B5EF4-FFF2-40B4-BE49-F238E27FC236}">
                  <a16:creationId xmlns:a16="http://schemas.microsoft.com/office/drawing/2014/main" id="{02E1C890-9493-5A50-7516-81A938F23FD9}"/>
                </a:ext>
              </a:extLst>
            </p:cNvPr>
            <p:cNvSpPr>
              <a:spLocks noChangeShapeType="1"/>
            </p:cNvSpPr>
            <p:nvPr/>
          </p:nvSpPr>
          <p:spPr bwMode="auto">
            <a:xfrm flipV="1">
              <a:off x="940" y="1154"/>
              <a:ext cx="0" cy="30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8" name="Line 13">
              <a:extLst>
                <a:ext uri="{FF2B5EF4-FFF2-40B4-BE49-F238E27FC236}">
                  <a16:creationId xmlns:a16="http://schemas.microsoft.com/office/drawing/2014/main" id="{EDEA8981-9CE1-DDE0-1EF0-5C194CBB303C}"/>
                </a:ext>
              </a:extLst>
            </p:cNvPr>
            <p:cNvSpPr>
              <a:spLocks noChangeShapeType="1"/>
            </p:cNvSpPr>
            <p:nvPr/>
          </p:nvSpPr>
          <p:spPr bwMode="auto">
            <a:xfrm>
              <a:off x="940" y="1154"/>
              <a:ext cx="144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9" name="Line 14">
              <a:extLst>
                <a:ext uri="{FF2B5EF4-FFF2-40B4-BE49-F238E27FC236}">
                  <a16:creationId xmlns:a16="http://schemas.microsoft.com/office/drawing/2014/main" id="{7BB8166E-7225-A846-E928-02F43836125B}"/>
                </a:ext>
              </a:extLst>
            </p:cNvPr>
            <p:cNvSpPr>
              <a:spLocks noChangeShapeType="1"/>
            </p:cNvSpPr>
            <p:nvPr/>
          </p:nvSpPr>
          <p:spPr bwMode="auto">
            <a:xfrm>
              <a:off x="2381" y="1154"/>
              <a:ext cx="0" cy="489"/>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57360" name="Line 15">
              <a:extLst>
                <a:ext uri="{FF2B5EF4-FFF2-40B4-BE49-F238E27FC236}">
                  <a16:creationId xmlns:a16="http://schemas.microsoft.com/office/drawing/2014/main" id="{F67DEB2C-6B89-5DA4-C468-FD2BBF9EDFE0}"/>
                </a:ext>
              </a:extLst>
            </p:cNvPr>
            <p:cNvSpPr>
              <a:spLocks noChangeShapeType="1"/>
            </p:cNvSpPr>
            <p:nvPr/>
          </p:nvSpPr>
          <p:spPr bwMode="auto">
            <a:xfrm>
              <a:off x="856" y="2070"/>
              <a:ext cx="83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61" name="Line 16">
              <a:extLst>
                <a:ext uri="{FF2B5EF4-FFF2-40B4-BE49-F238E27FC236}">
                  <a16:creationId xmlns:a16="http://schemas.microsoft.com/office/drawing/2014/main" id="{69CE8711-2872-87BB-E6F5-2C891A08E13E}"/>
                </a:ext>
              </a:extLst>
            </p:cNvPr>
            <p:cNvSpPr>
              <a:spLocks noChangeShapeType="1"/>
            </p:cNvSpPr>
            <p:nvPr/>
          </p:nvSpPr>
          <p:spPr bwMode="auto">
            <a:xfrm>
              <a:off x="856" y="1765"/>
              <a:ext cx="25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62" name="AutoShape 17">
              <a:extLst>
                <a:ext uri="{FF2B5EF4-FFF2-40B4-BE49-F238E27FC236}">
                  <a16:creationId xmlns:a16="http://schemas.microsoft.com/office/drawing/2014/main" id="{DD16D5EF-4490-9195-7621-8D4D95BE3FB6}"/>
                </a:ext>
              </a:extLst>
            </p:cNvPr>
            <p:cNvSpPr>
              <a:spLocks noChangeArrowheads="1"/>
            </p:cNvSpPr>
            <p:nvPr/>
          </p:nvSpPr>
          <p:spPr bwMode="auto">
            <a:xfrm rot="5400000">
              <a:off x="1675" y="2033"/>
              <a:ext cx="98" cy="67"/>
            </a:xfrm>
            <a:prstGeom prst="triangle">
              <a:avLst>
                <a:gd name="adj" fmla="val 50000"/>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7363" name="Line 18">
              <a:extLst>
                <a:ext uri="{FF2B5EF4-FFF2-40B4-BE49-F238E27FC236}">
                  <a16:creationId xmlns:a16="http://schemas.microsoft.com/office/drawing/2014/main" id="{17D99EF4-8A8D-C6FC-AE4C-A34CD6031290}"/>
                </a:ext>
              </a:extLst>
            </p:cNvPr>
            <p:cNvSpPr>
              <a:spLocks noChangeShapeType="1"/>
            </p:cNvSpPr>
            <p:nvPr/>
          </p:nvSpPr>
          <p:spPr bwMode="auto">
            <a:xfrm>
              <a:off x="2211" y="2070"/>
              <a:ext cx="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64" name="Oval 19">
              <a:extLst>
                <a:ext uri="{FF2B5EF4-FFF2-40B4-BE49-F238E27FC236}">
                  <a16:creationId xmlns:a16="http://schemas.microsoft.com/office/drawing/2014/main" id="{EA11DFD4-FDB6-EFB0-E524-F4452F70F195}"/>
                </a:ext>
              </a:extLst>
            </p:cNvPr>
            <p:cNvSpPr>
              <a:spLocks noChangeArrowheads="1"/>
            </p:cNvSpPr>
            <p:nvPr/>
          </p:nvSpPr>
          <p:spPr bwMode="auto">
            <a:xfrm>
              <a:off x="2171" y="2027"/>
              <a:ext cx="83" cy="91"/>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7365" name="Text Box 20">
              <a:extLst>
                <a:ext uri="{FF2B5EF4-FFF2-40B4-BE49-F238E27FC236}">
                  <a16:creationId xmlns:a16="http://schemas.microsoft.com/office/drawing/2014/main" id="{0A1F8579-B20F-8BA6-1442-07110A75060D}"/>
                </a:ext>
              </a:extLst>
            </p:cNvPr>
            <p:cNvSpPr txBox="1">
              <a:spLocks noChangeArrowheads="1"/>
            </p:cNvSpPr>
            <p:nvPr/>
          </p:nvSpPr>
          <p:spPr bwMode="auto">
            <a:xfrm>
              <a:off x="2481" y="1490"/>
              <a:ext cx="42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t>Q</a:t>
              </a:r>
            </a:p>
            <a:p>
              <a:pPr eaLnBrk="1" hangingPunct="1"/>
              <a:endParaRPr lang="ru-RU" altLang="en-US" sz="1800" b="1"/>
            </a:p>
            <a:p>
              <a:pPr eaLnBrk="1" hangingPunct="1"/>
              <a:endParaRPr lang="en-US" altLang="en-US" sz="1800" b="1"/>
            </a:p>
            <a:p>
              <a:pPr eaLnBrk="1" hangingPunct="1"/>
              <a:r>
                <a:rPr lang="en-US" altLang="en-US" sz="1800" b="1"/>
                <a:t>Q</a:t>
              </a:r>
              <a:endParaRPr lang="ru-RU" altLang="en-US" sz="1800" b="1"/>
            </a:p>
          </p:txBody>
        </p:sp>
        <p:sp>
          <p:nvSpPr>
            <p:cNvPr id="57366" name="Line 21">
              <a:extLst>
                <a:ext uri="{FF2B5EF4-FFF2-40B4-BE49-F238E27FC236}">
                  <a16:creationId xmlns:a16="http://schemas.microsoft.com/office/drawing/2014/main" id="{C773C7A5-9CDD-E636-7C82-F973DFCB5B26}"/>
                </a:ext>
              </a:extLst>
            </p:cNvPr>
            <p:cNvSpPr>
              <a:spLocks noChangeShapeType="1"/>
            </p:cNvSpPr>
            <p:nvPr/>
          </p:nvSpPr>
          <p:spPr bwMode="auto">
            <a:xfrm>
              <a:off x="2526" y="2016"/>
              <a:ext cx="8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67" name="Line 22">
              <a:extLst>
                <a:ext uri="{FF2B5EF4-FFF2-40B4-BE49-F238E27FC236}">
                  <a16:creationId xmlns:a16="http://schemas.microsoft.com/office/drawing/2014/main" id="{237F8979-3FA7-BE94-7827-07B1A8490AAD}"/>
                </a:ext>
              </a:extLst>
            </p:cNvPr>
            <p:cNvSpPr>
              <a:spLocks noChangeShapeType="1"/>
            </p:cNvSpPr>
            <p:nvPr/>
          </p:nvSpPr>
          <p:spPr bwMode="auto">
            <a:xfrm flipV="1">
              <a:off x="1247" y="1284"/>
              <a:ext cx="1" cy="14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68" name="Text Box 23">
              <a:extLst>
                <a:ext uri="{FF2B5EF4-FFF2-40B4-BE49-F238E27FC236}">
                  <a16:creationId xmlns:a16="http://schemas.microsoft.com/office/drawing/2014/main" id="{BAE1EFD3-AAD9-2F12-C97A-B799F1093636}"/>
                </a:ext>
              </a:extLst>
            </p:cNvPr>
            <p:cNvSpPr txBox="1">
              <a:spLocks noChangeArrowheads="1"/>
            </p:cNvSpPr>
            <p:nvPr/>
          </p:nvSpPr>
          <p:spPr bwMode="auto">
            <a:xfrm>
              <a:off x="1222" y="1154"/>
              <a:ext cx="34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t>EN</a:t>
              </a:r>
            </a:p>
            <a:p>
              <a:pPr eaLnBrk="1" hangingPunct="1"/>
              <a:endParaRPr lang="ru-RU" altLang="en-US" sz="1800" b="1"/>
            </a:p>
            <a:p>
              <a:pPr eaLnBrk="1" hangingPunct="1"/>
              <a:endParaRPr lang="en-US" altLang="en-US" sz="1800" b="1"/>
            </a:p>
            <a:p>
              <a:pPr eaLnBrk="1" hangingPunct="1"/>
              <a:endParaRPr lang="ru-RU" altLang="en-US" sz="1800" b="1"/>
            </a:p>
          </p:txBody>
        </p:sp>
        <p:sp>
          <p:nvSpPr>
            <p:cNvPr id="57369" name="Oval 24">
              <a:extLst>
                <a:ext uri="{FF2B5EF4-FFF2-40B4-BE49-F238E27FC236}">
                  <a16:creationId xmlns:a16="http://schemas.microsoft.com/office/drawing/2014/main" id="{5AA26934-7659-3A61-7B40-89BB1EF90CC8}"/>
                </a:ext>
              </a:extLst>
            </p:cNvPr>
            <p:cNvSpPr>
              <a:spLocks noChangeArrowheads="1"/>
            </p:cNvSpPr>
            <p:nvPr/>
          </p:nvSpPr>
          <p:spPr bwMode="auto">
            <a:xfrm>
              <a:off x="1909" y="2269"/>
              <a:ext cx="83" cy="91"/>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7370" name="Line 25">
              <a:extLst>
                <a:ext uri="{FF2B5EF4-FFF2-40B4-BE49-F238E27FC236}">
                  <a16:creationId xmlns:a16="http://schemas.microsoft.com/office/drawing/2014/main" id="{BFD21A54-5041-B5E0-41AA-0BB634007C24}"/>
                </a:ext>
              </a:extLst>
            </p:cNvPr>
            <p:cNvSpPr>
              <a:spLocks noChangeShapeType="1"/>
            </p:cNvSpPr>
            <p:nvPr/>
          </p:nvSpPr>
          <p:spPr bwMode="auto">
            <a:xfrm>
              <a:off x="1944" y="2367"/>
              <a:ext cx="0" cy="16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71" name="Line 26">
              <a:extLst>
                <a:ext uri="{FF2B5EF4-FFF2-40B4-BE49-F238E27FC236}">
                  <a16:creationId xmlns:a16="http://schemas.microsoft.com/office/drawing/2014/main" id="{893A3B94-8E2C-08BD-0089-F6A4E6EEE66D}"/>
                </a:ext>
              </a:extLst>
            </p:cNvPr>
            <p:cNvSpPr>
              <a:spLocks noChangeShapeType="1"/>
            </p:cNvSpPr>
            <p:nvPr/>
          </p:nvSpPr>
          <p:spPr bwMode="auto">
            <a:xfrm flipH="1">
              <a:off x="928" y="2534"/>
              <a:ext cx="101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7347" name="Text Box 27">
            <a:extLst>
              <a:ext uri="{FF2B5EF4-FFF2-40B4-BE49-F238E27FC236}">
                <a16:creationId xmlns:a16="http://schemas.microsoft.com/office/drawing/2014/main" id="{8846CF28-947A-5CDA-A326-B399F59739BB}"/>
              </a:ext>
            </a:extLst>
          </p:cNvPr>
          <p:cNvSpPr txBox="1">
            <a:spLocks noChangeArrowheads="1"/>
          </p:cNvSpPr>
          <p:nvPr/>
        </p:nvSpPr>
        <p:spPr bwMode="auto">
          <a:xfrm>
            <a:off x="5838826" y="1758951"/>
            <a:ext cx="4340225"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FF"/>
                </a:solidFill>
              </a:rPr>
              <a:t>module</a:t>
            </a:r>
            <a:r>
              <a:rPr lang="en-US" altLang="en-US" sz="2000"/>
              <a:t>	 dff_clk_en(data, clk, reset, en, q);</a:t>
            </a:r>
          </a:p>
          <a:p>
            <a:pPr eaLnBrk="1" hangingPunct="1"/>
            <a:r>
              <a:rPr lang="en-US" altLang="en-US" sz="2000">
                <a:solidFill>
                  <a:srgbClr val="0000FF"/>
                </a:solidFill>
              </a:rPr>
              <a:t>input</a:t>
            </a:r>
            <a:r>
              <a:rPr lang="en-US" altLang="en-US" sz="2000"/>
              <a:t>	data, en, reset, clk;</a:t>
            </a:r>
          </a:p>
          <a:p>
            <a:pPr eaLnBrk="1" hangingPunct="1"/>
            <a:r>
              <a:rPr lang="en-US" altLang="en-US" sz="2000">
                <a:solidFill>
                  <a:srgbClr val="0000FF"/>
                </a:solidFill>
              </a:rPr>
              <a:t>output  reg</a:t>
            </a:r>
            <a:r>
              <a:rPr lang="en-US" altLang="en-US" sz="2000"/>
              <a:t>	q;</a:t>
            </a:r>
          </a:p>
          <a:p>
            <a:pPr eaLnBrk="1" hangingPunct="1"/>
            <a:r>
              <a:rPr lang="en-US" altLang="en-US" sz="2000">
                <a:solidFill>
                  <a:srgbClr val="0000FF"/>
                </a:solidFill>
              </a:rPr>
              <a:t>always</a:t>
            </a:r>
            <a:r>
              <a:rPr lang="en-US" altLang="en-US" sz="2000"/>
              <a:t>  @( posedge clk or negedge reset)</a:t>
            </a:r>
          </a:p>
          <a:p>
            <a:pPr eaLnBrk="1" hangingPunct="1"/>
            <a:r>
              <a:rPr lang="en-US" altLang="en-US" sz="2000"/>
              <a:t>		if (! reset)</a:t>
            </a:r>
          </a:p>
          <a:p>
            <a:pPr eaLnBrk="1" hangingPunct="1"/>
            <a:r>
              <a:rPr lang="en-US" altLang="en-US" sz="2000"/>
              <a:t>		q&lt;=1’b0;</a:t>
            </a:r>
          </a:p>
          <a:p>
            <a:pPr eaLnBrk="1" hangingPunct="1"/>
            <a:r>
              <a:rPr lang="en-US" altLang="en-US" sz="2000"/>
              <a:t>		else if (en)</a:t>
            </a:r>
          </a:p>
          <a:p>
            <a:pPr eaLnBrk="1" hangingPunct="1"/>
            <a:r>
              <a:rPr lang="en-US" altLang="en-US" sz="2000"/>
              <a:t>		q&lt;=data;</a:t>
            </a:r>
          </a:p>
          <a:p>
            <a:pPr eaLnBrk="1" hangingPunct="1"/>
            <a:r>
              <a:rPr lang="en-US" altLang="en-US" sz="2000">
                <a:solidFill>
                  <a:srgbClr val="0000FF"/>
                </a:solidFill>
              </a:rPr>
              <a:t>endmodule</a:t>
            </a:r>
            <a:endParaRPr lang="ru-RU" altLang="en-US" sz="2000">
              <a:solidFill>
                <a:srgbClr val="0000FF"/>
              </a:solidFill>
            </a:endParaRPr>
          </a:p>
        </p:txBody>
      </p:sp>
      <p:sp>
        <p:nvSpPr>
          <p:cNvPr id="57349" name="TextBox 26">
            <a:extLst>
              <a:ext uri="{FF2B5EF4-FFF2-40B4-BE49-F238E27FC236}">
                <a16:creationId xmlns:a16="http://schemas.microsoft.com/office/drawing/2014/main" id="{3A4719AA-5A24-6063-E88F-CECCF4F2DE72}"/>
              </a:ext>
            </a:extLst>
          </p:cNvPr>
          <p:cNvSpPr txBox="1">
            <a:spLocks noChangeArrowheads="1"/>
          </p:cNvSpPr>
          <p:nvPr/>
        </p:nvSpPr>
        <p:spPr bwMode="auto">
          <a:xfrm>
            <a:off x="2925763" y="2173289"/>
            <a:ext cx="438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600">
                <a:solidFill>
                  <a:schemeClr val="bg1"/>
                </a:solidFill>
              </a:rPr>
              <a:t>0</a:t>
            </a:r>
            <a:endParaRPr lang="en-GB" altLang="en-US" sz="1600">
              <a:solidFill>
                <a:schemeClr val="bg1"/>
              </a:solidFill>
            </a:endParaRPr>
          </a:p>
        </p:txBody>
      </p:sp>
      <p:sp>
        <p:nvSpPr>
          <p:cNvPr id="57350" name="TextBox 27">
            <a:extLst>
              <a:ext uri="{FF2B5EF4-FFF2-40B4-BE49-F238E27FC236}">
                <a16:creationId xmlns:a16="http://schemas.microsoft.com/office/drawing/2014/main" id="{72948B47-F0B5-977B-95F0-520FBB14D63C}"/>
              </a:ext>
            </a:extLst>
          </p:cNvPr>
          <p:cNvSpPr txBox="1">
            <a:spLocks noChangeArrowheads="1"/>
          </p:cNvSpPr>
          <p:nvPr/>
        </p:nvSpPr>
        <p:spPr bwMode="auto">
          <a:xfrm>
            <a:off x="2925763" y="2624139"/>
            <a:ext cx="438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600">
                <a:solidFill>
                  <a:schemeClr val="bg1"/>
                </a:solidFill>
              </a:rPr>
              <a:t>1</a:t>
            </a:r>
            <a:endParaRPr lang="en-GB" altLang="en-US" sz="1600">
              <a:solidFill>
                <a:schemeClr val="bg1"/>
              </a:solidFill>
            </a:endParaRPr>
          </a:p>
        </p:txBody>
      </p:sp>
      <p:sp>
        <p:nvSpPr>
          <p:cNvPr id="8" name="Title 7">
            <a:extLst>
              <a:ext uri="{FF2B5EF4-FFF2-40B4-BE49-F238E27FC236}">
                <a16:creationId xmlns:a16="http://schemas.microsoft.com/office/drawing/2014/main" id="{8CA0AE91-B4CB-546C-3FB9-33EAC72DEFF1}"/>
              </a:ext>
            </a:extLst>
          </p:cNvPr>
          <p:cNvSpPr>
            <a:spLocks noGrp="1"/>
          </p:cNvSpPr>
          <p:nvPr>
            <p:ph type="title"/>
          </p:nvPr>
        </p:nvSpPr>
        <p:spPr/>
        <p:txBody>
          <a:bodyPr>
            <a:normAutofit/>
          </a:bodyPr>
          <a:lstStyle/>
          <a:p>
            <a:r>
              <a:rPr lang="en-US" dirty="0"/>
              <a:t>Verilog Description</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A62F956-56CF-34DB-90E5-CC71481B62AF}"/>
              </a:ext>
            </a:extLst>
          </p:cNvPr>
          <p:cNvSpPr>
            <a:spLocks noGrp="1"/>
          </p:cNvSpPr>
          <p:nvPr>
            <p:ph type="body" sz="quarter" idx="10"/>
          </p:nvPr>
        </p:nvSpPr>
        <p:spPr/>
        <p:txBody>
          <a:bodyPr/>
          <a:lstStyle/>
          <a:p>
            <a:r>
              <a:rPr lang="en-US" dirty="0"/>
              <a:t>T flip-flop (toggle) has one information input like D flip-flop.</a:t>
            </a:r>
          </a:p>
          <a:p>
            <a:endParaRPr lang="en-US" dirty="0"/>
          </a:p>
        </p:txBody>
      </p:sp>
      <p:sp>
        <p:nvSpPr>
          <p:cNvPr id="59395" name="Text Box 27">
            <a:extLst>
              <a:ext uri="{FF2B5EF4-FFF2-40B4-BE49-F238E27FC236}">
                <a16:creationId xmlns:a16="http://schemas.microsoft.com/office/drawing/2014/main" id="{DBD29700-A1DE-C54E-CC48-B72A8024D6E9}"/>
              </a:ext>
            </a:extLst>
          </p:cNvPr>
          <p:cNvSpPr txBox="1">
            <a:spLocks noChangeArrowheads="1"/>
          </p:cNvSpPr>
          <p:nvPr/>
        </p:nvSpPr>
        <p:spPr bwMode="auto">
          <a:xfrm>
            <a:off x="6953250" y="2125663"/>
            <a:ext cx="32337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rgbClr val="0000FF"/>
                </a:solidFill>
              </a:rPr>
              <a:t>Characteristic equation of Т flip-flop</a:t>
            </a:r>
          </a:p>
          <a:p>
            <a:pPr eaLnBrk="1" hangingPunct="1"/>
            <a:r>
              <a:rPr lang="en-US" altLang="en-US" sz="2000">
                <a:solidFill>
                  <a:srgbClr val="0000FF"/>
                </a:solidFill>
              </a:rPr>
              <a:t>Q</a:t>
            </a:r>
            <a:r>
              <a:rPr lang="en-US" altLang="en-US" sz="2000" baseline="30000">
                <a:solidFill>
                  <a:srgbClr val="0000FF"/>
                </a:solidFill>
              </a:rPr>
              <a:t>* </a:t>
            </a:r>
            <a:r>
              <a:rPr lang="en-US" altLang="en-US" sz="2000">
                <a:solidFill>
                  <a:srgbClr val="0000FF"/>
                </a:solidFill>
              </a:rPr>
              <a:t>= ~</a:t>
            </a:r>
            <a:r>
              <a:rPr lang="en-US" altLang="en-US" sz="2000">
                <a:solidFill>
                  <a:srgbClr val="0000FF"/>
                </a:solidFill>
                <a:sym typeface="Symbol" panose="05050102010706020507" pitchFamily="18" charset="2"/>
              </a:rPr>
              <a:t>T·Q + T·~Q</a:t>
            </a:r>
            <a:r>
              <a:rPr lang="en-US" altLang="en-US" sz="2000">
                <a:solidFill>
                  <a:srgbClr val="0000FF"/>
                </a:solidFill>
              </a:rPr>
              <a:t> = T</a:t>
            </a:r>
            <a:r>
              <a:rPr lang="en-US" altLang="en-US" sz="2000">
                <a:solidFill>
                  <a:srgbClr val="0000FF"/>
                </a:solidFill>
                <a:sym typeface="Symbol" panose="05050102010706020507" pitchFamily="18" charset="2"/>
              </a:rPr>
              <a:t>Q</a:t>
            </a:r>
          </a:p>
        </p:txBody>
      </p:sp>
      <p:grpSp>
        <p:nvGrpSpPr>
          <p:cNvPr id="59396" name="Group 57">
            <a:extLst>
              <a:ext uri="{FF2B5EF4-FFF2-40B4-BE49-F238E27FC236}">
                <a16:creationId xmlns:a16="http://schemas.microsoft.com/office/drawing/2014/main" id="{BD8239A4-0E62-9DD3-906D-1CF6E735339D}"/>
              </a:ext>
            </a:extLst>
          </p:cNvPr>
          <p:cNvGrpSpPr>
            <a:grpSpLocks/>
          </p:cNvGrpSpPr>
          <p:nvPr/>
        </p:nvGrpSpPr>
        <p:grpSpPr bwMode="auto">
          <a:xfrm>
            <a:off x="2595563" y="4235450"/>
            <a:ext cx="4584700" cy="1670050"/>
            <a:chOff x="340" y="3022"/>
            <a:chExt cx="2888" cy="1052"/>
          </a:xfrm>
        </p:grpSpPr>
        <p:sp>
          <p:nvSpPr>
            <p:cNvPr id="59444" name="Oval 46">
              <a:extLst>
                <a:ext uri="{FF2B5EF4-FFF2-40B4-BE49-F238E27FC236}">
                  <a16:creationId xmlns:a16="http://schemas.microsoft.com/office/drawing/2014/main" id="{9B575A3B-D318-D706-645A-2ED815DB6D44}"/>
                </a:ext>
              </a:extLst>
            </p:cNvPr>
            <p:cNvSpPr>
              <a:spLocks noChangeArrowheads="1"/>
            </p:cNvSpPr>
            <p:nvPr/>
          </p:nvSpPr>
          <p:spPr bwMode="auto">
            <a:xfrm>
              <a:off x="796" y="3342"/>
              <a:ext cx="485" cy="485"/>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2"/>
                  </a:solidFill>
                  <a:latin typeface="Times New Roman" panose="02020603050405020304" pitchFamily="18" charset="0"/>
                </a:rPr>
                <a:t>0</a:t>
              </a:r>
            </a:p>
          </p:txBody>
        </p:sp>
        <p:sp>
          <p:nvSpPr>
            <p:cNvPr id="59445" name="Oval 47">
              <a:extLst>
                <a:ext uri="{FF2B5EF4-FFF2-40B4-BE49-F238E27FC236}">
                  <a16:creationId xmlns:a16="http://schemas.microsoft.com/office/drawing/2014/main" id="{0206AFF4-A46D-C26F-D3D0-D114A11108A5}"/>
                </a:ext>
              </a:extLst>
            </p:cNvPr>
            <p:cNvSpPr>
              <a:spLocks noChangeArrowheads="1"/>
            </p:cNvSpPr>
            <p:nvPr/>
          </p:nvSpPr>
          <p:spPr bwMode="auto">
            <a:xfrm>
              <a:off x="2124" y="3305"/>
              <a:ext cx="485" cy="485"/>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solidFill>
                    <a:schemeClr val="bg2"/>
                  </a:solidFill>
                  <a:latin typeface="Times New Roman" panose="02020603050405020304" pitchFamily="18" charset="0"/>
                </a:rPr>
                <a:t>1</a:t>
              </a:r>
            </a:p>
          </p:txBody>
        </p:sp>
        <p:sp>
          <p:nvSpPr>
            <p:cNvPr id="59446" name="Arc 48">
              <a:extLst>
                <a:ext uri="{FF2B5EF4-FFF2-40B4-BE49-F238E27FC236}">
                  <a16:creationId xmlns:a16="http://schemas.microsoft.com/office/drawing/2014/main" id="{97BE8854-E9B9-7E6F-96C5-362D62AC34FD}"/>
                </a:ext>
              </a:extLst>
            </p:cNvPr>
            <p:cNvSpPr>
              <a:spLocks/>
            </p:cNvSpPr>
            <p:nvPr/>
          </p:nvSpPr>
          <p:spPr bwMode="auto">
            <a:xfrm>
              <a:off x="1181" y="3263"/>
              <a:ext cx="980" cy="391"/>
            </a:xfrm>
            <a:custGeom>
              <a:avLst/>
              <a:gdLst>
                <a:gd name="T0" fmla="*/ 0 w 32116"/>
                <a:gd name="T1" fmla="*/ 0 h 21600"/>
                <a:gd name="T2" fmla="*/ 0 w 32116"/>
                <a:gd name="T3" fmla="*/ 0 h 21600"/>
                <a:gd name="T4" fmla="*/ 0 w 32116"/>
                <a:gd name="T5" fmla="*/ 0 h 21600"/>
                <a:gd name="T6" fmla="*/ 0 60000 65536"/>
                <a:gd name="T7" fmla="*/ 0 60000 65536"/>
                <a:gd name="T8" fmla="*/ 0 60000 65536"/>
                <a:gd name="T9" fmla="*/ 0 w 32116"/>
                <a:gd name="T10" fmla="*/ 0 h 21600"/>
                <a:gd name="T11" fmla="*/ 32116 w 32116"/>
                <a:gd name="T12" fmla="*/ 21600 h 21600"/>
              </a:gdLst>
              <a:ahLst/>
              <a:cxnLst>
                <a:cxn ang="T6">
                  <a:pos x="T0" y="T1"/>
                </a:cxn>
                <a:cxn ang="T7">
                  <a:pos x="T2" y="T3"/>
                </a:cxn>
                <a:cxn ang="T8">
                  <a:pos x="T4" y="T5"/>
                </a:cxn>
              </a:cxnLst>
              <a:rect l="T9" t="T10" r="T11" b="T12"/>
              <a:pathLst>
                <a:path w="32116" h="21600" fill="none" extrusionOk="0">
                  <a:moveTo>
                    <a:pt x="-1" y="6208"/>
                  </a:moveTo>
                  <a:cubicBezTo>
                    <a:pt x="4040" y="2230"/>
                    <a:pt x="9484" y="-1"/>
                    <a:pt x="15155" y="0"/>
                  </a:cubicBezTo>
                  <a:cubicBezTo>
                    <a:pt x="21769" y="0"/>
                    <a:pt x="28019" y="3030"/>
                    <a:pt x="32115" y="8225"/>
                  </a:cubicBezTo>
                </a:path>
                <a:path w="32116" h="21600" stroke="0" extrusionOk="0">
                  <a:moveTo>
                    <a:pt x="-1" y="6208"/>
                  </a:moveTo>
                  <a:cubicBezTo>
                    <a:pt x="4040" y="2230"/>
                    <a:pt x="9484" y="-1"/>
                    <a:pt x="15155" y="0"/>
                  </a:cubicBezTo>
                  <a:cubicBezTo>
                    <a:pt x="21769" y="0"/>
                    <a:pt x="28019" y="3030"/>
                    <a:pt x="32115" y="8225"/>
                  </a:cubicBezTo>
                  <a:lnTo>
                    <a:pt x="15155" y="21600"/>
                  </a:lnTo>
                  <a:lnTo>
                    <a:pt x="-1" y="6208"/>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447" name="Arc 49">
              <a:extLst>
                <a:ext uri="{FF2B5EF4-FFF2-40B4-BE49-F238E27FC236}">
                  <a16:creationId xmlns:a16="http://schemas.microsoft.com/office/drawing/2014/main" id="{8302310E-A53A-679A-F8CA-7B4A97D640DA}"/>
                </a:ext>
              </a:extLst>
            </p:cNvPr>
            <p:cNvSpPr>
              <a:spLocks/>
            </p:cNvSpPr>
            <p:nvPr/>
          </p:nvSpPr>
          <p:spPr bwMode="auto">
            <a:xfrm rot="10800000">
              <a:off x="1251" y="3500"/>
              <a:ext cx="934" cy="341"/>
            </a:xfrm>
            <a:custGeom>
              <a:avLst/>
              <a:gdLst>
                <a:gd name="T0" fmla="*/ 0 w 32691"/>
                <a:gd name="T1" fmla="*/ 0 h 21600"/>
                <a:gd name="T2" fmla="*/ 0 w 32691"/>
                <a:gd name="T3" fmla="*/ 0 h 21600"/>
                <a:gd name="T4" fmla="*/ 0 w 32691"/>
                <a:gd name="T5" fmla="*/ 0 h 21600"/>
                <a:gd name="T6" fmla="*/ 0 60000 65536"/>
                <a:gd name="T7" fmla="*/ 0 60000 65536"/>
                <a:gd name="T8" fmla="*/ 0 60000 65536"/>
                <a:gd name="T9" fmla="*/ 0 w 32691"/>
                <a:gd name="T10" fmla="*/ 0 h 21600"/>
                <a:gd name="T11" fmla="*/ 32691 w 32691"/>
                <a:gd name="T12" fmla="*/ 21600 h 21600"/>
              </a:gdLst>
              <a:ahLst/>
              <a:cxnLst>
                <a:cxn ang="T6">
                  <a:pos x="T0" y="T1"/>
                </a:cxn>
                <a:cxn ang="T7">
                  <a:pos x="T2" y="T3"/>
                </a:cxn>
                <a:cxn ang="T8">
                  <a:pos x="T4" y="T5"/>
                </a:cxn>
              </a:cxnLst>
              <a:rect l="T9" t="T10" r="T11" b="T12"/>
              <a:pathLst>
                <a:path w="32691" h="21600" fill="none" extrusionOk="0">
                  <a:moveTo>
                    <a:pt x="-1" y="6094"/>
                  </a:moveTo>
                  <a:cubicBezTo>
                    <a:pt x="4029" y="2186"/>
                    <a:pt x="9423" y="-1"/>
                    <a:pt x="15038" y="0"/>
                  </a:cubicBezTo>
                  <a:cubicBezTo>
                    <a:pt x="22060" y="0"/>
                    <a:pt x="28644" y="3414"/>
                    <a:pt x="32691" y="9153"/>
                  </a:cubicBezTo>
                </a:path>
                <a:path w="32691" h="21600" stroke="0" extrusionOk="0">
                  <a:moveTo>
                    <a:pt x="-1" y="6094"/>
                  </a:moveTo>
                  <a:cubicBezTo>
                    <a:pt x="4029" y="2186"/>
                    <a:pt x="9423" y="-1"/>
                    <a:pt x="15038" y="0"/>
                  </a:cubicBezTo>
                  <a:cubicBezTo>
                    <a:pt x="22060" y="0"/>
                    <a:pt x="28644" y="3414"/>
                    <a:pt x="32691" y="9153"/>
                  </a:cubicBezTo>
                  <a:lnTo>
                    <a:pt x="15038" y="21600"/>
                  </a:lnTo>
                  <a:lnTo>
                    <a:pt x="-1" y="6094"/>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59448" name="Arc 50">
              <a:extLst>
                <a:ext uri="{FF2B5EF4-FFF2-40B4-BE49-F238E27FC236}">
                  <a16:creationId xmlns:a16="http://schemas.microsoft.com/office/drawing/2014/main" id="{2C403227-858F-CDDE-7CB9-7B640104A35C}"/>
                </a:ext>
              </a:extLst>
            </p:cNvPr>
            <p:cNvSpPr>
              <a:spLocks/>
            </p:cNvSpPr>
            <p:nvPr/>
          </p:nvSpPr>
          <p:spPr bwMode="auto">
            <a:xfrm flipH="1">
              <a:off x="556" y="3318"/>
              <a:ext cx="376" cy="399"/>
            </a:xfrm>
            <a:custGeom>
              <a:avLst/>
              <a:gdLst>
                <a:gd name="T0" fmla="*/ 0 w 36972"/>
                <a:gd name="T1" fmla="*/ 0 h 43200"/>
                <a:gd name="T2" fmla="*/ 0 w 36972"/>
                <a:gd name="T3" fmla="*/ 0 h 43200"/>
                <a:gd name="T4" fmla="*/ 0 w 36972"/>
                <a:gd name="T5" fmla="*/ 0 h 43200"/>
                <a:gd name="T6" fmla="*/ 0 60000 65536"/>
                <a:gd name="T7" fmla="*/ 0 60000 65536"/>
                <a:gd name="T8" fmla="*/ 0 60000 65536"/>
                <a:gd name="T9" fmla="*/ 0 w 36972"/>
                <a:gd name="T10" fmla="*/ 0 h 43200"/>
                <a:gd name="T11" fmla="*/ 36972 w 36972"/>
                <a:gd name="T12" fmla="*/ 43200 h 43200"/>
              </a:gdLst>
              <a:ahLst/>
              <a:cxnLst>
                <a:cxn ang="T6">
                  <a:pos x="T0" y="T1"/>
                </a:cxn>
                <a:cxn ang="T7">
                  <a:pos x="T2" y="T3"/>
                </a:cxn>
                <a:cxn ang="T8">
                  <a:pos x="T4" y="T5"/>
                </a:cxn>
              </a:cxnLst>
              <a:rect l="T9" t="T10" r="T11" b="T12"/>
              <a:pathLst>
                <a:path w="36972" h="43200" fill="none" extrusionOk="0">
                  <a:moveTo>
                    <a:pt x="0" y="6425"/>
                  </a:moveTo>
                  <a:cubicBezTo>
                    <a:pt x="4058" y="2314"/>
                    <a:pt x="9595" y="-1"/>
                    <a:pt x="15372" y="0"/>
                  </a:cubicBezTo>
                  <a:cubicBezTo>
                    <a:pt x="27301" y="0"/>
                    <a:pt x="36972" y="9670"/>
                    <a:pt x="36972" y="21600"/>
                  </a:cubicBezTo>
                  <a:cubicBezTo>
                    <a:pt x="36972" y="33529"/>
                    <a:pt x="27301" y="43200"/>
                    <a:pt x="15372" y="43200"/>
                  </a:cubicBezTo>
                  <a:cubicBezTo>
                    <a:pt x="13953" y="43200"/>
                    <a:pt x="12538" y="43060"/>
                    <a:pt x="11147" y="42782"/>
                  </a:cubicBezTo>
                </a:path>
                <a:path w="36972" h="43200" stroke="0" extrusionOk="0">
                  <a:moveTo>
                    <a:pt x="0" y="6425"/>
                  </a:moveTo>
                  <a:cubicBezTo>
                    <a:pt x="4058" y="2314"/>
                    <a:pt x="9595" y="-1"/>
                    <a:pt x="15372" y="0"/>
                  </a:cubicBezTo>
                  <a:cubicBezTo>
                    <a:pt x="27301" y="0"/>
                    <a:pt x="36972" y="9670"/>
                    <a:pt x="36972" y="21600"/>
                  </a:cubicBezTo>
                  <a:cubicBezTo>
                    <a:pt x="36972" y="33529"/>
                    <a:pt x="27301" y="43200"/>
                    <a:pt x="15372" y="43200"/>
                  </a:cubicBezTo>
                  <a:cubicBezTo>
                    <a:pt x="13953" y="43200"/>
                    <a:pt x="12538" y="43060"/>
                    <a:pt x="11147" y="42782"/>
                  </a:cubicBezTo>
                  <a:lnTo>
                    <a:pt x="15372" y="21600"/>
                  </a:lnTo>
                  <a:lnTo>
                    <a:pt x="0" y="6425"/>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9449" name="Arc 51">
              <a:extLst>
                <a:ext uri="{FF2B5EF4-FFF2-40B4-BE49-F238E27FC236}">
                  <a16:creationId xmlns:a16="http://schemas.microsoft.com/office/drawing/2014/main" id="{C1EBC55C-ED1F-D9CA-8888-49ACC74DEA27}"/>
                </a:ext>
              </a:extLst>
            </p:cNvPr>
            <p:cNvSpPr>
              <a:spLocks/>
            </p:cNvSpPr>
            <p:nvPr/>
          </p:nvSpPr>
          <p:spPr bwMode="auto">
            <a:xfrm rot="9581927" flipH="1">
              <a:off x="2490" y="3389"/>
              <a:ext cx="419" cy="399"/>
            </a:xfrm>
            <a:custGeom>
              <a:avLst/>
              <a:gdLst>
                <a:gd name="T0" fmla="*/ 0 w 41244"/>
                <a:gd name="T1" fmla="*/ 0 h 43200"/>
                <a:gd name="T2" fmla="*/ 0 w 41244"/>
                <a:gd name="T3" fmla="*/ 0 h 43200"/>
                <a:gd name="T4" fmla="*/ 0 w 41244"/>
                <a:gd name="T5" fmla="*/ 0 h 43200"/>
                <a:gd name="T6" fmla="*/ 0 60000 65536"/>
                <a:gd name="T7" fmla="*/ 0 60000 65536"/>
                <a:gd name="T8" fmla="*/ 0 60000 65536"/>
                <a:gd name="T9" fmla="*/ 0 w 41244"/>
                <a:gd name="T10" fmla="*/ 0 h 43200"/>
                <a:gd name="T11" fmla="*/ 41244 w 41244"/>
                <a:gd name="T12" fmla="*/ 43200 h 43200"/>
              </a:gdLst>
              <a:ahLst/>
              <a:cxnLst>
                <a:cxn ang="T6">
                  <a:pos x="T0" y="T1"/>
                </a:cxn>
                <a:cxn ang="T7">
                  <a:pos x="T2" y="T3"/>
                </a:cxn>
                <a:cxn ang="T8">
                  <a:pos x="T4" y="T5"/>
                </a:cxn>
              </a:cxnLst>
              <a:rect l="T9" t="T10" r="T11" b="T12"/>
              <a:pathLst>
                <a:path w="41244" h="43200" fill="none" extrusionOk="0">
                  <a:moveTo>
                    <a:pt x="0" y="12617"/>
                  </a:moveTo>
                  <a:cubicBezTo>
                    <a:pt x="3515" y="4930"/>
                    <a:pt x="11191" y="-1"/>
                    <a:pt x="19644" y="0"/>
                  </a:cubicBezTo>
                  <a:cubicBezTo>
                    <a:pt x="31573" y="0"/>
                    <a:pt x="41244" y="9670"/>
                    <a:pt x="41244" y="21600"/>
                  </a:cubicBezTo>
                  <a:cubicBezTo>
                    <a:pt x="41244" y="33529"/>
                    <a:pt x="31573" y="43200"/>
                    <a:pt x="19644" y="43200"/>
                  </a:cubicBezTo>
                  <a:cubicBezTo>
                    <a:pt x="18225" y="43200"/>
                    <a:pt x="16810" y="43060"/>
                    <a:pt x="15419" y="42782"/>
                  </a:cubicBezTo>
                </a:path>
                <a:path w="41244" h="43200" stroke="0" extrusionOk="0">
                  <a:moveTo>
                    <a:pt x="0" y="12617"/>
                  </a:moveTo>
                  <a:cubicBezTo>
                    <a:pt x="3515" y="4930"/>
                    <a:pt x="11191" y="-1"/>
                    <a:pt x="19644" y="0"/>
                  </a:cubicBezTo>
                  <a:cubicBezTo>
                    <a:pt x="31573" y="0"/>
                    <a:pt x="41244" y="9670"/>
                    <a:pt x="41244" y="21600"/>
                  </a:cubicBezTo>
                  <a:cubicBezTo>
                    <a:pt x="41244" y="33529"/>
                    <a:pt x="31573" y="43200"/>
                    <a:pt x="19644" y="43200"/>
                  </a:cubicBezTo>
                  <a:cubicBezTo>
                    <a:pt x="18225" y="43200"/>
                    <a:pt x="16810" y="43060"/>
                    <a:pt x="15419" y="42782"/>
                  </a:cubicBezTo>
                  <a:lnTo>
                    <a:pt x="19644" y="21600"/>
                  </a:lnTo>
                  <a:lnTo>
                    <a:pt x="0" y="12617"/>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59450" name="Text Box 52">
              <a:extLst>
                <a:ext uri="{FF2B5EF4-FFF2-40B4-BE49-F238E27FC236}">
                  <a16:creationId xmlns:a16="http://schemas.microsoft.com/office/drawing/2014/main" id="{F5F24BB6-E99D-92A1-BE64-8C7840345C69}"/>
                </a:ext>
              </a:extLst>
            </p:cNvPr>
            <p:cNvSpPr txBox="1">
              <a:spLocks noChangeArrowheads="1"/>
            </p:cNvSpPr>
            <p:nvPr/>
          </p:nvSpPr>
          <p:spPr bwMode="auto">
            <a:xfrm>
              <a:off x="1524" y="3822"/>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1</a:t>
              </a:r>
            </a:p>
          </p:txBody>
        </p:sp>
        <p:sp>
          <p:nvSpPr>
            <p:cNvPr id="59451" name="Text Box 53">
              <a:extLst>
                <a:ext uri="{FF2B5EF4-FFF2-40B4-BE49-F238E27FC236}">
                  <a16:creationId xmlns:a16="http://schemas.microsoft.com/office/drawing/2014/main" id="{B691D1FC-E2D9-9298-6C9E-43571B41FD4C}"/>
                </a:ext>
              </a:extLst>
            </p:cNvPr>
            <p:cNvSpPr txBox="1">
              <a:spLocks noChangeArrowheads="1"/>
            </p:cNvSpPr>
            <p:nvPr/>
          </p:nvSpPr>
          <p:spPr bwMode="auto">
            <a:xfrm>
              <a:off x="340" y="3214"/>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0</a:t>
              </a:r>
            </a:p>
          </p:txBody>
        </p:sp>
        <p:sp>
          <p:nvSpPr>
            <p:cNvPr id="59452" name="Text Box 54">
              <a:extLst>
                <a:ext uri="{FF2B5EF4-FFF2-40B4-BE49-F238E27FC236}">
                  <a16:creationId xmlns:a16="http://schemas.microsoft.com/office/drawing/2014/main" id="{6269231E-0F60-0BA8-5341-764DE4875FD0}"/>
                </a:ext>
              </a:extLst>
            </p:cNvPr>
            <p:cNvSpPr txBox="1">
              <a:spLocks noChangeArrowheads="1"/>
            </p:cNvSpPr>
            <p:nvPr/>
          </p:nvSpPr>
          <p:spPr bwMode="auto">
            <a:xfrm>
              <a:off x="2892" y="3406"/>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0</a:t>
              </a:r>
            </a:p>
          </p:txBody>
        </p:sp>
        <p:sp>
          <p:nvSpPr>
            <p:cNvPr id="59453" name="Text Box 55">
              <a:extLst>
                <a:ext uri="{FF2B5EF4-FFF2-40B4-BE49-F238E27FC236}">
                  <a16:creationId xmlns:a16="http://schemas.microsoft.com/office/drawing/2014/main" id="{B7194AB5-08F2-E3B5-D90B-23535F7E324B}"/>
                </a:ext>
              </a:extLst>
            </p:cNvPr>
            <p:cNvSpPr txBox="1">
              <a:spLocks noChangeArrowheads="1"/>
            </p:cNvSpPr>
            <p:nvPr/>
          </p:nvSpPr>
          <p:spPr bwMode="auto">
            <a:xfrm>
              <a:off x="1524" y="3022"/>
              <a:ext cx="3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Times New Roman" panose="02020603050405020304" pitchFamily="18" charset="0"/>
                </a:rPr>
                <a:t>1</a:t>
              </a:r>
            </a:p>
          </p:txBody>
        </p:sp>
      </p:grpSp>
      <p:graphicFrame>
        <p:nvGraphicFramePr>
          <p:cNvPr id="2" name="Таблица 1">
            <a:extLst>
              <a:ext uri="{FF2B5EF4-FFF2-40B4-BE49-F238E27FC236}">
                <a16:creationId xmlns:a16="http://schemas.microsoft.com/office/drawing/2014/main" id="{38DFE4E3-F657-4132-94E3-E06F8F42788D}"/>
              </a:ext>
            </a:extLst>
          </p:cNvPr>
          <p:cNvGraphicFramePr>
            <a:graphicFrameLocks noGrp="1"/>
          </p:cNvGraphicFramePr>
          <p:nvPr>
            <p:extLst>
              <p:ext uri="{D42A27DB-BD31-4B8C-83A1-F6EECF244321}">
                <p14:modId xmlns:p14="http://schemas.microsoft.com/office/powerpoint/2010/main" val="2878407103"/>
              </p:ext>
            </p:extLst>
          </p:nvPr>
        </p:nvGraphicFramePr>
        <p:xfrm>
          <a:off x="2490789" y="2279651"/>
          <a:ext cx="2009775" cy="1920875"/>
        </p:xfrm>
        <a:graphic>
          <a:graphicData uri="http://schemas.openxmlformats.org/drawingml/2006/table">
            <a:tbl>
              <a:tblPr firstRow="1" bandRow="1">
                <a:tableStyleId>{5C22544A-7EE6-4342-B048-85BDC9FD1C3A}</a:tableStyleId>
              </a:tblPr>
              <a:tblGrid>
                <a:gridCol w="669925">
                  <a:extLst>
                    <a:ext uri="{9D8B030D-6E8A-4147-A177-3AD203B41FA5}">
                      <a16:colId xmlns:a16="http://schemas.microsoft.com/office/drawing/2014/main" val="20000"/>
                    </a:ext>
                  </a:extLst>
                </a:gridCol>
                <a:gridCol w="669925">
                  <a:extLst>
                    <a:ext uri="{9D8B030D-6E8A-4147-A177-3AD203B41FA5}">
                      <a16:colId xmlns:a16="http://schemas.microsoft.com/office/drawing/2014/main" val="20001"/>
                    </a:ext>
                  </a:extLst>
                </a:gridCol>
                <a:gridCol w="669925">
                  <a:extLst>
                    <a:ext uri="{9D8B030D-6E8A-4147-A177-3AD203B41FA5}">
                      <a16:colId xmlns:a16="http://schemas.microsoft.com/office/drawing/2014/main" val="20002"/>
                    </a:ext>
                  </a:extLst>
                </a:gridCol>
              </a:tblGrid>
              <a:tr h="384175">
                <a:tc>
                  <a:txBody>
                    <a:bodyPr/>
                    <a:lstStyle/>
                    <a:p>
                      <a:pPr algn="ctr"/>
                      <a:r>
                        <a:rPr lang="en-US" sz="1800" b="0" dirty="0">
                          <a:solidFill>
                            <a:schemeClr val="bg2"/>
                          </a:solidFill>
                        </a:rPr>
                        <a:t>T</a:t>
                      </a:r>
                      <a:endParaRPr lang="ru-RU" sz="1800" b="0" dirty="0">
                        <a:solidFill>
                          <a:schemeClr val="bg2"/>
                        </a:solidFill>
                      </a:endParaRPr>
                    </a:p>
                  </a:txBody>
                  <a:tcPr marT="45721" marB="45721"/>
                </a:tc>
                <a:tc>
                  <a:txBody>
                    <a:bodyPr/>
                    <a:lstStyle/>
                    <a:p>
                      <a:pPr algn="ctr"/>
                      <a:r>
                        <a:rPr lang="en-US" sz="1800" b="0" dirty="0">
                          <a:solidFill>
                            <a:schemeClr val="bg2"/>
                          </a:solidFill>
                        </a:rPr>
                        <a:t>Q</a:t>
                      </a:r>
                      <a:endParaRPr lang="ru-RU" sz="1800" b="0" dirty="0">
                        <a:solidFill>
                          <a:schemeClr val="bg2"/>
                        </a:solidFill>
                      </a:endParaRPr>
                    </a:p>
                  </a:txBody>
                  <a:tcPr marT="45721" marB="45721"/>
                </a:tc>
                <a:tc>
                  <a:txBody>
                    <a:bodyPr/>
                    <a:lstStyle/>
                    <a:p>
                      <a:pPr algn="ctr"/>
                      <a:r>
                        <a:rPr lang="en-US" sz="1800" b="0" dirty="0">
                          <a:solidFill>
                            <a:schemeClr val="bg2"/>
                          </a:solidFill>
                        </a:rPr>
                        <a:t>Q*</a:t>
                      </a:r>
                      <a:endParaRPr lang="ru-RU" sz="1800" b="0" dirty="0">
                        <a:solidFill>
                          <a:schemeClr val="bg2"/>
                        </a:solidFill>
                      </a:endParaRPr>
                    </a:p>
                  </a:txBody>
                  <a:tcPr marT="45721" marB="45721"/>
                </a:tc>
                <a:extLst>
                  <a:ext uri="{0D108BD9-81ED-4DB2-BD59-A6C34878D82A}">
                    <a16:rowId xmlns:a16="http://schemas.microsoft.com/office/drawing/2014/main" val="10000"/>
                  </a:ext>
                </a:extLst>
              </a:tr>
              <a:tr h="384175">
                <a:tc>
                  <a:txBody>
                    <a:bodyPr/>
                    <a:lstStyle/>
                    <a:p>
                      <a:pPr algn="ctr"/>
                      <a:r>
                        <a:rPr lang="en-US" sz="1800" b="0" dirty="0">
                          <a:solidFill>
                            <a:schemeClr val="tx1"/>
                          </a:solidFill>
                        </a:rPr>
                        <a:t>0</a:t>
                      </a:r>
                      <a:endParaRPr lang="ru-RU" sz="1800" b="0" dirty="0">
                        <a:solidFill>
                          <a:schemeClr val="tx1"/>
                        </a:solidFill>
                      </a:endParaRPr>
                    </a:p>
                  </a:txBody>
                  <a:tcPr marT="45721" marB="45721"/>
                </a:tc>
                <a:tc>
                  <a:txBody>
                    <a:bodyPr/>
                    <a:lstStyle/>
                    <a:p>
                      <a:pPr algn="ctr"/>
                      <a:r>
                        <a:rPr lang="ru-RU" sz="1800" b="0" dirty="0">
                          <a:solidFill>
                            <a:schemeClr val="tx1"/>
                          </a:solidFill>
                        </a:rPr>
                        <a:t>0</a:t>
                      </a:r>
                    </a:p>
                  </a:txBody>
                  <a:tcPr marT="45721" marB="45721"/>
                </a:tc>
                <a:tc>
                  <a:txBody>
                    <a:bodyPr/>
                    <a:lstStyle/>
                    <a:p>
                      <a:pPr algn="ctr"/>
                      <a:r>
                        <a:rPr lang="ru-RU" sz="1800" b="0" dirty="0">
                          <a:solidFill>
                            <a:schemeClr val="tx1"/>
                          </a:solidFill>
                        </a:rPr>
                        <a:t>0</a:t>
                      </a:r>
                    </a:p>
                  </a:txBody>
                  <a:tcPr marT="45721" marB="45721"/>
                </a:tc>
                <a:extLst>
                  <a:ext uri="{0D108BD9-81ED-4DB2-BD59-A6C34878D82A}">
                    <a16:rowId xmlns:a16="http://schemas.microsoft.com/office/drawing/2014/main" val="10001"/>
                  </a:ext>
                </a:extLst>
              </a:tr>
              <a:tr h="384175">
                <a:tc>
                  <a:txBody>
                    <a:bodyPr/>
                    <a:lstStyle/>
                    <a:p>
                      <a:pPr algn="ctr"/>
                      <a:r>
                        <a:rPr lang="en-US" sz="1800" b="0" dirty="0">
                          <a:solidFill>
                            <a:schemeClr val="tx1"/>
                          </a:solidFill>
                        </a:rPr>
                        <a:t>0</a:t>
                      </a:r>
                      <a:endParaRPr lang="ru-RU" sz="1800" b="0" dirty="0">
                        <a:solidFill>
                          <a:schemeClr val="tx1"/>
                        </a:solidFill>
                      </a:endParaRPr>
                    </a:p>
                  </a:txBody>
                  <a:tcPr marT="45721" marB="45721"/>
                </a:tc>
                <a:tc>
                  <a:txBody>
                    <a:bodyPr/>
                    <a:lstStyle/>
                    <a:p>
                      <a:pPr algn="ctr"/>
                      <a:r>
                        <a:rPr lang="en-US" sz="1800" b="0" dirty="0">
                          <a:solidFill>
                            <a:schemeClr val="tx1"/>
                          </a:solidFill>
                        </a:rPr>
                        <a:t>1</a:t>
                      </a:r>
                      <a:endParaRPr lang="ru-RU" sz="1800" b="0" dirty="0">
                        <a:solidFill>
                          <a:schemeClr val="tx1"/>
                        </a:solidFill>
                      </a:endParaRPr>
                    </a:p>
                  </a:txBody>
                  <a:tcPr marT="45721" marB="45721"/>
                </a:tc>
                <a:tc>
                  <a:txBody>
                    <a:bodyPr/>
                    <a:lstStyle/>
                    <a:p>
                      <a:pPr algn="ctr"/>
                      <a:r>
                        <a:rPr lang="en-US" sz="1800" b="0" dirty="0">
                          <a:solidFill>
                            <a:schemeClr val="tx1"/>
                          </a:solidFill>
                        </a:rPr>
                        <a:t>1</a:t>
                      </a:r>
                      <a:endParaRPr lang="ru-RU" sz="1800" b="0" dirty="0">
                        <a:solidFill>
                          <a:schemeClr val="tx1"/>
                        </a:solidFill>
                      </a:endParaRPr>
                    </a:p>
                  </a:txBody>
                  <a:tcPr marT="45721" marB="45721"/>
                </a:tc>
                <a:extLst>
                  <a:ext uri="{0D108BD9-81ED-4DB2-BD59-A6C34878D82A}">
                    <a16:rowId xmlns:a16="http://schemas.microsoft.com/office/drawing/2014/main" val="10002"/>
                  </a:ext>
                </a:extLst>
              </a:tr>
              <a:tr h="384175">
                <a:tc>
                  <a:txBody>
                    <a:bodyPr/>
                    <a:lstStyle/>
                    <a:p>
                      <a:pPr algn="ctr"/>
                      <a:r>
                        <a:rPr lang="en-US" sz="1800" b="0" dirty="0">
                          <a:solidFill>
                            <a:schemeClr val="tx1"/>
                          </a:solidFill>
                        </a:rPr>
                        <a:t>1</a:t>
                      </a:r>
                      <a:endParaRPr lang="ru-RU" sz="1800" b="0" dirty="0">
                        <a:solidFill>
                          <a:schemeClr val="tx1"/>
                        </a:solidFill>
                      </a:endParaRPr>
                    </a:p>
                  </a:txBody>
                  <a:tcPr marT="45721" marB="45721"/>
                </a:tc>
                <a:tc>
                  <a:txBody>
                    <a:bodyPr/>
                    <a:lstStyle/>
                    <a:p>
                      <a:pPr algn="ctr"/>
                      <a:r>
                        <a:rPr lang="en-US" sz="1800" b="0" dirty="0">
                          <a:solidFill>
                            <a:schemeClr val="tx1"/>
                          </a:solidFill>
                        </a:rPr>
                        <a:t>0</a:t>
                      </a:r>
                      <a:endParaRPr lang="ru-RU" sz="1800" b="0" dirty="0">
                        <a:solidFill>
                          <a:schemeClr val="tx1"/>
                        </a:solidFill>
                      </a:endParaRPr>
                    </a:p>
                  </a:txBody>
                  <a:tcPr marT="45721" marB="45721"/>
                </a:tc>
                <a:tc>
                  <a:txBody>
                    <a:bodyPr/>
                    <a:lstStyle/>
                    <a:p>
                      <a:pPr algn="ctr"/>
                      <a:r>
                        <a:rPr lang="en-US" sz="1800" b="0" dirty="0">
                          <a:solidFill>
                            <a:schemeClr val="tx1"/>
                          </a:solidFill>
                        </a:rPr>
                        <a:t>1</a:t>
                      </a:r>
                      <a:endParaRPr lang="ru-RU" sz="1800" b="0" dirty="0">
                        <a:solidFill>
                          <a:schemeClr val="tx1"/>
                        </a:solidFill>
                      </a:endParaRPr>
                    </a:p>
                  </a:txBody>
                  <a:tcPr marT="45721" marB="45721"/>
                </a:tc>
                <a:extLst>
                  <a:ext uri="{0D108BD9-81ED-4DB2-BD59-A6C34878D82A}">
                    <a16:rowId xmlns:a16="http://schemas.microsoft.com/office/drawing/2014/main" val="10003"/>
                  </a:ext>
                </a:extLst>
              </a:tr>
              <a:tr h="384175">
                <a:tc>
                  <a:txBody>
                    <a:bodyPr/>
                    <a:lstStyle/>
                    <a:p>
                      <a:pPr algn="ctr"/>
                      <a:r>
                        <a:rPr lang="en-US" sz="1800" b="0" dirty="0">
                          <a:solidFill>
                            <a:schemeClr val="tx1"/>
                          </a:solidFill>
                        </a:rPr>
                        <a:t>1</a:t>
                      </a:r>
                      <a:endParaRPr lang="ru-RU" sz="1800" b="0" dirty="0">
                        <a:solidFill>
                          <a:schemeClr val="tx1"/>
                        </a:solidFill>
                      </a:endParaRPr>
                    </a:p>
                  </a:txBody>
                  <a:tcPr marT="45721" marB="45721"/>
                </a:tc>
                <a:tc>
                  <a:txBody>
                    <a:bodyPr/>
                    <a:lstStyle/>
                    <a:p>
                      <a:pPr algn="ctr"/>
                      <a:r>
                        <a:rPr lang="en-US" sz="1800" b="0" dirty="0">
                          <a:solidFill>
                            <a:schemeClr val="tx1"/>
                          </a:solidFill>
                        </a:rPr>
                        <a:t>1</a:t>
                      </a:r>
                      <a:endParaRPr lang="ru-RU" sz="1800" b="0" dirty="0">
                        <a:solidFill>
                          <a:schemeClr val="tx1"/>
                        </a:solidFill>
                      </a:endParaRPr>
                    </a:p>
                  </a:txBody>
                  <a:tcPr marT="45721" marB="45721"/>
                </a:tc>
                <a:tc>
                  <a:txBody>
                    <a:bodyPr/>
                    <a:lstStyle/>
                    <a:p>
                      <a:pPr algn="ctr"/>
                      <a:r>
                        <a:rPr lang="en-US" sz="1800" b="0" dirty="0">
                          <a:solidFill>
                            <a:schemeClr val="tx1"/>
                          </a:solidFill>
                        </a:rPr>
                        <a:t>0</a:t>
                      </a:r>
                      <a:endParaRPr lang="ru-RU" sz="1800" b="0" dirty="0">
                        <a:solidFill>
                          <a:schemeClr val="tx1"/>
                        </a:solidFill>
                      </a:endParaRPr>
                    </a:p>
                  </a:txBody>
                  <a:tcPr marT="45721" marB="45721"/>
                </a:tc>
                <a:extLst>
                  <a:ext uri="{0D108BD9-81ED-4DB2-BD59-A6C34878D82A}">
                    <a16:rowId xmlns:a16="http://schemas.microsoft.com/office/drawing/2014/main" val="10004"/>
                  </a:ext>
                </a:extLst>
              </a:tr>
            </a:tbl>
          </a:graphicData>
        </a:graphic>
      </p:graphicFrame>
      <p:graphicFrame>
        <p:nvGraphicFramePr>
          <p:cNvPr id="56" name="Таблица 55">
            <a:extLst>
              <a:ext uri="{FF2B5EF4-FFF2-40B4-BE49-F238E27FC236}">
                <a16:creationId xmlns:a16="http://schemas.microsoft.com/office/drawing/2014/main" id="{55343131-EF41-4609-BC63-0EFF92C3C6FD}"/>
              </a:ext>
            </a:extLst>
          </p:cNvPr>
          <p:cNvGraphicFramePr>
            <a:graphicFrameLocks noGrp="1"/>
          </p:cNvGraphicFramePr>
          <p:nvPr>
            <p:extLst>
              <p:ext uri="{D42A27DB-BD31-4B8C-83A1-F6EECF244321}">
                <p14:modId xmlns:p14="http://schemas.microsoft.com/office/powerpoint/2010/main" val="2773900755"/>
              </p:ext>
            </p:extLst>
          </p:nvPr>
        </p:nvGraphicFramePr>
        <p:xfrm>
          <a:off x="4711701" y="2270126"/>
          <a:ext cx="1960563" cy="1920875"/>
        </p:xfrm>
        <a:graphic>
          <a:graphicData uri="http://schemas.openxmlformats.org/drawingml/2006/table">
            <a:tbl>
              <a:tblPr firstRow="1" bandRow="1">
                <a:tableStyleId>{5C22544A-7EE6-4342-B048-85BDC9FD1C3A}</a:tableStyleId>
              </a:tblPr>
              <a:tblGrid>
                <a:gridCol w="1512888">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tblGrid>
              <a:tr h="384175">
                <a:tc>
                  <a:txBody>
                    <a:bodyPr/>
                    <a:lstStyle/>
                    <a:p>
                      <a:pPr algn="ctr"/>
                      <a:r>
                        <a:rPr lang="en-US" sz="1800" b="0" dirty="0">
                          <a:solidFill>
                            <a:schemeClr val="bg2"/>
                          </a:solidFill>
                        </a:rPr>
                        <a:t>Transition</a:t>
                      </a:r>
                      <a:endParaRPr lang="ru-RU" sz="1800" b="0" dirty="0">
                        <a:solidFill>
                          <a:schemeClr val="bg2"/>
                        </a:solidFill>
                      </a:endParaRPr>
                    </a:p>
                  </a:txBody>
                  <a:tcPr marT="45721" marB="45721"/>
                </a:tc>
                <a:tc>
                  <a:txBody>
                    <a:bodyPr/>
                    <a:lstStyle/>
                    <a:p>
                      <a:pPr algn="ctr"/>
                      <a:r>
                        <a:rPr lang="en-US" sz="1800" b="0" dirty="0">
                          <a:solidFill>
                            <a:schemeClr val="bg2"/>
                          </a:solidFill>
                        </a:rPr>
                        <a:t>T</a:t>
                      </a:r>
                      <a:endParaRPr lang="ru-RU" sz="1800" b="0" dirty="0">
                        <a:solidFill>
                          <a:schemeClr val="bg2"/>
                        </a:solidFill>
                      </a:endParaRPr>
                    </a:p>
                  </a:txBody>
                  <a:tcPr marT="45721" marB="45721"/>
                </a:tc>
                <a:extLst>
                  <a:ext uri="{0D108BD9-81ED-4DB2-BD59-A6C34878D82A}">
                    <a16:rowId xmlns:a16="http://schemas.microsoft.com/office/drawing/2014/main" val="10000"/>
                  </a:ext>
                </a:extLst>
              </a:tr>
              <a:tr h="3841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sym typeface="Symbol" pitchFamily="18" charset="2"/>
                        </a:rPr>
                        <a:t>0  0</a:t>
                      </a:r>
                      <a:endParaRPr lang="en-US" sz="1800" dirty="0">
                        <a:latin typeface="+mn-lt"/>
                      </a:endParaRPr>
                    </a:p>
                  </a:txBody>
                  <a:tcPr marT="45721" marB="45721"/>
                </a:tc>
                <a:tc>
                  <a:txBody>
                    <a:bodyPr/>
                    <a:lstStyle/>
                    <a:p>
                      <a:pPr algn="ctr"/>
                      <a:r>
                        <a:rPr lang="en-US" sz="1800" b="0" dirty="0">
                          <a:solidFill>
                            <a:schemeClr val="tx1"/>
                          </a:solidFill>
                        </a:rPr>
                        <a:t>0</a:t>
                      </a:r>
                      <a:endParaRPr lang="ru-RU" sz="1800" b="0" dirty="0">
                        <a:solidFill>
                          <a:schemeClr val="tx1"/>
                        </a:solidFill>
                      </a:endParaRPr>
                    </a:p>
                  </a:txBody>
                  <a:tcPr marT="45721" marB="45721"/>
                </a:tc>
                <a:extLst>
                  <a:ext uri="{0D108BD9-81ED-4DB2-BD59-A6C34878D82A}">
                    <a16:rowId xmlns:a16="http://schemas.microsoft.com/office/drawing/2014/main" val="10001"/>
                  </a:ext>
                </a:extLst>
              </a:tr>
              <a:tr h="3841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sym typeface="Symbol" pitchFamily="18" charset="2"/>
                        </a:rPr>
                        <a:t>0  1</a:t>
                      </a:r>
                      <a:endParaRPr lang="en-US" sz="1800" dirty="0">
                        <a:latin typeface="+mn-lt"/>
                      </a:endParaRPr>
                    </a:p>
                  </a:txBody>
                  <a:tcPr marT="45721" marB="45721"/>
                </a:tc>
                <a:tc>
                  <a:txBody>
                    <a:bodyPr/>
                    <a:lstStyle/>
                    <a:p>
                      <a:pPr algn="ctr"/>
                      <a:r>
                        <a:rPr lang="en-US" sz="1800" b="0" dirty="0">
                          <a:solidFill>
                            <a:schemeClr val="tx1"/>
                          </a:solidFill>
                        </a:rPr>
                        <a:t>1</a:t>
                      </a:r>
                      <a:endParaRPr lang="ru-RU" sz="1800" b="0" dirty="0">
                        <a:solidFill>
                          <a:schemeClr val="tx1"/>
                        </a:solidFill>
                      </a:endParaRPr>
                    </a:p>
                  </a:txBody>
                  <a:tcPr marT="45721" marB="45721"/>
                </a:tc>
                <a:extLst>
                  <a:ext uri="{0D108BD9-81ED-4DB2-BD59-A6C34878D82A}">
                    <a16:rowId xmlns:a16="http://schemas.microsoft.com/office/drawing/2014/main" val="10002"/>
                  </a:ext>
                </a:extLst>
              </a:tr>
              <a:tr h="3841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sym typeface="Symbol" pitchFamily="18" charset="2"/>
                        </a:rPr>
                        <a:t>1  0</a:t>
                      </a:r>
                      <a:endParaRPr lang="en-US" sz="1800" dirty="0">
                        <a:latin typeface="+mn-lt"/>
                      </a:endParaRPr>
                    </a:p>
                  </a:txBody>
                  <a:tcPr marT="45721" marB="45721"/>
                </a:tc>
                <a:tc>
                  <a:txBody>
                    <a:bodyPr/>
                    <a:lstStyle/>
                    <a:p>
                      <a:pPr algn="ctr"/>
                      <a:r>
                        <a:rPr lang="en-US" sz="1800" b="0" dirty="0">
                          <a:solidFill>
                            <a:schemeClr val="tx1"/>
                          </a:solidFill>
                        </a:rPr>
                        <a:t>1</a:t>
                      </a:r>
                      <a:endParaRPr lang="ru-RU" sz="1800" b="0" dirty="0">
                        <a:solidFill>
                          <a:schemeClr val="tx1"/>
                        </a:solidFill>
                      </a:endParaRPr>
                    </a:p>
                  </a:txBody>
                  <a:tcPr marT="45721" marB="45721"/>
                </a:tc>
                <a:extLst>
                  <a:ext uri="{0D108BD9-81ED-4DB2-BD59-A6C34878D82A}">
                    <a16:rowId xmlns:a16="http://schemas.microsoft.com/office/drawing/2014/main" val="10003"/>
                  </a:ext>
                </a:extLst>
              </a:tr>
              <a:tr h="3841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latin typeface="+mn-lt"/>
                          <a:sym typeface="Symbol" pitchFamily="18" charset="2"/>
                        </a:rPr>
                        <a:t>1  1</a:t>
                      </a:r>
                      <a:endParaRPr lang="en-US" sz="1800" dirty="0">
                        <a:latin typeface="+mn-lt"/>
                      </a:endParaRPr>
                    </a:p>
                  </a:txBody>
                  <a:tcPr marT="45721" marB="45721"/>
                </a:tc>
                <a:tc>
                  <a:txBody>
                    <a:bodyPr/>
                    <a:lstStyle/>
                    <a:p>
                      <a:pPr algn="ctr"/>
                      <a:r>
                        <a:rPr lang="en-US" sz="1800" b="0" dirty="0">
                          <a:solidFill>
                            <a:schemeClr val="tx1"/>
                          </a:solidFill>
                        </a:rPr>
                        <a:t>0</a:t>
                      </a:r>
                      <a:endParaRPr lang="ru-RU" sz="1800" b="0" dirty="0">
                        <a:solidFill>
                          <a:schemeClr val="tx1"/>
                        </a:solidFill>
                      </a:endParaRPr>
                    </a:p>
                  </a:txBody>
                  <a:tcPr marT="45721" marB="45721"/>
                </a:tc>
                <a:extLst>
                  <a:ext uri="{0D108BD9-81ED-4DB2-BD59-A6C34878D82A}">
                    <a16:rowId xmlns:a16="http://schemas.microsoft.com/office/drawing/2014/main" val="10004"/>
                  </a:ext>
                </a:extLst>
              </a:tr>
            </a:tbl>
          </a:graphicData>
        </a:graphic>
      </p:graphicFrame>
      <p:sp>
        <p:nvSpPr>
          <p:cNvPr id="9" name="Title 8">
            <a:extLst>
              <a:ext uri="{FF2B5EF4-FFF2-40B4-BE49-F238E27FC236}">
                <a16:creationId xmlns:a16="http://schemas.microsoft.com/office/drawing/2014/main" id="{D4D42348-2C05-73DD-ED0C-1A9F6C7B32A7}"/>
              </a:ext>
            </a:extLst>
          </p:cNvPr>
          <p:cNvSpPr>
            <a:spLocks noGrp="1"/>
          </p:cNvSpPr>
          <p:nvPr>
            <p:ph type="title"/>
          </p:nvPr>
        </p:nvSpPr>
        <p:spPr/>
        <p:txBody>
          <a:bodyPr>
            <a:normAutofit/>
          </a:bodyPr>
          <a:lstStyle/>
          <a:p>
            <a:r>
              <a:rPr lang="ru-RU" dirty="0"/>
              <a:t>Т </a:t>
            </a:r>
            <a:r>
              <a:rPr lang="en-US" dirty="0"/>
              <a:t>Flip-Flop (1)</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5">
            <a:extLst>
              <a:ext uri="{FF2B5EF4-FFF2-40B4-BE49-F238E27FC236}">
                <a16:creationId xmlns:a16="http://schemas.microsoft.com/office/drawing/2014/main" id="{1BB874C5-674E-0475-350A-2663AB486EB3}"/>
              </a:ext>
            </a:extLst>
          </p:cNvPr>
          <p:cNvSpPr txBox="1">
            <a:spLocks noChangeArrowheads="1"/>
          </p:cNvSpPr>
          <p:nvPr/>
        </p:nvSpPr>
        <p:spPr bwMode="auto">
          <a:xfrm>
            <a:off x="2324100" y="1339850"/>
            <a:ext cx="607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Designing T flip-flop based on RS latch</a:t>
            </a:r>
          </a:p>
        </p:txBody>
      </p:sp>
      <p:sp>
        <p:nvSpPr>
          <p:cNvPr id="61443" name="Text Box 41">
            <a:extLst>
              <a:ext uri="{FF2B5EF4-FFF2-40B4-BE49-F238E27FC236}">
                <a16:creationId xmlns:a16="http://schemas.microsoft.com/office/drawing/2014/main" id="{44BE7D69-C6CD-FC09-8FEB-2C527E252B02}"/>
              </a:ext>
            </a:extLst>
          </p:cNvPr>
          <p:cNvSpPr txBox="1">
            <a:spLocks noChangeArrowheads="1"/>
          </p:cNvSpPr>
          <p:nvPr/>
        </p:nvSpPr>
        <p:spPr bwMode="auto">
          <a:xfrm>
            <a:off x="2463800" y="4754564"/>
            <a:ext cx="2362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 = T</a:t>
            </a:r>
            <a:r>
              <a:rPr lang="en-US" altLang="en-US">
                <a:cs typeface="Times New Roman" panose="02020603050405020304" pitchFamily="18" charset="0"/>
              </a:rPr>
              <a:t>·</a:t>
            </a:r>
            <a:r>
              <a:rPr lang="en-US" altLang="en-US"/>
              <a:t>Q</a:t>
            </a:r>
            <a:br>
              <a:rPr lang="en-US" altLang="en-US"/>
            </a:br>
            <a:r>
              <a:rPr lang="en-US" altLang="en-US"/>
              <a:t>S = T</a:t>
            </a:r>
            <a:r>
              <a:rPr lang="en-US" altLang="en-US">
                <a:cs typeface="Times New Roman" panose="02020603050405020304" pitchFamily="18" charset="0"/>
              </a:rPr>
              <a:t>· ~</a:t>
            </a:r>
            <a:r>
              <a:rPr lang="en-US" altLang="en-US"/>
              <a:t>Q</a:t>
            </a:r>
          </a:p>
        </p:txBody>
      </p:sp>
      <p:sp>
        <p:nvSpPr>
          <p:cNvPr id="61444" name="Text Box 80">
            <a:extLst>
              <a:ext uri="{FF2B5EF4-FFF2-40B4-BE49-F238E27FC236}">
                <a16:creationId xmlns:a16="http://schemas.microsoft.com/office/drawing/2014/main" id="{3CCE677C-5D84-38BE-2D6A-D853900F3C8E}"/>
              </a:ext>
            </a:extLst>
          </p:cNvPr>
          <p:cNvSpPr txBox="1">
            <a:spLocks noChangeArrowheads="1"/>
          </p:cNvSpPr>
          <p:nvPr/>
        </p:nvSpPr>
        <p:spPr bwMode="auto">
          <a:xfrm>
            <a:off x="5948364" y="4505326"/>
            <a:ext cx="454818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 Not operating circuit. </a:t>
            </a:r>
          </a:p>
          <a:p>
            <a:pPr eaLnBrk="1" hangingPunct="1"/>
            <a:r>
              <a:rPr lang="en-US" altLang="en-US" sz="2000"/>
              <a:t> While there is positive level of</a:t>
            </a:r>
          </a:p>
          <a:p>
            <a:pPr eaLnBrk="1" hangingPunct="1"/>
            <a:r>
              <a:rPr lang="en-US" altLang="en-US" sz="2000"/>
              <a:t> clock in the input C  and T=1,</a:t>
            </a:r>
          </a:p>
          <a:p>
            <a:pPr eaLnBrk="1" hangingPunct="1"/>
            <a:r>
              <a:rPr lang="en-US" altLang="en-US" sz="2000"/>
              <a:t> the circuit  falls into generation mode. </a:t>
            </a:r>
          </a:p>
        </p:txBody>
      </p:sp>
      <p:grpSp>
        <p:nvGrpSpPr>
          <p:cNvPr id="61445" name="Группа 2">
            <a:extLst>
              <a:ext uri="{FF2B5EF4-FFF2-40B4-BE49-F238E27FC236}">
                <a16:creationId xmlns:a16="http://schemas.microsoft.com/office/drawing/2014/main" id="{E8E585FA-AD23-B221-F50A-B828D86D3891}"/>
              </a:ext>
            </a:extLst>
          </p:cNvPr>
          <p:cNvGrpSpPr>
            <a:grpSpLocks/>
          </p:cNvGrpSpPr>
          <p:nvPr/>
        </p:nvGrpSpPr>
        <p:grpSpPr bwMode="auto">
          <a:xfrm>
            <a:off x="5548313" y="2017713"/>
            <a:ext cx="3829050" cy="2660650"/>
            <a:chOff x="4660900" y="2193925"/>
            <a:chExt cx="3829050" cy="2659063"/>
          </a:xfrm>
        </p:grpSpPr>
        <p:sp>
          <p:nvSpPr>
            <p:cNvPr id="61485" name="Line 43">
              <a:extLst>
                <a:ext uri="{FF2B5EF4-FFF2-40B4-BE49-F238E27FC236}">
                  <a16:creationId xmlns:a16="http://schemas.microsoft.com/office/drawing/2014/main" id="{A4064D6E-285B-860A-4EAB-3A8A025E6693}"/>
                </a:ext>
              </a:extLst>
            </p:cNvPr>
            <p:cNvSpPr>
              <a:spLocks noChangeShapeType="1"/>
            </p:cNvSpPr>
            <p:nvPr/>
          </p:nvSpPr>
          <p:spPr bwMode="auto">
            <a:xfrm>
              <a:off x="6203950" y="2660650"/>
              <a:ext cx="720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6" name="Line 44">
              <a:extLst>
                <a:ext uri="{FF2B5EF4-FFF2-40B4-BE49-F238E27FC236}">
                  <a16:creationId xmlns:a16="http://schemas.microsoft.com/office/drawing/2014/main" id="{8487F6E9-8E5E-857C-BFEC-503E51CD73D4}"/>
                </a:ext>
              </a:extLst>
            </p:cNvPr>
            <p:cNvSpPr>
              <a:spLocks noChangeShapeType="1"/>
            </p:cNvSpPr>
            <p:nvPr/>
          </p:nvSpPr>
          <p:spPr bwMode="auto">
            <a:xfrm flipV="1">
              <a:off x="6207125" y="3546475"/>
              <a:ext cx="7318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7" name="Line 45">
              <a:extLst>
                <a:ext uri="{FF2B5EF4-FFF2-40B4-BE49-F238E27FC236}">
                  <a16:creationId xmlns:a16="http://schemas.microsoft.com/office/drawing/2014/main" id="{3EA9B93F-0C79-C949-6F97-E4408560C1CA}"/>
                </a:ext>
              </a:extLst>
            </p:cNvPr>
            <p:cNvSpPr>
              <a:spLocks noChangeShapeType="1"/>
            </p:cNvSpPr>
            <p:nvPr/>
          </p:nvSpPr>
          <p:spPr bwMode="auto">
            <a:xfrm flipH="1">
              <a:off x="5554663" y="2774950"/>
              <a:ext cx="2270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8" name="Line 46">
              <a:extLst>
                <a:ext uri="{FF2B5EF4-FFF2-40B4-BE49-F238E27FC236}">
                  <a16:creationId xmlns:a16="http://schemas.microsoft.com/office/drawing/2014/main" id="{EDFA8957-F210-5D8F-8FBB-6B2078F21DD0}"/>
                </a:ext>
              </a:extLst>
            </p:cNvPr>
            <p:cNvSpPr>
              <a:spLocks noChangeShapeType="1"/>
            </p:cNvSpPr>
            <p:nvPr/>
          </p:nvSpPr>
          <p:spPr bwMode="auto">
            <a:xfrm flipH="1">
              <a:off x="5554663" y="3403600"/>
              <a:ext cx="2270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9" name="Line 47">
              <a:extLst>
                <a:ext uri="{FF2B5EF4-FFF2-40B4-BE49-F238E27FC236}">
                  <a16:creationId xmlns:a16="http://schemas.microsoft.com/office/drawing/2014/main" id="{E3FC35E8-7980-DA61-C47E-097AB64C664C}"/>
                </a:ext>
              </a:extLst>
            </p:cNvPr>
            <p:cNvSpPr>
              <a:spLocks noChangeShapeType="1"/>
            </p:cNvSpPr>
            <p:nvPr/>
          </p:nvSpPr>
          <p:spPr bwMode="auto">
            <a:xfrm>
              <a:off x="5554663" y="2763838"/>
              <a:ext cx="0" cy="6477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0" name="Line 48">
              <a:extLst>
                <a:ext uri="{FF2B5EF4-FFF2-40B4-BE49-F238E27FC236}">
                  <a16:creationId xmlns:a16="http://schemas.microsoft.com/office/drawing/2014/main" id="{C96FDC09-AA0F-12BD-2EA0-C1B2C0F33B7B}"/>
                </a:ext>
              </a:extLst>
            </p:cNvPr>
            <p:cNvSpPr>
              <a:spLocks noChangeShapeType="1"/>
            </p:cNvSpPr>
            <p:nvPr/>
          </p:nvSpPr>
          <p:spPr bwMode="auto">
            <a:xfrm flipH="1" flipV="1">
              <a:off x="4957763" y="3095625"/>
              <a:ext cx="593725"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491" name="Line 49">
              <a:extLst>
                <a:ext uri="{FF2B5EF4-FFF2-40B4-BE49-F238E27FC236}">
                  <a16:creationId xmlns:a16="http://schemas.microsoft.com/office/drawing/2014/main" id="{59C2BEF0-282E-9E21-EEDD-4D35983964A0}"/>
                </a:ext>
              </a:extLst>
            </p:cNvPr>
            <p:cNvSpPr>
              <a:spLocks noChangeShapeType="1"/>
            </p:cNvSpPr>
            <p:nvPr/>
          </p:nvSpPr>
          <p:spPr bwMode="auto">
            <a:xfrm>
              <a:off x="5554663" y="2208213"/>
              <a:ext cx="0" cy="328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2" name="Line 50">
              <a:extLst>
                <a:ext uri="{FF2B5EF4-FFF2-40B4-BE49-F238E27FC236}">
                  <a16:creationId xmlns:a16="http://schemas.microsoft.com/office/drawing/2014/main" id="{5ED1E099-1343-58BA-79AE-B4C8A2F057A2}"/>
                </a:ext>
              </a:extLst>
            </p:cNvPr>
            <p:cNvSpPr>
              <a:spLocks noChangeShapeType="1"/>
            </p:cNvSpPr>
            <p:nvPr/>
          </p:nvSpPr>
          <p:spPr bwMode="auto">
            <a:xfrm>
              <a:off x="5554663" y="2525713"/>
              <a:ext cx="2270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3" name="Line 51">
              <a:extLst>
                <a:ext uri="{FF2B5EF4-FFF2-40B4-BE49-F238E27FC236}">
                  <a16:creationId xmlns:a16="http://schemas.microsoft.com/office/drawing/2014/main" id="{E6B275F8-BC16-5696-0DD5-CF3B5282E42C}"/>
                </a:ext>
              </a:extLst>
            </p:cNvPr>
            <p:cNvSpPr>
              <a:spLocks noChangeShapeType="1"/>
            </p:cNvSpPr>
            <p:nvPr/>
          </p:nvSpPr>
          <p:spPr bwMode="auto">
            <a:xfrm flipV="1">
              <a:off x="5554663" y="3646488"/>
              <a:ext cx="0" cy="374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4" name="Line 52">
              <a:extLst>
                <a:ext uri="{FF2B5EF4-FFF2-40B4-BE49-F238E27FC236}">
                  <a16:creationId xmlns:a16="http://schemas.microsoft.com/office/drawing/2014/main" id="{4607A097-8D2F-9173-EC13-E455FC4DC6A6}"/>
                </a:ext>
              </a:extLst>
            </p:cNvPr>
            <p:cNvSpPr>
              <a:spLocks noChangeShapeType="1"/>
            </p:cNvSpPr>
            <p:nvPr/>
          </p:nvSpPr>
          <p:spPr bwMode="auto">
            <a:xfrm>
              <a:off x="5554663" y="3641725"/>
              <a:ext cx="2270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5" name="Text Box 53">
              <a:extLst>
                <a:ext uri="{FF2B5EF4-FFF2-40B4-BE49-F238E27FC236}">
                  <a16:creationId xmlns:a16="http://schemas.microsoft.com/office/drawing/2014/main" id="{D2C8AB9E-DDE7-040E-FEF6-C1CED47A04AA}"/>
                </a:ext>
              </a:extLst>
            </p:cNvPr>
            <p:cNvSpPr txBox="1">
              <a:spLocks noChangeArrowheads="1"/>
            </p:cNvSpPr>
            <p:nvPr/>
          </p:nvSpPr>
          <p:spPr bwMode="auto">
            <a:xfrm>
              <a:off x="6937375" y="2439988"/>
              <a:ext cx="852488" cy="1366837"/>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ru-RU" altLang="en-US" sz="1800"/>
            </a:p>
          </p:txBody>
        </p:sp>
        <p:sp>
          <p:nvSpPr>
            <p:cNvPr id="61496" name="Line 54">
              <a:extLst>
                <a:ext uri="{FF2B5EF4-FFF2-40B4-BE49-F238E27FC236}">
                  <a16:creationId xmlns:a16="http://schemas.microsoft.com/office/drawing/2014/main" id="{0B4EF29C-ACD8-66CF-DAB2-626431BDB494}"/>
                </a:ext>
              </a:extLst>
            </p:cNvPr>
            <p:cNvSpPr>
              <a:spLocks noChangeShapeType="1"/>
            </p:cNvSpPr>
            <p:nvPr/>
          </p:nvSpPr>
          <p:spPr bwMode="auto">
            <a:xfrm flipV="1">
              <a:off x="7988300" y="2193925"/>
              <a:ext cx="0" cy="134620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497" name="Line 55">
              <a:extLst>
                <a:ext uri="{FF2B5EF4-FFF2-40B4-BE49-F238E27FC236}">
                  <a16:creationId xmlns:a16="http://schemas.microsoft.com/office/drawing/2014/main" id="{E1A7DA04-B629-BD9A-CE5D-B7CDEEF71691}"/>
                </a:ext>
              </a:extLst>
            </p:cNvPr>
            <p:cNvSpPr>
              <a:spLocks noChangeShapeType="1"/>
            </p:cNvSpPr>
            <p:nvPr/>
          </p:nvSpPr>
          <p:spPr bwMode="auto">
            <a:xfrm>
              <a:off x="8223250" y="2671763"/>
              <a:ext cx="0" cy="135255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1498" name="Line 56">
              <a:extLst>
                <a:ext uri="{FF2B5EF4-FFF2-40B4-BE49-F238E27FC236}">
                  <a16:creationId xmlns:a16="http://schemas.microsoft.com/office/drawing/2014/main" id="{5D2BA3CB-BEEF-ADD4-B12C-10A0E31978FA}"/>
                </a:ext>
              </a:extLst>
            </p:cNvPr>
            <p:cNvSpPr>
              <a:spLocks noChangeShapeType="1"/>
            </p:cNvSpPr>
            <p:nvPr/>
          </p:nvSpPr>
          <p:spPr bwMode="auto">
            <a:xfrm>
              <a:off x="7777163" y="2671763"/>
              <a:ext cx="7096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9" name="Line 57">
              <a:extLst>
                <a:ext uri="{FF2B5EF4-FFF2-40B4-BE49-F238E27FC236}">
                  <a16:creationId xmlns:a16="http://schemas.microsoft.com/office/drawing/2014/main" id="{4DE2665E-8292-990C-ECBF-3E7A00A9270D}"/>
                </a:ext>
              </a:extLst>
            </p:cNvPr>
            <p:cNvSpPr>
              <a:spLocks noChangeShapeType="1"/>
            </p:cNvSpPr>
            <p:nvPr/>
          </p:nvSpPr>
          <p:spPr bwMode="auto">
            <a:xfrm>
              <a:off x="7853363" y="3546475"/>
              <a:ext cx="6365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0" name="Line 58">
              <a:extLst>
                <a:ext uri="{FF2B5EF4-FFF2-40B4-BE49-F238E27FC236}">
                  <a16:creationId xmlns:a16="http://schemas.microsoft.com/office/drawing/2014/main" id="{56C5D642-4DD2-C1FC-FFC2-AA03C5FB02F2}"/>
                </a:ext>
              </a:extLst>
            </p:cNvPr>
            <p:cNvSpPr>
              <a:spLocks noChangeShapeType="1"/>
            </p:cNvSpPr>
            <p:nvPr/>
          </p:nvSpPr>
          <p:spPr bwMode="auto">
            <a:xfrm flipH="1">
              <a:off x="5546725" y="2203450"/>
              <a:ext cx="24399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1" name="Line 59">
              <a:extLst>
                <a:ext uri="{FF2B5EF4-FFF2-40B4-BE49-F238E27FC236}">
                  <a16:creationId xmlns:a16="http://schemas.microsoft.com/office/drawing/2014/main" id="{B2B72881-E99B-1012-679E-C5C217FB12FA}"/>
                </a:ext>
              </a:extLst>
            </p:cNvPr>
            <p:cNvSpPr>
              <a:spLocks noChangeShapeType="1"/>
            </p:cNvSpPr>
            <p:nvPr/>
          </p:nvSpPr>
          <p:spPr bwMode="auto">
            <a:xfrm flipH="1">
              <a:off x="5546725" y="4016375"/>
              <a:ext cx="2681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2" name="Oval 60">
              <a:extLst>
                <a:ext uri="{FF2B5EF4-FFF2-40B4-BE49-F238E27FC236}">
                  <a16:creationId xmlns:a16="http://schemas.microsoft.com/office/drawing/2014/main" id="{B6B96CC3-EFDD-331C-C70F-C12A65F99D0E}"/>
                </a:ext>
              </a:extLst>
            </p:cNvPr>
            <p:cNvSpPr>
              <a:spLocks noChangeArrowheads="1"/>
            </p:cNvSpPr>
            <p:nvPr/>
          </p:nvSpPr>
          <p:spPr bwMode="auto">
            <a:xfrm>
              <a:off x="7720013" y="3500438"/>
              <a:ext cx="122237" cy="120650"/>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61503" name="Line 61">
              <a:extLst>
                <a:ext uri="{FF2B5EF4-FFF2-40B4-BE49-F238E27FC236}">
                  <a16:creationId xmlns:a16="http://schemas.microsoft.com/office/drawing/2014/main" id="{E0813259-BBD7-D2A2-60C4-C5AA02438B17}"/>
                </a:ext>
              </a:extLst>
            </p:cNvPr>
            <p:cNvSpPr>
              <a:spLocks noChangeShapeType="1"/>
            </p:cNvSpPr>
            <p:nvPr/>
          </p:nvSpPr>
          <p:spPr bwMode="auto">
            <a:xfrm flipH="1">
              <a:off x="6692900" y="3111500"/>
              <a:ext cx="244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4" name="Line 62">
              <a:extLst>
                <a:ext uri="{FF2B5EF4-FFF2-40B4-BE49-F238E27FC236}">
                  <a16:creationId xmlns:a16="http://schemas.microsoft.com/office/drawing/2014/main" id="{5CD1B290-694B-D457-CE4A-138397AB9F83}"/>
                </a:ext>
              </a:extLst>
            </p:cNvPr>
            <p:cNvSpPr>
              <a:spLocks noChangeShapeType="1"/>
            </p:cNvSpPr>
            <p:nvPr/>
          </p:nvSpPr>
          <p:spPr bwMode="auto">
            <a:xfrm>
              <a:off x="6692900" y="3111500"/>
              <a:ext cx="3175" cy="13366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5" name="Line 63">
              <a:extLst>
                <a:ext uri="{FF2B5EF4-FFF2-40B4-BE49-F238E27FC236}">
                  <a16:creationId xmlns:a16="http://schemas.microsoft.com/office/drawing/2014/main" id="{33091A35-4E0E-FEF7-9288-492A8556068E}"/>
                </a:ext>
              </a:extLst>
            </p:cNvPr>
            <p:cNvSpPr>
              <a:spLocks noChangeShapeType="1"/>
            </p:cNvSpPr>
            <p:nvPr/>
          </p:nvSpPr>
          <p:spPr bwMode="auto">
            <a:xfrm flipH="1" flipV="1">
              <a:off x="4962525" y="4441825"/>
              <a:ext cx="17414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6" name="Text Box 74">
              <a:extLst>
                <a:ext uri="{FF2B5EF4-FFF2-40B4-BE49-F238E27FC236}">
                  <a16:creationId xmlns:a16="http://schemas.microsoft.com/office/drawing/2014/main" id="{B9F8363E-0095-5A52-0B1C-5FB596EFDB8C}"/>
                </a:ext>
              </a:extLst>
            </p:cNvPr>
            <p:cNvSpPr txBox="1">
              <a:spLocks noChangeArrowheads="1"/>
            </p:cNvSpPr>
            <p:nvPr/>
          </p:nvSpPr>
          <p:spPr bwMode="auto">
            <a:xfrm>
              <a:off x="4660900" y="4127500"/>
              <a:ext cx="39370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C</a:t>
              </a:r>
            </a:p>
            <a:p>
              <a:endParaRPr lang="en-US" altLang="en-US"/>
            </a:p>
            <a:p>
              <a:endParaRPr lang="en-US" altLang="en-US"/>
            </a:p>
            <a:p>
              <a:endParaRPr lang="en-US" altLang="en-US"/>
            </a:p>
            <a:p>
              <a:endParaRPr lang="en-US" altLang="en-US"/>
            </a:p>
            <a:p>
              <a:endParaRPr lang="en-US" altLang="en-US"/>
            </a:p>
          </p:txBody>
        </p:sp>
        <p:sp>
          <p:nvSpPr>
            <p:cNvPr id="61507" name="Text Box 75">
              <a:extLst>
                <a:ext uri="{FF2B5EF4-FFF2-40B4-BE49-F238E27FC236}">
                  <a16:creationId xmlns:a16="http://schemas.microsoft.com/office/drawing/2014/main" id="{0CCEC1D6-7C5D-62E5-9775-0AA9FF667DAC}"/>
                </a:ext>
              </a:extLst>
            </p:cNvPr>
            <p:cNvSpPr txBox="1">
              <a:spLocks noChangeArrowheads="1"/>
            </p:cNvSpPr>
            <p:nvPr/>
          </p:nvSpPr>
          <p:spPr bwMode="auto">
            <a:xfrm>
              <a:off x="6986588" y="2481263"/>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S</a:t>
              </a:r>
              <a:endParaRPr lang="ru-RU" altLang="en-US" sz="2000" dirty="0">
                <a:solidFill>
                  <a:schemeClr val="bg2"/>
                </a:solidFill>
              </a:endParaRPr>
            </a:p>
          </p:txBody>
        </p:sp>
        <p:sp>
          <p:nvSpPr>
            <p:cNvPr id="61508" name="Text Box 76">
              <a:extLst>
                <a:ext uri="{FF2B5EF4-FFF2-40B4-BE49-F238E27FC236}">
                  <a16:creationId xmlns:a16="http://schemas.microsoft.com/office/drawing/2014/main" id="{21E8A4FD-6192-11C1-CD54-7F608EB6A88E}"/>
                </a:ext>
              </a:extLst>
            </p:cNvPr>
            <p:cNvSpPr txBox="1">
              <a:spLocks noChangeArrowheads="1"/>
            </p:cNvSpPr>
            <p:nvPr/>
          </p:nvSpPr>
          <p:spPr bwMode="auto">
            <a:xfrm>
              <a:off x="6986588" y="2887663"/>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C</a:t>
              </a:r>
              <a:endParaRPr lang="ru-RU" altLang="en-US" sz="2000" dirty="0">
                <a:solidFill>
                  <a:schemeClr val="bg2"/>
                </a:solidFill>
              </a:endParaRPr>
            </a:p>
          </p:txBody>
        </p:sp>
        <p:sp>
          <p:nvSpPr>
            <p:cNvPr id="61509" name="Text Box 77">
              <a:extLst>
                <a:ext uri="{FF2B5EF4-FFF2-40B4-BE49-F238E27FC236}">
                  <a16:creationId xmlns:a16="http://schemas.microsoft.com/office/drawing/2014/main" id="{AEEE917A-1F04-89F2-A5BD-7DF76E2F9853}"/>
                </a:ext>
              </a:extLst>
            </p:cNvPr>
            <p:cNvSpPr txBox="1">
              <a:spLocks noChangeArrowheads="1"/>
            </p:cNvSpPr>
            <p:nvPr/>
          </p:nvSpPr>
          <p:spPr bwMode="auto">
            <a:xfrm>
              <a:off x="6986588" y="3332163"/>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R</a:t>
              </a:r>
              <a:endParaRPr lang="ru-RU" altLang="en-US" sz="2000" dirty="0">
                <a:solidFill>
                  <a:schemeClr val="bg2"/>
                </a:solidFill>
              </a:endParaRPr>
            </a:p>
          </p:txBody>
        </p:sp>
        <p:sp>
          <p:nvSpPr>
            <p:cNvPr id="61510" name="Text Box 78">
              <a:extLst>
                <a:ext uri="{FF2B5EF4-FFF2-40B4-BE49-F238E27FC236}">
                  <a16:creationId xmlns:a16="http://schemas.microsoft.com/office/drawing/2014/main" id="{2C8C2361-96DB-F2C7-E7EE-129F46C7C671}"/>
                </a:ext>
              </a:extLst>
            </p:cNvPr>
            <p:cNvSpPr txBox="1">
              <a:spLocks noChangeArrowheads="1"/>
            </p:cNvSpPr>
            <p:nvPr/>
          </p:nvSpPr>
          <p:spPr bwMode="auto">
            <a:xfrm>
              <a:off x="4660900" y="2903538"/>
              <a:ext cx="393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a:t>T</a:t>
              </a:r>
            </a:p>
            <a:p>
              <a:endParaRPr lang="en-US" altLang="en-US" sz="2000"/>
            </a:p>
            <a:p>
              <a:endParaRPr lang="en-US" altLang="en-US" sz="2000"/>
            </a:p>
            <a:p>
              <a:endParaRPr lang="en-US" altLang="en-US" sz="2000"/>
            </a:p>
            <a:p>
              <a:endParaRPr lang="en-US" altLang="en-US" sz="2000"/>
            </a:p>
            <a:p>
              <a:endParaRPr lang="en-US" altLang="en-US" sz="2000"/>
            </a:p>
          </p:txBody>
        </p:sp>
        <p:sp>
          <p:nvSpPr>
            <p:cNvPr id="61511" name="AutoShape 79">
              <a:extLst>
                <a:ext uri="{FF2B5EF4-FFF2-40B4-BE49-F238E27FC236}">
                  <a16:creationId xmlns:a16="http://schemas.microsoft.com/office/drawing/2014/main" id="{EA32A5C4-067B-474E-DEAB-941AD627CA01}"/>
                </a:ext>
              </a:extLst>
            </p:cNvPr>
            <p:cNvSpPr>
              <a:spLocks noChangeArrowheads="1"/>
            </p:cNvSpPr>
            <p:nvPr/>
          </p:nvSpPr>
          <p:spPr bwMode="auto">
            <a:xfrm>
              <a:off x="5786438" y="3240088"/>
              <a:ext cx="548640" cy="593725"/>
            </a:xfrm>
            <a:prstGeom prst="flowChartDelay">
              <a:avLst/>
            </a:prstGeom>
            <a:solidFill>
              <a:schemeClr val="accent1"/>
            </a:solidFill>
            <a:ln w="317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61512" name="AutoShape 80">
              <a:extLst>
                <a:ext uri="{FF2B5EF4-FFF2-40B4-BE49-F238E27FC236}">
                  <a16:creationId xmlns:a16="http://schemas.microsoft.com/office/drawing/2014/main" id="{C802A509-9152-2D80-1A68-487CE0B857B9}"/>
                </a:ext>
              </a:extLst>
            </p:cNvPr>
            <p:cNvSpPr>
              <a:spLocks noChangeArrowheads="1"/>
            </p:cNvSpPr>
            <p:nvPr/>
          </p:nvSpPr>
          <p:spPr bwMode="auto">
            <a:xfrm>
              <a:off x="5784850" y="2371725"/>
              <a:ext cx="551893" cy="593725"/>
            </a:xfrm>
            <a:prstGeom prst="flowChartDelay">
              <a:avLst/>
            </a:prstGeom>
            <a:solidFill>
              <a:schemeClr val="accent1"/>
            </a:solidFill>
            <a:ln w="317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graphicFrame>
        <p:nvGraphicFramePr>
          <p:cNvPr id="2" name="Таблица 1">
            <a:extLst>
              <a:ext uri="{FF2B5EF4-FFF2-40B4-BE49-F238E27FC236}">
                <a16:creationId xmlns:a16="http://schemas.microsoft.com/office/drawing/2014/main" id="{1187661A-9CA1-4FA4-A1F8-CA6CC0AA30FF}"/>
              </a:ext>
            </a:extLst>
          </p:cNvPr>
          <p:cNvGraphicFramePr>
            <a:graphicFrameLocks noGrp="1"/>
          </p:cNvGraphicFramePr>
          <p:nvPr>
            <p:extLst>
              <p:ext uri="{D42A27DB-BD31-4B8C-83A1-F6EECF244321}">
                <p14:modId xmlns:p14="http://schemas.microsoft.com/office/powerpoint/2010/main" val="177736706"/>
              </p:ext>
            </p:extLst>
          </p:nvPr>
        </p:nvGraphicFramePr>
        <p:xfrm>
          <a:off x="2463801" y="2020888"/>
          <a:ext cx="2790825" cy="2627310"/>
        </p:xfrm>
        <a:graphic>
          <a:graphicData uri="http://schemas.openxmlformats.org/drawingml/2006/table">
            <a:tbl>
              <a:tblPr firstRow="1" bandRow="1">
                <a:tableStyleId>{5C22544A-7EE6-4342-B048-85BDC9FD1C3A}</a:tableStyleId>
              </a:tblPr>
              <a:tblGrid>
                <a:gridCol w="558165">
                  <a:extLst>
                    <a:ext uri="{9D8B030D-6E8A-4147-A177-3AD203B41FA5}">
                      <a16:colId xmlns:a16="http://schemas.microsoft.com/office/drawing/2014/main" val="20000"/>
                    </a:ext>
                  </a:extLst>
                </a:gridCol>
                <a:gridCol w="558165">
                  <a:extLst>
                    <a:ext uri="{9D8B030D-6E8A-4147-A177-3AD203B41FA5}">
                      <a16:colId xmlns:a16="http://schemas.microsoft.com/office/drawing/2014/main" val="20001"/>
                    </a:ext>
                  </a:extLst>
                </a:gridCol>
                <a:gridCol w="558165">
                  <a:extLst>
                    <a:ext uri="{9D8B030D-6E8A-4147-A177-3AD203B41FA5}">
                      <a16:colId xmlns:a16="http://schemas.microsoft.com/office/drawing/2014/main" val="20002"/>
                    </a:ext>
                  </a:extLst>
                </a:gridCol>
                <a:gridCol w="558165">
                  <a:extLst>
                    <a:ext uri="{9D8B030D-6E8A-4147-A177-3AD203B41FA5}">
                      <a16:colId xmlns:a16="http://schemas.microsoft.com/office/drawing/2014/main" val="20003"/>
                    </a:ext>
                  </a:extLst>
                </a:gridCol>
                <a:gridCol w="558165">
                  <a:extLst>
                    <a:ext uri="{9D8B030D-6E8A-4147-A177-3AD203B41FA5}">
                      <a16:colId xmlns:a16="http://schemas.microsoft.com/office/drawing/2014/main" val="20004"/>
                    </a:ext>
                  </a:extLst>
                </a:gridCol>
              </a:tblGrid>
              <a:tr h="52546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T</a:t>
                      </a:r>
                      <a:endParaRPr kumimoji="0" lang="ru-RU" sz="1800" b="0" i="0" u="none" strike="noStrike" cap="none" normalizeH="0" baseline="0" dirty="0">
                        <a:ln>
                          <a:noFill/>
                        </a:ln>
                        <a:solidFill>
                          <a:schemeClr val="bg2"/>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Q</a:t>
                      </a:r>
                      <a:endParaRPr kumimoji="0" lang="ru-RU" sz="1800" b="0" i="0" u="none" strike="noStrike" cap="none" normalizeH="0" baseline="0">
                        <a:ln>
                          <a:noFill/>
                        </a:ln>
                        <a:solidFill>
                          <a:schemeClr val="bg2"/>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Q*</a:t>
                      </a:r>
                      <a:endParaRPr kumimoji="0" lang="ru-RU" sz="1800" b="0" i="0" u="none" strike="noStrike" cap="none" normalizeH="0" baseline="0">
                        <a:ln>
                          <a:noFill/>
                        </a:ln>
                        <a:solidFill>
                          <a:schemeClr val="bg2"/>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R</a:t>
                      </a:r>
                      <a:endParaRPr kumimoji="0" lang="ru-RU" sz="1800" b="0" i="0" u="none" strike="noStrike" cap="none" normalizeH="0" baseline="0">
                        <a:ln>
                          <a:noFill/>
                        </a:ln>
                        <a:solidFill>
                          <a:schemeClr val="bg2"/>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S</a:t>
                      </a:r>
                      <a:endParaRPr kumimoji="0" lang="ru-RU" sz="1800" b="0" i="0" u="none" strike="noStrike" cap="none" normalizeH="0" baseline="0" dirty="0">
                        <a:ln>
                          <a:noFill/>
                        </a:ln>
                        <a:solidFill>
                          <a:schemeClr val="bg2"/>
                        </a:solidFill>
                        <a:effectLst/>
                        <a:latin typeface="Arial" pitchFamily="34" charset="0"/>
                      </a:endParaRPr>
                    </a:p>
                  </a:txBody>
                  <a:tcPr marT="45715" marB="45715" horzOverflow="overflow"/>
                </a:tc>
                <a:extLst>
                  <a:ext uri="{0D108BD9-81ED-4DB2-BD59-A6C34878D82A}">
                    <a16:rowId xmlns:a16="http://schemas.microsoft.com/office/drawing/2014/main" val="10000"/>
                  </a:ext>
                </a:extLst>
              </a:tr>
              <a:tr h="52546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 -</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marT="45715" marB="45715" horzOverflow="overflow"/>
                </a:tc>
                <a:extLst>
                  <a:ext uri="{0D108BD9-81ED-4DB2-BD59-A6C34878D82A}">
                    <a16:rowId xmlns:a16="http://schemas.microsoft.com/office/drawing/2014/main" val="10001"/>
                  </a:ext>
                </a:extLst>
              </a:tr>
              <a:tr h="52546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dirty="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  -</a:t>
                      </a:r>
                      <a:endParaRPr kumimoji="0" lang="ru-RU" sz="1800" b="0" i="0" u="none" strike="noStrike" cap="none" normalizeH="0" baseline="0" dirty="0">
                        <a:ln>
                          <a:noFill/>
                        </a:ln>
                        <a:solidFill>
                          <a:schemeClr val="tx1"/>
                        </a:solidFill>
                        <a:effectLst/>
                        <a:latin typeface="Arial" pitchFamily="34" charset="0"/>
                      </a:endParaRPr>
                    </a:p>
                  </a:txBody>
                  <a:tcPr marT="45715" marB="45715" horzOverflow="overflow"/>
                </a:tc>
                <a:extLst>
                  <a:ext uri="{0D108BD9-81ED-4DB2-BD59-A6C34878D82A}">
                    <a16:rowId xmlns:a16="http://schemas.microsoft.com/office/drawing/2014/main" val="10002"/>
                  </a:ext>
                </a:extLst>
              </a:tr>
              <a:tr h="52546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extLst>
                  <a:ext uri="{0D108BD9-81ED-4DB2-BD59-A6C34878D82A}">
                    <a16:rowId xmlns:a16="http://schemas.microsoft.com/office/drawing/2014/main" val="10003"/>
                  </a:ext>
                </a:extLst>
              </a:tr>
              <a:tr h="52546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endParaRPr kumimoji="0" lang="ru-RU" sz="1800" b="0" i="0" u="none" strike="noStrike" cap="none" normalizeH="0" baseline="0">
                        <a:ln>
                          <a:noFill/>
                        </a:ln>
                        <a:solidFill>
                          <a:schemeClr val="tx1"/>
                        </a:solidFill>
                        <a:effectLst/>
                        <a:latin typeface="Arial" pitchFamily="34" charset="0"/>
                      </a:endParaRPr>
                    </a:p>
                  </a:txBody>
                  <a:tcPr marT="45715" marB="45715"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endParaRPr kumimoji="0" lang="ru-RU" sz="1800" b="0" i="0" u="none" strike="noStrike" cap="none" normalizeH="0" baseline="0" dirty="0">
                        <a:ln>
                          <a:noFill/>
                        </a:ln>
                        <a:solidFill>
                          <a:schemeClr val="tx1"/>
                        </a:solidFill>
                        <a:effectLst/>
                        <a:latin typeface="Arial" pitchFamily="34" charset="0"/>
                      </a:endParaRPr>
                    </a:p>
                  </a:txBody>
                  <a:tcPr marT="45715" marB="45715" horzOverflow="overflow"/>
                </a:tc>
                <a:extLst>
                  <a:ext uri="{0D108BD9-81ED-4DB2-BD59-A6C34878D82A}">
                    <a16:rowId xmlns:a16="http://schemas.microsoft.com/office/drawing/2014/main" val="10004"/>
                  </a:ext>
                </a:extLst>
              </a:tr>
            </a:tbl>
          </a:graphicData>
        </a:graphic>
      </p:graphicFrame>
      <p:sp>
        <p:nvSpPr>
          <p:cNvPr id="9" name="Title 8">
            <a:extLst>
              <a:ext uri="{FF2B5EF4-FFF2-40B4-BE49-F238E27FC236}">
                <a16:creationId xmlns:a16="http://schemas.microsoft.com/office/drawing/2014/main" id="{824E4B48-24BE-42E3-38AD-9AFEB49FEDA6}"/>
              </a:ext>
            </a:extLst>
          </p:cNvPr>
          <p:cNvSpPr>
            <a:spLocks noGrp="1"/>
          </p:cNvSpPr>
          <p:nvPr>
            <p:ph type="title"/>
          </p:nvPr>
        </p:nvSpPr>
        <p:spPr/>
        <p:txBody>
          <a:bodyPr>
            <a:normAutofit/>
          </a:bodyPr>
          <a:lstStyle/>
          <a:p>
            <a:r>
              <a:rPr lang="ru-RU" dirty="0"/>
              <a:t>Т </a:t>
            </a:r>
            <a:r>
              <a:rPr lang="en-US" dirty="0"/>
              <a:t>Flip-Flop (2)</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Заголовок 1">
            <a:extLst>
              <a:ext uri="{FF2B5EF4-FFF2-40B4-BE49-F238E27FC236}">
                <a16:creationId xmlns:a16="http://schemas.microsoft.com/office/drawing/2014/main" id="{7623F05F-CBFF-A8C1-B76D-73F63A4587C9}"/>
              </a:ext>
            </a:extLst>
          </p:cNvPr>
          <p:cNvSpPr>
            <a:spLocks noGrp="1" noChangeArrowheads="1"/>
          </p:cNvSpPr>
          <p:nvPr>
            <p:ph type="title"/>
          </p:nvPr>
        </p:nvSpPr>
        <p:spPr/>
        <p:txBody>
          <a:bodyPr>
            <a:normAutofit/>
          </a:bodyPr>
          <a:lstStyle/>
          <a:p>
            <a:r>
              <a:rPr lang="en-US" altLang="en-US" dirty="0"/>
              <a:t>Master/Slave T Flip-Flop</a:t>
            </a:r>
            <a:endParaRPr lang="ru-RU" altLang="en-US" dirty="0"/>
          </a:p>
        </p:txBody>
      </p:sp>
      <p:sp>
        <p:nvSpPr>
          <p:cNvPr id="63491" name="Объект 2">
            <a:extLst>
              <a:ext uri="{FF2B5EF4-FFF2-40B4-BE49-F238E27FC236}">
                <a16:creationId xmlns:a16="http://schemas.microsoft.com/office/drawing/2014/main" id="{CAA3767F-A316-5F56-5520-B49024CA26C9}"/>
              </a:ext>
            </a:extLst>
          </p:cNvPr>
          <p:cNvSpPr>
            <a:spLocks noGrp="1" noChangeArrowheads="1"/>
          </p:cNvSpPr>
          <p:nvPr>
            <p:ph type="body" sz="quarter" idx="10"/>
          </p:nvPr>
        </p:nvSpPr>
        <p:spPr/>
        <p:txBody>
          <a:bodyPr/>
          <a:lstStyle/>
          <a:p>
            <a:r>
              <a:rPr lang="en-US" altLang="en-US"/>
              <a:t>Violation between storing old information and writing new are decided by inserting the second flip-flop. </a:t>
            </a:r>
          </a:p>
          <a:p>
            <a:r>
              <a:rPr lang="en-US" altLang="en-US"/>
              <a:t>In fact double stage flip-flop consists of two serial connected latches</a:t>
            </a:r>
            <a:r>
              <a:rPr lang="ru-RU" altLang="en-US"/>
              <a:t>: М</a:t>
            </a:r>
            <a:r>
              <a:rPr lang="en-US" altLang="en-US"/>
              <a:t>aster and Slave</a:t>
            </a:r>
            <a:r>
              <a:rPr lang="ru-RU" altLang="en-US"/>
              <a:t>.</a:t>
            </a:r>
            <a:r>
              <a:rPr lang="en-US" altLang="en-US"/>
              <a:t> </a:t>
            </a:r>
          </a:p>
          <a:p>
            <a:endParaRPr lang="ru-RU" altLang="en-US"/>
          </a:p>
        </p:txBody>
      </p:sp>
      <p:grpSp>
        <p:nvGrpSpPr>
          <p:cNvPr id="63492" name="Group 58">
            <a:extLst>
              <a:ext uri="{FF2B5EF4-FFF2-40B4-BE49-F238E27FC236}">
                <a16:creationId xmlns:a16="http://schemas.microsoft.com/office/drawing/2014/main" id="{9120B105-17BC-EFC7-8D86-E51FB2E856DB}"/>
              </a:ext>
            </a:extLst>
          </p:cNvPr>
          <p:cNvGrpSpPr>
            <a:grpSpLocks/>
          </p:cNvGrpSpPr>
          <p:nvPr/>
        </p:nvGrpSpPr>
        <p:grpSpPr bwMode="auto">
          <a:xfrm>
            <a:off x="2328863" y="3176588"/>
            <a:ext cx="7556500" cy="2659062"/>
            <a:chOff x="507" y="2001"/>
            <a:chExt cx="4760" cy="1675"/>
          </a:xfrm>
        </p:grpSpPr>
        <p:sp>
          <p:nvSpPr>
            <p:cNvPr id="63493" name="Text Box 51">
              <a:extLst>
                <a:ext uri="{FF2B5EF4-FFF2-40B4-BE49-F238E27FC236}">
                  <a16:creationId xmlns:a16="http://schemas.microsoft.com/office/drawing/2014/main" id="{2A652230-015B-6EE0-B981-2DFDE4C148AB}"/>
                </a:ext>
              </a:extLst>
            </p:cNvPr>
            <p:cNvSpPr txBox="1">
              <a:spLocks noChangeArrowheads="1"/>
            </p:cNvSpPr>
            <p:nvPr/>
          </p:nvSpPr>
          <p:spPr bwMode="auto">
            <a:xfrm>
              <a:off x="609" y="3443"/>
              <a:ext cx="444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T flip-flop with inverter</a:t>
              </a:r>
              <a:endParaRPr lang="ru-RU" altLang="en-US" sz="1800"/>
            </a:p>
          </p:txBody>
        </p:sp>
        <p:sp>
          <p:nvSpPr>
            <p:cNvPr id="63494" name="Text Box 60">
              <a:extLst>
                <a:ext uri="{FF2B5EF4-FFF2-40B4-BE49-F238E27FC236}">
                  <a16:creationId xmlns:a16="http://schemas.microsoft.com/office/drawing/2014/main" id="{D9DE72BF-FAFA-837F-3E2A-D9CF43A40B3B}"/>
                </a:ext>
              </a:extLst>
            </p:cNvPr>
            <p:cNvSpPr txBox="1">
              <a:spLocks noChangeArrowheads="1"/>
            </p:cNvSpPr>
            <p:nvPr/>
          </p:nvSpPr>
          <p:spPr bwMode="auto">
            <a:xfrm>
              <a:off x="4929" y="2356"/>
              <a:ext cx="33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Q</a:t>
              </a:r>
              <a:endParaRPr lang="ru-RU" altLang="en-US" sz="1600"/>
            </a:p>
          </p:txBody>
        </p:sp>
        <p:sp>
          <p:nvSpPr>
            <p:cNvPr id="63495" name="Rectangle 54">
              <a:extLst>
                <a:ext uri="{FF2B5EF4-FFF2-40B4-BE49-F238E27FC236}">
                  <a16:creationId xmlns:a16="http://schemas.microsoft.com/office/drawing/2014/main" id="{A6909810-00E7-03A9-BA86-DE9BD25EBA0C}"/>
                </a:ext>
              </a:extLst>
            </p:cNvPr>
            <p:cNvSpPr>
              <a:spLocks noChangeArrowheads="1"/>
            </p:cNvSpPr>
            <p:nvPr/>
          </p:nvSpPr>
          <p:spPr bwMode="auto">
            <a:xfrm>
              <a:off x="4172" y="2269"/>
              <a:ext cx="474" cy="596"/>
            </a:xfrm>
            <a:prstGeom prst="rect">
              <a:avLst/>
            </a:prstGeom>
            <a:solidFill>
              <a:schemeClr val="accent1"/>
            </a:solidFill>
            <a:ln w="2540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63496" name="Line 55">
              <a:extLst>
                <a:ext uri="{FF2B5EF4-FFF2-40B4-BE49-F238E27FC236}">
                  <a16:creationId xmlns:a16="http://schemas.microsoft.com/office/drawing/2014/main" id="{BF8A9E73-524B-77B8-520C-80A21F2B0DBE}"/>
                </a:ext>
              </a:extLst>
            </p:cNvPr>
            <p:cNvSpPr>
              <a:spLocks noChangeShapeType="1"/>
            </p:cNvSpPr>
            <p:nvPr/>
          </p:nvSpPr>
          <p:spPr bwMode="auto">
            <a:xfrm>
              <a:off x="3870" y="2428"/>
              <a:ext cx="3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7" name="Line 56">
              <a:extLst>
                <a:ext uri="{FF2B5EF4-FFF2-40B4-BE49-F238E27FC236}">
                  <a16:creationId xmlns:a16="http://schemas.microsoft.com/office/drawing/2014/main" id="{6C1170F2-E9E3-22AD-AF6B-E4AE5AF2F564}"/>
                </a:ext>
              </a:extLst>
            </p:cNvPr>
            <p:cNvSpPr>
              <a:spLocks noChangeShapeType="1"/>
            </p:cNvSpPr>
            <p:nvPr/>
          </p:nvSpPr>
          <p:spPr bwMode="auto">
            <a:xfrm>
              <a:off x="3838" y="2677"/>
              <a:ext cx="23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8" name="Line 57">
              <a:extLst>
                <a:ext uri="{FF2B5EF4-FFF2-40B4-BE49-F238E27FC236}">
                  <a16:creationId xmlns:a16="http://schemas.microsoft.com/office/drawing/2014/main" id="{5374AB94-E8BB-4FF1-B2D9-FCA3CBE046F0}"/>
                </a:ext>
              </a:extLst>
            </p:cNvPr>
            <p:cNvSpPr>
              <a:spLocks noChangeShapeType="1"/>
            </p:cNvSpPr>
            <p:nvPr/>
          </p:nvSpPr>
          <p:spPr bwMode="auto">
            <a:xfrm>
              <a:off x="4646" y="2428"/>
              <a:ext cx="3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9" name="Text Box 58">
              <a:extLst>
                <a:ext uri="{FF2B5EF4-FFF2-40B4-BE49-F238E27FC236}">
                  <a16:creationId xmlns:a16="http://schemas.microsoft.com/office/drawing/2014/main" id="{1887F83E-809F-2946-E013-7652F89F37DF}"/>
                </a:ext>
              </a:extLst>
            </p:cNvPr>
            <p:cNvSpPr txBox="1">
              <a:spLocks noChangeArrowheads="1"/>
            </p:cNvSpPr>
            <p:nvPr/>
          </p:nvSpPr>
          <p:spPr bwMode="auto">
            <a:xfrm>
              <a:off x="3654" y="2269"/>
              <a:ext cx="33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T</a:t>
              </a:r>
              <a:endParaRPr lang="ru-RU" altLang="en-US" sz="1600"/>
            </a:p>
          </p:txBody>
        </p:sp>
        <p:sp>
          <p:nvSpPr>
            <p:cNvPr id="63500" name="Text Box 59">
              <a:extLst>
                <a:ext uri="{FF2B5EF4-FFF2-40B4-BE49-F238E27FC236}">
                  <a16:creationId xmlns:a16="http://schemas.microsoft.com/office/drawing/2014/main" id="{456E1D6D-4371-60EA-B9D2-D87141ACD2D5}"/>
                </a:ext>
              </a:extLst>
            </p:cNvPr>
            <p:cNvSpPr txBox="1">
              <a:spLocks noChangeArrowheads="1"/>
            </p:cNvSpPr>
            <p:nvPr/>
          </p:nvSpPr>
          <p:spPr bwMode="auto">
            <a:xfrm>
              <a:off x="3510" y="2480"/>
              <a:ext cx="52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Clock</a:t>
              </a:r>
              <a:endParaRPr lang="ru-RU" altLang="en-US" sz="1600"/>
            </a:p>
          </p:txBody>
        </p:sp>
        <p:sp>
          <p:nvSpPr>
            <p:cNvPr id="63501" name="Text Box 61">
              <a:extLst>
                <a:ext uri="{FF2B5EF4-FFF2-40B4-BE49-F238E27FC236}">
                  <a16:creationId xmlns:a16="http://schemas.microsoft.com/office/drawing/2014/main" id="{6D0D2FF8-6680-998C-2F48-0B1057EC6FAA}"/>
                </a:ext>
              </a:extLst>
            </p:cNvPr>
            <p:cNvSpPr txBox="1">
              <a:spLocks noChangeArrowheads="1"/>
            </p:cNvSpPr>
            <p:nvPr/>
          </p:nvSpPr>
          <p:spPr bwMode="auto">
            <a:xfrm>
              <a:off x="4220" y="2309"/>
              <a:ext cx="33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dirty="0">
                  <a:solidFill>
                    <a:schemeClr val="bg2"/>
                  </a:solidFill>
                </a:rPr>
                <a:t>T</a:t>
              </a:r>
              <a:endParaRPr lang="ru-RU" altLang="en-US" sz="1600" dirty="0">
                <a:solidFill>
                  <a:schemeClr val="bg2"/>
                </a:solidFill>
              </a:endParaRPr>
            </a:p>
          </p:txBody>
        </p:sp>
        <p:sp>
          <p:nvSpPr>
            <p:cNvPr id="63502" name="Text Box 62">
              <a:extLst>
                <a:ext uri="{FF2B5EF4-FFF2-40B4-BE49-F238E27FC236}">
                  <a16:creationId xmlns:a16="http://schemas.microsoft.com/office/drawing/2014/main" id="{0FFE50D3-FB0A-F167-ADBE-206B243AF184}"/>
                </a:ext>
              </a:extLst>
            </p:cNvPr>
            <p:cNvSpPr txBox="1">
              <a:spLocks noChangeArrowheads="1"/>
            </p:cNvSpPr>
            <p:nvPr/>
          </p:nvSpPr>
          <p:spPr bwMode="auto">
            <a:xfrm>
              <a:off x="4228" y="2588"/>
              <a:ext cx="33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dirty="0">
                  <a:solidFill>
                    <a:schemeClr val="bg2"/>
                  </a:solidFill>
                </a:rPr>
                <a:t>C</a:t>
              </a:r>
              <a:endParaRPr lang="ru-RU" altLang="en-US" sz="1600" dirty="0">
                <a:solidFill>
                  <a:schemeClr val="bg2"/>
                </a:solidFill>
              </a:endParaRPr>
            </a:p>
          </p:txBody>
        </p:sp>
        <p:sp>
          <p:nvSpPr>
            <p:cNvPr id="63503" name="AutoShape 63">
              <a:extLst>
                <a:ext uri="{FF2B5EF4-FFF2-40B4-BE49-F238E27FC236}">
                  <a16:creationId xmlns:a16="http://schemas.microsoft.com/office/drawing/2014/main" id="{ABF077F6-6B25-4E64-5C4D-430389AA16DA}"/>
                </a:ext>
              </a:extLst>
            </p:cNvPr>
            <p:cNvSpPr>
              <a:spLocks noChangeArrowheads="1"/>
            </p:cNvSpPr>
            <p:nvPr/>
          </p:nvSpPr>
          <p:spPr bwMode="auto">
            <a:xfrm rot="5400000">
              <a:off x="4148" y="2650"/>
              <a:ext cx="120" cy="69"/>
            </a:xfrm>
            <a:prstGeom prst="triangle">
              <a:avLst>
                <a:gd name="adj" fmla="val 50000"/>
              </a:avLst>
            </a:prstGeom>
            <a:solidFill>
              <a:schemeClr val="accent1"/>
            </a:solidFill>
            <a:ln w="25400" algn="ctr">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63504" name="Oval 64">
              <a:extLst>
                <a:ext uri="{FF2B5EF4-FFF2-40B4-BE49-F238E27FC236}">
                  <a16:creationId xmlns:a16="http://schemas.microsoft.com/office/drawing/2014/main" id="{84076FE7-73B7-4DD8-D5DA-95BE33DB590C}"/>
                </a:ext>
              </a:extLst>
            </p:cNvPr>
            <p:cNvSpPr>
              <a:spLocks noChangeArrowheads="1"/>
            </p:cNvSpPr>
            <p:nvPr/>
          </p:nvSpPr>
          <p:spPr bwMode="auto">
            <a:xfrm>
              <a:off x="4081" y="2638"/>
              <a:ext cx="82" cy="76"/>
            </a:xfrm>
            <a:prstGeom prst="ellipse">
              <a:avLst/>
            </a:prstGeom>
            <a:solidFill>
              <a:schemeClr val="accent1"/>
            </a:solidFill>
            <a:ln w="25400" algn="ctr">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63505" name="Oval 65">
              <a:extLst>
                <a:ext uri="{FF2B5EF4-FFF2-40B4-BE49-F238E27FC236}">
                  <a16:creationId xmlns:a16="http://schemas.microsoft.com/office/drawing/2014/main" id="{6E91AC10-1D35-40CF-E66C-F612FA15C10D}"/>
                </a:ext>
              </a:extLst>
            </p:cNvPr>
            <p:cNvSpPr>
              <a:spLocks noChangeArrowheads="1"/>
            </p:cNvSpPr>
            <p:nvPr/>
          </p:nvSpPr>
          <p:spPr bwMode="auto">
            <a:xfrm>
              <a:off x="4640" y="2646"/>
              <a:ext cx="82" cy="75"/>
            </a:xfrm>
            <a:prstGeom prst="ellipse">
              <a:avLst/>
            </a:prstGeom>
            <a:solidFill>
              <a:schemeClr val="accent1"/>
            </a:solidFill>
            <a:ln w="25400" algn="ctr">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63506" name="Line 66">
              <a:extLst>
                <a:ext uri="{FF2B5EF4-FFF2-40B4-BE49-F238E27FC236}">
                  <a16:creationId xmlns:a16="http://schemas.microsoft.com/office/drawing/2014/main" id="{BBB462B0-077B-02F6-CADD-27CD1D94D1E9}"/>
                </a:ext>
              </a:extLst>
            </p:cNvPr>
            <p:cNvSpPr>
              <a:spLocks noChangeShapeType="1"/>
            </p:cNvSpPr>
            <p:nvPr/>
          </p:nvSpPr>
          <p:spPr bwMode="auto">
            <a:xfrm>
              <a:off x="4729" y="2678"/>
              <a:ext cx="2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7" name="Text Box 8">
              <a:extLst>
                <a:ext uri="{FF2B5EF4-FFF2-40B4-BE49-F238E27FC236}">
                  <a16:creationId xmlns:a16="http://schemas.microsoft.com/office/drawing/2014/main" id="{CE5ACDEC-A5AF-0C82-ABBC-24E84EE886BD}"/>
                </a:ext>
              </a:extLst>
            </p:cNvPr>
            <p:cNvSpPr txBox="1">
              <a:spLocks noChangeArrowheads="1"/>
            </p:cNvSpPr>
            <p:nvPr/>
          </p:nvSpPr>
          <p:spPr bwMode="auto">
            <a:xfrm>
              <a:off x="1602" y="2333"/>
              <a:ext cx="502" cy="573"/>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600" dirty="0">
                  <a:solidFill>
                    <a:schemeClr val="bg2"/>
                  </a:solidFill>
                </a:rPr>
                <a:t>S     </a:t>
              </a:r>
            </a:p>
            <a:p>
              <a:r>
                <a:rPr lang="en-US" altLang="en-US" sz="1600" dirty="0">
                  <a:solidFill>
                    <a:schemeClr val="bg2"/>
                  </a:solidFill>
                </a:rPr>
                <a:t>C</a:t>
              </a:r>
            </a:p>
            <a:p>
              <a:r>
                <a:rPr lang="en-US" altLang="en-US" sz="1600" dirty="0">
                  <a:solidFill>
                    <a:schemeClr val="bg2"/>
                  </a:solidFill>
                </a:rPr>
                <a:t>R</a:t>
              </a:r>
            </a:p>
          </p:txBody>
        </p:sp>
        <p:sp>
          <p:nvSpPr>
            <p:cNvPr id="63508" name="Line 9">
              <a:extLst>
                <a:ext uri="{FF2B5EF4-FFF2-40B4-BE49-F238E27FC236}">
                  <a16:creationId xmlns:a16="http://schemas.microsoft.com/office/drawing/2014/main" id="{7DF7612C-DC1F-C55E-833E-1FC92577B4FC}"/>
                </a:ext>
              </a:extLst>
            </p:cNvPr>
            <p:cNvSpPr>
              <a:spLocks noChangeShapeType="1"/>
            </p:cNvSpPr>
            <p:nvPr/>
          </p:nvSpPr>
          <p:spPr bwMode="auto">
            <a:xfrm>
              <a:off x="1344" y="2446"/>
              <a:ext cx="25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9" name="Line 10">
              <a:extLst>
                <a:ext uri="{FF2B5EF4-FFF2-40B4-BE49-F238E27FC236}">
                  <a16:creationId xmlns:a16="http://schemas.microsoft.com/office/drawing/2014/main" id="{FB1BC167-93F2-AF66-A4E5-A6324CDBB6C3}"/>
                </a:ext>
              </a:extLst>
            </p:cNvPr>
            <p:cNvSpPr>
              <a:spLocks noChangeShapeType="1"/>
            </p:cNvSpPr>
            <p:nvPr/>
          </p:nvSpPr>
          <p:spPr bwMode="auto">
            <a:xfrm>
              <a:off x="1352" y="2793"/>
              <a:ext cx="25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0" name="Line 11">
              <a:extLst>
                <a:ext uri="{FF2B5EF4-FFF2-40B4-BE49-F238E27FC236}">
                  <a16:creationId xmlns:a16="http://schemas.microsoft.com/office/drawing/2014/main" id="{819ABF2C-E3F7-0CC6-6CF5-A4DAB8DA845D}"/>
                </a:ext>
              </a:extLst>
            </p:cNvPr>
            <p:cNvSpPr>
              <a:spLocks noChangeShapeType="1"/>
            </p:cNvSpPr>
            <p:nvPr/>
          </p:nvSpPr>
          <p:spPr bwMode="auto">
            <a:xfrm flipH="1">
              <a:off x="956" y="2513"/>
              <a:ext cx="1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1" name="Line 12">
              <a:extLst>
                <a:ext uri="{FF2B5EF4-FFF2-40B4-BE49-F238E27FC236}">
                  <a16:creationId xmlns:a16="http://schemas.microsoft.com/office/drawing/2014/main" id="{50DCBBEF-8A76-FE90-57A7-24F03B0FC59F}"/>
                </a:ext>
              </a:extLst>
            </p:cNvPr>
            <p:cNvSpPr>
              <a:spLocks noChangeShapeType="1"/>
            </p:cNvSpPr>
            <p:nvPr/>
          </p:nvSpPr>
          <p:spPr bwMode="auto">
            <a:xfrm flipH="1">
              <a:off x="956" y="2739"/>
              <a:ext cx="1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2" name="Line 13">
              <a:extLst>
                <a:ext uri="{FF2B5EF4-FFF2-40B4-BE49-F238E27FC236}">
                  <a16:creationId xmlns:a16="http://schemas.microsoft.com/office/drawing/2014/main" id="{A22B1632-BC97-3F06-D777-870EBCAC019F}"/>
                </a:ext>
              </a:extLst>
            </p:cNvPr>
            <p:cNvSpPr>
              <a:spLocks noChangeShapeType="1"/>
            </p:cNvSpPr>
            <p:nvPr/>
          </p:nvSpPr>
          <p:spPr bwMode="auto">
            <a:xfrm>
              <a:off x="956" y="2513"/>
              <a:ext cx="0" cy="22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3" name="Line 14">
              <a:extLst>
                <a:ext uri="{FF2B5EF4-FFF2-40B4-BE49-F238E27FC236}">
                  <a16:creationId xmlns:a16="http://schemas.microsoft.com/office/drawing/2014/main" id="{D3A0BDF5-335F-E7E2-97BA-2C089505CBD5}"/>
                </a:ext>
              </a:extLst>
            </p:cNvPr>
            <p:cNvSpPr>
              <a:spLocks noChangeShapeType="1"/>
            </p:cNvSpPr>
            <p:nvPr/>
          </p:nvSpPr>
          <p:spPr bwMode="auto">
            <a:xfrm flipH="1">
              <a:off x="670" y="2637"/>
              <a:ext cx="286"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3514" name="Line 15">
              <a:extLst>
                <a:ext uri="{FF2B5EF4-FFF2-40B4-BE49-F238E27FC236}">
                  <a16:creationId xmlns:a16="http://schemas.microsoft.com/office/drawing/2014/main" id="{A04F6393-4101-F2C3-6AFA-6D188597FC92}"/>
                </a:ext>
              </a:extLst>
            </p:cNvPr>
            <p:cNvSpPr>
              <a:spLocks noChangeShapeType="1"/>
            </p:cNvSpPr>
            <p:nvPr/>
          </p:nvSpPr>
          <p:spPr bwMode="auto">
            <a:xfrm>
              <a:off x="956" y="2219"/>
              <a:ext cx="0" cy="1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5" name="Line 16">
              <a:extLst>
                <a:ext uri="{FF2B5EF4-FFF2-40B4-BE49-F238E27FC236}">
                  <a16:creationId xmlns:a16="http://schemas.microsoft.com/office/drawing/2014/main" id="{FB05B32B-8B2C-34C7-69D1-310A672650F6}"/>
                </a:ext>
              </a:extLst>
            </p:cNvPr>
            <p:cNvSpPr>
              <a:spLocks noChangeShapeType="1"/>
            </p:cNvSpPr>
            <p:nvPr/>
          </p:nvSpPr>
          <p:spPr bwMode="auto">
            <a:xfrm>
              <a:off x="956" y="2378"/>
              <a:ext cx="1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6" name="Line 17">
              <a:extLst>
                <a:ext uri="{FF2B5EF4-FFF2-40B4-BE49-F238E27FC236}">
                  <a16:creationId xmlns:a16="http://schemas.microsoft.com/office/drawing/2014/main" id="{B41ECCED-1FDA-59B2-C14F-27A7FEFA6ABB}"/>
                </a:ext>
              </a:extLst>
            </p:cNvPr>
            <p:cNvSpPr>
              <a:spLocks noChangeShapeType="1"/>
            </p:cNvSpPr>
            <p:nvPr/>
          </p:nvSpPr>
          <p:spPr bwMode="auto">
            <a:xfrm flipV="1">
              <a:off x="956" y="2841"/>
              <a:ext cx="0" cy="1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7" name="Line 18">
              <a:extLst>
                <a:ext uri="{FF2B5EF4-FFF2-40B4-BE49-F238E27FC236}">
                  <a16:creationId xmlns:a16="http://schemas.microsoft.com/office/drawing/2014/main" id="{886FC2F2-2794-D9DC-A7E1-A60E8A8AA823}"/>
                </a:ext>
              </a:extLst>
            </p:cNvPr>
            <p:cNvSpPr>
              <a:spLocks noChangeShapeType="1"/>
            </p:cNvSpPr>
            <p:nvPr/>
          </p:nvSpPr>
          <p:spPr bwMode="auto">
            <a:xfrm>
              <a:off x="956" y="2848"/>
              <a:ext cx="1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8" name="Line 19">
              <a:extLst>
                <a:ext uri="{FF2B5EF4-FFF2-40B4-BE49-F238E27FC236}">
                  <a16:creationId xmlns:a16="http://schemas.microsoft.com/office/drawing/2014/main" id="{526BE317-E6AB-0E49-2558-06674A86E0FC}"/>
                </a:ext>
              </a:extLst>
            </p:cNvPr>
            <p:cNvSpPr>
              <a:spLocks noChangeShapeType="1"/>
            </p:cNvSpPr>
            <p:nvPr/>
          </p:nvSpPr>
          <p:spPr bwMode="auto">
            <a:xfrm>
              <a:off x="2104" y="2446"/>
              <a:ext cx="2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9" name="Line 20">
              <a:extLst>
                <a:ext uri="{FF2B5EF4-FFF2-40B4-BE49-F238E27FC236}">
                  <a16:creationId xmlns:a16="http://schemas.microsoft.com/office/drawing/2014/main" id="{EE8D3EF0-F726-6328-64DA-02FE5F8E8C20}"/>
                </a:ext>
              </a:extLst>
            </p:cNvPr>
            <p:cNvSpPr>
              <a:spLocks noChangeShapeType="1"/>
            </p:cNvSpPr>
            <p:nvPr/>
          </p:nvSpPr>
          <p:spPr bwMode="auto">
            <a:xfrm>
              <a:off x="2156" y="2780"/>
              <a:ext cx="23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0" name="Text Box 21">
              <a:extLst>
                <a:ext uri="{FF2B5EF4-FFF2-40B4-BE49-F238E27FC236}">
                  <a16:creationId xmlns:a16="http://schemas.microsoft.com/office/drawing/2014/main" id="{EA95B517-CA13-7282-8123-0BA83FF4BF2B}"/>
                </a:ext>
              </a:extLst>
            </p:cNvPr>
            <p:cNvSpPr txBox="1">
              <a:spLocks noChangeArrowheads="1"/>
            </p:cNvSpPr>
            <p:nvPr/>
          </p:nvSpPr>
          <p:spPr bwMode="auto">
            <a:xfrm>
              <a:off x="2391" y="2339"/>
              <a:ext cx="503" cy="573"/>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600" dirty="0">
                  <a:solidFill>
                    <a:schemeClr val="bg2"/>
                  </a:solidFill>
                </a:rPr>
                <a:t>S     </a:t>
              </a:r>
            </a:p>
            <a:p>
              <a:r>
                <a:rPr lang="en-US" altLang="en-US" sz="1600" dirty="0">
                  <a:solidFill>
                    <a:schemeClr val="bg2"/>
                  </a:solidFill>
                </a:rPr>
                <a:t>C</a:t>
              </a:r>
            </a:p>
            <a:p>
              <a:r>
                <a:rPr lang="en-US" altLang="en-US" sz="1600" dirty="0">
                  <a:solidFill>
                    <a:schemeClr val="bg2"/>
                  </a:solidFill>
                </a:rPr>
                <a:t>R</a:t>
              </a:r>
            </a:p>
          </p:txBody>
        </p:sp>
        <p:sp>
          <p:nvSpPr>
            <p:cNvPr id="63521" name="Line 22">
              <a:extLst>
                <a:ext uri="{FF2B5EF4-FFF2-40B4-BE49-F238E27FC236}">
                  <a16:creationId xmlns:a16="http://schemas.microsoft.com/office/drawing/2014/main" id="{A4F18F06-4161-F35E-D24D-118AD9537E44}"/>
                </a:ext>
              </a:extLst>
            </p:cNvPr>
            <p:cNvSpPr>
              <a:spLocks noChangeShapeType="1"/>
            </p:cNvSpPr>
            <p:nvPr/>
          </p:nvSpPr>
          <p:spPr bwMode="auto">
            <a:xfrm flipV="1">
              <a:off x="3109" y="2225"/>
              <a:ext cx="0" cy="562"/>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3522" name="Line 23">
              <a:extLst>
                <a:ext uri="{FF2B5EF4-FFF2-40B4-BE49-F238E27FC236}">
                  <a16:creationId xmlns:a16="http://schemas.microsoft.com/office/drawing/2014/main" id="{70901F11-CC11-5D3E-E893-A53B98B2FA64}"/>
                </a:ext>
              </a:extLst>
            </p:cNvPr>
            <p:cNvSpPr>
              <a:spLocks noChangeShapeType="1"/>
            </p:cNvSpPr>
            <p:nvPr/>
          </p:nvSpPr>
          <p:spPr bwMode="auto">
            <a:xfrm>
              <a:off x="3259" y="2446"/>
              <a:ext cx="0" cy="57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3523" name="Line 24">
              <a:extLst>
                <a:ext uri="{FF2B5EF4-FFF2-40B4-BE49-F238E27FC236}">
                  <a16:creationId xmlns:a16="http://schemas.microsoft.com/office/drawing/2014/main" id="{FC734E0B-C761-0098-75AD-BD316F28F33D}"/>
                </a:ext>
              </a:extLst>
            </p:cNvPr>
            <p:cNvSpPr>
              <a:spLocks noChangeShapeType="1"/>
            </p:cNvSpPr>
            <p:nvPr/>
          </p:nvSpPr>
          <p:spPr bwMode="auto">
            <a:xfrm>
              <a:off x="2894" y="2446"/>
              <a:ext cx="5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4" name="Line 25">
              <a:extLst>
                <a:ext uri="{FF2B5EF4-FFF2-40B4-BE49-F238E27FC236}">
                  <a16:creationId xmlns:a16="http://schemas.microsoft.com/office/drawing/2014/main" id="{0C7629E3-E446-0295-BC18-BC19C7418C9E}"/>
                </a:ext>
              </a:extLst>
            </p:cNvPr>
            <p:cNvSpPr>
              <a:spLocks noChangeShapeType="1"/>
            </p:cNvSpPr>
            <p:nvPr/>
          </p:nvSpPr>
          <p:spPr bwMode="auto">
            <a:xfrm>
              <a:off x="2933" y="2787"/>
              <a:ext cx="48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5" name="Line 26">
              <a:extLst>
                <a:ext uri="{FF2B5EF4-FFF2-40B4-BE49-F238E27FC236}">
                  <a16:creationId xmlns:a16="http://schemas.microsoft.com/office/drawing/2014/main" id="{48CB95AB-8ED4-45E9-C6E1-140436DA86B7}"/>
                </a:ext>
              </a:extLst>
            </p:cNvPr>
            <p:cNvSpPr>
              <a:spLocks noChangeShapeType="1"/>
            </p:cNvSpPr>
            <p:nvPr/>
          </p:nvSpPr>
          <p:spPr bwMode="auto">
            <a:xfrm flipH="1">
              <a:off x="956" y="2223"/>
              <a:ext cx="21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6" name="Line 27">
              <a:extLst>
                <a:ext uri="{FF2B5EF4-FFF2-40B4-BE49-F238E27FC236}">
                  <a16:creationId xmlns:a16="http://schemas.microsoft.com/office/drawing/2014/main" id="{53D16AFE-F0D6-570C-7D26-6878B95103F5}"/>
                </a:ext>
              </a:extLst>
            </p:cNvPr>
            <p:cNvSpPr>
              <a:spLocks noChangeShapeType="1"/>
            </p:cNvSpPr>
            <p:nvPr/>
          </p:nvSpPr>
          <p:spPr bwMode="auto">
            <a:xfrm flipH="1">
              <a:off x="950" y="3011"/>
              <a:ext cx="2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7" name="Oval 28">
              <a:extLst>
                <a:ext uri="{FF2B5EF4-FFF2-40B4-BE49-F238E27FC236}">
                  <a16:creationId xmlns:a16="http://schemas.microsoft.com/office/drawing/2014/main" id="{5F694A35-15F5-6CC4-9948-4BBCE65F086B}"/>
                </a:ext>
              </a:extLst>
            </p:cNvPr>
            <p:cNvSpPr>
              <a:spLocks noChangeArrowheads="1"/>
            </p:cNvSpPr>
            <p:nvPr/>
          </p:nvSpPr>
          <p:spPr bwMode="auto">
            <a:xfrm>
              <a:off x="2092" y="2749"/>
              <a:ext cx="62" cy="64"/>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63528" name="Oval 29">
              <a:extLst>
                <a:ext uri="{FF2B5EF4-FFF2-40B4-BE49-F238E27FC236}">
                  <a16:creationId xmlns:a16="http://schemas.microsoft.com/office/drawing/2014/main" id="{779DF286-D63E-A89B-D691-1B33F226C2BA}"/>
                </a:ext>
              </a:extLst>
            </p:cNvPr>
            <p:cNvSpPr>
              <a:spLocks noChangeArrowheads="1"/>
            </p:cNvSpPr>
            <p:nvPr/>
          </p:nvSpPr>
          <p:spPr bwMode="auto">
            <a:xfrm>
              <a:off x="2886" y="2753"/>
              <a:ext cx="62" cy="63"/>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63529" name="Line 30">
              <a:extLst>
                <a:ext uri="{FF2B5EF4-FFF2-40B4-BE49-F238E27FC236}">
                  <a16:creationId xmlns:a16="http://schemas.microsoft.com/office/drawing/2014/main" id="{BA5E3D8D-6363-C514-707A-22812B9CC256}"/>
                </a:ext>
              </a:extLst>
            </p:cNvPr>
            <p:cNvSpPr>
              <a:spLocks noChangeShapeType="1"/>
            </p:cNvSpPr>
            <p:nvPr/>
          </p:nvSpPr>
          <p:spPr bwMode="auto">
            <a:xfrm flipH="1">
              <a:off x="2248" y="2597"/>
              <a:ext cx="1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0" name="Line 31">
              <a:extLst>
                <a:ext uri="{FF2B5EF4-FFF2-40B4-BE49-F238E27FC236}">
                  <a16:creationId xmlns:a16="http://schemas.microsoft.com/office/drawing/2014/main" id="{EF1573C2-6763-A668-87CF-5C0650C182A8}"/>
                </a:ext>
              </a:extLst>
            </p:cNvPr>
            <p:cNvSpPr>
              <a:spLocks noChangeShapeType="1"/>
            </p:cNvSpPr>
            <p:nvPr/>
          </p:nvSpPr>
          <p:spPr bwMode="auto">
            <a:xfrm>
              <a:off x="2248" y="2590"/>
              <a:ext cx="1" cy="6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1" name="Line 32">
              <a:extLst>
                <a:ext uri="{FF2B5EF4-FFF2-40B4-BE49-F238E27FC236}">
                  <a16:creationId xmlns:a16="http://schemas.microsoft.com/office/drawing/2014/main" id="{4EF28CF3-B318-357A-0DF9-6E48DADD8EB8}"/>
                </a:ext>
              </a:extLst>
            </p:cNvPr>
            <p:cNvSpPr>
              <a:spLocks noChangeShapeType="1"/>
            </p:cNvSpPr>
            <p:nvPr/>
          </p:nvSpPr>
          <p:spPr bwMode="auto">
            <a:xfrm flipH="1">
              <a:off x="1868" y="3263"/>
              <a:ext cx="38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2" name="Line 33">
              <a:extLst>
                <a:ext uri="{FF2B5EF4-FFF2-40B4-BE49-F238E27FC236}">
                  <a16:creationId xmlns:a16="http://schemas.microsoft.com/office/drawing/2014/main" id="{6D05BE1E-1BB4-CC85-6108-E8B7D3659006}"/>
                </a:ext>
              </a:extLst>
            </p:cNvPr>
            <p:cNvSpPr>
              <a:spLocks noChangeShapeType="1"/>
            </p:cNvSpPr>
            <p:nvPr/>
          </p:nvSpPr>
          <p:spPr bwMode="auto">
            <a:xfrm flipH="1">
              <a:off x="670" y="3263"/>
              <a:ext cx="93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3" name="Line 34">
              <a:extLst>
                <a:ext uri="{FF2B5EF4-FFF2-40B4-BE49-F238E27FC236}">
                  <a16:creationId xmlns:a16="http://schemas.microsoft.com/office/drawing/2014/main" id="{F6556478-821B-B62C-20A8-9EBAFF19971F}"/>
                </a:ext>
              </a:extLst>
            </p:cNvPr>
            <p:cNvSpPr>
              <a:spLocks noChangeShapeType="1"/>
            </p:cNvSpPr>
            <p:nvPr/>
          </p:nvSpPr>
          <p:spPr bwMode="auto">
            <a:xfrm flipH="1">
              <a:off x="1458" y="2604"/>
              <a:ext cx="1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4" name="Line 35">
              <a:extLst>
                <a:ext uri="{FF2B5EF4-FFF2-40B4-BE49-F238E27FC236}">
                  <a16:creationId xmlns:a16="http://schemas.microsoft.com/office/drawing/2014/main" id="{A29AAA3A-4EEC-6D08-BBD7-505B9BCCBEBD}"/>
                </a:ext>
              </a:extLst>
            </p:cNvPr>
            <p:cNvSpPr>
              <a:spLocks noChangeShapeType="1"/>
            </p:cNvSpPr>
            <p:nvPr/>
          </p:nvSpPr>
          <p:spPr bwMode="auto">
            <a:xfrm>
              <a:off x="1458" y="2601"/>
              <a:ext cx="0" cy="661"/>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nvGrpSpPr>
            <p:cNvPr id="63535" name="Group 36">
              <a:extLst>
                <a:ext uri="{FF2B5EF4-FFF2-40B4-BE49-F238E27FC236}">
                  <a16:creationId xmlns:a16="http://schemas.microsoft.com/office/drawing/2014/main" id="{70F0F34E-83F3-962A-6435-DCD207227498}"/>
                </a:ext>
              </a:extLst>
            </p:cNvPr>
            <p:cNvGrpSpPr>
              <a:grpSpLocks/>
            </p:cNvGrpSpPr>
            <p:nvPr/>
          </p:nvGrpSpPr>
          <p:grpSpPr bwMode="auto">
            <a:xfrm>
              <a:off x="1604" y="3136"/>
              <a:ext cx="256" cy="250"/>
              <a:chOff x="894" y="2432"/>
              <a:chExt cx="337" cy="326"/>
            </a:xfrm>
          </p:grpSpPr>
          <p:sp>
            <p:nvSpPr>
              <p:cNvPr id="63543" name="AutoShape 37">
                <a:extLst>
                  <a:ext uri="{FF2B5EF4-FFF2-40B4-BE49-F238E27FC236}">
                    <a16:creationId xmlns:a16="http://schemas.microsoft.com/office/drawing/2014/main" id="{E9A4751E-774D-E7A5-C264-CDF07C728C98}"/>
                  </a:ext>
                </a:extLst>
              </p:cNvPr>
              <p:cNvSpPr>
                <a:spLocks noChangeArrowheads="1"/>
              </p:cNvSpPr>
              <p:nvPr/>
            </p:nvSpPr>
            <p:spPr bwMode="auto">
              <a:xfrm rot="5400000">
                <a:off x="860" y="2466"/>
                <a:ext cx="326" cy="258"/>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63544" name="Oval 38">
                <a:extLst>
                  <a:ext uri="{FF2B5EF4-FFF2-40B4-BE49-F238E27FC236}">
                    <a16:creationId xmlns:a16="http://schemas.microsoft.com/office/drawing/2014/main" id="{1F2D1804-30A6-B03C-4A26-5F2992A981DF}"/>
                  </a:ext>
                </a:extLst>
              </p:cNvPr>
              <p:cNvSpPr>
                <a:spLocks noChangeArrowheads="1"/>
              </p:cNvSpPr>
              <p:nvPr/>
            </p:nvSpPr>
            <p:spPr bwMode="auto">
              <a:xfrm>
                <a:off x="1154" y="2558"/>
                <a:ext cx="77" cy="77"/>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grpSp>
        <p:sp>
          <p:nvSpPr>
            <p:cNvPr id="63536" name="Text Box 49">
              <a:extLst>
                <a:ext uri="{FF2B5EF4-FFF2-40B4-BE49-F238E27FC236}">
                  <a16:creationId xmlns:a16="http://schemas.microsoft.com/office/drawing/2014/main" id="{48A1616A-63F6-2FD3-20B5-D0ECD6AA095F}"/>
                </a:ext>
              </a:extLst>
            </p:cNvPr>
            <p:cNvSpPr txBox="1">
              <a:spLocks noChangeArrowheads="1"/>
            </p:cNvSpPr>
            <p:nvPr/>
          </p:nvSpPr>
          <p:spPr bwMode="auto">
            <a:xfrm>
              <a:off x="514" y="2532"/>
              <a:ext cx="2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T</a:t>
              </a:r>
              <a:endParaRPr lang="ru-RU" altLang="en-US" sz="1800"/>
            </a:p>
          </p:txBody>
        </p:sp>
        <p:sp>
          <p:nvSpPr>
            <p:cNvPr id="63537" name="Text Box 50">
              <a:extLst>
                <a:ext uri="{FF2B5EF4-FFF2-40B4-BE49-F238E27FC236}">
                  <a16:creationId xmlns:a16="http://schemas.microsoft.com/office/drawing/2014/main" id="{928D87B3-D0D0-7BBE-A572-008B7EE99692}"/>
                </a:ext>
              </a:extLst>
            </p:cNvPr>
            <p:cNvSpPr txBox="1">
              <a:spLocks noChangeArrowheads="1"/>
            </p:cNvSpPr>
            <p:nvPr/>
          </p:nvSpPr>
          <p:spPr bwMode="auto">
            <a:xfrm>
              <a:off x="507" y="3158"/>
              <a:ext cx="2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a:t>
              </a:r>
              <a:endParaRPr lang="ru-RU" altLang="en-US" sz="1800"/>
            </a:p>
          </p:txBody>
        </p:sp>
        <p:sp>
          <p:nvSpPr>
            <p:cNvPr id="63538" name="Text Box 50">
              <a:extLst>
                <a:ext uri="{FF2B5EF4-FFF2-40B4-BE49-F238E27FC236}">
                  <a16:creationId xmlns:a16="http://schemas.microsoft.com/office/drawing/2014/main" id="{4F600DAD-B14D-5EC8-E47E-8A76512E0039}"/>
                </a:ext>
              </a:extLst>
            </p:cNvPr>
            <p:cNvSpPr txBox="1">
              <a:spLocks noChangeArrowheads="1"/>
            </p:cNvSpPr>
            <p:nvPr/>
          </p:nvSpPr>
          <p:spPr bwMode="auto">
            <a:xfrm>
              <a:off x="1715" y="2001"/>
              <a:ext cx="4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M</a:t>
              </a:r>
              <a:endParaRPr lang="ru-RU" altLang="en-US" sz="1800"/>
            </a:p>
          </p:txBody>
        </p:sp>
        <p:sp>
          <p:nvSpPr>
            <p:cNvPr id="63539" name="Text Box 50">
              <a:extLst>
                <a:ext uri="{FF2B5EF4-FFF2-40B4-BE49-F238E27FC236}">
                  <a16:creationId xmlns:a16="http://schemas.microsoft.com/office/drawing/2014/main" id="{8F5F6F88-F288-17AB-F0C9-6B45244A29F4}"/>
                </a:ext>
              </a:extLst>
            </p:cNvPr>
            <p:cNvSpPr txBox="1">
              <a:spLocks noChangeArrowheads="1"/>
            </p:cNvSpPr>
            <p:nvPr/>
          </p:nvSpPr>
          <p:spPr bwMode="auto">
            <a:xfrm>
              <a:off x="2442" y="2001"/>
              <a:ext cx="4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a:t>
              </a:r>
              <a:endParaRPr lang="ru-RU" altLang="en-US" sz="1800"/>
            </a:p>
          </p:txBody>
        </p:sp>
        <p:sp>
          <p:nvSpPr>
            <p:cNvPr id="63540" name="AutoShape 67">
              <a:extLst>
                <a:ext uri="{FF2B5EF4-FFF2-40B4-BE49-F238E27FC236}">
                  <a16:creationId xmlns:a16="http://schemas.microsoft.com/office/drawing/2014/main" id="{A8DEE252-6577-91F4-9AB0-7B90891FC716}"/>
                </a:ext>
              </a:extLst>
            </p:cNvPr>
            <p:cNvSpPr>
              <a:spLocks noChangeArrowheads="1"/>
            </p:cNvSpPr>
            <p:nvPr/>
          </p:nvSpPr>
          <p:spPr bwMode="auto">
            <a:xfrm>
              <a:off x="1104" y="2662"/>
              <a:ext cx="249" cy="272"/>
            </a:xfrm>
            <a:prstGeom prst="flowChartDelay">
              <a:avLst/>
            </a:prstGeom>
            <a:solidFill>
              <a:srgbClr val="00CC9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3541" name="AutoShape 68">
              <a:extLst>
                <a:ext uri="{FF2B5EF4-FFF2-40B4-BE49-F238E27FC236}">
                  <a16:creationId xmlns:a16="http://schemas.microsoft.com/office/drawing/2014/main" id="{DED47D28-D191-B1C8-B005-732E0432A92F}"/>
                </a:ext>
              </a:extLst>
            </p:cNvPr>
            <p:cNvSpPr>
              <a:spLocks noChangeArrowheads="1"/>
            </p:cNvSpPr>
            <p:nvPr/>
          </p:nvSpPr>
          <p:spPr bwMode="auto">
            <a:xfrm>
              <a:off x="1089" y="2302"/>
              <a:ext cx="249" cy="278"/>
            </a:xfrm>
            <a:prstGeom prst="flowChartDelay">
              <a:avLst/>
            </a:prstGeom>
            <a:solidFill>
              <a:schemeClr val="accent1"/>
            </a:solidFill>
            <a:ln w="317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3542" name="AutoShape 72">
              <a:extLst>
                <a:ext uri="{FF2B5EF4-FFF2-40B4-BE49-F238E27FC236}">
                  <a16:creationId xmlns:a16="http://schemas.microsoft.com/office/drawing/2014/main" id="{9ED122BB-C3E4-9DF5-10E6-61E674C93F51}"/>
                </a:ext>
              </a:extLst>
            </p:cNvPr>
            <p:cNvSpPr>
              <a:spLocks noChangeArrowheads="1"/>
            </p:cNvSpPr>
            <p:nvPr/>
          </p:nvSpPr>
          <p:spPr bwMode="auto">
            <a:xfrm>
              <a:off x="1104" y="2662"/>
              <a:ext cx="249" cy="272"/>
            </a:xfrm>
            <a:prstGeom prst="flowChartDelay">
              <a:avLst/>
            </a:prstGeom>
            <a:solidFill>
              <a:schemeClr val="accent1"/>
            </a:solidFill>
            <a:ln w="317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Заголовок 1">
            <a:extLst>
              <a:ext uri="{FF2B5EF4-FFF2-40B4-BE49-F238E27FC236}">
                <a16:creationId xmlns:a16="http://schemas.microsoft.com/office/drawing/2014/main" id="{11AB1744-BAF5-2987-898C-F9C5C54B184D}"/>
              </a:ext>
            </a:extLst>
          </p:cNvPr>
          <p:cNvSpPr>
            <a:spLocks noGrp="1" noChangeArrowheads="1"/>
          </p:cNvSpPr>
          <p:nvPr>
            <p:ph type="title"/>
          </p:nvPr>
        </p:nvSpPr>
        <p:spPr/>
        <p:txBody>
          <a:bodyPr>
            <a:normAutofit/>
          </a:bodyPr>
          <a:lstStyle/>
          <a:p>
            <a:r>
              <a:rPr lang="en-US" altLang="en-US" dirty="0"/>
              <a:t>Master/Slave RS  and D Flip-Flops</a:t>
            </a:r>
            <a:endParaRPr lang="ru-RU" altLang="en-US" dirty="0"/>
          </a:p>
        </p:txBody>
      </p:sp>
      <p:sp>
        <p:nvSpPr>
          <p:cNvPr id="64515" name="Объект 2">
            <a:extLst>
              <a:ext uri="{FF2B5EF4-FFF2-40B4-BE49-F238E27FC236}">
                <a16:creationId xmlns:a16="http://schemas.microsoft.com/office/drawing/2014/main" id="{7B3EF03B-B432-5A72-29F8-C535602B052C}"/>
              </a:ext>
            </a:extLst>
          </p:cNvPr>
          <p:cNvSpPr>
            <a:spLocks noGrp="1" noChangeArrowheads="1"/>
          </p:cNvSpPr>
          <p:nvPr>
            <p:ph type="body" sz="quarter" idx="10"/>
          </p:nvPr>
        </p:nvSpPr>
        <p:spPr/>
        <p:txBody>
          <a:bodyPr/>
          <a:lstStyle/>
          <a:p>
            <a:r>
              <a:rPr lang="en-US" altLang="en-US"/>
              <a:t>Flip-flop changes its output only at the falling edge of a signal C New output value depend on input values not just at the falling edge but during the entire interval in which C=1.</a:t>
            </a:r>
            <a:endParaRPr lang="ru-RU" altLang="en-US"/>
          </a:p>
          <a:p>
            <a:endParaRPr lang="ru-RU" altLang="en-US"/>
          </a:p>
        </p:txBody>
      </p:sp>
      <p:grpSp>
        <p:nvGrpSpPr>
          <p:cNvPr id="64516" name="Group 28">
            <a:extLst>
              <a:ext uri="{FF2B5EF4-FFF2-40B4-BE49-F238E27FC236}">
                <a16:creationId xmlns:a16="http://schemas.microsoft.com/office/drawing/2014/main" id="{A4900719-2F3E-DE24-469F-3C608FB72D17}"/>
              </a:ext>
            </a:extLst>
          </p:cNvPr>
          <p:cNvGrpSpPr>
            <a:grpSpLocks/>
          </p:cNvGrpSpPr>
          <p:nvPr/>
        </p:nvGrpSpPr>
        <p:grpSpPr bwMode="auto">
          <a:xfrm>
            <a:off x="3276600" y="2230438"/>
            <a:ext cx="5029200" cy="2011362"/>
            <a:chOff x="703" y="648"/>
            <a:chExt cx="3356" cy="1401"/>
          </a:xfrm>
        </p:grpSpPr>
        <p:sp>
          <p:nvSpPr>
            <p:cNvPr id="64533" name="Text Box 22">
              <a:extLst>
                <a:ext uri="{FF2B5EF4-FFF2-40B4-BE49-F238E27FC236}">
                  <a16:creationId xmlns:a16="http://schemas.microsoft.com/office/drawing/2014/main" id="{C47A0D11-F1D1-2D65-147F-EF8013EEA60B}"/>
                </a:ext>
              </a:extLst>
            </p:cNvPr>
            <p:cNvSpPr txBox="1">
              <a:spLocks noChangeArrowheads="1"/>
            </p:cNvSpPr>
            <p:nvPr/>
          </p:nvSpPr>
          <p:spPr bwMode="auto">
            <a:xfrm>
              <a:off x="3706" y="915"/>
              <a:ext cx="353" cy="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 Q</a:t>
              </a:r>
            </a:p>
            <a:p>
              <a:pPr eaLnBrk="1" hangingPunct="1"/>
              <a:endParaRPr lang="ru-RU" altLang="en-US" sz="1800"/>
            </a:p>
            <a:p>
              <a:pPr eaLnBrk="1" hangingPunct="1"/>
              <a:r>
                <a:rPr lang="en-US" altLang="en-US" sz="1800"/>
                <a:t>~</a:t>
              </a:r>
              <a:r>
                <a:rPr lang="ru-RU" altLang="en-US" sz="1800"/>
                <a:t>Q</a:t>
              </a:r>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p:txBody>
        </p:sp>
        <p:sp>
          <p:nvSpPr>
            <p:cNvPr id="64534" name="Text Box 6">
              <a:extLst>
                <a:ext uri="{FF2B5EF4-FFF2-40B4-BE49-F238E27FC236}">
                  <a16:creationId xmlns:a16="http://schemas.microsoft.com/office/drawing/2014/main" id="{08396202-A2A0-1B13-5CA3-A5D877896FAA}"/>
                </a:ext>
              </a:extLst>
            </p:cNvPr>
            <p:cNvSpPr txBox="1">
              <a:spLocks noChangeArrowheads="1"/>
            </p:cNvSpPr>
            <p:nvPr/>
          </p:nvSpPr>
          <p:spPr bwMode="auto">
            <a:xfrm>
              <a:off x="703" y="931"/>
              <a:ext cx="329" cy="1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800"/>
                <a:t>S</a:t>
              </a:r>
            </a:p>
            <a:p>
              <a:pPr eaLnBrk="1" hangingPunct="1"/>
              <a:endParaRPr lang="en-US" altLang="en-US" sz="1800"/>
            </a:p>
            <a:p>
              <a:pPr eaLnBrk="1" hangingPunct="1"/>
              <a:r>
                <a:rPr lang="ru-RU" altLang="en-US" sz="1800"/>
                <a:t>R</a:t>
              </a:r>
            </a:p>
            <a:p>
              <a:pPr eaLnBrk="1" hangingPunct="1"/>
              <a:endParaRPr lang="ru-RU" altLang="en-US" sz="1800"/>
            </a:p>
            <a:p>
              <a:pPr eaLnBrk="1" hangingPunct="1"/>
              <a:r>
                <a:rPr lang="ru-RU" altLang="en-US" sz="1800"/>
                <a:t>C</a:t>
              </a:r>
            </a:p>
            <a:p>
              <a:pPr eaLnBrk="1" hangingPunct="1"/>
              <a:endParaRPr lang="ru-RU" altLang="en-US" sz="1800"/>
            </a:p>
          </p:txBody>
        </p:sp>
        <p:sp>
          <p:nvSpPr>
            <p:cNvPr id="64535" name="Text Box 7">
              <a:extLst>
                <a:ext uri="{FF2B5EF4-FFF2-40B4-BE49-F238E27FC236}">
                  <a16:creationId xmlns:a16="http://schemas.microsoft.com/office/drawing/2014/main" id="{B62296C2-D0F0-5A69-2D10-4327ACBCEC42}"/>
                </a:ext>
              </a:extLst>
            </p:cNvPr>
            <p:cNvSpPr txBox="1">
              <a:spLocks noChangeArrowheads="1"/>
            </p:cNvSpPr>
            <p:nvPr/>
          </p:nvSpPr>
          <p:spPr bwMode="auto">
            <a:xfrm>
              <a:off x="2681" y="915"/>
              <a:ext cx="576" cy="680"/>
            </a:xfrm>
            <a:prstGeom prst="rect">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800" dirty="0">
                  <a:solidFill>
                    <a:schemeClr val="bg2"/>
                  </a:solidFill>
                </a:rPr>
                <a:t>S</a:t>
              </a:r>
            </a:p>
            <a:p>
              <a:pPr eaLnBrk="1" hangingPunct="1"/>
              <a:r>
                <a:rPr lang="ru-RU" altLang="en-US" sz="1800" dirty="0">
                  <a:solidFill>
                    <a:schemeClr val="bg2"/>
                  </a:solidFill>
                </a:rPr>
                <a:t>C</a:t>
              </a:r>
            </a:p>
            <a:p>
              <a:pPr eaLnBrk="1" hangingPunct="1"/>
              <a:r>
                <a:rPr lang="ru-RU" altLang="en-US" sz="1800" dirty="0">
                  <a:solidFill>
                    <a:schemeClr val="bg2"/>
                  </a:solidFill>
                </a:rPr>
                <a:t>R</a:t>
              </a:r>
            </a:p>
          </p:txBody>
        </p:sp>
        <p:sp>
          <p:nvSpPr>
            <p:cNvPr id="64536" name="Text Box 8">
              <a:extLst>
                <a:ext uri="{FF2B5EF4-FFF2-40B4-BE49-F238E27FC236}">
                  <a16:creationId xmlns:a16="http://schemas.microsoft.com/office/drawing/2014/main" id="{5B2C3C35-248E-169D-4392-D95DD95AA049}"/>
                </a:ext>
              </a:extLst>
            </p:cNvPr>
            <p:cNvSpPr txBox="1">
              <a:spLocks noChangeArrowheads="1"/>
            </p:cNvSpPr>
            <p:nvPr/>
          </p:nvSpPr>
          <p:spPr bwMode="auto">
            <a:xfrm>
              <a:off x="1489" y="915"/>
              <a:ext cx="576" cy="680"/>
            </a:xfrm>
            <a:prstGeom prst="rect">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800" dirty="0">
                  <a:solidFill>
                    <a:schemeClr val="bg2"/>
                  </a:solidFill>
                </a:rPr>
                <a:t>S</a:t>
              </a:r>
            </a:p>
            <a:p>
              <a:pPr eaLnBrk="1" hangingPunct="1"/>
              <a:r>
                <a:rPr lang="ru-RU" altLang="en-US" sz="1800" dirty="0">
                  <a:solidFill>
                    <a:schemeClr val="bg2"/>
                  </a:solidFill>
                </a:rPr>
                <a:t>C</a:t>
              </a:r>
            </a:p>
            <a:p>
              <a:pPr eaLnBrk="1" hangingPunct="1"/>
              <a:r>
                <a:rPr lang="ru-RU" altLang="en-US" sz="1800" dirty="0">
                  <a:solidFill>
                    <a:schemeClr val="bg2"/>
                  </a:solidFill>
                </a:rPr>
                <a:t>R</a:t>
              </a:r>
            </a:p>
          </p:txBody>
        </p:sp>
        <p:sp>
          <p:nvSpPr>
            <p:cNvPr id="64537" name="Line 11">
              <a:extLst>
                <a:ext uri="{FF2B5EF4-FFF2-40B4-BE49-F238E27FC236}">
                  <a16:creationId xmlns:a16="http://schemas.microsoft.com/office/drawing/2014/main" id="{E8A3F5C5-BBC6-EA39-8119-8CC79648A6D7}"/>
                </a:ext>
              </a:extLst>
            </p:cNvPr>
            <p:cNvSpPr>
              <a:spLocks noChangeShapeType="1"/>
            </p:cNvSpPr>
            <p:nvPr/>
          </p:nvSpPr>
          <p:spPr bwMode="auto">
            <a:xfrm>
              <a:off x="2068" y="1027"/>
              <a:ext cx="613"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8" name="Line 12">
              <a:extLst>
                <a:ext uri="{FF2B5EF4-FFF2-40B4-BE49-F238E27FC236}">
                  <a16:creationId xmlns:a16="http://schemas.microsoft.com/office/drawing/2014/main" id="{3184A7D1-C129-C5C7-4F80-EE30F8E6B29B}"/>
                </a:ext>
              </a:extLst>
            </p:cNvPr>
            <p:cNvSpPr>
              <a:spLocks noChangeShapeType="1"/>
            </p:cNvSpPr>
            <p:nvPr/>
          </p:nvSpPr>
          <p:spPr bwMode="auto">
            <a:xfrm>
              <a:off x="3257" y="1027"/>
              <a:ext cx="37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9" name="Line 13">
              <a:extLst>
                <a:ext uri="{FF2B5EF4-FFF2-40B4-BE49-F238E27FC236}">
                  <a16:creationId xmlns:a16="http://schemas.microsoft.com/office/drawing/2014/main" id="{58563B3B-CDB1-4BE6-9AE7-E5CC5C0DF684}"/>
                </a:ext>
              </a:extLst>
            </p:cNvPr>
            <p:cNvSpPr>
              <a:spLocks noChangeShapeType="1"/>
            </p:cNvSpPr>
            <p:nvPr/>
          </p:nvSpPr>
          <p:spPr bwMode="auto">
            <a:xfrm>
              <a:off x="3257" y="1433"/>
              <a:ext cx="37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0" name="Line 14">
              <a:extLst>
                <a:ext uri="{FF2B5EF4-FFF2-40B4-BE49-F238E27FC236}">
                  <a16:creationId xmlns:a16="http://schemas.microsoft.com/office/drawing/2014/main" id="{3D361CF0-8420-10D5-16E9-1A512C04C104}"/>
                </a:ext>
              </a:extLst>
            </p:cNvPr>
            <p:cNvSpPr>
              <a:spLocks noChangeShapeType="1"/>
            </p:cNvSpPr>
            <p:nvPr/>
          </p:nvSpPr>
          <p:spPr bwMode="auto">
            <a:xfrm>
              <a:off x="2095" y="1419"/>
              <a:ext cx="583"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1" name="Oval 15">
              <a:extLst>
                <a:ext uri="{FF2B5EF4-FFF2-40B4-BE49-F238E27FC236}">
                  <a16:creationId xmlns:a16="http://schemas.microsoft.com/office/drawing/2014/main" id="{30322CDC-C2F4-6037-1AFB-3B365E9B6956}"/>
                </a:ext>
              </a:extLst>
            </p:cNvPr>
            <p:cNvSpPr>
              <a:spLocks noChangeArrowheads="1"/>
            </p:cNvSpPr>
            <p:nvPr/>
          </p:nvSpPr>
          <p:spPr bwMode="auto">
            <a:xfrm>
              <a:off x="2017" y="1386"/>
              <a:ext cx="77" cy="77"/>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4542" name="Oval 16">
              <a:extLst>
                <a:ext uri="{FF2B5EF4-FFF2-40B4-BE49-F238E27FC236}">
                  <a16:creationId xmlns:a16="http://schemas.microsoft.com/office/drawing/2014/main" id="{FAF48838-7613-7522-0FCE-87D25B11D9E6}"/>
                </a:ext>
              </a:extLst>
            </p:cNvPr>
            <p:cNvSpPr>
              <a:spLocks noChangeArrowheads="1"/>
            </p:cNvSpPr>
            <p:nvPr/>
          </p:nvSpPr>
          <p:spPr bwMode="auto">
            <a:xfrm>
              <a:off x="3217" y="1393"/>
              <a:ext cx="77" cy="77"/>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4543" name="Line 17">
              <a:extLst>
                <a:ext uri="{FF2B5EF4-FFF2-40B4-BE49-F238E27FC236}">
                  <a16:creationId xmlns:a16="http://schemas.microsoft.com/office/drawing/2014/main" id="{799A4EE1-2B06-4106-0155-BC22935FB5D9}"/>
                </a:ext>
              </a:extLst>
            </p:cNvPr>
            <p:cNvSpPr>
              <a:spLocks noChangeShapeType="1"/>
            </p:cNvSpPr>
            <p:nvPr/>
          </p:nvSpPr>
          <p:spPr bwMode="auto">
            <a:xfrm>
              <a:off x="939" y="1787"/>
              <a:ext cx="150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4" name="Line 18">
              <a:extLst>
                <a:ext uri="{FF2B5EF4-FFF2-40B4-BE49-F238E27FC236}">
                  <a16:creationId xmlns:a16="http://schemas.microsoft.com/office/drawing/2014/main" id="{50A0F44E-A9F3-9A48-9D50-A2BF7AD35CBA}"/>
                </a:ext>
              </a:extLst>
            </p:cNvPr>
            <p:cNvSpPr>
              <a:spLocks noChangeShapeType="1"/>
            </p:cNvSpPr>
            <p:nvPr/>
          </p:nvSpPr>
          <p:spPr bwMode="auto">
            <a:xfrm flipH="1" flipV="1">
              <a:off x="2446" y="1232"/>
              <a:ext cx="1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5" name="Line 19">
              <a:extLst>
                <a:ext uri="{FF2B5EF4-FFF2-40B4-BE49-F238E27FC236}">
                  <a16:creationId xmlns:a16="http://schemas.microsoft.com/office/drawing/2014/main" id="{DA661DE1-6D47-551B-F110-9BB2A0F971D9}"/>
                </a:ext>
              </a:extLst>
            </p:cNvPr>
            <p:cNvSpPr>
              <a:spLocks noChangeShapeType="1"/>
            </p:cNvSpPr>
            <p:nvPr/>
          </p:nvSpPr>
          <p:spPr bwMode="auto">
            <a:xfrm flipV="1">
              <a:off x="2456" y="1235"/>
              <a:ext cx="1" cy="55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6" name="Line 20">
              <a:extLst>
                <a:ext uri="{FF2B5EF4-FFF2-40B4-BE49-F238E27FC236}">
                  <a16:creationId xmlns:a16="http://schemas.microsoft.com/office/drawing/2014/main" id="{19B8F5D2-5536-F28D-C7D4-590A26CC9C4B}"/>
                </a:ext>
              </a:extLst>
            </p:cNvPr>
            <p:cNvSpPr>
              <a:spLocks noChangeShapeType="1"/>
            </p:cNvSpPr>
            <p:nvPr/>
          </p:nvSpPr>
          <p:spPr bwMode="auto">
            <a:xfrm>
              <a:off x="1278" y="1248"/>
              <a:ext cx="1" cy="535"/>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4547" name="Oval 21">
              <a:extLst>
                <a:ext uri="{FF2B5EF4-FFF2-40B4-BE49-F238E27FC236}">
                  <a16:creationId xmlns:a16="http://schemas.microsoft.com/office/drawing/2014/main" id="{00DC6AFF-30A9-644F-277E-30EC954A2E37}"/>
                </a:ext>
              </a:extLst>
            </p:cNvPr>
            <p:cNvSpPr>
              <a:spLocks noChangeArrowheads="1"/>
            </p:cNvSpPr>
            <p:nvPr/>
          </p:nvSpPr>
          <p:spPr bwMode="auto">
            <a:xfrm>
              <a:off x="2634" y="1197"/>
              <a:ext cx="77" cy="77"/>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4548" name="Line 23">
              <a:extLst>
                <a:ext uri="{FF2B5EF4-FFF2-40B4-BE49-F238E27FC236}">
                  <a16:creationId xmlns:a16="http://schemas.microsoft.com/office/drawing/2014/main" id="{49CDD22C-D399-F375-104F-84D657F2A614}"/>
                </a:ext>
              </a:extLst>
            </p:cNvPr>
            <p:cNvSpPr>
              <a:spLocks noChangeShapeType="1"/>
            </p:cNvSpPr>
            <p:nvPr/>
          </p:nvSpPr>
          <p:spPr bwMode="auto">
            <a:xfrm flipV="1">
              <a:off x="938" y="1012"/>
              <a:ext cx="553"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49" name="Line 24">
              <a:extLst>
                <a:ext uri="{FF2B5EF4-FFF2-40B4-BE49-F238E27FC236}">
                  <a16:creationId xmlns:a16="http://schemas.microsoft.com/office/drawing/2014/main" id="{544E0899-86DB-1FB9-5469-6C89A80A86E3}"/>
                </a:ext>
              </a:extLst>
            </p:cNvPr>
            <p:cNvSpPr>
              <a:spLocks noChangeShapeType="1"/>
            </p:cNvSpPr>
            <p:nvPr/>
          </p:nvSpPr>
          <p:spPr bwMode="auto">
            <a:xfrm flipV="1">
              <a:off x="934" y="1432"/>
              <a:ext cx="553" cy="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50" name="Line 25">
              <a:extLst>
                <a:ext uri="{FF2B5EF4-FFF2-40B4-BE49-F238E27FC236}">
                  <a16:creationId xmlns:a16="http://schemas.microsoft.com/office/drawing/2014/main" id="{EFAAD170-70BE-F575-C225-7F74B60019FC}"/>
                </a:ext>
              </a:extLst>
            </p:cNvPr>
            <p:cNvSpPr>
              <a:spLocks noChangeShapeType="1"/>
            </p:cNvSpPr>
            <p:nvPr/>
          </p:nvSpPr>
          <p:spPr bwMode="auto">
            <a:xfrm>
              <a:off x="1277" y="1249"/>
              <a:ext cx="20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51" name="Text Box 50">
              <a:extLst>
                <a:ext uri="{FF2B5EF4-FFF2-40B4-BE49-F238E27FC236}">
                  <a16:creationId xmlns:a16="http://schemas.microsoft.com/office/drawing/2014/main" id="{9B8DD102-8789-6AF6-ABD6-9E957FBF1457}"/>
                </a:ext>
              </a:extLst>
            </p:cNvPr>
            <p:cNvSpPr txBox="1">
              <a:spLocks noChangeArrowheads="1"/>
            </p:cNvSpPr>
            <p:nvPr/>
          </p:nvSpPr>
          <p:spPr bwMode="auto">
            <a:xfrm>
              <a:off x="1647" y="655"/>
              <a:ext cx="54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M</a:t>
              </a:r>
              <a:endParaRPr lang="ru-RU" altLang="en-US" sz="1800"/>
            </a:p>
          </p:txBody>
        </p:sp>
        <p:sp>
          <p:nvSpPr>
            <p:cNvPr id="64552" name="Text Box 50">
              <a:extLst>
                <a:ext uri="{FF2B5EF4-FFF2-40B4-BE49-F238E27FC236}">
                  <a16:creationId xmlns:a16="http://schemas.microsoft.com/office/drawing/2014/main" id="{A3BA12FF-56A5-A844-B635-3CE26DCFEA72}"/>
                </a:ext>
              </a:extLst>
            </p:cNvPr>
            <p:cNvSpPr txBox="1">
              <a:spLocks noChangeArrowheads="1"/>
            </p:cNvSpPr>
            <p:nvPr/>
          </p:nvSpPr>
          <p:spPr bwMode="auto">
            <a:xfrm>
              <a:off x="2720" y="648"/>
              <a:ext cx="54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a:t>
              </a:r>
              <a:endParaRPr lang="ru-RU" altLang="en-US" sz="1800"/>
            </a:p>
          </p:txBody>
        </p:sp>
      </p:grpSp>
      <p:grpSp>
        <p:nvGrpSpPr>
          <p:cNvPr id="64517" name="Group 24">
            <a:extLst>
              <a:ext uri="{FF2B5EF4-FFF2-40B4-BE49-F238E27FC236}">
                <a16:creationId xmlns:a16="http://schemas.microsoft.com/office/drawing/2014/main" id="{841D0B59-0EB9-2210-49F3-04106121C6CE}"/>
              </a:ext>
            </a:extLst>
          </p:cNvPr>
          <p:cNvGrpSpPr>
            <a:grpSpLocks/>
          </p:cNvGrpSpPr>
          <p:nvPr/>
        </p:nvGrpSpPr>
        <p:grpSpPr bwMode="auto">
          <a:xfrm>
            <a:off x="3411539" y="3987801"/>
            <a:ext cx="4846637" cy="2011363"/>
            <a:chOff x="1541564" y="2038598"/>
            <a:chExt cx="5078276" cy="2224088"/>
          </a:xfrm>
        </p:grpSpPr>
        <p:sp>
          <p:nvSpPr>
            <p:cNvPr id="64518" name="Text Box 22">
              <a:extLst>
                <a:ext uri="{FF2B5EF4-FFF2-40B4-BE49-F238E27FC236}">
                  <a16:creationId xmlns:a16="http://schemas.microsoft.com/office/drawing/2014/main" id="{2EAA84AE-0734-B41C-36F0-C312ACECBE8B}"/>
                </a:ext>
              </a:extLst>
            </p:cNvPr>
            <p:cNvSpPr txBox="1">
              <a:spLocks noChangeArrowheads="1"/>
            </p:cNvSpPr>
            <p:nvPr/>
          </p:nvSpPr>
          <p:spPr bwMode="auto">
            <a:xfrm>
              <a:off x="6059452" y="2569337"/>
              <a:ext cx="560388" cy="541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 Q</a:t>
              </a:r>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a:p>
              <a:pPr eaLnBrk="1" hangingPunct="1"/>
              <a:endParaRPr lang="ru-RU" altLang="en-US" sz="1800"/>
            </a:p>
          </p:txBody>
        </p:sp>
        <p:sp>
          <p:nvSpPr>
            <p:cNvPr id="64519" name="Text Box 6">
              <a:extLst>
                <a:ext uri="{FF2B5EF4-FFF2-40B4-BE49-F238E27FC236}">
                  <a16:creationId xmlns:a16="http://schemas.microsoft.com/office/drawing/2014/main" id="{9F37D559-6D06-2536-A44B-242934638AEE}"/>
                </a:ext>
              </a:extLst>
            </p:cNvPr>
            <p:cNvSpPr txBox="1">
              <a:spLocks noChangeArrowheads="1"/>
            </p:cNvSpPr>
            <p:nvPr/>
          </p:nvSpPr>
          <p:spPr bwMode="auto">
            <a:xfrm>
              <a:off x="1541564" y="2487861"/>
              <a:ext cx="522288"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D</a:t>
              </a:r>
              <a:endParaRPr lang="ru-RU" altLang="en-US" sz="1800"/>
            </a:p>
            <a:p>
              <a:pPr eaLnBrk="1" hangingPunct="1"/>
              <a:endParaRPr lang="en-US" altLang="en-US" sz="1800"/>
            </a:p>
            <a:p>
              <a:pPr eaLnBrk="1" hangingPunct="1"/>
              <a:endParaRPr lang="ru-RU" altLang="en-US" sz="1800"/>
            </a:p>
            <a:p>
              <a:pPr eaLnBrk="1" hangingPunct="1"/>
              <a:endParaRPr lang="ru-RU" altLang="en-US" sz="1800"/>
            </a:p>
            <a:p>
              <a:pPr eaLnBrk="1" hangingPunct="1"/>
              <a:r>
                <a:rPr lang="ru-RU" altLang="en-US" sz="1800"/>
                <a:t>C</a:t>
              </a:r>
            </a:p>
            <a:p>
              <a:pPr eaLnBrk="1" hangingPunct="1"/>
              <a:endParaRPr lang="ru-RU" altLang="en-US" sz="1800"/>
            </a:p>
          </p:txBody>
        </p:sp>
        <p:sp>
          <p:nvSpPr>
            <p:cNvPr id="64520" name="Text Box 7">
              <a:extLst>
                <a:ext uri="{FF2B5EF4-FFF2-40B4-BE49-F238E27FC236}">
                  <a16:creationId xmlns:a16="http://schemas.microsoft.com/office/drawing/2014/main" id="{4C3E5F03-FE30-F273-2D0C-B02A2458A521}"/>
                </a:ext>
              </a:extLst>
            </p:cNvPr>
            <p:cNvSpPr txBox="1">
              <a:spLocks noChangeArrowheads="1"/>
            </p:cNvSpPr>
            <p:nvPr/>
          </p:nvSpPr>
          <p:spPr bwMode="auto">
            <a:xfrm>
              <a:off x="4610389" y="2462461"/>
              <a:ext cx="914400" cy="1079500"/>
            </a:xfrm>
            <a:prstGeom prst="rect">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dirty="0">
                  <a:solidFill>
                    <a:schemeClr val="bg2"/>
                  </a:solidFill>
                </a:rPr>
                <a:t>D</a:t>
              </a:r>
              <a:endParaRPr lang="ru-RU" altLang="en-US" sz="1800" dirty="0">
                <a:solidFill>
                  <a:schemeClr val="bg2"/>
                </a:solidFill>
              </a:endParaRPr>
            </a:p>
            <a:p>
              <a:pPr eaLnBrk="1" hangingPunct="1"/>
              <a:endParaRPr lang="en-US" altLang="en-US" sz="1800" dirty="0">
                <a:solidFill>
                  <a:schemeClr val="bg2"/>
                </a:solidFill>
              </a:endParaRPr>
            </a:p>
            <a:p>
              <a:pPr eaLnBrk="1" hangingPunct="1"/>
              <a:r>
                <a:rPr lang="ru-RU" altLang="en-US" sz="1800" dirty="0">
                  <a:solidFill>
                    <a:schemeClr val="bg2"/>
                  </a:solidFill>
                </a:rPr>
                <a:t>C</a:t>
              </a:r>
            </a:p>
            <a:p>
              <a:pPr eaLnBrk="1" hangingPunct="1"/>
              <a:endParaRPr lang="ru-RU" altLang="en-US" sz="1800" dirty="0">
                <a:solidFill>
                  <a:schemeClr val="bg2"/>
                </a:solidFill>
              </a:endParaRPr>
            </a:p>
          </p:txBody>
        </p:sp>
        <p:sp>
          <p:nvSpPr>
            <p:cNvPr id="64521" name="Text Box 8">
              <a:extLst>
                <a:ext uri="{FF2B5EF4-FFF2-40B4-BE49-F238E27FC236}">
                  <a16:creationId xmlns:a16="http://schemas.microsoft.com/office/drawing/2014/main" id="{256B35A2-130D-175D-8719-245C29763827}"/>
                </a:ext>
              </a:extLst>
            </p:cNvPr>
            <p:cNvSpPr txBox="1">
              <a:spLocks noChangeArrowheads="1"/>
            </p:cNvSpPr>
            <p:nvPr/>
          </p:nvSpPr>
          <p:spPr bwMode="auto">
            <a:xfrm>
              <a:off x="2718089" y="2462461"/>
              <a:ext cx="914400" cy="1079500"/>
            </a:xfrm>
            <a:prstGeom prst="rect">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dirty="0">
                  <a:solidFill>
                    <a:schemeClr val="bg2"/>
                  </a:solidFill>
                </a:rPr>
                <a:t>D</a:t>
              </a:r>
              <a:endParaRPr lang="ru-RU" altLang="en-US" sz="1800" dirty="0">
                <a:solidFill>
                  <a:schemeClr val="bg2"/>
                </a:solidFill>
              </a:endParaRPr>
            </a:p>
            <a:p>
              <a:pPr eaLnBrk="1" hangingPunct="1"/>
              <a:endParaRPr lang="en-US" altLang="en-US" sz="1800" dirty="0">
                <a:solidFill>
                  <a:schemeClr val="bg2"/>
                </a:solidFill>
              </a:endParaRPr>
            </a:p>
            <a:p>
              <a:pPr eaLnBrk="1" hangingPunct="1"/>
              <a:r>
                <a:rPr lang="ru-RU" altLang="en-US" sz="1800" dirty="0">
                  <a:solidFill>
                    <a:schemeClr val="bg2"/>
                  </a:solidFill>
                </a:rPr>
                <a:t>C</a:t>
              </a:r>
            </a:p>
            <a:p>
              <a:pPr eaLnBrk="1" hangingPunct="1"/>
              <a:endParaRPr lang="ru-RU" altLang="en-US" sz="1800" dirty="0">
                <a:solidFill>
                  <a:schemeClr val="bg2"/>
                </a:solidFill>
              </a:endParaRPr>
            </a:p>
          </p:txBody>
        </p:sp>
        <p:sp>
          <p:nvSpPr>
            <p:cNvPr id="64522" name="Line 11">
              <a:extLst>
                <a:ext uri="{FF2B5EF4-FFF2-40B4-BE49-F238E27FC236}">
                  <a16:creationId xmlns:a16="http://schemas.microsoft.com/office/drawing/2014/main" id="{0D81868C-5996-769E-08DD-A39A8C5D8E0F}"/>
                </a:ext>
              </a:extLst>
            </p:cNvPr>
            <p:cNvSpPr>
              <a:spLocks noChangeShapeType="1"/>
            </p:cNvSpPr>
            <p:nvPr/>
          </p:nvSpPr>
          <p:spPr bwMode="auto">
            <a:xfrm>
              <a:off x="3637252" y="2711511"/>
              <a:ext cx="973138"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3" name="Line 12">
              <a:extLst>
                <a:ext uri="{FF2B5EF4-FFF2-40B4-BE49-F238E27FC236}">
                  <a16:creationId xmlns:a16="http://schemas.microsoft.com/office/drawing/2014/main" id="{8AF55025-76F3-B47D-CA44-D80DC565A0B5}"/>
                </a:ext>
              </a:extLst>
            </p:cNvPr>
            <p:cNvSpPr>
              <a:spLocks noChangeShapeType="1"/>
            </p:cNvSpPr>
            <p:nvPr/>
          </p:nvSpPr>
          <p:spPr bwMode="auto">
            <a:xfrm>
              <a:off x="5524789" y="2759011"/>
              <a:ext cx="595313"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4" name="Line 17">
              <a:extLst>
                <a:ext uri="{FF2B5EF4-FFF2-40B4-BE49-F238E27FC236}">
                  <a16:creationId xmlns:a16="http://schemas.microsoft.com/office/drawing/2014/main" id="{2715C9E2-AD60-D4F0-074C-F3ACC41752CD}"/>
                </a:ext>
              </a:extLst>
            </p:cNvPr>
            <p:cNvSpPr>
              <a:spLocks noChangeShapeType="1"/>
            </p:cNvSpPr>
            <p:nvPr/>
          </p:nvSpPr>
          <p:spPr bwMode="auto">
            <a:xfrm>
              <a:off x="1856839" y="3834886"/>
              <a:ext cx="2393950" cy="1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5" name="Line 18">
              <a:extLst>
                <a:ext uri="{FF2B5EF4-FFF2-40B4-BE49-F238E27FC236}">
                  <a16:creationId xmlns:a16="http://schemas.microsoft.com/office/drawing/2014/main" id="{00803133-FAB4-F539-FA24-B6742F8480EE}"/>
                </a:ext>
              </a:extLst>
            </p:cNvPr>
            <p:cNvSpPr>
              <a:spLocks noChangeShapeType="1"/>
            </p:cNvSpPr>
            <p:nvPr/>
          </p:nvSpPr>
          <p:spPr bwMode="auto">
            <a:xfrm flipH="1" flipV="1">
              <a:off x="4237327" y="3179448"/>
              <a:ext cx="2984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6" name="Line 19">
              <a:extLst>
                <a:ext uri="{FF2B5EF4-FFF2-40B4-BE49-F238E27FC236}">
                  <a16:creationId xmlns:a16="http://schemas.microsoft.com/office/drawing/2014/main" id="{484F2B13-6365-8739-015E-45B3BC1BD786}"/>
                </a:ext>
              </a:extLst>
            </p:cNvPr>
            <p:cNvSpPr>
              <a:spLocks noChangeShapeType="1"/>
            </p:cNvSpPr>
            <p:nvPr/>
          </p:nvSpPr>
          <p:spPr bwMode="auto">
            <a:xfrm flipV="1">
              <a:off x="4253202" y="3196086"/>
              <a:ext cx="1588" cy="64008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27" name="Line 20">
              <a:extLst>
                <a:ext uri="{FF2B5EF4-FFF2-40B4-BE49-F238E27FC236}">
                  <a16:creationId xmlns:a16="http://schemas.microsoft.com/office/drawing/2014/main" id="{0C68D7A9-135A-CC09-E442-B035A44C0439}"/>
                </a:ext>
              </a:extLst>
            </p:cNvPr>
            <p:cNvSpPr>
              <a:spLocks noChangeShapeType="1"/>
            </p:cNvSpPr>
            <p:nvPr/>
          </p:nvSpPr>
          <p:spPr bwMode="auto">
            <a:xfrm>
              <a:off x="2395002" y="3192973"/>
              <a:ext cx="1588" cy="640080"/>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4528" name="Oval 21">
              <a:extLst>
                <a:ext uri="{FF2B5EF4-FFF2-40B4-BE49-F238E27FC236}">
                  <a16:creationId xmlns:a16="http://schemas.microsoft.com/office/drawing/2014/main" id="{F69A62AB-5052-9B05-3F4C-6534C5DFEB3F}"/>
                </a:ext>
              </a:extLst>
            </p:cNvPr>
            <p:cNvSpPr>
              <a:spLocks noChangeArrowheads="1"/>
            </p:cNvSpPr>
            <p:nvPr/>
          </p:nvSpPr>
          <p:spPr bwMode="auto">
            <a:xfrm>
              <a:off x="4535777" y="3123886"/>
              <a:ext cx="122238" cy="122238"/>
            </a:xfrm>
            <a:prstGeom prst="ellipse">
              <a:avLst/>
            </a:prstGeom>
            <a:solidFill>
              <a:schemeClr val="accent1"/>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4529" name="Line 23">
              <a:extLst>
                <a:ext uri="{FF2B5EF4-FFF2-40B4-BE49-F238E27FC236}">
                  <a16:creationId xmlns:a16="http://schemas.microsoft.com/office/drawing/2014/main" id="{9FA8AFEE-305E-96EA-1EDE-8EB905E3A421}"/>
                </a:ext>
              </a:extLst>
            </p:cNvPr>
            <p:cNvSpPr>
              <a:spLocks noChangeShapeType="1"/>
            </p:cNvSpPr>
            <p:nvPr/>
          </p:nvSpPr>
          <p:spPr bwMode="auto">
            <a:xfrm flipV="1">
              <a:off x="1843377" y="2699573"/>
              <a:ext cx="877888" cy="31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0" name="Line 25">
              <a:extLst>
                <a:ext uri="{FF2B5EF4-FFF2-40B4-BE49-F238E27FC236}">
                  <a16:creationId xmlns:a16="http://schemas.microsoft.com/office/drawing/2014/main" id="{49D1DF2C-D78D-73DB-B01A-AEDAEE256B5C}"/>
                </a:ext>
              </a:extLst>
            </p:cNvPr>
            <p:cNvSpPr>
              <a:spLocks noChangeShapeType="1"/>
            </p:cNvSpPr>
            <p:nvPr/>
          </p:nvSpPr>
          <p:spPr bwMode="auto">
            <a:xfrm>
              <a:off x="2381539" y="3182686"/>
              <a:ext cx="3302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531" name="Text Box 50">
              <a:extLst>
                <a:ext uri="{FF2B5EF4-FFF2-40B4-BE49-F238E27FC236}">
                  <a16:creationId xmlns:a16="http://schemas.microsoft.com/office/drawing/2014/main" id="{29AA75EE-FB56-A95F-AA90-79D88210A476}"/>
                </a:ext>
              </a:extLst>
            </p:cNvPr>
            <p:cNvSpPr txBox="1">
              <a:spLocks noChangeArrowheads="1"/>
            </p:cNvSpPr>
            <p:nvPr/>
          </p:nvSpPr>
          <p:spPr bwMode="auto">
            <a:xfrm>
              <a:off x="2968914" y="2049711"/>
              <a:ext cx="857250" cy="408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M</a:t>
              </a:r>
              <a:endParaRPr lang="ru-RU" altLang="en-US" sz="1800"/>
            </a:p>
          </p:txBody>
        </p:sp>
        <p:sp>
          <p:nvSpPr>
            <p:cNvPr id="64532" name="Text Box 50">
              <a:extLst>
                <a:ext uri="{FF2B5EF4-FFF2-40B4-BE49-F238E27FC236}">
                  <a16:creationId xmlns:a16="http://schemas.microsoft.com/office/drawing/2014/main" id="{7CD312C3-D7EC-0B3B-3616-97F5024A90D6}"/>
                </a:ext>
              </a:extLst>
            </p:cNvPr>
            <p:cNvSpPr txBox="1">
              <a:spLocks noChangeArrowheads="1"/>
            </p:cNvSpPr>
            <p:nvPr/>
          </p:nvSpPr>
          <p:spPr bwMode="auto">
            <a:xfrm>
              <a:off x="4672302" y="2038598"/>
              <a:ext cx="857250" cy="408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a:t>
              </a:r>
              <a:endParaRPr lang="ru-RU" altLang="en-US" sz="180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8" name="Group 46">
            <a:extLst>
              <a:ext uri="{FF2B5EF4-FFF2-40B4-BE49-F238E27FC236}">
                <a16:creationId xmlns:a16="http://schemas.microsoft.com/office/drawing/2014/main" id="{1507354E-1466-6CEB-CC15-7C08F0455D47}"/>
              </a:ext>
            </a:extLst>
          </p:cNvPr>
          <p:cNvGrpSpPr>
            <a:grpSpLocks/>
          </p:cNvGrpSpPr>
          <p:nvPr/>
        </p:nvGrpSpPr>
        <p:grpSpPr bwMode="auto">
          <a:xfrm>
            <a:off x="2505076" y="4343400"/>
            <a:ext cx="3273425" cy="1143000"/>
            <a:chOff x="282" y="2736"/>
            <a:chExt cx="2062" cy="720"/>
          </a:xfrm>
        </p:grpSpPr>
        <p:sp>
          <p:nvSpPr>
            <p:cNvPr id="65571" name="Rectangle 32">
              <a:extLst>
                <a:ext uri="{FF2B5EF4-FFF2-40B4-BE49-F238E27FC236}">
                  <a16:creationId xmlns:a16="http://schemas.microsoft.com/office/drawing/2014/main" id="{1A3AF774-E0DA-B317-CB14-92D62DFB6869}"/>
                </a:ext>
              </a:extLst>
            </p:cNvPr>
            <p:cNvSpPr>
              <a:spLocks noChangeArrowheads="1"/>
            </p:cNvSpPr>
            <p:nvPr/>
          </p:nvSpPr>
          <p:spPr bwMode="auto">
            <a:xfrm>
              <a:off x="1104" y="2736"/>
              <a:ext cx="528" cy="720"/>
            </a:xfrm>
            <a:prstGeom prst="rect">
              <a:avLst/>
            </a:prstGeom>
            <a:solidFill>
              <a:schemeClr val="accent1"/>
            </a:solidFill>
            <a:ln w="2540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5572" name="Line 33">
              <a:extLst>
                <a:ext uri="{FF2B5EF4-FFF2-40B4-BE49-F238E27FC236}">
                  <a16:creationId xmlns:a16="http://schemas.microsoft.com/office/drawing/2014/main" id="{89FFB9A6-D038-5F31-DD84-C3DE8B2A654C}"/>
                </a:ext>
              </a:extLst>
            </p:cNvPr>
            <p:cNvSpPr>
              <a:spLocks noChangeShapeType="1"/>
            </p:cNvSpPr>
            <p:nvPr/>
          </p:nvSpPr>
          <p:spPr bwMode="auto">
            <a:xfrm>
              <a:off x="768" y="2928"/>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73" name="Line 34">
              <a:extLst>
                <a:ext uri="{FF2B5EF4-FFF2-40B4-BE49-F238E27FC236}">
                  <a16:creationId xmlns:a16="http://schemas.microsoft.com/office/drawing/2014/main" id="{70EEEFC1-899E-88BD-6C7D-CE68A3CD86EA}"/>
                </a:ext>
              </a:extLst>
            </p:cNvPr>
            <p:cNvSpPr>
              <a:spLocks noChangeShapeType="1"/>
            </p:cNvSpPr>
            <p:nvPr/>
          </p:nvSpPr>
          <p:spPr bwMode="auto">
            <a:xfrm>
              <a:off x="732" y="3228"/>
              <a:ext cx="2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74" name="Line 35">
              <a:extLst>
                <a:ext uri="{FF2B5EF4-FFF2-40B4-BE49-F238E27FC236}">
                  <a16:creationId xmlns:a16="http://schemas.microsoft.com/office/drawing/2014/main" id="{9444BFE9-471C-11F5-6203-20140DF3A498}"/>
                </a:ext>
              </a:extLst>
            </p:cNvPr>
            <p:cNvSpPr>
              <a:spLocks noChangeShapeType="1"/>
            </p:cNvSpPr>
            <p:nvPr/>
          </p:nvSpPr>
          <p:spPr bwMode="auto">
            <a:xfrm>
              <a:off x="1632" y="2928"/>
              <a:ext cx="3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75" name="Text Box 36">
              <a:extLst>
                <a:ext uri="{FF2B5EF4-FFF2-40B4-BE49-F238E27FC236}">
                  <a16:creationId xmlns:a16="http://schemas.microsoft.com/office/drawing/2014/main" id="{5674C562-2C69-9F80-1C81-5D6B6C699A03}"/>
                </a:ext>
              </a:extLst>
            </p:cNvPr>
            <p:cNvSpPr txBox="1">
              <a:spLocks noChangeArrowheads="1"/>
            </p:cNvSpPr>
            <p:nvPr/>
          </p:nvSpPr>
          <p:spPr bwMode="auto">
            <a:xfrm>
              <a:off x="528" y="2736"/>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65576" name="Text Box 37">
              <a:extLst>
                <a:ext uri="{FF2B5EF4-FFF2-40B4-BE49-F238E27FC236}">
                  <a16:creationId xmlns:a16="http://schemas.microsoft.com/office/drawing/2014/main" id="{5232927E-FA29-730C-C855-52C4120869EA}"/>
                </a:ext>
              </a:extLst>
            </p:cNvPr>
            <p:cNvSpPr txBox="1">
              <a:spLocks noChangeArrowheads="1"/>
            </p:cNvSpPr>
            <p:nvPr/>
          </p:nvSpPr>
          <p:spPr bwMode="auto">
            <a:xfrm>
              <a:off x="282" y="3168"/>
              <a:ext cx="5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65577" name="Text Box 38">
              <a:extLst>
                <a:ext uri="{FF2B5EF4-FFF2-40B4-BE49-F238E27FC236}">
                  <a16:creationId xmlns:a16="http://schemas.microsoft.com/office/drawing/2014/main" id="{699326E2-D669-77E0-614C-D8FBBA6FC1FF}"/>
                </a:ext>
              </a:extLst>
            </p:cNvPr>
            <p:cNvSpPr txBox="1">
              <a:spLocks noChangeArrowheads="1"/>
            </p:cNvSpPr>
            <p:nvPr/>
          </p:nvSpPr>
          <p:spPr bwMode="auto">
            <a:xfrm>
              <a:off x="1968" y="2736"/>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65578" name="Text Box 39">
              <a:extLst>
                <a:ext uri="{FF2B5EF4-FFF2-40B4-BE49-F238E27FC236}">
                  <a16:creationId xmlns:a16="http://schemas.microsoft.com/office/drawing/2014/main" id="{54510ABB-7896-3EE6-535F-BE808BF9DE60}"/>
                </a:ext>
              </a:extLst>
            </p:cNvPr>
            <p:cNvSpPr txBox="1">
              <a:spLocks noChangeArrowheads="1"/>
            </p:cNvSpPr>
            <p:nvPr/>
          </p:nvSpPr>
          <p:spPr bwMode="auto">
            <a:xfrm>
              <a:off x="1158" y="2784"/>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D</a:t>
              </a:r>
              <a:endParaRPr lang="ru-RU" altLang="en-US" sz="2000" dirty="0">
                <a:solidFill>
                  <a:schemeClr val="bg2"/>
                </a:solidFill>
              </a:endParaRPr>
            </a:p>
          </p:txBody>
        </p:sp>
        <p:sp>
          <p:nvSpPr>
            <p:cNvPr id="65579" name="Text Box 40">
              <a:extLst>
                <a:ext uri="{FF2B5EF4-FFF2-40B4-BE49-F238E27FC236}">
                  <a16:creationId xmlns:a16="http://schemas.microsoft.com/office/drawing/2014/main" id="{4CABBC26-6849-A5A2-CC6D-ED93001EEDEE}"/>
                </a:ext>
              </a:extLst>
            </p:cNvPr>
            <p:cNvSpPr txBox="1">
              <a:spLocks noChangeArrowheads="1"/>
            </p:cNvSpPr>
            <p:nvPr/>
          </p:nvSpPr>
          <p:spPr bwMode="auto">
            <a:xfrm>
              <a:off x="1167" y="3121"/>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C</a:t>
              </a:r>
              <a:endParaRPr lang="ru-RU" altLang="en-US" sz="2000" dirty="0">
                <a:solidFill>
                  <a:schemeClr val="bg2"/>
                </a:solidFill>
              </a:endParaRPr>
            </a:p>
          </p:txBody>
        </p:sp>
        <p:sp>
          <p:nvSpPr>
            <p:cNvPr id="65580" name="AutoShape 41">
              <a:extLst>
                <a:ext uri="{FF2B5EF4-FFF2-40B4-BE49-F238E27FC236}">
                  <a16:creationId xmlns:a16="http://schemas.microsoft.com/office/drawing/2014/main" id="{2D73D8F5-0EC4-FA33-BC5C-BB4D6A6D5229}"/>
                </a:ext>
              </a:extLst>
            </p:cNvPr>
            <p:cNvSpPr>
              <a:spLocks noChangeArrowheads="1"/>
            </p:cNvSpPr>
            <p:nvPr/>
          </p:nvSpPr>
          <p:spPr bwMode="auto">
            <a:xfrm rot="5400000">
              <a:off x="1071" y="3200"/>
              <a:ext cx="145" cy="77"/>
            </a:xfrm>
            <a:prstGeom prst="triangle">
              <a:avLst>
                <a:gd name="adj" fmla="val 50000"/>
              </a:avLst>
            </a:prstGeom>
            <a:solidFill>
              <a:schemeClr val="accent1"/>
            </a:solidFill>
            <a:ln w="25400" algn="ctr">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65581" name="Oval 42">
              <a:extLst>
                <a:ext uri="{FF2B5EF4-FFF2-40B4-BE49-F238E27FC236}">
                  <a16:creationId xmlns:a16="http://schemas.microsoft.com/office/drawing/2014/main" id="{08208CD0-D89A-7D2C-7026-D2E2A44DDCEB}"/>
                </a:ext>
              </a:extLst>
            </p:cNvPr>
            <p:cNvSpPr>
              <a:spLocks noChangeArrowheads="1"/>
            </p:cNvSpPr>
            <p:nvPr/>
          </p:nvSpPr>
          <p:spPr bwMode="auto">
            <a:xfrm>
              <a:off x="1003" y="3182"/>
              <a:ext cx="91" cy="91"/>
            </a:xfrm>
            <a:prstGeom prst="ellipse">
              <a:avLst/>
            </a:prstGeom>
            <a:solidFill>
              <a:schemeClr val="accent1"/>
            </a:solidFill>
            <a:ln w="25400" algn="ctr">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grpSp>
        <p:nvGrpSpPr>
          <p:cNvPr id="65539" name="Group 47">
            <a:extLst>
              <a:ext uri="{FF2B5EF4-FFF2-40B4-BE49-F238E27FC236}">
                <a16:creationId xmlns:a16="http://schemas.microsoft.com/office/drawing/2014/main" id="{8BAD8E56-C481-A52C-3459-41119EEDB863}"/>
              </a:ext>
            </a:extLst>
          </p:cNvPr>
          <p:cNvGrpSpPr>
            <a:grpSpLocks/>
          </p:cNvGrpSpPr>
          <p:nvPr/>
        </p:nvGrpSpPr>
        <p:grpSpPr bwMode="auto">
          <a:xfrm>
            <a:off x="3735388" y="1593851"/>
            <a:ext cx="4875212" cy="2422525"/>
            <a:chOff x="488" y="975"/>
            <a:chExt cx="3071" cy="1526"/>
          </a:xfrm>
        </p:grpSpPr>
        <p:sp>
          <p:nvSpPr>
            <p:cNvPr id="65542" name="AutoShape 43">
              <a:extLst>
                <a:ext uri="{FF2B5EF4-FFF2-40B4-BE49-F238E27FC236}">
                  <a16:creationId xmlns:a16="http://schemas.microsoft.com/office/drawing/2014/main" id="{EE01D40F-60EE-39F1-C491-A616D793685F}"/>
                </a:ext>
              </a:extLst>
            </p:cNvPr>
            <p:cNvSpPr>
              <a:spLocks noChangeArrowheads="1"/>
            </p:cNvSpPr>
            <p:nvPr/>
          </p:nvSpPr>
          <p:spPr bwMode="auto">
            <a:xfrm>
              <a:off x="2085" y="1026"/>
              <a:ext cx="886" cy="1179"/>
            </a:xfrm>
            <a:prstGeom prst="roundRect">
              <a:avLst>
                <a:gd name="adj" fmla="val 16667"/>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65543" name="AutoShape 42">
              <a:extLst>
                <a:ext uri="{FF2B5EF4-FFF2-40B4-BE49-F238E27FC236}">
                  <a16:creationId xmlns:a16="http://schemas.microsoft.com/office/drawing/2014/main" id="{1E0A53B6-6E0B-737C-D93C-4864B7F62839}"/>
                </a:ext>
              </a:extLst>
            </p:cNvPr>
            <p:cNvSpPr>
              <a:spLocks noChangeArrowheads="1"/>
            </p:cNvSpPr>
            <p:nvPr/>
          </p:nvSpPr>
          <p:spPr bwMode="auto">
            <a:xfrm>
              <a:off x="1047" y="975"/>
              <a:ext cx="884" cy="1181"/>
            </a:xfrm>
            <a:prstGeom prst="roundRect">
              <a:avLst>
                <a:gd name="adj" fmla="val 16667"/>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65544" name="AutoShape 6">
              <a:extLst>
                <a:ext uri="{FF2B5EF4-FFF2-40B4-BE49-F238E27FC236}">
                  <a16:creationId xmlns:a16="http://schemas.microsoft.com/office/drawing/2014/main" id="{C3D91952-5413-DC11-A75A-55DAB1351A06}"/>
                </a:ext>
              </a:extLst>
            </p:cNvPr>
            <p:cNvSpPr>
              <a:spLocks noChangeArrowheads="1"/>
            </p:cNvSpPr>
            <p:nvPr/>
          </p:nvSpPr>
          <p:spPr bwMode="auto">
            <a:xfrm rot="-5400000">
              <a:off x="1232" y="1416"/>
              <a:ext cx="624"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chemeClr val="tx1"/>
              </a:solidFill>
              <a:miter lim="800000"/>
              <a:headEnd/>
              <a:tailEnd/>
            </a:ln>
          </p:spPr>
          <p:txBody>
            <a:bodyPr rot="10800000" wrap="none" anchor="ctr"/>
            <a:lstStyle/>
            <a:p>
              <a:endParaRPr lang="en-US"/>
            </a:p>
          </p:txBody>
        </p:sp>
        <p:sp>
          <p:nvSpPr>
            <p:cNvPr id="65545" name="Text Box 7">
              <a:extLst>
                <a:ext uri="{FF2B5EF4-FFF2-40B4-BE49-F238E27FC236}">
                  <a16:creationId xmlns:a16="http://schemas.microsoft.com/office/drawing/2014/main" id="{825F5B57-F758-BD92-1FE8-32D5246E8D34}"/>
                </a:ext>
              </a:extLst>
            </p:cNvPr>
            <p:cNvSpPr txBox="1">
              <a:spLocks noChangeArrowheads="1"/>
            </p:cNvSpPr>
            <p:nvPr/>
          </p:nvSpPr>
          <p:spPr bwMode="auto">
            <a:xfrm>
              <a:off x="1392" y="129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0</a:t>
              </a:r>
              <a:endParaRPr lang="ru-RU" altLang="en-US" sz="1800" b="1" dirty="0">
                <a:solidFill>
                  <a:schemeClr val="bg2"/>
                </a:solidFill>
              </a:endParaRPr>
            </a:p>
          </p:txBody>
        </p:sp>
        <p:sp>
          <p:nvSpPr>
            <p:cNvPr id="65546" name="Text Box 8">
              <a:extLst>
                <a:ext uri="{FF2B5EF4-FFF2-40B4-BE49-F238E27FC236}">
                  <a16:creationId xmlns:a16="http://schemas.microsoft.com/office/drawing/2014/main" id="{5025D7B4-7AFD-5171-BBB8-B8FC031F211A}"/>
                </a:ext>
              </a:extLst>
            </p:cNvPr>
            <p:cNvSpPr txBox="1">
              <a:spLocks noChangeArrowheads="1"/>
            </p:cNvSpPr>
            <p:nvPr/>
          </p:nvSpPr>
          <p:spPr bwMode="auto">
            <a:xfrm>
              <a:off x="1384" y="1584"/>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1</a:t>
              </a:r>
              <a:endParaRPr lang="ru-RU" altLang="en-US" sz="1800" b="1" dirty="0">
                <a:solidFill>
                  <a:schemeClr val="bg2"/>
                </a:solidFill>
              </a:endParaRPr>
            </a:p>
          </p:txBody>
        </p:sp>
        <p:sp>
          <p:nvSpPr>
            <p:cNvPr id="65547" name="Line 9">
              <a:extLst>
                <a:ext uri="{FF2B5EF4-FFF2-40B4-BE49-F238E27FC236}">
                  <a16:creationId xmlns:a16="http://schemas.microsoft.com/office/drawing/2014/main" id="{10094522-27A4-B881-F231-5C1D184A4799}"/>
                </a:ext>
              </a:extLst>
            </p:cNvPr>
            <p:cNvSpPr>
              <a:spLocks noChangeShapeType="1"/>
            </p:cNvSpPr>
            <p:nvPr/>
          </p:nvSpPr>
          <p:spPr bwMode="auto">
            <a:xfrm>
              <a:off x="1688" y="1536"/>
              <a:ext cx="1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8" name="Line 10">
              <a:extLst>
                <a:ext uri="{FF2B5EF4-FFF2-40B4-BE49-F238E27FC236}">
                  <a16:creationId xmlns:a16="http://schemas.microsoft.com/office/drawing/2014/main" id="{BFF266A9-8E39-06A5-E47B-B737D4BAC32B}"/>
                </a:ext>
              </a:extLst>
            </p:cNvPr>
            <p:cNvSpPr>
              <a:spLocks noChangeShapeType="1"/>
            </p:cNvSpPr>
            <p:nvPr/>
          </p:nvSpPr>
          <p:spPr bwMode="auto">
            <a:xfrm flipV="1">
              <a:off x="1544" y="1792"/>
              <a:ext cx="0" cy="259"/>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5549" name="Line 11">
              <a:extLst>
                <a:ext uri="{FF2B5EF4-FFF2-40B4-BE49-F238E27FC236}">
                  <a16:creationId xmlns:a16="http://schemas.microsoft.com/office/drawing/2014/main" id="{0FB5F021-B5DE-B3D7-C2C3-98F833D70346}"/>
                </a:ext>
              </a:extLst>
            </p:cNvPr>
            <p:cNvSpPr>
              <a:spLocks noChangeShapeType="1"/>
            </p:cNvSpPr>
            <p:nvPr/>
          </p:nvSpPr>
          <p:spPr bwMode="auto">
            <a:xfrm flipV="1">
              <a:off x="1880" y="1104"/>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0" name="Line 12">
              <a:extLst>
                <a:ext uri="{FF2B5EF4-FFF2-40B4-BE49-F238E27FC236}">
                  <a16:creationId xmlns:a16="http://schemas.microsoft.com/office/drawing/2014/main" id="{81500941-1166-14EF-9E8A-F4730F338B34}"/>
                </a:ext>
              </a:extLst>
            </p:cNvPr>
            <p:cNvSpPr>
              <a:spLocks noChangeShapeType="1"/>
            </p:cNvSpPr>
            <p:nvPr/>
          </p:nvSpPr>
          <p:spPr bwMode="auto">
            <a:xfrm flipH="1">
              <a:off x="1112" y="1104"/>
              <a:ext cx="7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1" name="Line 13">
              <a:extLst>
                <a:ext uri="{FF2B5EF4-FFF2-40B4-BE49-F238E27FC236}">
                  <a16:creationId xmlns:a16="http://schemas.microsoft.com/office/drawing/2014/main" id="{D76E2691-B68F-DA42-8574-4FF7C748D151}"/>
                </a:ext>
              </a:extLst>
            </p:cNvPr>
            <p:cNvSpPr>
              <a:spLocks noChangeShapeType="1"/>
            </p:cNvSpPr>
            <p:nvPr/>
          </p:nvSpPr>
          <p:spPr bwMode="auto">
            <a:xfrm>
              <a:off x="1112" y="1104"/>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2" name="Line 14">
              <a:extLst>
                <a:ext uri="{FF2B5EF4-FFF2-40B4-BE49-F238E27FC236}">
                  <a16:creationId xmlns:a16="http://schemas.microsoft.com/office/drawing/2014/main" id="{0C71E560-441B-05EA-2D75-83B646A8EDE2}"/>
                </a:ext>
              </a:extLst>
            </p:cNvPr>
            <p:cNvSpPr>
              <a:spLocks noChangeShapeType="1"/>
            </p:cNvSpPr>
            <p:nvPr/>
          </p:nvSpPr>
          <p:spPr bwMode="auto">
            <a:xfrm>
              <a:off x="1112" y="1392"/>
              <a:ext cx="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3" name="Line 15">
              <a:extLst>
                <a:ext uri="{FF2B5EF4-FFF2-40B4-BE49-F238E27FC236}">
                  <a16:creationId xmlns:a16="http://schemas.microsoft.com/office/drawing/2014/main" id="{DDC0348E-96E2-F54F-47DA-26CA0724272B}"/>
                </a:ext>
              </a:extLst>
            </p:cNvPr>
            <p:cNvSpPr>
              <a:spLocks noChangeShapeType="1"/>
            </p:cNvSpPr>
            <p:nvPr/>
          </p:nvSpPr>
          <p:spPr bwMode="auto">
            <a:xfrm>
              <a:off x="912" y="1680"/>
              <a:ext cx="4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4" name="Text Box 16">
              <a:extLst>
                <a:ext uri="{FF2B5EF4-FFF2-40B4-BE49-F238E27FC236}">
                  <a16:creationId xmlns:a16="http://schemas.microsoft.com/office/drawing/2014/main" id="{CB6EFB61-7F33-31DE-AAC9-6B00F055BEFC}"/>
                </a:ext>
              </a:extLst>
            </p:cNvPr>
            <p:cNvSpPr txBox="1">
              <a:spLocks noChangeArrowheads="1"/>
            </p:cNvSpPr>
            <p:nvPr/>
          </p:nvSpPr>
          <p:spPr bwMode="auto">
            <a:xfrm>
              <a:off x="2168" y="1392"/>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000"/>
            </a:p>
          </p:txBody>
        </p:sp>
        <p:sp>
          <p:nvSpPr>
            <p:cNvPr id="65555" name="Text Box 17">
              <a:extLst>
                <a:ext uri="{FF2B5EF4-FFF2-40B4-BE49-F238E27FC236}">
                  <a16:creationId xmlns:a16="http://schemas.microsoft.com/office/drawing/2014/main" id="{45EA02C6-BBAF-FF4B-A5BB-7F1185ECBDC3}"/>
                </a:ext>
              </a:extLst>
            </p:cNvPr>
            <p:cNvSpPr txBox="1">
              <a:spLocks noChangeArrowheads="1"/>
            </p:cNvSpPr>
            <p:nvPr/>
          </p:nvSpPr>
          <p:spPr bwMode="auto">
            <a:xfrm>
              <a:off x="656" y="1552"/>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65556" name="Text Box 18">
              <a:extLst>
                <a:ext uri="{FF2B5EF4-FFF2-40B4-BE49-F238E27FC236}">
                  <a16:creationId xmlns:a16="http://schemas.microsoft.com/office/drawing/2014/main" id="{028460F4-747C-A885-FF3B-5EFFD2EC343E}"/>
                </a:ext>
              </a:extLst>
            </p:cNvPr>
            <p:cNvSpPr txBox="1">
              <a:spLocks noChangeArrowheads="1"/>
            </p:cNvSpPr>
            <p:nvPr/>
          </p:nvSpPr>
          <p:spPr bwMode="auto">
            <a:xfrm>
              <a:off x="488" y="2021"/>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65557" name="AutoShape 19">
              <a:extLst>
                <a:ext uri="{FF2B5EF4-FFF2-40B4-BE49-F238E27FC236}">
                  <a16:creationId xmlns:a16="http://schemas.microsoft.com/office/drawing/2014/main" id="{FA2FA485-ECB0-5244-CB96-28B7B752687F}"/>
                </a:ext>
              </a:extLst>
            </p:cNvPr>
            <p:cNvSpPr>
              <a:spLocks noChangeArrowheads="1"/>
            </p:cNvSpPr>
            <p:nvPr/>
          </p:nvSpPr>
          <p:spPr bwMode="auto">
            <a:xfrm rot="-5400000">
              <a:off x="2247" y="1376"/>
              <a:ext cx="624"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chemeClr val="tx1"/>
              </a:solidFill>
              <a:miter lim="800000"/>
              <a:headEnd/>
              <a:tailEnd/>
            </a:ln>
          </p:spPr>
          <p:txBody>
            <a:bodyPr rot="10800000" wrap="none" anchor="ctr"/>
            <a:lstStyle/>
            <a:p>
              <a:endParaRPr lang="en-US"/>
            </a:p>
          </p:txBody>
        </p:sp>
        <p:sp>
          <p:nvSpPr>
            <p:cNvPr id="65558" name="Text Box 20">
              <a:extLst>
                <a:ext uri="{FF2B5EF4-FFF2-40B4-BE49-F238E27FC236}">
                  <a16:creationId xmlns:a16="http://schemas.microsoft.com/office/drawing/2014/main" id="{604D6D4C-B611-4821-184F-1BC9B1980B91}"/>
                </a:ext>
              </a:extLst>
            </p:cNvPr>
            <p:cNvSpPr txBox="1">
              <a:spLocks noChangeArrowheads="1"/>
            </p:cNvSpPr>
            <p:nvPr/>
          </p:nvSpPr>
          <p:spPr bwMode="auto">
            <a:xfrm>
              <a:off x="2407" y="125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0</a:t>
              </a:r>
              <a:endParaRPr lang="ru-RU" altLang="en-US" sz="1800" b="1" dirty="0">
                <a:solidFill>
                  <a:schemeClr val="bg2"/>
                </a:solidFill>
              </a:endParaRPr>
            </a:p>
          </p:txBody>
        </p:sp>
        <p:sp>
          <p:nvSpPr>
            <p:cNvPr id="65559" name="Text Box 21">
              <a:extLst>
                <a:ext uri="{FF2B5EF4-FFF2-40B4-BE49-F238E27FC236}">
                  <a16:creationId xmlns:a16="http://schemas.microsoft.com/office/drawing/2014/main" id="{9ABEE17A-4FB8-5494-BF1D-AF599A034DCE}"/>
                </a:ext>
              </a:extLst>
            </p:cNvPr>
            <p:cNvSpPr txBox="1">
              <a:spLocks noChangeArrowheads="1"/>
            </p:cNvSpPr>
            <p:nvPr/>
          </p:nvSpPr>
          <p:spPr bwMode="auto">
            <a:xfrm>
              <a:off x="2399" y="1544"/>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1</a:t>
              </a:r>
              <a:endParaRPr lang="ru-RU" altLang="en-US" sz="1800" b="1" dirty="0">
                <a:solidFill>
                  <a:schemeClr val="bg2"/>
                </a:solidFill>
              </a:endParaRPr>
            </a:p>
          </p:txBody>
        </p:sp>
        <p:sp>
          <p:nvSpPr>
            <p:cNvPr id="65560" name="Line 22">
              <a:extLst>
                <a:ext uri="{FF2B5EF4-FFF2-40B4-BE49-F238E27FC236}">
                  <a16:creationId xmlns:a16="http://schemas.microsoft.com/office/drawing/2014/main" id="{B7048E8D-85C6-1B15-BC77-928B9236573F}"/>
                </a:ext>
              </a:extLst>
            </p:cNvPr>
            <p:cNvSpPr>
              <a:spLocks noChangeShapeType="1"/>
            </p:cNvSpPr>
            <p:nvPr/>
          </p:nvSpPr>
          <p:spPr bwMode="auto">
            <a:xfrm>
              <a:off x="2703" y="1496"/>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1" name="Line 23">
              <a:extLst>
                <a:ext uri="{FF2B5EF4-FFF2-40B4-BE49-F238E27FC236}">
                  <a16:creationId xmlns:a16="http://schemas.microsoft.com/office/drawing/2014/main" id="{4FA67DDB-A6E2-A7BC-9237-C1F7FFDC2A45}"/>
                </a:ext>
              </a:extLst>
            </p:cNvPr>
            <p:cNvSpPr>
              <a:spLocks noChangeShapeType="1"/>
            </p:cNvSpPr>
            <p:nvPr/>
          </p:nvSpPr>
          <p:spPr bwMode="auto">
            <a:xfrm flipV="1">
              <a:off x="768" y="2057"/>
              <a:ext cx="181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2" name="Line 24">
              <a:extLst>
                <a:ext uri="{FF2B5EF4-FFF2-40B4-BE49-F238E27FC236}">
                  <a16:creationId xmlns:a16="http://schemas.microsoft.com/office/drawing/2014/main" id="{98FDBCC0-84C9-C067-2E5B-3D54FEDEC532}"/>
                </a:ext>
              </a:extLst>
            </p:cNvPr>
            <p:cNvSpPr>
              <a:spLocks noChangeShapeType="1"/>
            </p:cNvSpPr>
            <p:nvPr/>
          </p:nvSpPr>
          <p:spPr bwMode="auto">
            <a:xfrm flipV="1">
              <a:off x="2568" y="1743"/>
              <a:ext cx="0" cy="3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3" name="Line 25">
              <a:extLst>
                <a:ext uri="{FF2B5EF4-FFF2-40B4-BE49-F238E27FC236}">
                  <a16:creationId xmlns:a16="http://schemas.microsoft.com/office/drawing/2014/main" id="{C3AA0C55-4365-EBB2-1702-B40BE8F9AD40}"/>
                </a:ext>
              </a:extLst>
            </p:cNvPr>
            <p:cNvSpPr>
              <a:spLocks noChangeShapeType="1"/>
            </p:cNvSpPr>
            <p:nvPr/>
          </p:nvSpPr>
          <p:spPr bwMode="auto">
            <a:xfrm flipV="1">
              <a:off x="2895" y="1500"/>
              <a:ext cx="0" cy="432"/>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5564" name="Line 26">
              <a:extLst>
                <a:ext uri="{FF2B5EF4-FFF2-40B4-BE49-F238E27FC236}">
                  <a16:creationId xmlns:a16="http://schemas.microsoft.com/office/drawing/2014/main" id="{A1E15397-C665-D603-4F5B-DB8D3F7A279A}"/>
                </a:ext>
              </a:extLst>
            </p:cNvPr>
            <p:cNvSpPr>
              <a:spLocks noChangeShapeType="1"/>
            </p:cNvSpPr>
            <p:nvPr/>
          </p:nvSpPr>
          <p:spPr bwMode="auto">
            <a:xfrm flipH="1">
              <a:off x="2127" y="1926"/>
              <a:ext cx="7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5" name="Line 27">
              <a:extLst>
                <a:ext uri="{FF2B5EF4-FFF2-40B4-BE49-F238E27FC236}">
                  <a16:creationId xmlns:a16="http://schemas.microsoft.com/office/drawing/2014/main" id="{D5620E08-7E4E-AC0B-C25E-30E22F30156E}"/>
                </a:ext>
              </a:extLst>
            </p:cNvPr>
            <p:cNvSpPr>
              <a:spLocks noChangeShapeType="1"/>
            </p:cNvSpPr>
            <p:nvPr/>
          </p:nvSpPr>
          <p:spPr bwMode="auto">
            <a:xfrm>
              <a:off x="2127" y="1641"/>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6" name="Line 28">
              <a:extLst>
                <a:ext uri="{FF2B5EF4-FFF2-40B4-BE49-F238E27FC236}">
                  <a16:creationId xmlns:a16="http://schemas.microsoft.com/office/drawing/2014/main" id="{C64CD3E7-C95D-1C66-A4B6-9996FA5A8525}"/>
                </a:ext>
              </a:extLst>
            </p:cNvPr>
            <p:cNvSpPr>
              <a:spLocks noChangeShapeType="1"/>
            </p:cNvSpPr>
            <p:nvPr/>
          </p:nvSpPr>
          <p:spPr bwMode="auto">
            <a:xfrm>
              <a:off x="1887" y="1352"/>
              <a:ext cx="528"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5567" name="Line 29">
              <a:extLst>
                <a:ext uri="{FF2B5EF4-FFF2-40B4-BE49-F238E27FC236}">
                  <a16:creationId xmlns:a16="http://schemas.microsoft.com/office/drawing/2014/main" id="{F2573A00-FA71-2A8F-C591-5CE794863D8C}"/>
                </a:ext>
              </a:extLst>
            </p:cNvPr>
            <p:cNvSpPr>
              <a:spLocks noChangeShapeType="1"/>
            </p:cNvSpPr>
            <p:nvPr/>
          </p:nvSpPr>
          <p:spPr bwMode="auto">
            <a:xfrm>
              <a:off x="2127" y="1640"/>
              <a:ext cx="27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8" name="Text Box 30">
              <a:extLst>
                <a:ext uri="{FF2B5EF4-FFF2-40B4-BE49-F238E27FC236}">
                  <a16:creationId xmlns:a16="http://schemas.microsoft.com/office/drawing/2014/main" id="{D830FA5F-3518-C846-67D1-6E7D5363E9EE}"/>
                </a:ext>
              </a:extLst>
            </p:cNvPr>
            <p:cNvSpPr txBox="1">
              <a:spLocks noChangeArrowheads="1"/>
            </p:cNvSpPr>
            <p:nvPr/>
          </p:nvSpPr>
          <p:spPr bwMode="auto">
            <a:xfrm>
              <a:off x="3183" y="1352"/>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65569" name="Text Box 44">
              <a:extLst>
                <a:ext uri="{FF2B5EF4-FFF2-40B4-BE49-F238E27FC236}">
                  <a16:creationId xmlns:a16="http://schemas.microsoft.com/office/drawing/2014/main" id="{B23A2BE0-1D3D-EF20-192F-E84027E5BEF3}"/>
                </a:ext>
              </a:extLst>
            </p:cNvPr>
            <p:cNvSpPr txBox="1">
              <a:spLocks noChangeArrowheads="1"/>
            </p:cNvSpPr>
            <p:nvPr/>
          </p:nvSpPr>
          <p:spPr bwMode="auto">
            <a:xfrm>
              <a:off x="1111" y="2251"/>
              <a:ext cx="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Master</a:t>
              </a:r>
              <a:endParaRPr lang="ru-RU" altLang="en-US" sz="2000"/>
            </a:p>
          </p:txBody>
        </p:sp>
        <p:sp>
          <p:nvSpPr>
            <p:cNvPr id="65570" name="Text Box 45">
              <a:extLst>
                <a:ext uri="{FF2B5EF4-FFF2-40B4-BE49-F238E27FC236}">
                  <a16:creationId xmlns:a16="http://schemas.microsoft.com/office/drawing/2014/main" id="{2F8AB6CB-8E78-F6AE-914C-D3E0360DC8EE}"/>
                </a:ext>
              </a:extLst>
            </p:cNvPr>
            <p:cNvSpPr txBox="1">
              <a:spLocks noChangeArrowheads="1"/>
            </p:cNvSpPr>
            <p:nvPr/>
          </p:nvSpPr>
          <p:spPr bwMode="auto">
            <a:xfrm>
              <a:off x="2200" y="2221"/>
              <a:ext cx="7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Slave</a:t>
              </a:r>
              <a:endParaRPr lang="ru-RU" altLang="en-US" sz="2000"/>
            </a:p>
          </p:txBody>
        </p:sp>
      </p:grpSp>
      <p:sp>
        <p:nvSpPr>
          <p:cNvPr id="65540" name="Text Box 46">
            <a:extLst>
              <a:ext uri="{FF2B5EF4-FFF2-40B4-BE49-F238E27FC236}">
                <a16:creationId xmlns:a16="http://schemas.microsoft.com/office/drawing/2014/main" id="{4F8A8F6C-E3B6-0AAD-3DD4-206FC0FF17AD}"/>
              </a:ext>
            </a:extLst>
          </p:cNvPr>
          <p:cNvSpPr txBox="1">
            <a:spLocks noChangeArrowheads="1"/>
          </p:cNvSpPr>
          <p:nvPr/>
        </p:nvSpPr>
        <p:spPr bwMode="auto">
          <a:xfrm>
            <a:off x="5665788" y="4967289"/>
            <a:ext cx="41767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Negative edge triggered D flip-flop</a:t>
            </a:r>
            <a:endParaRPr lang="ru-RU" altLang="en-US" sz="2000"/>
          </a:p>
        </p:txBody>
      </p:sp>
      <p:sp>
        <p:nvSpPr>
          <p:cNvPr id="8" name="Title 7">
            <a:extLst>
              <a:ext uri="{FF2B5EF4-FFF2-40B4-BE49-F238E27FC236}">
                <a16:creationId xmlns:a16="http://schemas.microsoft.com/office/drawing/2014/main" id="{7DED6E83-D976-8B35-C61C-7F2C76FC7E86}"/>
              </a:ext>
            </a:extLst>
          </p:cNvPr>
          <p:cNvSpPr>
            <a:spLocks noGrp="1"/>
          </p:cNvSpPr>
          <p:nvPr>
            <p:ph type="title"/>
          </p:nvPr>
        </p:nvSpPr>
        <p:spPr/>
        <p:txBody>
          <a:bodyPr>
            <a:normAutofit/>
          </a:bodyPr>
          <a:lstStyle/>
          <a:p>
            <a:r>
              <a:rPr lang="en-US" dirty="0"/>
              <a:t>Master/Slave D Flip-Flop (Using MUXs)</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BCDFC519-EB68-06DB-22DE-901A89DBCC53}"/>
              </a:ext>
            </a:extLst>
          </p:cNvPr>
          <p:cNvSpPr>
            <a:spLocks noGrp="1" noChangeArrowheads="1"/>
          </p:cNvSpPr>
          <p:nvPr>
            <p:ph type="title"/>
          </p:nvPr>
        </p:nvSpPr>
        <p:spPr/>
        <p:txBody>
          <a:bodyPr/>
          <a:lstStyle/>
          <a:p>
            <a:r>
              <a:rPr lang="en-GB" altLang="en-US"/>
              <a:t>Transmission Gate</a:t>
            </a:r>
          </a:p>
        </p:txBody>
      </p:sp>
      <p:sp>
        <p:nvSpPr>
          <p:cNvPr id="67587" name="TextBox 25">
            <a:extLst>
              <a:ext uri="{FF2B5EF4-FFF2-40B4-BE49-F238E27FC236}">
                <a16:creationId xmlns:a16="http://schemas.microsoft.com/office/drawing/2014/main" id="{5FF9BBE3-2CB4-B39E-2611-93C794C5E5A1}"/>
              </a:ext>
            </a:extLst>
          </p:cNvPr>
          <p:cNvSpPr txBox="1">
            <a:spLocks noChangeArrowheads="1"/>
          </p:cNvSpPr>
          <p:nvPr/>
        </p:nvSpPr>
        <p:spPr bwMode="auto">
          <a:xfrm>
            <a:off x="3197225" y="3290889"/>
            <a:ext cx="60960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sym typeface="Symbol" panose="05050102010706020507" pitchFamily="18" charset="2"/>
              </a:rPr>
              <a:t></a:t>
            </a:r>
            <a:r>
              <a:rPr lang="en-US" altLang="en-US" sz="1800"/>
              <a:t>En</a:t>
            </a:r>
            <a:endParaRPr lang="en-GB" altLang="en-US" sz="1800"/>
          </a:p>
        </p:txBody>
      </p:sp>
      <p:grpSp>
        <p:nvGrpSpPr>
          <p:cNvPr id="67588" name="Group 41">
            <a:extLst>
              <a:ext uri="{FF2B5EF4-FFF2-40B4-BE49-F238E27FC236}">
                <a16:creationId xmlns:a16="http://schemas.microsoft.com/office/drawing/2014/main" id="{CE699A7F-316A-8A27-FF1F-AA793A1CB32E}"/>
              </a:ext>
            </a:extLst>
          </p:cNvPr>
          <p:cNvGrpSpPr>
            <a:grpSpLocks/>
          </p:cNvGrpSpPr>
          <p:nvPr/>
        </p:nvGrpSpPr>
        <p:grpSpPr bwMode="auto">
          <a:xfrm>
            <a:off x="1876425" y="1023939"/>
            <a:ext cx="3390900" cy="2268537"/>
            <a:chOff x="352456" y="1219200"/>
            <a:chExt cx="3390487" cy="2035944"/>
          </a:xfrm>
        </p:grpSpPr>
        <p:sp>
          <p:nvSpPr>
            <p:cNvPr id="67660" name="Oval 2">
              <a:extLst>
                <a:ext uri="{FF2B5EF4-FFF2-40B4-BE49-F238E27FC236}">
                  <a16:creationId xmlns:a16="http://schemas.microsoft.com/office/drawing/2014/main" id="{1DA05A1F-88F1-4D26-D4D5-B3602D77453D}"/>
                </a:ext>
              </a:extLst>
            </p:cNvPr>
            <p:cNvSpPr>
              <a:spLocks noChangeArrowheads="1"/>
            </p:cNvSpPr>
            <p:nvPr/>
          </p:nvSpPr>
          <p:spPr bwMode="auto">
            <a:xfrm rot="-5400000">
              <a:off x="1868229" y="1762857"/>
              <a:ext cx="91782" cy="123533"/>
            </a:xfrm>
            <a:prstGeom prst="ellipse">
              <a:avLst/>
            </a:prstGeom>
            <a:solidFill>
              <a:srgbClr val="FFFFFF"/>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cxnSp>
          <p:nvCxnSpPr>
            <p:cNvPr id="67661" name="AutoShape 3">
              <a:extLst>
                <a:ext uri="{FF2B5EF4-FFF2-40B4-BE49-F238E27FC236}">
                  <a16:creationId xmlns:a16="http://schemas.microsoft.com/office/drawing/2014/main" id="{BDEF5B21-C733-404C-E521-5EE91433A46F}"/>
                </a:ext>
              </a:extLst>
            </p:cNvPr>
            <p:cNvCxnSpPr>
              <a:cxnSpLocks noChangeShapeType="1"/>
            </p:cNvCxnSpPr>
            <p:nvPr/>
          </p:nvCxnSpPr>
          <p:spPr bwMode="auto">
            <a:xfrm rot="-5400000">
              <a:off x="1449514" y="2721812"/>
              <a:ext cx="195801"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62" name="AutoShape 4">
              <a:extLst>
                <a:ext uri="{FF2B5EF4-FFF2-40B4-BE49-F238E27FC236}">
                  <a16:creationId xmlns:a16="http://schemas.microsoft.com/office/drawing/2014/main" id="{451A688C-417F-6996-CE8E-F41DE91DF856}"/>
                </a:ext>
              </a:extLst>
            </p:cNvPr>
            <p:cNvCxnSpPr>
              <a:cxnSpLocks noChangeShapeType="1"/>
            </p:cNvCxnSpPr>
            <p:nvPr/>
          </p:nvCxnSpPr>
          <p:spPr bwMode="auto">
            <a:xfrm rot="-5400000">
              <a:off x="1477398" y="2540501"/>
              <a:ext cx="0" cy="16789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63" name="AutoShape 5">
              <a:extLst>
                <a:ext uri="{FF2B5EF4-FFF2-40B4-BE49-F238E27FC236}">
                  <a16:creationId xmlns:a16="http://schemas.microsoft.com/office/drawing/2014/main" id="{864C57A4-E1CB-359A-7CC3-DAB0FD934CFD}"/>
                </a:ext>
              </a:extLst>
            </p:cNvPr>
            <p:cNvCxnSpPr>
              <a:cxnSpLocks noChangeShapeType="1"/>
            </p:cNvCxnSpPr>
            <p:nvPr/>
          </p:nvCxnSpPr>
          <p:spPr bwMode="auto">
            <a:xfrm rot="16200000" flipV="1">
              <a:off x="1162711" y="2401166"/>
              <a:ext cx="442829" cy="373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64" name="AutoShape 6">
              <a:extLst>
                <a:ext uri="{FF2B5EF4-FFF2-40B4-BE49-F238E27FC236}">
                  <a16:creationId xmlns:a16="http://schemas.microsoft.com/office/drawing/2014/main" id="{7F85207F-A40B-E2A8-7173-2181D475B6CB}"/>
                </a:ext>
              </a:extLst>
            </p:cNvPr>
            <p:cNvCxnSpPr>
              <a:cxnSpLocks noChangeShapeType="1"/>
            </p:cNvCxnSpPr>
            <p:nvPr/>
          </p:nvCxnSpPr>
          <p:spPr bwMode="auto">
            <a:xfrm rot="-5400000">
              <a:off x="1473699" y="2081767"/>
              <a:ext cx="0" cy="18288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65" name="AutoShape 7">
              <a:extLst>
                <a:ext uri="{FF2B5EF4-FFF2-40B4-BE49-F238E27FC236}">
                  <a16:creationId xmlns:a16="http://schemas.microsoft.com/office/drawing/2014/main" id="{D772727A-BCC2-DA37-9070-5144EB4612C6}"/>
                </a:ext>
              </a:extLst>
            </p:cNvPr>
            <p:cNvCxnSpPr>
              <a:cxnSpLocks noChangeShapeType="1"/>
            </p:cNvCxnSpPr>
            <p:nvPr/>
          </p:nvCxnSpPr>
          <p:spPr bwMode="auto">
            <a:xfrm rot="-5400000">
              <a:off x="1476315" y="2080718"/>
              <a:ext cx="18497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7666" name="Line 8">
              <a:extLst>
                <a:ext uri="{FF2B5EF4-FFF2-40B4-BE49-F238E27FC236}">
                  <a16:creationId xmlns:a16="http://schemas.microsoft.com/office/drawing/2014/main" id="{01109E79-8A51-53ED-DE21-709E6DD78658}"/>
                </a:ext>
              </a:extLst>
            </p:cNvPr>
            <p:cNvSpPr>
              <a:spLocks noChangeShapeType="1"/>
            </p:cNvSpPr>
            <p:nvPr/>
          </p:nvSpPr>
          <p:spPr bwMode="auto">
            <a:xfrm rot="16200000" flipV="1">
              <a:off x="1051636" y="2080188"/>
              <a:ext cx="0" cy="640080"/>
            </a:xfrm>
            <a:prstGeom prst="line">
              <a:avLst/>
            </a:prstGeom>
            <a:noFill/>
            <a:ln w="2857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67" name="Line 10">
              <a:extLst>
                <a:ext uri="{FF2B5EF4-FFF2-40B4-BE49-F238E27FC236}">
                  <a16:creationId xmlns:a16="http://schemas.microsoft.com/office/drawing/2014/main" id="{8EFF8340-F73B-3D29-3AE2-DF7D6AF543A8}"/>
                </a:ext>
              </a:extLst>
            </p:cNvPr>
            <p:cNvSpPr>
              <a:spLocks noChangeShapeType="1"/>
            </p:cNvSpPr>
            <p:nvPr/>
          </p:nvSpPr>
          <p:spPr bwMode="auto">
            <a:xfrm rot="10800000">
              <a:off x="1560346" y="1988230"/>
              <a:ext cx="6790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8" name="Line 11">
              <a:extLst>
                <a:ext uri="{FF2B5EF4-FFF2-40B4-BE49-F238E27FC236}">
                  <a16:creationId xmlns:a16="http://schemas.microsoft.com/office/drawing/2014/main" id="{CCD288C0-06FD-4204-9638-8752AFE4F78C}"/>
                </a:ext>
              </a:extLst>
            </p:cNvPr>
            <p:cNvSpPr>
              <a:spLocks noChangeShapeType="1"/>
            </p:cNvSpPr>
            <p:nvPr/>
          </p:nvSpPr>
          <p:spPr bwMode="auto">
            <a:xfrm rot="10800000">
              <a:off x="1674273" y="1887331"/>
              <a:ext cx="4738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67669" name="AutoShape 12">
              <a:extLst>
                <a:ext uri="{FF2B5EF4-FFF2-40B4-BE49-F238E27FC236}">
                  <a16:creationId xmlns:a16="http://schemas.microsoft.com/office/drawing/2014/main" id="{9028D68F-1444-D3F0-3874-366CA4403D19}"/>
                </a:ext>
              </a:extLst>
            </p:cNvPr>
            <p:cNvCxnSpPr>
              <a:cxnSpLocks noChangeShapeType="1"/>
            </p:cNvCxnSpPr>
            <p:nvPr/>
          </p:nvCxnSpPr>
          <p:spPr bwMode="auto">
            <a:xfrm rot="-5400000">
              <a:off x="2147877" y="2730948"/>
              <a:ext cx="18497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70" name="AutoShape 13">
              <a:extLst>
                <a:ext uri="{FF2B5EF4-FFF2-40B4-BE49-F238E27FC236}">
                  <a16:creationId xmlns:a16="http://schemas.microsoft.com/office/drawing/2014/main" id="{C69EE1A2-0E3D-155D-9E82-44A76B853884}"/>
                </a:ext>
              </a:extLst>
            </p:cNvPr>
            <p:cNvCxnSpPr>
              <a:cxnSpLocks noChangeShapeType="1"/>
            </p:cNvCxnSpPr>
            <p:nvPr/>
          </p:nvCxnSpPr>
          <p:spPr bwMode="auto">
            <a:xfrm rot="16200000" flipV="1">
              <a:off x="2205204" y="2398363"/>
              <a:ext cx="476461" cy="373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71" name="AutoShape 14">
              <a:extLst>
                <a:ext uri="{FF2B5EF4-FFF2-40B4-BE49-F238E27FC236}">
                  <a16:creationId xmlns:a16="http://schemas.microsoft.com/office/drawing/2014/main" id="{231465D1-4A16-372A-B880-2C62D1E1A7AF}"/>
                </a:ext>
              </a:extLst>
            </p:cNvPr>
            <p:cNvCxnSpPr>
              <a:cxnSpLocks noChangeShapeType="1"/>
            </p:cNvCxnSpPr>
            <p:nvPr/>
          </p:nvCxnSpPr>
          <p:spPr bwMode="auto">
            <a:xfrm rot="-5400000">
              <a:off x="2331807" y="2547017"/>
              <a:ext cx="0" cy="18288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72" name="AutoShape 15">
              <a:extLst>
                <a:ext uri="{FF2B5EF4-FFF2-40B4-BE49-F238E27FC236}">
                  <a16:creationId xmlns:a16="http://schemas.microsoft.com/office/drawing/2014/main" id="{093864A1-0ED6-65CF-EAC8-DE27FA896F48}"/>
                </a:ext>
              </a:extLst>
            </p:cNvPr>
            <p:cNvCxnSpPr>
              <a:cxnSpLocks noChangeShapeType="1"/>
            </p:cNvCxnSpPr>
            <p:nvPr/>
          </p:nvCxnSpPr>
          <p:spPr bwMode="auto">
            <a:xfrm rot="-5400000">
              <a:off x="2339269" y="2078965"/>
              <a:ext cx="0" cy="18288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73" name="AutoShape 16">
              <a:extLst>
                <a:ext uri="{FF2B5EF4-FFF2-40B4-BE49-F238E27FC236}">
                  <a16:creationId xmlns:a16="http://schemas.microsoft.com/office/drawing/2014/main" id="{F8BDEB15-77CB-9A0D-CF9D-87AB9245EC40}"/>
                </a:ext>
              </a:extLst>
            </p:cNvPr>
            <p:cNvCxnSpPr>
              <a:cxnSpLocks noChangeShapeType="1"/>
            </p:cNvCxnSpPr>
            <p:nvPr/>
          </p:nvCxnSpPr>
          <p:spPr bwMode="auto">
            <a:xfrm rot="-5400000">
              <a:off x="2146475" y="2076515"/>
              <a:ext cx="187783"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7674" name="Line 17">
              <a:extLst>
                <a:ext uri="{FF2B5EF4-FFF2-40B4-BE49-F238E27FC236}">
                  <a16:creationId xmlns:a16="http://schemas.microsoft.com/office/drawing/2014/main" id="{18543E1C-3693-20CF-5D09-8BE95DF04B60}"/>
                </a:ext>
              </a:extLst>
            </p:cNvPr>
            <p:cNvSpPr>
              <a:spLocks noChangeShapeType="1"/>
            </p:cNvSpPr>
            <p:nvPr/>
          </p:nvSpPr>
          <p:spPr bwMode="auto">
            <a:xfrm rot="16200000" flipV="1">
              <a:off x="2714890" y="2140902"/>
              <a:ext cx="0" cy="548640"/>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67675" name="Line 19">
              <a:extLst>
                <a:ext uri="{FF2B5EF4-FFF2-40B4-BE49-F238E27FC236}">
                  <a16:creationId xmlns:a16="http://schemas.microsoft.com/office/drawing/2014/main" id="{293EBA3F-73D9-2C30-0265-4498A230210E}"/>
                </a:ext>
              </a:extLst>
            </p:cNvPr>
            <p:cNvSpPr>
              <a:spLocks noChangeShapeType="1"/>
            </p:cNvSpPr>
            <p:nvPr/>
          </p:nvSpPr>
          <p:spPr bwMode="auto">
            <a:xfrm rot="-5400000">
              <a:off x="1760749" y="1609402"/>
              <a:ext cx="31950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76" name="Line 21">
              <a:extLst>
                <a:ext uri="{FF2B5EF4-FFF2-40B4-BE49-F238E27FC236}">
                  <a16:creationId xmlns:a16="http://schemas.microsoft.com/office/drawing/2014/main" id="{CD736929-6B4B-9645-BB23-D274AFAA08AD}"/>
                </a:ext>
              </a:extLst>
            </p:cNvPr>
            <p:cNvSpPr>
              <a:spLocks noChangeShapeType="1"/>
            </p:cNvSpPr>
            <p:nvPr/>
          </p:nvSpPr>
          <p:spPr bwMode="auto">
            <a:xfrm rot="10800000">
              <a:off x="1677002" y="2929941"/>
              <a:ext cx="4738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77" name="Line 22">
              <a:extLst>
                <a:ext uri="{FF2B5EF4-FFF2-40B4-BE49-F238E27FC236}">
                  <a16:creationId xmlns:a16="http://schemas.microsoft.com/office/drawing/2014/main" id="{864C3358-2E1F-FEB1-1F2A-E716E88D1CAE}"/>
                </a:ext>
              </a:extLst>
            </p:cNvPr>
            <p:cNvSpPr>
              <a:spLocks noChangeShapeType="1"/>
            </p:cNvSpPr>
            <p:nvPr/>
          </p:nvSpPr>
          <p:spPr bwMode="auto">
            <a:xfrm rot="10800000">
              <a:off x="1547806" y="2820637"/>
              <a:ext cx="7000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78" name="Line 19">
              <a:extLst>
                <a:ext uri="{FF2B5EF4-FFF2-40B4-BE49-F238E27FC236}">
                  <a16:creationId xmlns:a16="http://schemas.microsoft.com/office/drawing/2014/main" id="{F5739868-BAC8-63B5-1059-F1430CBE4236}"/>
                </a:ext>
              </a:extLst>
            </p:cNvPr>
            <p:cNvSpPr>
              <a:spLocks noChangeShapeType="1"/>
            </p:cNvSpPr>
            <p:nvPr/>
          </p:nvSpPr>
          <p:spPr bwMode="auto">
            <a:xfrm rot="-5400000">
              <a:off x="1739358" y="3095390"/>
              <a:ext cx="31950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79" name="TextBox 24">
              <a:extLst>
                <a:ext uri="{FF2B5EF4-FFF2-40B4-BE49-F238E27FC236}">
                  <a16:creationId xmlns:a16="http://schemas.microsoft.com/office/drawing/2014/main" id="{223AD014-A55F-B020-B8B0-264FC2492194}"/>
                </a:ext>
              </a:extLst>
            </p:cNvPr>
            <p:cNvSpPr txBox="1">
              <a:spLocks noChangeArrowheads="1"/>
            </p:cNvSpPr>
            <p:nvPr/>
          </p:nvSpPr>
          <p:spPr bwMode="auto">
            <a:xfrm>
              <a:off x="1700096" y="1219200"/>
              <a:ext cx="609645" cy="331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En</a:t>
              </a:r>
              <a:endParaRPr lang="en-GB" altLang="en-US" sz="1800"/>
            </a:p>
          </p:txBody>
        </p:sp>
        <p:sp>
          <p:nvSpPr>
            <p:cNvPr id="67680" name="TextBox 26">
              <a:extLst>
                <a:ext uri="{FF2B5EF4-FFF2-40B4-BE49-F238E27FC236}">
                  <a16:creationId xmlns:a16="http://schemas.microsoft.com/office/drawing/2014/main" id="{C8A1C972-F7BA-D2B0-0F42-03C0021F7B37}"/>
                </a:ext>
              </a:extLst>
            </p:cNvPr>
            <p:cNvSpPr txBox="1">
              <a:spLocks noChangeArrowheads="1"/>
            </p:cNvSpPr>
            <p:nvPr/>
          </p:nvSpPr>
          <p:spPr bwMode="auto">
            <a:xfrm>
              <a:off x="352456" y="2268132"/>
              <a:ext cx="609645" cy="331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A</a:t>
              </a:r>
              <a:endParaRPr lang="en-GB" altLang="en-US" sz="1800"/>
            </a:p>
          </p:txBody>
        </p:sp>
        <p:sp>
          <p:nvSpPr>
            <p:cNvPr id="67681" name="TextBox 27">
              <a:extLst>
                <a:ext uri="{FF2B5EF4-FFF2-40B4-BE49-F238E27FC236}">
                  <a16:creationId xmlns:a16="http://schemas.microsoft.com/office/drawing/2014/main" id="{DF5116AB-67AF-E227-1CCC-99ED516B9F8D}"/>
                </a:ext>
              </a:extLst>
            </p:cNvPr>
            <p:cNvSpPr txBox="1">
              <a:spLocks noChangeArrowheads="1"/>
            </p:cNvSpPr>
            <p:nvPr/>
          </p:nvSpPr>
          <p:spPr bwMode="auto">
            <a:xfrm>
              <a:off x="3133298" y="2260187"/>
              <a:ext cx="609645" cy="331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B</a:t>
              </a:r>
              <a:endParaRPr lang="en-GB" altLang="en-US" sz="1800"/>
            </a:p>
          </p:txBody>
        </p:sp>
      </p:grpSp>
      <p:sp>
        <p:nvSpPr>
          <p:cNvPr id="67589" name="Isosceles Triangle 28">
            <a:extLst>
              <a:ext uri="{FF2B5EF4-FFF2-40B4-BE49-F238E27FC236}">
                <a16:creationId xmlns:a16="http://schemas.microsoft.com/office/drawing/2014/main" id="{08E153AB-2632-2B70-74BB-9E503C670A6D}"/>
              </a:ext>
            </a:extLst>
          </p:cNvPr>
          <p:cNvSpPr>
            <a:spLocks noChangeArrowheads="1"/>
          </p:cNvSpPr>
          <p:nvPr/>
        </p:nvSpPr>
        <p:spPr bwMode="auto">
          <a:xfrm>
            <a:off x="3657601" y="4681538"/>
            <a:ext cx="639763" cy="457200"/>
          </a:xfrm>
          <a:prstGeom prst="triangle">
            <a:avLst>
              <a:gd name="adj"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30" name="Isosceles Triangle 29">
            <a:extLst>
              <a:ext uri="{FF2B5EF4-FFF2-40B4-BE49-F238E27FC236}">
                <a16:creationId xmlns:a16="http://schemas.microsoft.com/office/drawing/2014/main" id="{5C49247E-D293-4426-B8FE-98BD70175061}"/>
              </a:ext>
            </a:extLst>
          </p:cNvPr>
          <p:cNvSpPr/>
          <p:nvPr/>
        </p:nvSpPr>
        <p:spPr bwMode="auto">
          <a:xfrm rot="10800000">
            <a:off x="3669792" y="4218432"/>
            <a:ext cx="640080" cy="463296"/>
          </a:xfrm>
          <a:prstGeom prst="triangle">
            <a:avLst/>
          </a:prstGeom>
          <a:noFill/>
          <a:ln w="28575" cap="flat" cmpd="sng" algn="ctr">
            <a:solidFill>
              <a:schemeClr val="tx1"/>
            </a:solidFill>
            <a:prstDash val="solid"/>
            <a:round/>
            <a:headEnd type="none" w="med" len="med"/>
            <a:tailEnd type="none" w="med" len="med"/>
          </a:ln>
          <a:effectLst/>
          <a:scene3d>
            <a:camera prst="orthographicFront">
              <a:rot lat="0" lon="10800000" rev="0"/>
            </a:camera>
            <a:lightRig rig="threePt" dir="t"/>
          </a:scene3d>
        </p:spPr>
        <p:txBody>
          <a:bodyPr anchor="ctr"/>
          <a:lstStyle/>
          <a:p>
            <a:pPr eaLnBrk="1" hangingPunct="1">
              <a:defRPr/>
            </a:pPr>
            <a:endParaRPr lang="en-GB">
              <a:latin typeface="Arial" charset="0"/>
              <a:cs typeface="Arial" charset="0"/>
            </a:endParaRPr>
          </a:p>
        </p:txBody>
      </p:sp>
      <p:sp>
        <p:nvSpPr>
          <p:cNvPr id="67591" name="Oval 30">
            <a:extLst>
              <a:ext uri="{FF2B5EF4-FFF2-40B4-BE49-F238E27FC236}">
                <a16:creationId xmlns:a16="http://schemas.microsoft.com/office/drawing/2014/main" id="{F1B507FE-37EE-F114-BF9E-15FD3020A521}"/>
              </a:ext>
            </a:extLst>
          </p:cNvPr>
          <p:cNvSpPr>
            <a:spLocks noChangeArrowheads="1"/>
          </p:cNvSpPr>
          <p:nvPr/>
        </p:nvSpPr>
        <p:spPr bwMode="auto">
          <a:xfrm>
            <a:off x="3986213" y="4608514"/>
            <a:ext cx="138112" cy="136525"/>
          </a:xfrm>
          <a:prstGeom prst="ellipse">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cxnSp>
        <p:nvCxnSpPr>
          <p:cNvPr id="67592" name="Straight Connector 32">
            <a:extLst>
              <a:ext uri="{FF2B5EF4-FFF2-40B4-BE49-F238E27FC236}">
                <a16:creationId xmlns:a16="http://schemas.microsoft.com/office/drawing/2014/main" id="{7294AEE9-43DB-25FA-7980-13016CA116EC}"/>
              </a:ext>
            </a:extLst>
          </p:cNvPr>
          <p:cNvCxnSpPr>
            <a:cxnSpLocks noChangeShapeType="1"/>
          </p:cNvCxnSpPr>
          <p:nvPr/>
        </p:nvCxnSpPr>
        <p:spPr bwMode="auto">
          <a:xfrm>
            <a:off x="3524250" y="4668839"/>
            <a:ext cx="425450"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593" name="Straight Connector 33">
            <a:extLst>
              <a:ext uri="{FF2B5EF4-FFF2-40B4-BE49-F238E27FC236}">
                <a16:creationId xmlns:a16="http://schemas.microsoft.com/office/drawing/2014/main" id="{E47BF0D7-68BB-5120-FA7E-DC3A867141A5}"/>
              </a:ext>
            </a:extLst>
          </p:cNvPr>
          <p:cNvCxnSpPr>
            <a:cxnSpLocks noChangeShapeType="1"/>
          </p:cNvCxnSpPr>
          <p:nvPr/>
        </p:nvCxnSpPr>
        <p:spPr bwMode="auto">
          <a:xfrm>
            <a:off x="4133850" y="4694239"/>
            <a:ext cx="425450"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594" name="Straight Connector 35">
            <a:extLst>
              <a:ext uri="{FF2B5EF4-FFF2-40B4-BE49-F238E27FC236}">
                <a16:creationId xmlns:a16="http://schemas.microsoft.com/office/drawing/2014/main" id="{10190A56-C615-C081-FE92-4DB150A0E575}"/>
              </a:ext>
            </a:extLst>
          </p:cNvPr>
          <p:cNvCxnSpPr>
            <a:cxnSpLocks noChangeShapeType="1"/>
          </p:cNvCxnSpPr>
          <p:nvPr/>
        </p:nvCxnSpPr>
        <p:spPr bwMode="auto">
          <a:xfrm rot="16200000" flipH="1">
            <a:off x="3816351" y="4011613"/>
            <a:ext cx="365125"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595" name="Straight Connector 36">
            <a:extLst>
              <a:ext uri="{FF2B5EF4-FFF2-40B4-BE49-F238E27FC236}">
                <a16:creationId xmlns:a16="http://schemas.microsoft.com/office/drawing/2014/main" id="{C8BB886B-20C7-84B0-3149-54A5FAE3E636}"/>
              </a:ext>
            </a:extLst>
          </p:cNvPr>
          <p:cNvCxnSpPr>
            <a:cxnSpLocks noChangeShapeType="1"/>
          </p:cNvCxnSpPr>
          <p:nvPr/>
        </p:nvCxnSpPr>
        <p:spPr bwMode="auto">
          <a:xfrm rot="16200000" flipH="1">
            <a:off x="3803651" y="5327651"/>
            <a:ext cx="365125"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67596" name="TextBox 37">
            <a:extLst>
              <a:ext uri="{FF2B5EF4-FFF2-40B4-BE49-F238E27FC236}">
                <a16:creationId xmlns:a16="http://schemas.microsoft.com/office/drawing/2014/main" id="{971D2651-2868-0B2A-7622-E776CD8254C9}"/>
              </a:ext>
            </a:extLst>
          </p:cNvPr>
          <p:cNvSpPr txBox="1">
            <a:spLocks noChangeArrowheads="1"/>
          </p:cNvSpPr>
          <p:nvPr/>
        </p:nvSpPr>
        <p:spPr bwMode="auto">
          <a:xfrm>
            <a:off x="3902075" y="3548064"/>
            <a:ext cx="5603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A</a:t>
            </a:r>
            <a:endParaRPr lang="en-GB" altLang="en-US" sz="1800"/>
          </a:p>
        </p:txBody>
      </p:sp>
      <p:sp>
        <p:nvSpPr>
          <p:cNvPr id="67597" name="TextBox 38">
            <a:extLst>
              <a:ext uri="{FF2B5EF4-FFF2-40B4-BE49-F238E27FC236}">
                <a16:creationId xmlns:a16="http://schemas.microsoft.com/office/drawing/2014/main" id="{47A5A27E-4973-F377-D0A1-161318D5C84B}"/>
              </a:ext>
            </a:extLst>
          </p:cNvPr>
          <p:cNvSpPr txBox="1">
            <a:spLocks noChangeArrowheads="1"/>
          </p:cNvSpPr>
          <p:nvPr/>
        </p:nvSpPr>
        <p:spPr bwMode="auto">
          <a:xfrm>
            <a:off x="3803650" y="5449889"/>
            <a:ext cx="5603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B</a:t>
            </a:r>
            <a:endParaRPr lang="en-GB" altLang="en-US" sz="1800"/>
          </a:p>
        </p:txBody>
      </p:sp>
      <p:sp>
        <p:nvSpPr>
          <p:cNvPr id="67598" name="TextBox 39">
            <a:extLst>
              <a:ext uri="{FF2B5EF4-FFF2-40B4-BE49-F238E27FC236}">
                <a16:creationId xmlns:a16="http://schemas.microsoft.com/office/drawing/2014/main" id="{6ADBB483-D164-579A-10C9-99F479E89CB3}"/>
              </a:ext>
            </a:extLst>
          </p:cNvPr>
          <p:cNvSpPr txBox="1">
            <a:spLocks noChangeArrowheads="1"/>
          </p:cNvSpPr>
          <p:nvPr/>
        </p:nvSpPr>
        <p:spPr bwMode="auto">
          <a:xfrm>
            <a:off x="3060700" y="4462464"/>
            <a:ext cx="5603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En</a:t>
            </a:r>
            <a:endParaRPr lang="en-GB" altLang="en-US" sz="1800"/>
          </a:p>
        </p:txBody>
      </p:sp>
      <p:sp>
        <p:nvSpPr>
          <p:cNvPr id="67599" name="TextBox 40">
            <a:extLst>
              <a:ext uri="{FF2B5EF4-FFF2-40B4-BE49-F238E27FC236}">
                <a16:creationId xmlns:a16="http://schemas.microsoft.com/office/drawing/2014/main" id="{D81F6D1D-4ED0-EF05-1D2A-FF8BEBE61D67}"/>
              </a:ext>
            </a:extLst>
          </p:cNvPr>
          <p:cNvSpPr txBox="1">
            <a:spLocks noChangeArrowheads="1"/>
          </p:cNvSpPr>
          <p:nvPr/>
        </p:nvSpPr>
        <p:spPr bwMode="auto">
          <a:xfrm>
            <a:off x="4548189" y="4535489"/>
            <a:ext cx="682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sym typeface="Symbol" panose="05050102010706020507" pitchFamily="18" charset="2"/>
              </a:rPr>
              <a:t></a:t>
            </a:r>
            <a:r>
              <a:rPr lang="en-US" altLang="en-US" sz="1800"/>
              <a:t>En</a:t>
            </a:r>
            <a:endParaRPr lang="en-GB" altLang="en-US" sz="1800"/>
          </a:p>
        </p:txBody>
      </p:sp>
      <p:grpSp>
        <p:nvGrpSpPr>
          <p:cNvPr id="67600" name="Group 115">
            <a:extLst>
              <a:ext uri="{FF2B5EF4-FFF2-40B4-BE49-F238E27FC236}">
                <a16:creationId xmlns:a16="http://schemas.microsoft.com/office/drawing/2014/main" id="{E5EFD71B-ECA7-7B31-CB8D-AEF55DED1E9C}"/>
              </a:ext>
            </a:extLst>
          </p:cNvPr>
          <p:cNvGrpSpPr>
            <a:grpSpLocks/>
          </p:cNvGrpSpPr>
          <p:nvPr/>
        </p:nvGrpSpPr>
        <p:grpSpPr bwMode="auto">
          <a:xfrm>
            <a:off x="6254750" y="1752601"/>
            <a:ext cx="4084638" cy="2974975"/>
            <a:chOff x="4901184" y="2447544"/>
            <a:chExt cx="4084320" cy="2975074"/>
          </a:xfrm>
        </p:grpSpPr>
        <p:cxnSp>
          <p:nvCxnSpPr>
            <p:cNvPr id="67602" name="AutoShape 3">
              <a:extLst>
                <a:ext uri="{FF2B5EF4-FFF2-40B4-BE49-F238E27FC236}">
                  <a16:creationId xmlns:a16="http://schemas.microsoft.com/office/drawing/2014/main" id="{A2F2D22F-2CC9-70B9-886C-C48E6726FE7E}"/>
                </a:ext>
              </a:extLst>
            </p:cNvPr>
            <p:cNvCxnSpPr>
              <a:cxnSpLocks noChangeShapeType="1"/>
            </p:cNvCxnSpPr>
            <p:nvPr/>
          </p:nvCxnSpPr>
          <p:spPr bwMode="auto">
            <a:xfrm rot="-5400000">
              <a:off x="6603827" y="3597003"/>
              <a:ext cx="13191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03" name="AutoShape 4">
              <a:extLst>
                <a:ext uri="{FF2B5EF4-FFF2-40B4-BE49-F238E27FC236}">
                  <a16:creationId xmlns:a16="http://schemas.microsoft.com/office/drawing/2014/main" id="{ED6B0D47-CA55-545E-4C53-050CB28BCD47}"/>
                </a:ext>
              </a:extLst>
            </p:cNvPr>
            <p:cNvCxnSpPr>
              <a:cxnSpLocks noChangeShapeType="1"/>
            </p:cNvCxnSpPr>
            <p:nvPr/>
          </p:nvCxnSpPr>
          <p:spPr bwMode="auto">
            <a:xfrm rot="-5400000">
              <a:off x="6628239" y="3481601"/>
              <a:ext cx="0" cy="9961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04" name="AutoShape 5">
              <a:extLst>
                <a:ext uri="{FF2B5EF4-FFF2-40B4-BE49-F238E27FC236}">
                  <a16:creationId xmlns:a16="http://schemas.microsoft.com/office/drawing/2014/main" id="{7CFD22F8-79F4-53AB-D101-C47461EE5A4F}"/>
                </a:ext>
              </a:extLst>
            </p:cNvPr>
            <p:cNvCxnSpPr>
              <a:cxnSpLocks noChangeShapeType="1"/>
            </p:cNvCxnSpPr>
            <p:nvPr/>
          </p:nvCxnSpPr>
          <p:spPr bwMode="auto">
            <a:xfrm rot="16200000" flipV="1">
              <a:off x="6423733" y="3381136"/>
              <a:ext cx="298331" cy="221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05" name="AutoShape 6">
              <a:extLst>
                <a:ext uri="{FF2B5EF4-FFF2-40B4-BE49-F238E27FC236}">
                  <a16:creationId xmlns:a16="http://schemas.microsoft.com/office/drawing/2014/main" id="{33377F51-95BF-E9E5-58A1-58E4B3827389}"/>
                </a:ext>
              </a:extLst>
            </p:cNvPr>
            <p:cNvCxnSpPr>
              <a:cxnSpLocks noChangeShapeType="1"/>
            </p:cNvCxnSpPr>
            <p:nvPr/>
          </p:nvCxnSpPr>
          <p:spPr bwMode="auto">
            <a:xfrm rot="-5400000">
              <a:off x="6626045" y="3173158"/>
              <a:ext cx="0" cy="10850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06" name="AutoShape 7">
              <a:extLst>
                <a:ext uri="{FF2B5EF4-FFF2-40B4-BE49-F238E27FC236}">
                  <a16:creationId xmlns:a16="http://schemas.microsoft.com/office/drawing/2014/main" id="{547EECA0-6184-D7D4-BAA0-7A818120F68A}"/>
                </a:ext>
              </a:extLst>
            </p:cNvPr>
            <p:cNvCxnSpPr>
              <a:cxnSpLocks noChangeShapeType="1"/>
            </p:cNvCxnSpPr>
            <p:nvPr/>
          </p:nvCxnSpPr>
          <p:spPr bwMode="auto">
            <a:xfrm rot="-5400000">
              <a:off x="6620164" y="3165103"/>
              <a:ext cx="12461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7607" name="Line 8">
              <a:extLst>
                <a:ext uri="{FF2B5EF4-FFF2-40B4-BE49-F238E27FC236}">
                  <a16:creationId xmlns:a16="http://schemas.microsoft.com/office/drawing/2014/main" id="{4D965D0E-ECF2-702F-23E0-DE74517605A2}"/>
                </a:ext>
              </a:extLst>
            </p:cNvPr>
            <p:cNvSpPr>
              <a:spLocks noChangeShapeType="1"/>
            </p:cNvSpPr>
            <p:nvPr/>
          </p:nvSpPr>
          <p:spPr bwMode="auto">
            <a:xfrm rot="16200000" flipV="1">
              <a:off x="6375622" y="3190465"/>
              <a:ext cx="0" cy="379779"/>
            </a:xfrm>
            <a:prstGeom prst="line">
              <a:avLst/>
            </a:prstGeom>
            <a:noFill/>
            <a:ln w="2857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08" name="Line 10">
              <a:extLst>
                <a:ext uri="{FF2B5EF4-FFF2-40B4-BE49-F238E27FC236}">
                  <a16:creationId xmlns:a16="http://schemas.microsoft.com/office/drawing/2014/main" id="{45201AB9-006B-5A12-411F-760D9339EC40}"/>
                </a:ext>
              </a:extLst>
            </p:cNvPr>
            <p:cNvSpPr>
              <a:spLocks noChangeShapeType="1"/>
            </p:cNvSpPr>
            <p:nvPr/>
          </p:nvSpPr>
          <p:spPr bwMode="auto">
            <a:xfrm rot="10800000">
              <a:off x="6677455" y="3102794"/>
              <a:ext cx="40288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9" name="Line 11">
              <a:extLst>
                <a:ext uri="{FF2B5EF4-FFF2-40B4-BE49-F238E27FC236}">
                  <a16:creationId xmlns:a16="http://schemas.microsoft.com/office/drawing/2014/main" id="{56E73260-34EC-D009-7305-B59DCC56FFA8}"/>
                </a:ext>
              </a:extLst>
            </p:cNvPr>
            <p:cNvSpPr>
              <a:spLocks noChangeShapeType="1"/>
            </p:cNvSpPr>
            <p:nvPr/>
          </p:nvSpPr>
          <p:spPr bwMode="auto">
            <a:xfrm rot="10800000">
              <a:off x="6745051" y="3034819"/>
              <a:ext cx="2811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67610" name="AutoShape 12">
              <a:extLst>
                <a:ext uri="{FF2B5EF4-FFF2-40B4-BE49-F238E27FC236}">
                  <a16:creationId xmlns:a16="http://schemas.microsoft.com/office/drawing/2014/main" id="{63A66953-A7EC-B20D-B973-3D8F53676BBA}"/>
                </a:ext>
              </a:extLst>
            </p:cNvPr>
            <p:cNvCxnSpPr>
              <a:cxnSpLocks noChangeShapeType="1"/>
            </p:cNvCxnSpPr>
            <p:nvPr/>
          </p:nvCxnSpPr>
          <p:spPr bwMode="auto">
            <a:xfrm rot="-5400000">
              <a:off x="7018623" y="3603158"/>
              <a:ext cx="12461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11" name="AutoShape 13">
              <a:extLst>
                <a:ext uri="{FF2B5EF4-FFF2-40B4-BE49-F238E27FC236}">
                  <a16:creationId xmlns:a16="http://schemas.microsoft.com/office/drawing/2014/main" id="{9C744C80-8653-11B3-D983-78CE2ECDC9DF}"/>
                </a:ext>
              </a:extLst>
            </p:cNvPr>
            <p:cNvCxnSpPr>
              <a:cxnSpLocks noChangeShapeType="1"/>
            </p:cNvCxnSpPr>
            <p:nvPr/>
          </p:nvCxnSpPr>
          <p:spPr bwMode="auto">
            <a:xfrm rot="16200000" flipV="1">
              <a:off x="7040924" y="3379248"/>
              <a:ext cx="320988" cy="221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12" name="AutoShape 14">
              <a:extLst>
                <a:ext uri="{FF2B5EF4-FFF2-40B4-BE49-F238E27FC236}">
                  <a16:creationId xmlns:a16="http://schemas.microsoft.com/office/drawing/2014/main" id="{B1D6D8A7-B626-7D7E-CE66-D8CA7FBB8BE7}"/>
                </a:ext>
              </a:extLst>
            </p:cNvPr>
            <p:cNvCxnSpPr>
              <a:cxnSpLocks noChangeShapeType="1"/>
            </p:cNvCxnSpPr>
            <p:nvPr/>
          </p:nvCxnSpPr>
          <p:spPr bwMode="auto">
            <a:xfrm rot="-5400000">
              <a:off x="7135187" y="3486593"/>
              <a:ext cx="0" cy="10850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13" name="AutoShape 15">
              <a:extLst>
                <a:ext uri="{FF2B5EF4-FFF2-40B4-BE49-F238E27FC236}">
                  <a16:creationId xmlns:a16="http://schemas.microsoft.com/office/drawing/2014/main" id="{6D7DA2BC-B356-E1D5-C164-065C8D78A89B}"/>
                </a:ext>
              </a:extLst>
            </p:cNvPr>
            <p:cNvCxnSpPr>
              <a:cxnSpLocks noChangeShapeType="1"/>
            </p:cNvCxnSpPr>
            <p:nvPr/>
          </p:nvCxnSpPr>
          <p:spPr bwMode="auto">
            <a:xfrm rot="-5400000">
              <a:off x="7139614" y="3171270"/>
              <a:ext cx="0" cy="10850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14" name="AutoShape 16">
              <a:extLst>
                <a:ext uri="{FF2B5EF4-FFF2-40B4-BE49-F238E27FC236}">
                  <a16:creationId xmlns:a16="http://schemas.microsoft.com/office/drawing/2014/main" id="{58815835-4D39-EA50-C740-9306F6C1F949}"/>
                </a:ext>
              </a:extLst>
            </p:cNvPr>
            <p:cNvCxnSpPr>
              <a:cxnSpLocks noChangeShapeType="1"/>
            </p:cNvCxnSpPr>
            <p:nvPr/>
          </p:nvCxnSpPr>
          <p:spPr bwMode="auto">
            <a:xfrm rot="-5400000">
              <a:off x="7017678" y="3162271"/>
              <a:ext cx="12650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7615" name="Line 17">
              <a:extLst>
                <a:ext uri="{FF2B5EF4-FFF2-40B4-BE49-F238E27FC236}">
                  <a16:creationId xmlns:a16="http://schemas.microsoft.com/office/drawing/2014/main" id="{AB9B231D-72B5-A49B-020F-E5A5027F2D30}"/>
                </a:ext>
              </a:extLst>
            </p:cNvPr>
            <p:cNvSpPr>
              <a:spLocks noChangeShapeType="1"/>
            </p:cNvSpPr>
            <p:nvPr/>
          </p:nvSpPr>
          <p:spPr bwMode="auto">
            <a:xfrm rot="16200000" flipV="1">
              <a:off x="7382598" y="3207575"/>
              <a:ext cx="0" cy="365760"/>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67616" name="Line 19">
              <a:extLst>
                <a:ext uri="{FF2B5EF4-FFF2-40B4-BE49-F238E27FC236}">
                  <a16:creationId xmlns:a16="http://schemas.microsoft.com/office/drawing/2014/main" id="{BD13F5BE-E1B0-7C33-A286-567D27455641}"/>
                </a:ext>
              </a:extLst>
            </p:cNvPr>
            <p:cNvSpPr>
              <a:spLocks noChangeShapeType="1"/>
            </p:cNvSpPr>
            <p:nvPr/>
          </p:nvSpPr>
          <p:spPr bwMode="auto">
            <a:xfrm rot="-5400000">
              <a:off x="6795714" y="2823197"/>
              <a:ext cx="21525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7" name="Line 21">
              <a:extLst>
                <a:ext uri="{FF2B5EF4-FFF2-40B4-BE49-F238E27FC236}">
                  <a16:creationId xmlns:a16="http://schemas.microsoft.com/office/drawing/2014/main" id="{B7E5E20F-2058-1A2A-FB07-3515A47FA58F}"/>
                </a:ext>
              </a:extLst>
            </p:cNvPr>
            <p:cNvSpPr>
              <a:spLocks noChangeShapeType="1"/>
            </p:cNvSpPr>
            <p:nvPr/>
          </p:nvSpPr>
          <p:spPr bwMode="auto">
            <a:xfrm rot="10800000">
              <a:off x="6746671" y="3737218"/>
              <a:ext cx="2811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8" name="Line 22">
              <a:extLst>
                <a:ext uri="{FF2B5EF4-FFF2-40B4-BE49-F238E27FC236}">
                  <a16:creationId xmlns:a16="http://schemas.microsoft.com/office/drawing/2014/main" id="{3CDACC05-EDDB-8307-3C0E-86B05C19854E}"/>
                </a:ext>
              </a:extLst>
            </p:cNvPr>
            <p:cNvSpPr>
              <a:spLocks noChangeShapeType="1"/>
            </p:cNvSpPr>
            <p:nvPr/>
          </p:nvSpPr>
          <p:spPr bwMode="auto">
            <a:xfrm rot="10800000">
              <a:off x="6670015" y="3663581"/>
              <a:ext cx="41534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9" name="Line 19">
              <a:extLst>
                <a:ext uri="{FF2B5EF4-FFF2-40B4-BE49-F238E27FC236}">
                  <a16:creationId xmlns:a16="http://schemas.microsoft.com/office/drawing/2014/main" id="{33832562-C900-8B9F-D79D-52874B31E03B}"/>
                </a:ext>
              </a:extLst>
            </p:cNvPr>
            <p:cNvSpPr>
              <a:spLocks noChangeShapeType="1"/>
            </p:cNvSpPr>
            <p:nvPr/>
          </p:nvSpPr>
          <p:spPr bwMode="auto">
            <a:xfrm rot="-5400000">
              <a:off x="6718435" y="3918206"/>
              <a:ext cx="32004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0" name="Isosceles Triangle 66">
              <a:extLst>
                <a:ext uri="{FF2B5EF4-FFF2-40B4-BE49-F238E27FC236}">
                  <a16:creationId xmlns:a16="http://schemas.microsoft.com/office/drawing/2014/main" id="{23D07F77-A4F4-3D78-B0A9-9FE07BC9B04D}"/>
                </a:ext>
              </a:extLst>
            </p:cNvPr>
            <p:cNvSpPr>
              <a:spLocks noChangeArrowheads="1"/>
            </p:cNvSpPr>
            <p:nvPr/>
          </p:nvSpPr>
          <p:spPr bwMode="auto">
            <a:xfrm rot="5400000">
              <a:off x="7531608" y="3197352"/>
              <a:ext cx="457200" cy="377952"/>
            </a:xfrm>
            <a:prstGeom prst="triangle">
              <a:avLst>
                <a:gd name="adj"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67621" name="Oval 67">
              <a:extLst>
                <a:ext uri="{FF2B5EF4-FFF2-40B4-BE49-F238E27FC236}">
                  <a16:creationId xmlns:a16="http://schemas.microsoft.com/office/drawing/2014/main" id="{238CFDCB-7D12-DFD6-1160-964DC92D3FA5}"/>
                </a:ext>
              </a:extLst>
            </p:cNvPr>
            <p:cNvSpPr>
              <a:spLocks noChangeArrowheads="1"/>
            </p:cNvSpPr>
            <p:nvPr/>
          </p:nvSpPr>
          <p:spPr bwMode="auto">
            <a:xfrm>
              <a:off x="7949184" y="3316224"/>
              <a:ext cx="137160" cy="137160"/>
            </a:xfrm>
            <a:prstGeom prst="ellipse">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67622" name="Oval 2">
              <a:extLst>
                <a:ext uri="{FF2B5EF4-FFF2-40B4-BE49-F238E27FC236}">
                  <a16:creationId xmlns:a16="http://schemas.microsoft.com/office/drawing/2014/main" id="{B52FA187-C144-8A42-CF15-19578606C085}"/>
                </a:ext>
              </a:extLst>
            </p:cNvPr>
            <p:cNvSpPr>
              <a:spLocks noChangeArrowheads="1"/>
            </p:cNvSpPr>
            <p:nvPr/>
          </p:nvSpPr>
          <p:spPr bwMode="auto">
            <a:xfrm rot="-5400000">
              <a:off x="6826328" y="4096387"/>
              <a:ext cx="109728" cy="109728"/>
            </a:xfrm>
            <a:prstGeom prst="ellipse">
              <a:avLst/>
            </a:prstGeom>
            <a:solidFill>
              <a:srgbClr val="FFFFFF"/>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cxnSp>
          <p:nvCxnSpPr>
            <p:cNvPr id="67623" name="AutoShape 3">
              <a:extLst>
                <a:ext uri="{FF2B5EF4-FFF2-40B4-BE49-F238E27FC236}">
                  <a16:creationId xmlns:a16="http://schemas.microsoft.com/office/drawing/2014/main" id="{41FDE80E-6EA4-03A8-A3F2-CCA019269B74}"/>
                </a:ext>
              </a:extLst>
            </p:cNvPr>
            <p:cNvCxnSpPr>
              <a:cxnSpLocks noChangeShapeType="1"/>
            </p:cNvCxnSpPr>
            <p:nvPr/>
          </p:nvCxnSpPr>
          <p:spPr bwMode="auto">
            <a:xfrm rot="-5400000">
              <a:off x="6591635" y="4779627"/>
              <a:ext cx="13191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24" name="AutoShape 4">
              <a:extLst>
                <a:ext uri="{FF2B5EF4-FFF2-40B4-BE49-F238E27FC236}">
                  <a16:creationId xmlns:a16="http://schemas.microsoft.com/office/drawing/2014/main" id="{C694B5BE-275C-F5F1-7AD4-2CC210B31626}"/>
                </a:ext>
              </a:extLst>
            </p:cNvPr>
            <p:cNvCxnSpPr>
              <a:cxnSpLocks noChangeShapeType="1"/>
            </p:cNvCxnSpPr>
            <p:nvPr/>
          </p:nvCxnSpPr>
          <p:spPr bwMode="auto">
            <a:xfrm rot="-5400000">
              <a:off x="6616047" y="4664225"/>
              <a:ext cx="0" cy="9961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25" name="AutoShape 5">
              <a:extLst>
                <a:ext uri="{FF2B5EF4-FFF2-40B4-BE49-F238E27FC236}">
                  <a16:creationId xmlns:a16="http://schemas.microsoft.com/office/drawing/2014/main" id="{6198B592-B732-742F-D016-64193DB68352}"/>
                </a:ext>
              </a:extLst>
            </p:cNvPr>
            <p:cNvCxnSpPr>
              <a:cxnSpLocks noChangeShapeType="1"/>
            </p:cNvCxnSpPr>
            <p:nvPr/>
          </p:nvCxnSpPr>
          <p:spPr bwMode="auto">
            <a:xfrm rot="16200000" flipV="1">
              <a:off x="6411541" y="4563760"/>
              <a:ext cx="298331" cy="221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26" name="AutoShape 6">
              <a:extLst>
                <a:ext uri="{FF2B5EF4-FFF2-40B4-BE49-F238E27FC236}">
                  <a16:creationId xmlns:a16="http://schemas.microsoft.com/office/drawing/2014/main" id="{CD3A2EF3-1996-58A5-62C9-E7B2F557F1D3}"/>
                </a:ext>
              </a:extLst>
            </p:cNvPr>
            <p:cNvCxnSpPr>
              <a:cxnSpLocks noChangeShapeType="1"/>
            </p:cNvCxnSpPr>
            <p:nvPr/>
          </p:nvCxnSpPr>
          <p:spPr bwMode="auto">
            <a:xfrm rot="-5400000">
              <a:off x="6613853" y="4355782"/>
              <a:ext cx="0" cy="10850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27" name="AutoShape 7">
              <a:extLst>
                <a:ext uri="{FF2B5EF4-FFF2-40B4-BE49-F238E27FC236}">
                  <a16:creationId xmlns:a16="http://schemas.microsoft.com/office/drawing/2014/main" id="{8AFDCED7-C6BB-6238-9D71-46347EFE10DA}"/>
                </a:ext>
              </a:extLst>
            </p:cNvPr>
            <p:cNvCxnSpPr>
              <a:cxnSpLocks noChangeShapeType="1"/>
            </p:cNvCxnSpPr>
            <p:nvPr/>
          </p:nvCxnSpPr>
          <p:spPr bwMode="auto">
            <a:xfrm rot="-5400000">
              <a:off x="6607972" y="4347727"/>
              <a:ext cx="12461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7628" name="Line 8">
              <a:extLst>
                <a:ext uri="{FF2B5EF4-FFF2-40B4-BE49-F238E27FC236}">
                  <a16:creationId xmlns:a16="http://schemas.microsoft.com/office/drawing/2014/main" id="{3155916C-ABE9-68BD-8381-ADFA4CC29855}"/>
                </a:ext>
              </a:extLst>
            </p:cNvPr>
            <p:cNvSpPr>
              <a:spLocks noChangeShapeType="1"/>
            </p:cNvSpPr>
            <p:nvPr/>
          </p:nvSpPr>
          <p:spPr bwMode="auto">
            <a:xfrm rot="16200000" flipV="1">
              <a:off x="6363430" y="4373089"/>
              <a:ext cx="0" cy="379779"/>
            </a:xfrm>
            <a:prstGeom prst="line">
              <a:avLst/>
            </a:prstGeom>
            <a:noFill/>
            <a:ln w="2857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67629" name="Line 10">
              <a:extLst>
                <a:ext uri="{FF2B5EF4-FFF2-40B4-BE49-F238E27FC236}">
                  <a16:creationId xmlns:a16="http://schemas.microsoft.com/office/drawing/2014/main" id="{F1F93B69-F893-7694-9B68-D8F9860C9067}"/>
                </a:ext>
              </a:extLst>
            </p:cNvPr>
            <p:cNvSpPr>
              <a:spLocks noChangeShapeType="1"/>
            </p:cNvSpPr>
            <p:nvPr/>
          </p:nvSpPr>
          <p:spPr bwMode="auto">
            <a:xfrm rot="10800000">
              <a:off x="6665263" y="4285418"/>
              <a:ext cx="40288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0" name="Line 11">
              <a:extLst>
                <a:ext uri="{FF2B5EF4-FFF2-40B4-BE49-F238E27FC236}">
                  <a16:creationId xmlns:a16="http://schemas.microsoft.com/office/drawing/2014/main" id="{85719617-D4DF-E88F-7B06-14163F95827F}"/>
                </a:ext>
              </a:extLst>
            </p:cNvPr>
            <p:cNvSpPr>
              <a:spLocks noChangeShapeType="1"/>
            </p:cNvSpPr>
            <p:nvPr/>
          </p:nvSpPr>
          <p:spPr bwMode="auto">
            <a:xfrm rot="10800000">
              <a:off x="6732859" y="4217443"/>
              <a:ext cx="2811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67631" name="AutoShape 12">
              <a:extLst>
                <a:ext uri="{FF2B5EF4-FFF2-40B4-BE49-F238E27FC236}">
                  <a16:creationId xmlns:a16="http://schemas.microsoft.com/office/drawing/2014/main" id="{C29CFEA3-B720-CD39-2A80-FBC73F0B25E2}"/>
                </a:ext>
              </a:extLst>
            </p:cNvPr>
            <p:cNvCxnSpPr>
              <a:cxnSpLocks noChangeShapeType="1"/>
            </p:cNvCxnSpPr>
            <p:nvPr/>
          </p:nvCxnSpPr>
          <p:spPr bwMode="auto">
            <a:xfrm rot="-5400000">
              <a:off x="7006431" y="4785782"/>
              <a:ext cx="12461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32" name="AutoShape 13">
              <a:extLst>
                <a:ext uri="{FF2B5EF4-FFF2-40B4-BE49-F238E27FC236}">
                  <a16:creationId xmlns:a16="http://schemas.microsoft.com/office/drawing/2014/main" id="{A0C175CA-7307-8927-51EC-220E64697C17}"/>
                </a:ext>
              </a:extLst>
            </p:cNvPr>
            <p:cNvCxnSpPr>
              <a:cxnSpLocks noChangeShapeType="1"/>
            </p:cNvCxnSpPr>
            <p:nvPr/>
          </p:nvCxnSpPr>
          <p:spPr bwMode="auto">
            <a:xfrm rot="16200000" flipV="1">
              <a:off x="7028732" y="4561872"/>
              <a:ext cx="320988" cy="221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33" name="AutoShape 14">
              <a:extLst>
                <a:ext uri="{FF2B5EF4-FFF2-40B4-BE49-F238E27FC236}">
                  <a16:creationId xmlns:a16="http://schemas.microsoft.com/office/drawing/2014/main" id="{587C9E6B-1EC8-9883-A144-19B215AC9B2D}"/>
                </a:ext>
              </a:extLst>
            </p:cNvPr>
            <p:cNvCxnSpPr>
              <a:cxnSpLocks noChangeShapeType="1"/>
            </p:cNvCxnSpPr>
            <p:nvPr/>
          </p:nvCxnSpPr>
          <p:spPr bwMode="auto">
            <a:xfrm rot="-5400000">
              <a:off x="7122995" y="4669217"/>
              <a:ext cx="0" cy="10850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34" name="AutoShape 15">
              <a:extLst>
                <a:ext uri="{FF2B5EF4-FFF2-40B4-BE49-F238E27FC236}">
                  <a16:creationId xmlns:a16="http://schemas.microsoft.com/office/drawing/2014/main" id="{299F2146-D3DB-49C4-A09F-7945C3DF5598}"/>
                </a:ext>
              </a:extLst>
            </p:cNvPr>
            <p:cNvCxnSpPr>
              <a:cxnSpLocks noChangeShapeType="1"/>
            </p:cNvCxnSpPr>
            <p:nvPr/>
          </p:nvCxnSpPr>
          <p:spPr bwMode="auto">
            <a:xfrm rot="-5400000">
              <a:off x="7127422" y="4353894"/>
              <a:ext cx="0" cy="10850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7635" name="AutoShape 16">
              <a:extLst>
                <a:ext uri="{FF2B5EF4-FFF2-40B4-BE49-F238E27FC236}">
                  <a16:creationId xmlns:a16="http://schemas.microsoft.com/office/drawing/2014/main" id="{4234C969-66FC-8DCE-6BCF-BCB0C8FFDB69}"/>
                </a:ext>
              </a:extLst>
            </p:cNvPr>
            <p:cNvCxnSpPr>
              <a:cxnSpLocks noChangeShapeType="1"/>
            </p:cNvCxnSpPr>
            <p:nvPr/>
          </p:nvCxnSpPr>
          <p:spPr bwMode="auto">
            <a:xfrm rot="-5400000">
              <a:off x="7005486" y="4344895"/>
              <a:ext cx="12650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7636" name="Line 17">
              <a:extLst>
                <a:ext uri="{FF2B5EF4-FFF2-40B4-BE49-F238E27FC236}">
                  <a16:creationId xmlns:a16="http://schemas.microsoft.com/office/drawing/2014/main" id="{96CF9091-01B1-6CBC-9E6D-190B0421F392}"/>
                </a:ext>
              </a:extLst>
            </p:cNvPr>
            <p:cNvSpPr>
              <a:spLocks noChangeShapeType="1"/>
            </p:cNvSpPr>
            <p:nvPr/>
          </p:nvSpPr>
          <p:spPr bwMode="auto">
            <a:xfrm rot="16200000" flipV="1">
              <a:off x="7306399" y="4454207"/>
              <a:ext cx="0" cy="237744"/>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67637" name="Line 21">
              <a:extLst>
                <a:ext uri="{FF2B5EF4-FFF2-40B4-BE49-F238E27FC236}">
                  <a16:creationId xmlns:a16="http://schemas.microsoft.com/office/drawing/2014/main" id="{D4662A27-9269-5AD3-3447-E8F798EC2344}"/>
                </a:ext>
              </a:extLst>
            </p:cNvPr>
            <p:cNvSpPr>
              <a:spLocks noChangeShapeType="1"/>
            </p:cNvSpPr>
            <p:nvPr/>
          </p:nvSpPr>
          <p:spPr bwMode="auto">
            <a:xfrm rot="10800000">
              <a:off x="6734479" y="4919842"/>
              <a:ext cx="2811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8" name="Line 22">
              <a:extLst>
                <a:ext uri="{FF2B5EF4-FFF2-40B4-BE49-F238E27FC236}">
                  <a16:creationId xmlns:a16="http://schemas.microsoft.com/office/drawing/2014/main" id="{7324B34A-6648-C561-CA38-428950BE88A6}"/>
                </a:ext>
              </a:extLst>
            </p:cNvPr>
            <p:cNvSpPr>
              <a:spLocks noChangeShapeType="1"/>
            </p:cNvSpPr>
            <p:nvPr/>
          </p:nvSpPr>
          <p:spPr bwMode="auto">
            <a:xfrm rot="10800000">
              <a:off x="6657823" y="4846205"/>
              <a:ext cx="41534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9" name="Line 19">
              <a:extLst>
                <a:ext uri="{FF2B5EF4-FFF2-40B4-BE49-F238E27FC236}">
                  <a16:creationId xmlns:a16="http://schemas.microsoft.com/office/drawing/2014/main" id="{0324AD46-9303-D072-9584-F48287364C1A}"/>
                </a:ext>
              </a:extLst>
            </p:cNvPr>
            <p:cNvSpPr>
              <a:spLocks noChangeShapeType="1"/>
            </p:cNvSpPr>
            <p:nvPr/>
          </p:nvSpPr>
          <p:spPr bwMode="auto">
            <a:xfrm rot="-5400000">
              <a:off x="6758638" y="5031304"/>
              <a:ext cx="21525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7640" name="Group 101">
              <a:extLst>
                <a:ext uri="{FF2B5EF4-FFF2-40B4-BE49-F238E27FC236}">
                  <a16:creationId xmlns:a16="http://schemas.microsoft.com/office/drawing/2014/main" id="{5D1D9DEA-6081-4AC4-1059-C0F3801104C5}"/>
                </a:ext>
              </a:extLst>
            </p:cNvPr>
            <p:cNvGrpSpPr>
              <a:grpSpLocks/>
            </p:cNvGrpSpPr>
            <p:nvPr/>
          </p:nvGrpSpPr>
          <p:grpSpPr bwMode="auto">
            <a:xfrm>
              <a:off x="5669280" y="3157728"/>
              <a:ext cx="515112" cy="457200"/>
              <a:chOff x="5669280" y="3157728"/>
              <a:chExt cx="515112" cy="457200"/>
            </a:xfrm>
          </p:grpSpPr>
          <p:sp>
            <p:nvSpPr>
              <p:cNvPr id="67658" name="Isosceles Triangle 88">
                <a:extLst>
                  <a:ext uri="{FF2B5EF4-FFF2-40B4-BE49-F238E27FC236}">
                    <a16:creationId xmlns:a16="http://schemas.microsoft.com/office/drawing/2014/main" id="{67E42870-A3F2-0FEB-10E4-B51CA8E79AF1}"/>
                  </a:ext>
                </a:extLst>
              </p:cNvPr>
              <p:cNvSpPr>
                <a:spLocks noChangeArrowheads="1"/>
              </p:cNvSpPr>
              <p:nvPr/>
            </p:nvSpPr>
            <p:spPr bwMode="auto">
              <a:xfrm rot="5400000">
                <a:off x="5629656" y="3197352"/>
                <a:ext cx="457200" cy="377952"/>
              </a:xfrm>
              <a:prstGeom prst="triangle">
                <a:avLst>
                  <a:gd name="adj"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67659" name="Oval 89">
                <a:extLst>
                  <a:ext uri="{FF2B5EF4-FFF2-40B4-BE49-F238E27FC236}">
                    <a16:creationId xmlns:a16="http://schemas.microsoft.com/office/drawing/2014/main" id="{91000B9F-2D73-7C89-50D5-4162DBA45EAA}"/>
                  </a:ext>
                </a:extLst>
              </p:cNvPr>
              <p:cNvSpPr>
                <a:spLocks noChangeArrowheads="1"/>
              </p:cNvSpPr>
              <p:nvPr/>
            </p:nvSpPr>
            <p:spPr bwMode="auto">
              <a:xfrm>
                <a:off x="6047232" y="3316224"/>
                <a:ext cx="137160" cy="137160"/>
              </a:xfrm>
              <a:prstGeom prst="ellipse">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grpSp>
        <p:cxnSp>
          <p:nvCxnSpPr>
            <p:cNvPr id="67641" name="Straight Connector 92">
              <a:extLst>
                <a:ext uri="{FF2B5EF4-FFF2-40B4-BE49-F238E27FC236}">
                  <a16:creationId xmlns:a16="http://schemas.microsoft.com/office/drawing/2014/main" id="{C61D093A-3843-9C3C-61EA-9AAAEC344B7C}"/>
                </a:ext>
              </a:extLst>
            </p:cNvPr>
            <p:cNvCxnSpPr>
              <a:cxnSpLocks noChangeShapeType="1"/>
              <a:stCxn id="67621" idx="6"/>
            </p:cNvCxnSpPr>
            <p:nvPr/>
          </p:nvCxnSpPr>
          <p:spPr bwMode="auto">
            <a:xfrm flipV="1">
              <a:off x="8086344" y="3377184"/>
              <a:ext cx="457200" cy="0"/>
            </a:xfrm>
            <a:prstGeom prst="line">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7642" name="Straight Connector 94">
              <a:extLst>
                <a:ext uri="{FF2B5EF4-FFF2-40B4-BE49-F238E27FC236}">
                  <a16:creationId xmlns:a16="http://schemas.microsoft.com/office/drawing/2014/main" id="{05F2AEAA-473C-0590-3E17-AA520E2BBDC9}"/>
                </a:ext>
              </a:extLst>
            </p:cNvPr>
            <p:cNvCxnSpPr>
              <a:cxnSpLocks noChangeShapeType="1"/>
            </p:cNvCxnSpPr>
            <p:nvPr/>
          </p:nvCxnSpPr>
          <p:spPr bwMode="auto">
            <a:xfrm rot="16200000" flipH="1">
              <a:off x="7821168" y="2907792"/>
              <a:ext cx="914400" cy="0"/>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67643" name="Straight Connector 96">
              <a:extLst>
                <a:ext uri="{FF2B5EF4-FFF2-40B4-BE49-F238E27FC236}">
                  <a16:creationId xmlns:a16="http://schemas.microsoft.com/office/drawing/2014/main" id="{EC6D15B2-BD54-0134-BFE9-83CEB1E62E9D}"/>
                </a:ext>
              </a:extLst>
            </p:cNvPr>
            <p:cNvCxnSpPr>
              <a:cxnSpLocks noChangeShapeType="1"/>
            </p:cNvCxnSpPr>
            <p:nvPr/>
          </p:nvCxnSpPr>
          <p:spPr bwMode="auto">
            <a:xfrm rot="10800000" flipV="1">
              <a:off x="5260848" y="2450592"/>
              <a:ext cx="301752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644" name="Straight Connector 98">
              <a:extLst>
                <a:ext uri="{FF2B5EF4-FFF2-40B4-BE49-F238E27FC236}">
                  <a16:creationId xmlns:a16="http://schemas.microsoft.com/office/drawing/2014/main" id="{D4B4D77C-0950-A32B-BDF3-24CBF39D499D}"/>
                </a:ext>
              </a:extLst>
            </p:cNvPr>
            <p:cNvCxnSpPr>
              <a:cxnSpLocks noChangeShapeType="1"/>
            </p:cNvCxnSpPr>
            <p:nvPr/>
          </p:nvCxnSpPr>
          <p:spPr bwMode="auto">
            <a:xfrm rot="16200000" flipH="1">
              <a:off x="4796028" y="2918460"/>
              <a:ext cx="94183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645" name="Straight Connector 100">
              <a:extLst>
                <a:ext uri="{FF2B5EF4-FFF2-40B4-BE49-F238E27FC236}">
                  <a16:creationId xmlns:a16="http://schemas.microsoft.com/office/drawing/2014/main" id="{39E94C89-2669-4D00-99F8-91510D93C9D9}"/>
                </a:ext>
              </a:extLst>
            </p:cNvPr>
            <p:cNvCxnSpPr>
              <a:cxnSpLocks noChangeShapeType="1"/>
              <a:stCxn id="67658" idx="3"/>
            </p:cNvCxnSpPr>
            <p:nvPr/>
          </p:nvCxnSpPr>
          <p:spPr bwMode="auto">
            <a:xfrm rot="10800000" flipV="1">
              <a:off x="5257800" y="3386328"/>
              <a:ext cx="411480" cy="304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nvGrpSpPr>
            <p:cNvPr id="67646" name="Group 102">
              <a:extLst>
                <a:ext uri="{FF2B5EF4-FFF2-40B4-BE49-F238E27FC236}">
                  <a16:creationId xmlns:a16="http://schemas.microsoft.com/office/drawing/2014/main" id="{14B1CF4B-1C9E-9B6E-5044-59BC3192E474}"/>
                </a:ext>
              </a:extLst>
            </p:cNvPr>
            <p:cNvGrpSpPr>
              <a:grpSpLocks/>
            </p:cNvGrpSpPr>
            <p:nvPr/>
          </p:nvGrpSpPr>
          <p:grpSpPr bwMode="auto">
            <a:xfrm>
              <a:off x="5657088" y="4340352"/>
              <a:ext cx="515112" cy="457200"/>
              <a:chOff x="5669280" y="3157728"/>
              <a:chExt cx="515112" cy="457200"/>
            </a:xfrm>
          </p:grpSpPr>
          <p:sp>
            <p:nvSpPr>
              <p:cNvPr id="67656" name="Isosceles Triangle 103">
                <a:extLst>
                  <a:ext uri="{FF2B5EF4-FFF2-40B4-BE49-F238E27FC236}">
                    <a16:creationId xmlns:a16="http://schemas.microsoft.com/office/drawing/2014/main" id="{F2BB574D-43BD-D0C0-118B-0E84BA718CA8}"/>
                  </a:ext>
                </a:extLst>
              </p:cNvPr>
              <p:cNvSpPr>
                <a:spLocks noChangeArrowheads="1"/>
              </p:cNvSpPr>
              <p:nvPr/>
            </p:nvSpPr>
            <p:spPr bwMode="auto">
              <a:xfrm rot="5400000">
                <a:off x="5629656" y="3197352"/>
                <a:ext cx="457200" cy="377952"/>
              </a:xfrm>
              <a:prstGeom prst="triangle">
                <a:avLst>
                  <a:gd name="adj"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67657" name="Oval 104">
                <a:extLst>
                  <a:ext uri="{FF2B5EF4-FFF2-40B4-BE49-F238E27FC236}">
                    <a16:creationId xmlns:a16="http://schemas.microsoft.com/office/drawing/2014/main" id="{D14E4E06-A87F-540F-ACE9-3CCE4F13EC7A}"/>
                  </a:ext>
                </a:extLst>
              </p:cNvPr>
              <p:cNvSpPr>
                <a:spLocks noChangeArrowheads="1"/>
              </p:cNvSpPr>
              <p:nvPr/>
            </p:nvSpPr>
            <p:spPr bwMode="auto">
              <a:xfrm>
                <a:off x="6047232" y="3316224"/>
                <a:ext cx="137160" cy="137160"/>
              </a:xfrm>
              <a:prstGeom prst="ellipse">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grpSp>
        <p:cxnSp>
          <p:nvCxnSpPr>
            <p:cNvPr id="67647" name="Straight Connector 105">
              <a:extLst>
                <a:ext uri="{FF2B5EF4-FFF2-40B4-BE49-F238E27FC236}">
                  <a16:creationId xmlns:a16="http://schemas.microsoft.com/office/drawing/2014/main" id="{2DBEA990-D872-BA19-B331-44FADB6381C7}"/>
                </a:ext>
              </a:extLst>
            </p:cNvPr>
            <p:cNvCxnSpPr>
              <a:cxnSpLocks noChangeShapeType="1"/>
            </p:cNvCxnSpPr>
            <p:nvPr/>
          </p:nvCxnSpPr>
          <p:spPr bwMode="auto">
            <a:xfrm rot="10800000" flipV="1">
              <a:off x="5233416" y="4556760"/>
              <a:ext cx="411480" cy="304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648" name="Straight Connector 106">
              <a:extLst>
                <a:ext uri="{FF2B5EF4-FFF2-40B4-BE49-F238E27FC236}">
                  <a16:creationId xmlns:a16="http://schemas.microsoft.com/office/drawing/2014/main" id="{9FC1074A-803C-4419-2874-4FE7B03D3E95}"/>
                </a:ext>
              </a:extLst>
            </p:cNvPr>
            <p:cNvCxnSpPr>
              <a:cxnSpLocks noChangeShapeType="1"/>
            </p:cNvCxnSpPr>
            <p:nvPr/>
          </p:nvCxnSpPr>
          <p:spPr bwMode="auto">
            <a:xfrm rot="16200000" flipH="1">
              <a:off x="6827520" y="3974592"/>
              <a:ext cx="1170432" cy="0"/>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sp>
          <p:nvSpPr>
            <p:cNvPr id="67649" name="Oval 2">
              <a:extLst>
                <a:ext uri="{FF2B5EF4-FFF2-40B4-BE49-F238E27FC236}">
                  <a16:creationId xmlns:a16="http://schemas.microsoft.com/office/drawing/2014/main" id="{9B22A7EA-0569-DE0B-AB78-B3603DF05052}"/>
                </a:ext>
              </a:extLst>
            </p:cNvPr>
            <p:cNvSpPr>
              <a:spLocks noChangeArrowheads="1"/>
            </p:cNvSpPr>
            <p:nvPr/>
          </p:nvSpPr>
          <p:spPr bwMode="auto">
            <a:xfrm rot="-5400000">
              <a:off x="6838520" y="2925955"/>
              <a:ext cx="109728" cy="109728"/>
            </a:xfrm>
            <a:prstGeom prst="ellipse">
              <a:avLst/>
            </a:prstGeom>
            <a:solidFill>
              <a:srgbClr val="FFFFFF"/>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67650" name="TextBox 108">
              <a:extLst>
                <a:ext uri="{FF2B5EF4-FFF2-40B4-BE49-F238E27FC236}">
                  <a16:creationId xmlns:a16="http://schemas.microsoft.com/office/drawing/2014/main" id="{9315F198-C263-AF8F-9ADD-7FC9105C1D32}"/>
                </a:ext>
              </a:extLst>
            </p:cNvPr>
            <p:cNvSpPr txBox="1">
              <a:spLocks noChangeArrowheads="1"/>
            </p:cNvSpPr>
            <p:nvPr/>
          </p:nvSpPr>
          <p:spPr bwMode="auto">
            <a:xfrm>
              <a:off x="4901184" y="4401312"/>
              <a:ext cx="4511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D</a:t>
              </a:r>
              <a:endParaRPr lang="en-GB" altLang="en-US" sz="1800"/>
            </a:p>
          </p:txBody>
        </p:sp>
        <p:sp>
          <p:nvSpPr>
            <p:cNvPr id="67651" name="TextBox 109">
              <a:extLst>
                <a:ext uri="{FF2B5EF4-FFF2-40B4-BE49-F238E27FC236}">
                  <a16:creationId xmlns:a16="http://schemas.microsoft.com/office/drawing/2014/main" id="{1C7255F7-B64B-554F-44BF-77F49269ED05}"/>
                </a:ext>
              </a:extLst>
            </p:cNvPr>
            <p:cNvSpPr txBox="1">
              <a:spLocks noChangeArrowheads="1"/>
            </p:cNvSpPr>
            <p:nvPr/>
          </p:nvSpPr>
          <p:spPr bwMode="auto">
            <a:xfrm>
              <a:off x="8534400" y="3169920"/>
              <a:ext cx="4511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Q</a:t>
              </a:r>
              <a:endParaRPr lang="en-GB" altLang="en-US" sz="1800"/>
            </a:p>
          </p:txBody>
        </p:sp>
        <p:sp>
          <p:nvSpPr>
            <p:cNvPr id="67652" name="TextBox 110">
              <a:extLst>
                <a:ext uri="{FF2B5EF4-FFF2-40B4-BE49-F238E27FC236}">
                  <a16:creationId xmlns:a16="http://schemas.microsoft.com/office/drawing/2014/main" id="{58480EF8-0AC6-30DB-7E34-6E0172E2CD02}"/>
                </a:ext>
              </a:extLst>
            </p:cNvPr>
            <p:cNvSpPr txBox="1">
              <a:spLocks noChangeArrowheads="1"/>
            </p:cNvSpPr>
            <p:nvPr/>
          </p:nvSpPr>
          <p:spPr bwMode="auto">
            <a:xfrm>
              <a:off x="6620256" y="2462784"/>
              <a:ext cx="8046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t>CLK</a:t>
              </a:r>
              <a:endParaRPr lang="en-GB" altLang="en-US" sz="1600"/>
            </a:p>
          </p:txBody>
        </p:sp>
        <p:cxnSp>
          <p:nvCxnSpPr>
            <p:cNvPr id="67653" name="Straight Connector 112">
              <a:extLst>
                <a:ext uri="{FF2B5EF4-FFF2-40B4-BE49-F238E27FC236}">
                  <a16:creationId xmlns:a16="http://schemas.microsoft.com/office/drawing/2014/main" id="{CDCC4A06-76A7-6C3F-3D90-8F9F38BE35E2}"/>
                </a:ext>
              </a:extLst>
            </p:cNvPr>
            <p:cNvCxnSpPr>
              <a:cxnSpLocks noChangeShapeType="1"/>
            </p:cNvCxnSpPr>
            <p:nvPr/>
          </p:nvCxnSpPr>
          <p:spPr bwMode="auto">
            <a:xfrm flipV="1">
              <a:off x="6571488" y="3901440"/>
              <a:ext cx="29260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67654" name="TextBox 113">
              <a:extLst>
                <a:ext uri="{FF2B5EF4-FFF2-40B4-BE49-F238E27FC236}">
                  <a16:creationId xmlns:a16="http://schemas.microsoft.com/office/drawing/2014/main" id="{4F4E66F4-6DF5-5691-FB41-B8730B3642C9}"/>
                </a:ext>
              </a:extLst>
            </p:cNvPr>
            <p:cNvSpPr txBox="1">
              <a:spLocks noChangeArrowheads="1"/>
            </p:cNvSpPr>
            <p:nvPr/>
          </p:nvSpPr>
          <p:spPr bwMode="auto">
            <a:xfrm>
              <a:off x="5888736" y="3755136"/>
              <a:ext cx="8046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sym typeface="Symbol" panose="05050102010706020507" pitchFamily="18" charset="2"/>
                </a:rPr>
                <a:t></a:t>
              </a:r>
              <a:r>
                <a:rPr lang="en-US" altLang="en-US" sz="1600"/>
                <a:t>CLK</a:t>
              </a:r>
              <a:endParaRPr lang="en-GB" altLang="en-US" sz="1600"/>
            </a:p>
          </p:txBody>
        </p:sp>
        <p:sp>
          <p:nvSpPr>
            <p:cNvPr id="67655" name="TextBox 114">
              <a:extLst>
                <a:ext uri="{FF2B5EF4-FFF2-40B4-BE49-F238E27FC236}">
                  <a16:creationId xmlns:a16="http://schemas.microsoft.com/office/drawing/2014/main" id="{11D09BFE-2CF1-FA39-F9D2-E7769F5AFD10}"/>
                </a:ext>
              </a:extLst>
            </p:cNvPr>
            <p:cNvSpPr txBox="1">
              <a:spLocks noChangeArrowheads="1"/>
            </p:cNvSpPr>
            <p:nvPr/>
          </p:nvSpPr>
          <p:spPr bwMode="auto">
            <a:xfrm>
              <a:off x="6547104" y="5084064"/>
              <a:ext cx="8046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t>CLK</a:t>
              </a:r>
              <a:endParaRPr lang="en-GB" altLang="en-US" sz="1600"/>
            </a:p>
          </p:txBody>
        </p:sp>
      </p:grpSp>
      <p:sp>
        <p:nvSpPr>
          <p:cNvPr id="67601" name="TextBox 116">
            <a:extLst>
              <a:ext uri="{FF2B5EF4-FFF2-40B4-BE49-F238E27FC236}">
                <a16:creationId xmlns:a16="http://schemas.microsoft.com/office/drawing/2014/main" id="{87A5E0AF-8E7C-6293-90D2-6F82DC5B09FE}"/>
              </a:ext>
            </a:extLst>
          </p:cNvPr>
          <p:cNvSpPr txBox="1">
            <a:spLocks noChangeArrowheads="1"/>
          </p:cNvSpPr>
          <p:nvPr/>
        </p:nvSpPr>
        <p:spPr bwMode="auto">
          <a:xfrm>
            <a:off x="6572251" y="4926013"/>
            <a:ext cx="32178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D-Latch  using  MUXs</a:t>
            </a:r>
            <a:endParaRPr lang="en-GB"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FE9C5C39-6FCB-9C9D-7043-1FA3A9BB8573}"/>
              </a:ext>
            </a:extLst>
          </p:cNvPr>
          <p:cNvSpPr>
            <a:spLocks noGrp="1" noChangeArrowheads="1"/>
          </p:cNvSpPr>
          <p:nvPr>
            <p:ph type="title"/>
          </p:nvPr>
        </p:nvSpPr>
        <p:spPr/>
        <p:txBody>
          <a:bodyPr/>
          <a:lstStyle/>
          <a:p>
            <a:r>
              <a:rPr lang="en-GB" altLang="en-US"/>
              <a:t>2:1 Mux  Description</a:t>
            </a:r>
          </a:p>
        </p:txBody>
      </p:sp>
      <p:sp>
        <p:nvSpPr>
          <p:cNvPr id="3" name="TextBox 2">
            <a:extLst>
              <a:ext uri="{FF2B5EF4-FFF2-40B4-BE49-F238E27FC236}">
                <a16:creationId xmlns:a16="http://schemas.microsoft.com/office/drawing/2014/main" id="{0510C828-BB99-4410-AC61-D479F3BB9FE5}"/>
              </a:ext>
            </a:extLst>
          </p:cNvPr>
          <p:cNvSpPr txBox="1"/>
          <p:nvPr/>
        </p:nvSpPr>
        <p:spPr>
          <a:xfrm>
            <a:off x="1816100" y="1463676"/>
            <a:ext cx="3328988" cy="2585323"/>
          </a:xfrm>
          <a:prstGeom prst="rect">
            <a:avLst/>
          </a:prstGeom>
          <a:solidFill>
            <a:schemeClr val="accent1">
              <a:lumMod val="20000"/>
              <a:lumOff val="80000"/>
            </a:schemeClr>
          </a:solidFill>
        </p:spPr>
        <p:txBody>
          <a:bodyPr>
            <a:spAutoFit/>
          </a:bodyPr>
          <a:lstStyle/>
          <a:p>
            <a:pPr eaLnBrk="1" hangingPunct="1">
              <a:defRPr/>
            </a:pPr>
            <a:r>
              <a:rPr lang="en-GB" b="1" dirty="0"/>
              <a:t>module</a:t>
            </a:r>
            <a:r>
              <a:rPr lang="en-GB" dirty="0"/>
              <a:t> </a:t>
            </a:r>
            <a:r>
              <a:rPr lang="en-GB" dirty="0" err="1"/>
              <a:t>mux</a:t>
            </a:r>
            <a:r>
              <a:rPr lang="ru-RU" dirty="0"/>
              <a:t>2_1(</a:t>
            </a:r>
            <a:r>
              <a:rPr lang="en-GB" dirty="0"/>
              <a:t>in</a:t>
            </a:r>
            <a:r>
              <a:rPr lang="ru-RU" dirty="0"/>
              <a:t>0, </a:t>
            </a:r>
            <a:r>
              <a:rPr lang="en-GB" dirty="0"/>
              <a:t>in</a:t>
            </a:r>
            <a:r>
              <a:rPr lang="ru-RU" dirty="0"/>
              <a:t>1,</a:t>
            </a:r>
            <a:r>
              <a:rPr lang="en-GB" dirty="0"/>
              <a:t>s</a:t>
            </a:r>
            <a:r>
              <a:rPr lang="ru-RU" dirty="0"/>
              <a:t>, </a:t>
            </a:r>
            <a:r>
              <a:rPr lang="en-GB" dirty="0"/>
              <a:t>y</a:t>
            </a:r>
            <a:r>
              <a:rPr lang="ru-RU" dirty="0"/>
              <a:t>);</a:t>
            </a:r>
            <a:endParaRPr lang="en-GB" dirty="0"/>
          </a:p>
          <a:p>
            <a:pPr eaLnBrk="1" hangingPunct="1">
              <a:defRPr/>
            </a:pPr>
            <a:r>
              <a:rPr lang="en-GB" b="1" dirty="0"/>
              <a:t>input</a:t>
            </a:r>
            <a:r>
              <a:rPr lang="en-GB" dirty="0"/>
              <a:t> in0,in1,s;</a:t>
            </a:r>
          </a:p>
          <a:p>
            <a:pPr eaLnBrk="1" hangingPunct="1">
              <a:defRPr/>
            </a:pPr>
            <a:r>
              <a:rPr lang="en-GB" b="1" dirty="0"/>
              <a:t>output </a:t>
            </a:r>
            <a:r>
              <a:rPr lang="en-GB" dirty="0"/>
              <a:t>y;</a:t>
            </a:r>
          </a:p>
          <a:p>
            <a:pPr eaLnBrk="1" hangingPunct="1">
              <a:defRPr/>
            </a:pPr>
            <a:r>
              <a:rPr lang="en-GB" b="1" dirty="0" err="1"/>
              <a:t>reg</a:t>
            </a:r>
            <a:r>
              <a:rPr lang="en-GB" dirty="0"/>
              <a:t> y;</a:t>
            </a:r>
          </a:p>
          <a:p>
            <a:pPr eaLnBrk="1" hangingPunct="1">
              <a:defRPr/>
            </a:pPr>
            <a:r>
              <a:rPr lang="en-GB" b="1" dirty="0"/>
              <a:t>always </a:t>
            </a:r>
            <a:r>
              <a:rPr lang="en-GB" dirty="0"/>
              <a:t>@(in0,in1,s,)</a:t>
            </a:r>
          </a:p>
          <a:p>
            <a:pPr eaLnBrk="1" hangingPunct="1">
              <a:defRPr/>
            </a:pPr>
            <a:r>
              <a:rPr lang="en-GB" b="1" dirty="0"/>
              <a:t>if(</a:t>
            </a:r>
            <a:r>
              <a:rPr lang="en-GB" dirty="0"/>
              <a:t>s==</a:t>
            </a:r>
            <a:r>
              <a:rPr lang="en-US" dirty="0"/>
              <a:t>1</a:t>
            </a:r>
            <a:r>
              <a:rPr lang="en-GB" dirty="0"/>
              <a:t>)y=in</a:t>
            </a:r>
            <a:r>
              <a:rPr lang="en-US" dirty="0"/>
              <a:t>1</a:t>
            </a:r>
            <a:r>
              <a:rPr lang="en-GB" dirty="0"/>
              <a:t>;</a:t>
            </a:r>
          </a:p>
          <a:p>
            <a:pPr eaLnBrk="1" hangingPunct="1">
              <a:defRPr/>
            </a:pPr>
            <a:r>
              <a:rPr lang="en-GB" b="1" dirty="0"/>
              <a:t>else </a:t>
            </a:r>
            <a:r>
              <a:rPr lang="en-GB" dirty="0"/>
              <a:t>y=in</a:t>
            </a:r>
            <a:r>
              <a:rPr lang="en-US" dirty="0"/>
              <a:t>0</a:t>
            </a:r>
            <a:r>
              <a:rPr lang="en-GB" dirty="0"/>
              <a:t>;</a:t>
            </a:r>
          </a:p>
          <a:p>
            <a:pPr eaLnBrk="1" hangingPunct="1">
              <a:defRPr/>
            </a:pPr>
            <a:r>
              <a:rPr lang="en-GB" b="1" dirty="0" err="1"/>
              <a:t>endmodule</a:t>
            </a:r>
            <a:endParaRPr lang="en-GB" dirty="0"/>
          </a:p>
          <a:p>
            <a:pPr eaLnBrk="1" hangingPunct="1">
              <a:defRPr/>
            </a:pPr>
            <a:endParaRPr lang="en-GB" dirty="0"/>
          </a:p>
        </p:txBody>
      </p:sp>
      <p:sp>
        <p:nvSpPr>
          <p:cNvPr id="4" name="TextBox 3">
            <a:extLst>
              <a:ext uri="{FF2B5EF4-FFF2-40B4-BE49-F238E27FC236}">
                <a16:creationId xmlns:a16="http://schemas.microsoft.com/office/drawing/2014/main" id="{60B0F1C6-7B8E-4F88-B763-70196F959BA5}"/>
              </a:ext>
            </a:extLst>
          </p:cNvPr>
          <p:cNvSpPr txBox="1"/>
          <p:nvPr/>
        </p:nvSpPr>
        <p:spPr>
          <a:xfrm>
            <a:off x="1974850" y="4071938"/>
            <a:ext cx="2768600" cy="1754326"/>
          </a:xfrm>
          <a:prstGeom prst="rect">
            <a:avLst/>
          </a:prstGeom>
          <a:solidFill>
            <a:schemeClr val="accent1">
              <a:lumMod val="20000"/>
              <a:lumOff val="80000"/>
            </a:schemeClr>
          </a:solidFill>
        </p:spPr>
        <p:txBody>
          <a:bodyPr>
            <a:spAutoFit/>
          </a:bodyPr>
          <a:lstStyle/>
          <a:p>
            <a:pPr eaLnBrk="1" hangingPunct="1">
              <a:defRPr/>
            </a:pPr>
            <a:r>
              <a:rPr lang="en-GB" b="1" dirty="0"/>
              <a:t>always </a:t>
            </a:r>
            <a:r>
              <a:rPr lang="ru-RU" dirty="0"/>
              <a:t>@(</a:t>
            </a:r>
            <a:r>
              <a:rPr lang="en-GB" dirty="0"/>
              <a:t>in</a:t>
            </a:r>
            <a:r>
              <a:rPr lang="ru-RU" dirty="0"/>
              <a:t>0,</a:t>
            </a:r>
            <a:r>
              <a:rPr lang="en-GB" dirty="0"/>
              <a:t>in</a:t>
            </a:r>
            <a:r>
              <a:rPr lang="ru-RU" dirty="0"/>
              <a:t>1,</a:t>
            </a:r>
            <a:r>
              <a:rPr lang="en-GB" dirty="0"/>
              <a:t>s</a:t>
            </a:r>
            <a:r>
              <a:rPr lang="ru-RU" dirty="0"/>
              <a:t>,)</a:t>
            </a:r>
            <a:endParaRPr lang="en-GB" dirty="0"/>
          </a:p>
          <a:p>
            <a:pPr eaLnBrk="1" hangingPunct="1">
              <a:defRPr/>
            </a:pPr>
            <a:r>
              <a:rPr lang="en-GB" b="1" dirty="0"/>
              <a:t>begin</a:t>
            </a:r>
            <a:endParaRPr lang="en-GB" dirty="0"/>
          </a:p>
          <a:p>
            <a:pPr eaLnBrk="1" hangingPunct="1">
              <a:defRPr/>
            </a:pPr>
            <a:r>
              <a:rPr lang="en-GB" b="1" dirty="0"/>
              <a:t>if</a:t>
            </a:r>
            <a:r>
              <a:rPr lang="en-US" b="1" dirty="0"/>
              <a:t> (</a:t>
            </a:r>
            <a:r>
              <a:rPr lang="en-GB" dirty="0"/>
              <a:t>s</a:t>
            </a:r>
            <a:r>
              <a:rPr lang="en-US" dirty="0"/>
              <a:t>==1 ) </a:t>
            </a:r>
            <a:r>
              <a:rPr lang="en-GB" dirty="0"/>
              <a:t>y</a:t>
            </a:r>
            <a:r>
              <a:rPr lang="en-US" dirty="0"/>
              <a:t>=</a:t>
            </a:r>
            <a:r>
              <a:rPr lang="en-GB" dirty="0"/>
              <a:t>in</a:t>
            </a:r>
            <a:r>
              <a:rPr lang="en-US" dirty="0"/>
              <a:t>1;</a:t>
            </a:r>
            <a:endParaRPr lang="en-GB" dirty="0"/>
          </a:p>
          <a:p>
            <a:pPr eaLnBrk="1" hangingPunct="1">
              <a:defRPr/>
            </a:pPr>
            <a:r>
              <a:rPr lang="en-GB" b="1" dirty="0"/>
              <a:t>end</a:t>
            </a:r>
            <a:endParaRPr lang="en-GB" dirty="0"/>
          </a:p>
          <a:p>
            <a:pPr eaLnBrk="1" hangingPunct="1">
              <a:defRPr/>
            </a:pPr>
            <a:r>
              <a:rPr lang="ru-RU" dirty="0"/>
              <a:t> </a:t>
            </a:r>
            <a:endParaRPr lang="en-GB" dirty="0"/>
          </a:p>
          <a:p>
            <a:pPr eaLnBrk="1" hangingPunct="1">
              <a:defRPr/>
            </a:pPr>
            <a:endParaRPr lang="en-GB" dirty="0"/>
          </a:p>
        </p:txBody>
      </p:sp>
      <p:sp>
        <p:nvSpPr>
          <p:cNvPr id="5" name="TextBox 4">
            <a:extLst>
              <a:ext uri="{FF2B5EF4-FFF2-40B4-BE49-F238E27FC236}">
                <a16:creationId xmlns:a16="http://schemas.microsoft.com/office/drawing/2014/main" id="{7F0E0339-F675-4D15-BD25-153D7A399E9F}"/>
              </a:ext>
            </a:extLst>
          </p:cNvPr>
          <p:cNvSpPr txBox="1"/>
          <p:nvPr/>
        </p:nvSpPr>
        <p:spPr>
          <a:xfrm>
            <a:off x="5962650" y="1450975"/>
            <a:ext cx="3608388" cy="1754188"/>
          </a:xfrm>
          <a:prstGeom prst="rect">
            <a:avLst/>
          </a:prstGeom>
          <a:solidFill>
            <a:schemeClr val="accent1">
              <a:lumMod val="20000"/>
              <a:lumOff val="80000"/>
            </a:schemeClr>
          </a:solidFill>
        </p:spPr>
        <p:txBody>
          <a:bodyPr>
            <a:spAutoFit/>
          </a:bodyPr>
          <a:lstStyle/>
          <a:p>
            <a:pPr eaLnBrk="1" hangingPunct="1">
              <a:defRPr/>
            </a:pPr>
            <a:r>
              <a:rPr lang="en-GB" b="1" dirty="0"/>
              <a:t>always </a:t>
            </a:r>
            <a:r>
              <a:rPr lang="ru-RU" dirty="0"/>
              <a:t>@(</a:t>
            </a:r>
            <a:r>
              <a:rPr lang="en-GB" dirty="0"/>
              <a:t>in</a:t>
            </a:r>
            <a:r>
              <a:rPr lang="ru-RU" dirty="0"/>
              <a:t>0,</a:t>
            </a:r>
            <a:r>
              <a:rPr lang="en-GB" dirty="0"/>
              <a:t>in</a:t>
            </a:r>
            <a:r>
              <a:rPr lang="ru-RU" dirty="0"/>
              <a:t>1,)</a:t>
            </a:r>
            <a:endParaRPr lang="en-GB" dirty="0"/>
          </a:p>
          <a:p>
            <a:pPr eaLnBrk="1" hangingPunct="1">
              <a:defRPr/>
            </a:pPr>
            <a:r>
              <a:rPr lang="en-GB" b="1" dirty="0"/>
              <a:t>begin</a:t>
            </a:r>
            <a:endParaRPr lang="en-GB" dirty="0"/>
          </a:p>
          <a:p>
            <a:pPr eaLnBrk="1" hangingPunct="1">
              <a:defRPr/>
            </a:pPr>
            <a:r>
              <a:rPr lang="en-GB" dirty="0"/>
              <a:t>y=in0;</a:t>
            </a:r>
          </a:p>
          <a:p>
            <a:pPr eaLnBrk="1" hangingPunct="1">
              <a:defRPr/>
            </a:pPr>
            <a:r>
              <a:rPr lang="en-GB" b="1" dirty="0"/>
              <a:t>if (</a:t>
            </a:r>
            <a:r>
              <a:rPr lang="en-GB" dirty="0"/>
              <a:t>s==</a:t>
            </a:r>
            <a:r>
              <a:rPr lang="en-US" dirty="0"/>
              <a:t>1</a:t>
            </a:r>
            <a:r>
              <a:rPr lang="en-GB" dirty="0"/>
              <a:t>) y=in</a:t>
            </a:r>
            <a:r>
              <a:rPr lang="en-US" dirty="0"/>
              <a:t>1</a:t>
            </a:r>
            <a:r>
              <a:rPr lang="en-GB" dirty="0"/>
              <a:t>;</a:t>
            </a:r>
          </a:p>
          <a:p>
            <a:pPr eaLnBrk="1" hangingPunct="1">
              <a:defRPr/>
            </a:pPr>
            <a:r>
              <a:rPr lang="en-GB" b="1" dirty="0"/>
              <a:t>end</a:t>
            </a:r>
            <a:endParaRPr lang="en-GB" dirty="0"/>
          </a:p>
          <a:p>
            <a:pPr eaLnBrk="1" hangingPunct="1">
              <a:defRPr/>
            </a:pPr>
            <a:endParaRPr lang="en-GB" dirty="0"/>
          </a:p>
        </p:txBody>
      </p:sp>
      <p:sp>
        <p:nvSpPr>
          <p:cNvPr id="68614" name="TextBox 5">
            <a:extLst>
              <a:ext uri="{FF2B5EF4-FFF2-40B4-BE49-F238E27FC236}">
                <a16:creationId xmlns:a16="http://schemas.microsoft.com/office/drawing/2014/main" id="{95CB8957-1C9D-CD41-150D-2533D2BE04A1}"/>
              </a:ext>
            </a:extLst>
          </p:cNvPr>
          <p:cNvSpPr txBox="1">
            <a:spLocks noChangeArrowheads="1"/>
          </p:cNvSpPr>
          <p:nvPr/>
        </p:nvSpPr>
        <p:spPr bwMode="auto">
          <a:xfrm>
            <a:off x="5132388" y="4316413"/>
            <a:ext cx="45974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1800"/>
              <a:t>In this example, instead of the multiplexer, a level-controlled latch will be obtained.</a:t>
            </a:r>
          </a:p>
          <a:p>
            <a:pPr eaLnBrk="1" hangingPunct="1"/>
            <a:r>
              <a:rPr lang="en-GB" altLang="en-US" sz="1800"/>
              <a:t>y</a:t>
            </a:r>
            <a:r>
              <a:rPr lang="en-US" altLang="en-US" sz="1800"/>
              <a:t> = </a:t>
            </a:r>
            <a:r>
              <a:rPr lang="en-GB" altLang="en-US" sz="1800"/>
              <a:t>s</a:t>
            </a:r>
            <a:r>
              <a:rPr lang="en-US" altLang="en-US" sz="1800"/>
              <a:t>·</a:t>
            </a:r>
            <a:r>
              <a:rPr lang="en-GB" altLang="en-US" sz="1800"/>
              <a:t>in</a:t>
            </a:r>
            <a:r>
              <a:rPr lang="en-US" altLang="en-US" sz="1800"/>
              <a:t>1 + ~</a:t>
            </a:r>
            <a:r>
              <a:rPr lang="en-GB" altLang="en-US" sz="1800"/>
              <a:t>s</a:t>
            </a:r>
            <a:r>
              <a:rPr lang="en-US" altLang="en-US" sz="1800"/>
              <a:t>·</a:t>
            </a:r>
            <a:r>
              <a:rPr lang="en-GB" altLang="en-US" sz="1800"/>
              <a:t>y</a:t>
            </a:r>
            <a:r>
              <a:rPr lang="en-US" altLang="en-US" sz="1800"/>
              <a:t>.</a:t>
            </a:r>
            <a:endParaRPr lang="en-GB" altLang="en-US" sz="1800"/>
          </a:p>
          <a:p>
            <a:pPr eaLnBrk="1" hangingPunct="1"/>
            <a:endParaRPr lang="en-GB" altLang="en-US" sz="1800"/>
          </a:p>
          <a:p>
            <a:pPr eaLnBrk="1" hangingPunct="1"/>
            <a:endParaRPr lang="en-GB" altLang="en-US" sz="1800"/>
          </a:p>
        </p:txBody>
      </p:sp>
      <p:sp>
        <p:nvSpPr>
          <p:cNvPr id="68615" name="TextBox 6">
            <a:extLst>
              <a:ext uri="{FF2B5EF4-FFF2-40B4-BE49-F238E27FC236}">
                <a16:creationId xmlns:a16="http://schemas.microsoft.com/office/drawing/2014/main" id="{91A16F9A-6F20-7C65-246D-1D3DB20FAF90}"/>
              </a:ext>
            </a:extLst>
          </p:cNvPr>
          <p:cNvSpPr txBox="1">
            <a:spLocks noChangeArrowheads="1"/>
          </p:cNvSpPr>
          <p:nvPr/>
        </p:nvSpPr>
        <p:spPr bwMode="auto">
          <a:xfrm>
            <a:off x="5353050" y="3340101"/>
            <a:ext cx="4838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1800"/>
              <a:t>In both cases a description of the multiplexer 2: 1 will be obtained</a:t>
            </a:r>
          </a:p>
        </p:txBody>
      </p:sp>
      <p:cxnSp>
        <p:nvCxnSpPr>
          <p:cNvPr id="68616" name="Straight Arrow Connector 8">
            <a:extLst>
              <a:ext uri="{FF2B5EF4-FFF2-40B4-BE49-F238E27FC236}">
                <a16:creationId xmlns:a16="http://schemas.microsoft.com/office/drawing/2014/main" id="{E33F8C3E-3240-CD82-63D2-9B5392F55A9C}"/>
              </a:ext>
            </a:extLst>
          </p:cNvPr>
          <p:cNvCxnSpPr>
            <a:cxnSpLocks noChangeShapeType="1"/>
          </p:cNvCxnSpPr>
          <p:nvPr/>
        </p:nvCxnSpPr>
        <p:spPr bwMode="auto">
          <a:xfrm>
            <a:off x="4767264" y="4827588"/>
            <a:ext cx="365125" cy="0"/>
          </a:xfrm>
          <a:prstGeom prst="straightConnector1">
            <a:avLst/>
          </a:prstGeom>
          <a:noFill/>
          <a:ln w="28575"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68617" name="Straight Arrow Connector 10">
            <a:extLst>
              <a:ext uri="{FF2B5EF4-FFF2-40B4-BE49-F238E27FC236}">
                <a16:creationId xmlns:a16="http://schemas.microsoft.com/office/drawing/2014/main" id="{11218FC0-62E3-F9DB-B679-66B894CB56DD}"/>
              </a:ext>
            </a:extLst>
          </p:cNvPr>
          <p:cNvCxnSpPr>
            <a:cxnSpLocks noChangeShapeType="1"/>
          </p:cNvCxnSpPr>
          <p:nvPr/>
        </p:nvCxnSpPr>
        <p:spPr bwMode="auto">
          <a:xfrm>
            <a:off x="5194301" y="2962275"/>
            <a:ext cx="341313" cy="304800"/>
          </a:xfrm>
          <a:prstGeom prst="straightConnector1">
            <a:avLst/>
          </a:prstGeom>
          <a:noFill/>
          <a:ln w="28575"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68618" name="Straight Arrow Connector 12">
            <a:extLst>
              <a:ext uri="{FF2B5EF4-FFF2-40B4-BE49-F238E27FC236}">
                <a16:creationId xmlns:a16="http://schemas.microsoft.com/office/drawing/2014/main" id="{5A147058-F228-6FF4-A6AF-225831A6AE75}"/>
              </a:ext>
            </a:extLst>
          </p:cNvPr>
          <p:cNvCxnSpPr>
            <a:cxnSpLocks noChangeShapeType="1"/>
          </p:cNvCxnSpPr>
          <p:nvPr/>
        </p:nvCxnSpPr>
        <p:spPr bwMode="auto">
          <a:xfrm rot="5400000">
            <a:off x="5681664" y="2962276"/>
            <a:ext cx="377825" cy="257175"/>
          </a:xfrm>
          <a:prstGeom prst="straightConnector1">
            <a:avLst/>
          </a:prstGeom>
          <a:noFill/>
          <a:ln w="28575" algn="ctr">
            <a:solidFill>
              <a:srgbClr val="0066CC"/>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CB3EE3CB-CF9E-8659-E09E-94758FD9EE7B}"/>
              </a:ext>
            </a:extLst>
          </p:cNvPr>
          <p:cNvSpPr>
            <a:spLocks noGrp="1" noChangeArrowheads="1"/>
          </p:cNvSpPr>
          <p:nvPr>
            <p:ph type="title"/>
          </p:nvPr>
        </p:nvSpPr>
        <p:spPr/>
        <p:txBody>
          <a:bodyPr/>
          <a:lstStyle/>
          <a:p>
            <a:r>
              <a:rPr lang="en-GB" altLang="en-US"/>
              <a:t>Master- Slave D FF</a:t>
            </a:r>
          </a:p>
        </p:txBody>
      </p:sp>
      <p:grpSp>
        <p:nvGrpSpPr>
          <p:cNvPr id="69635" name="Group 177">
            <a:extLst>
              <a:ext uri="{FF2B5EF4-FFF2-40B4-BE49-F238E27FC236}">
                <a16:creationId xmlns:a16="http://schemas.microsoft.com/office/drawing/2014/main" id="{4FBDEFE2-F1EA-4076-2AC5-51CB5A0FFF4E}"/>
              </a:ext>
            </a:extLst>
          </p:cNvPr>
          <p:cNvGrpSpPr>
            <a:grpSpLocks/>
          </p:cNvGrpSpPr>
          <p:nvPr/>
        </p:nvGrpSpPr>
        <p:grpSpPr bwMode="auto">
          <a:xfrm>
            <a:off x="1677988" y="2381251"/>
            <a:ext cx="8907462" cy="3205163"/>
            <a:chOff x="1" y="1840676"/>
            <a:chExt cx="8906492" cy="3204760"/>
          </a:xfrm>
        </p:grpSpPr>
        <p:sp>
          <p:nvSpPr>
            <p:cNvPr id="4" name="Oval 3">
              <a:extLst>
                <a:ext uri="{FF2B5EF4-FFF2-40B4-BE49-F238E27FC236}">
                  <a16:creationId xmlns:a16="http://schemas.microsoft.com/office/drawing/2014/main" id="{A571BA9E-0E3D-459F-884F-7B54D0307332}"/>
                </a:ext>
              </a:extLst>
            </p:cNvPr>
            <p:cNvSpPr/>
            <p:nvPr/>
          </p:nvSpPr>
          <p:spPr>
            <a:xfrm>
              <a:off x="2511153" y="2526390"/>
              <a:ext cx="109525" cy="119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5" name="Straight Connector 4">
              <a:extLst>
                <a:ext uri="{FF2B5EF4-FFF2-40B4-BE49-F238E27FC236}">
                  <a16:creationId xmlns:a16="http://schemas.microsoft.com/office/drawing/2014/main" id="{F1D0257A-4493-41BF-942F-BEDF6738FB3A}"/>
                </a:ext>
              </a:extLst>
            </p:cNvPr>
            <p:cNvCxnSpPr/>
            <p:nvPr/>
          </p:nvCxnSpPr>
          <p:spPr>
            <a:xfrm>
              <a:off x="2306387" y="2642263"/>
              <a:ext cx="4952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5A58F90-F39C-4ACE-950F-1898054661F3}"/>
                </a:ext>
              </a:extLst>
            </p:cNvPr>
            <p:cNvCxnSpPr/>
            <p:nvPr/>
          </p:nvCxnSpPr>
          <p:spPr>
            <a:xfrm>
              <a:off x="2314324" y="2740676"/>
              <a:ext cx="4952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EA37D00-9513-4418-BD62-4F95E06F13BA}"/>
                </a:ext>
              </a:extLst>
            </p:cNvPr>
            <p:cNvCxnSpPr/>
            <p:nvPr/>
          </p:nvCxnSpPr>
          <p:spPr>
            <a:xfrm rot="16200000" flipH="1">
              <a:off x="2124641" y="2954168"/>
              <a:ext cx="3952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DBE9C19-F4ED-4E6D-9A9F-F26A12571832}"/>
                </a:ext>
              </a:extLst>
            </p:cNvPr>
            <p:cNvCxnSpPr/>
            <p:nvPr/>
          </p:nvCxnSpPr>
          <p:spPr>
            <a:xfrm rot="16200000" flipH="1">
              <a:off x="2627824" y="2938295"/>
              <a:ext cx="3952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4C88B68-8302-4CA9-96BC-7DBE3D705F3D}"/>
                </a:ext>
              </a:extLst>
            </p:cNvPr>
            <p:cNvCxnSpPr/>
            <p:nvPr/>
          </p:nvCxnSpPr>
          <p:spPr>
            <a:xfrm>
              <a:off x="2322260" y="3135913"/>
              <a:ext cx="49365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F93DAC7-9509-4F29-ABD7-073EBFF971A3}"/>
                </a:ext>
              </a:extLst>
            </p:cNvPr>
            <p:cNvCxnSpPr/>
            <p:nvPr/>
          </p:nvCxnSpPr>
          <p:spPr>
            <a:xfrm>
              <a:off x="2322260" y="3226390"/>
              <a:ext cx="49365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3607E80-764E-4C8F-A1A4-EFE93CE7854D}"/>
                </a:ext>
              </a:extLst>
            </p:cNvPr>
            <p:cNvCxnSpPr/>
            <p:nvPr/>
          </p:nvCxnSpPr>
          <p:spPr>
            <a:xfrm rot="5400000">
              <a:off x="2417503" y="3397818"/>
              <a:ext cx="344444"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4D4B6D2-5ED1-40EE-BC93-6C18482DBADB}"/>
                </a:ext>
              </a:extLst>
            </p:cNvPr>
            <p:cNvCxnSpPr/>
            <p:nvPr/>
          </p:nvCxnSpPr>
          <p:spPr>
            <a:xfrm>
              <a:off x="2825443" y="2921628"/>
              <a:ext cx="914300" cy="0"/>
            </a:xfrm>
            <a:prstGeom prst="line">
              <a:avLst/>
            </a:prstGeom>
            <a:ln w="28575">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CDB13B-9FEA-4A4F-8F42-FEEB781FC112}"/>
                </a:ext>
              </a:extLst>
            </p:cNvPr>
            <p:cNvCxnSpPr/>
            <p:nvPr/>
          </p:nvCxnSpPr>
          <p:spPr>
            <a:xfrm>
              <a:off x="1863523" y="2921628"/>
              <a:ext cx="458737" cy="0"/>
            </a:xfrm>
            <a:prstGeom prst="line">
              <a:avLst/>
            </a:prstGeom>
            <a:ln w="28575">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69646" name="Straight Connector 15">
              <a:extLst>
                <a:ext uri="{FF2B5EF4-FFF2-40B4-BE49-F238E27FC236}">
                  <a16:creationId xmlns:a16="http://schemas.microsoft.com/office/drawing/2014/main" id="{12A241FF-61A7-69AF-AF10-B3CF06402A1F}"/>
                </a:ext>
              </a:extLst>
            </p:cNvPr>
            <p:cNvCxnSpPr>
              <a:cxnSpLocks noChangeShapeType="1"/>
            </p:cNvCxnSpPr>
            <p:nvPr/>
          </p:nvCxnSpPr>
          <p:spPr bwMode="auto">
            <a:xfrm rot="5400000" flipH="1" flipV="1">
              <a:off x="2436654" y="2376679"/>
              <a:ext cx="274320" cy="91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nvGrpSpPr>
            <p:cNvPr id="69647" name="Group 14">
              <a:extLst>
                <a:ext uri="{FF2B5EF4-FFF2-40B4-BE49-F238E27FC236}">
                  <a16:creationId xmlns:a16="http://schemas.microsoft.com/office/drawing/2014/main" id="{4C369245-75BF-4DA9-5A72-858D17D29519}"/>
                </a:ext>
              </a:extLst>
            </p:cNvPr>
            <p:cNvGrpSpPr>
              <a:grpSpLocks/>
            </p:cNvGrpSpPr>
            <p:nvPr/>
          </p:nvGrpSpPr>
          <p:grpSpPr bwMode="auto">
            <a:xfrm>
              <a:off x="1231463" y="2654716"/>
              <a:ext cx="620719" cy="504807"/>
              <a:chOff x="894" y="2432"/>
              <a:chExt cx="337" cy="326"/>
            </a:xfrm>
          </p:grpSpPr>
          <p:sp>
            <p:nvSpPr>
              <p:cNvPr id="69727" name="AutoShape 15">
                <a:extLst>
                  <a:ext uri="{FF2B5EF4-FFF2-40B4-BE49-F238E27FC236}">
                    <a16:creationId xmlns:a16="http://schemas.microsoft.com/office/drawing/2014/main" id="{67389456-C8BE-B02B-EDFC-91F06CB79DC1}"/>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9728" name="Oval 16">
                <a:extLst>
                  <a:ext uri="{FF2B5EF4-FFF2-40B4-BE49-F238E27FC236}">
                    <a16:creationId xmlns:a16="http://schemas.microsoft.com/office/drawing/2014/main" id="{2EA0B5E8-2093-2F33-45E8-20C7573639A7}"/>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23" name="Oval 22">
              <a:extLst>
                <a:ext uri="{FF2B5EF4-FFF2-40B4-BE49-F238E27FC236}">
                  <a16:creationId xmlns:a16="http://schemas.microsoft.com/office/drawing/2014/main" id="{9A0892CB-3EF8-4C34-9D20-A065F4C85B9E}"/>
                </a:ext>
              </a:extLst>
            </p:cNvPr>
            <p:cNvSpPr/>
            <p:nvPr/>
          </p:nvSpPr>
          <p:spPr>
            <a:xfrm>
              <a:off x="2533375" y="3583532"/>
              <a:ext cx="111113" cy="117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24" name="Straight Connector 23">
              <a:extLst>
                <a:ext uri="{FF2B5EF4-FFF2-40B4-BE49-F238E27FC236}">
                  <a16:creationId xmlns:a16="http://schemas.microsoft.com/office/drawing/2014/main" id="{C84B1795-ADA7-492E-B711-FC50B3C11D15}"/>
                </a:ext>
              </a:extLst>
            </p:cNvPr>
            <p:cNvCxnSpPr/>
            <p:nvPr/>
          </p:nvCxnSpPr>
          <p:spPr>
            <a:xfrm>
              <a:off x="2330197" y="3697817"/>
              <a:ext cx="495246"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BCDC975-FADB-4C18-9E28-13551DC2F414}"/>
                </a:ext>
              </a:extLst>
            </p:cNvPr>
            <p:cNvCxnSpPr/>
            <p:nvPr/>
          </p:nvCxnSpPr>
          <p:spPr>
            <a:xfrm>
              <a:off x="2338133" y="3797818"/>
              <a:ext cx="4952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F8878B4-3468-4ED6-8D42-F62D26BA9A1F}"/>
                </a:ext>
              </a:extLst>
            </p:cNvPr>
            <p:cNvCxnSpPr/>
            <p:nvPr/>
          </p:nvCxnSpPr>
          <p:spPr>
            <a:xfrm rot="16200000" flipH="1">
              <a:off x="2148451" y="4011310"/>
              <a:ext cx="3952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584F5E5-61CD-4320-BA4A-A0388A28A55A}"/>
                </a:ext>
              </a:extLst>
            </p:cNvPr>
            <p:cNvCxnSpPr/>
            <p:nvPr/>
          </p:nvCxnSpPr>
          <p:spPr>
            <a:xfrm rot="16200000" flipH="1">
              <a:off x="2652427" y="3994643"/>
              <a:ext cx="3936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1B15254-12E2-44F7-A158-966476A06C9F}"/>
                </a:ext>
              </a:extLst>
            </p:cNvPr>
            <p:cNvCxnSpPr/>
            <p:nvPr/>
          </p:nvCxnSpPr>
          <p:spPr>
            <a:xfrm>
              <a:off x="2346070" y="4191468"/>
              <a:ext cx="493658" cy="1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A4F67F1-470D-4078-89FA-2867A6F28801}"/>
                </a:ext>
              </a:extLst>
            </p:cNvPr>
            <p:cNvCxnSpPr/>
            <p:nvPr/>
          </p:nvCxnSpPr>
          <p:spPr>
            <a:xfrm>
              <a:off x="2346070" y="4281944"/>
              <a:ext cx="493658"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BE79DE1-A9DA-47F9-B891-4CF0079739A1}"/>
                </a:ext>
              </a:extLst>
            </p:cNvPr>
            <p:cNvCxnSpPr/>
            <p:nvPr/>
          </p:nvCxnSpPr>
          <p:spPr>
            <a:xfrm rot="5400000">
              <a:off x="2440519" y="4454166"/>
              <a:ext cx="346031" cy="1587"/>
            </a:xfrm>
            <a:prstGeom prst="line">
              <a:avLst/>
            </a:prstGeom>
            <a:ln w="28575">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3D8A078-0CBE-4E00-9DF5-247931E9DD8A}"/>
                </a:ext>
              </a:extLst>
            </p:cNvPr>
            <p:cNvCxnSpPr/>
            <p:nvPr/>
          </p:nvCxnSpPr>
          <p:spPr>
            <a:xfrm>
              <a:off x="2849253" y="3978770"/>
              <a:ext cx="366673" cy="0"/>
            </a:xfrm>
            <a:prstGeom prst="line">
              <a:avLst/>
            </a:prstGeom>
            <a:ln w="28575">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69657" name="Group 14">
              <a:extLst>
                <a:ext uri="{FF2B5EF4-FFF2-40B4-BE49-F238E27FC236}">
                  <a16:creationId xmlns:a16="http://schemas.microsoft.com/office/drawing/2014/main" id="{85AC6B48-F09F-634E-5603-9476C4A19D1C}"/>
                </a:ext>
              </a:extLst>
            </p:cNvPr>
            <p:cNvGrpSpPr>
              <a:grpSpLocks/>
            </p:cNvGrpSpPr>
            <p:nvPr/>
          </p:nvGrpSpPr>
          <p:grpSpPr bwMode="auto">
            <a:xfrm>
              <a:off x="3749032" y="2654716"/>
              <a:ext cx="620719" cy="504807"/>
              <a:chOff x="894" y="2432"/>
              <a:chExt cx="337" cy="326"/>
            </a:xfrm>
          </p:grpSpPr>
          <p:sp>
            <p:nvSpPr>
              <p:cNvPr id="69725" name="AutoShape 15">
                <a:extLst>
                  <a:ext uri="{FF2B5EF4-FFF2-40B4-BE49-F238E27FC236}">
                    <a16:creationId xmlns:a16="http://schemas.microsoft.com/office/drawing/2014/main" id="{3627A711-4DA7-CF4A-A9E0-5125A8885674}"/>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9726" name="Oval 16">
                <a:extLst>
                  <a:ext uri="{FF2B5EF4-FFF2-40B4-BE49-F238E27FC236}">
                    <a16:creationId xmlns:a16="http://schemas.microsoft.com/office/drawing/2014/main" id="{11EE93B3-BBFE-8622-DB21-FF53995B08FE}"/>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69658" name="Straight Connector 35">
              <a:extLst>
                <a:ext uri="{FF2B5EF4-FFF2-40B4-BE49-F238E27FC236}">
                  <a16:creationId xmlns:a16="http://schemas.microsoft.com/office/drawing/2014/main" id="{8C9510B0-7EAA-1D9F-3C99-116497643061}"/>
                </a:ext>
              </a:extLst>
            </p:cNvPr>
            <p:cNvCxnSpPr>
              <a:cxnSpLocks noChangeShapeType="1"/>
            </p:cNvCxnSpPr>
            <p:nvPr/>
          </p:nvCxnSpPr>
          <p:spPr bwMode="auto">
            <a:xfrm>
              <a:off x="4381626" y="2921317"/>
              <a:ext cx="274320" cy="13"/>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69659" name="Straight Connector 37">
              <a:extLst>
                <a:ext uri="{FF2B5EF4-FFF2-40B4-BE49-F238E27FC236}">
                  <a16:creationId xmlns:a16="http://schemas.microsoft.com/office/drawing/2014/main" id="{DD36FC07-C384-3B0F-4050-8FBF1755666F}"/>
                </a:ext>
              </a:extLst>
            </p:cNvPr>
            <p:cNvCxnSpPr>
              <a:cxnSpLocks noChangeShapeType="1"/>
            </p:cNvCxnSpPr>
            <p:nvPr/>
          </p:nvCxnSpPr>
          <p:spPr bwMode="auto">
            <a:xfrm rot="5400000">
              <a:off x="3603566" y="2939737"/>
              <a:ext cx="210312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660" name="Straight Connector 39">
              <a:extLst>
                <a:ext uri="{FF2B5EF4-FFF2-40B4-BE49-F238E27FC236}">
                  <a16:creationId xmlns:a16="http://schemas.microsoft.com/office/drawing/2014/main" id="{4E348E38-865D-1B3A-4784-09E53F644A31}"/>
                </a:ext>
              </a:extLst>
            </p:cNvPr>
            <p:cNvCxnSpPr>
              <a:cxnSpLocks noChangeShapeType="1"/>
            </p:cNvCxnSpPr>
            <p:nvPr/>
          </p:nvCxnSpPr>
          <p:spPr bwMode="auto">
            <a:xfrm rot="10800000">
              <a:off x="906088" y="1876301"/>
              <a:ext cx="374904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661" name="Straight Connector 41">
              <a:extLst>
                <a:ext uri="{FF2B5EF4-FFF2-40B4-BE49-F238E27FC236}">
                  <a16:creationId xmlns:a16="http://schemas.microsoft.com/office/drawing/2014/main" id="{9D052250-33FC-18CF-9BC9-61A75A64C498}"/>
                </a:ext>
              </a:extLst>
            </p:cNvPr>
            <p:cNvCxnSpPr>
              <a:cxnSpLocks noChangeShapeType="1"/>
            </p:cNvCxnSpPr>
            <p:nvPr/>
          </p:nvCxnSpPr>
          <p:spPr bwMode="auto">
            <a:xfrm rot="16200000" flipH="1">
              <a:off x="397764" y="2404693"/>
              <a:ext cx="103327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662" name="Straight Connector 43">
              <a:extLst>
                <a:ext uri="{FF2B5EF4-FFF2-40B4-BE49-F238E27FC236}">
                  <a16:creationId xmlns:a16="http://schemas.microsoft.com/office/drawing/2014/main" id="{3417E9AB-EA23-5573-C34F-48DC29A5794F}"/>
                </a:ext>
              </a:extLst>
            </p:cNvPr>
            <p:cNvCxnSpPr>
              <a:cxnSpLocks noChangeShapeType="1"/>
              <a:endCxn id="69727" idx="3"/>
            </p:cNvCxnSpPr>
            <p:nvPr/>
          </p:nvCxnSpPr>
          <p:spPr bwMode="auto">
            <a:xfrm>
              <a:off x="926275" y="2897579"/>
              <a:ext cx="305188"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663" name="Straight Connector 45">
              <a:extLst>
                <a:ext uri="{FF2B5EF4-FFF2-40B4-BE49-F238E27FC236}">
                  <a16:creationId xmlns:a16="http://schemas.microsoft.com/office/drawing/2014/main" id="{6C5B4B83-1D0D-E384-8AE4-95C5DA4EFAE8}"/>
                </a:ext>
              </a:extLst>
            </p:cNvPr>
            <p:cNvCxnSpPr>
              <a:cxnSpLocks noChangeShapeType="1"/>
            </p:cNvCxnSpPr>
            <p:nvPr/>
          </p:nvCxnSpPr>
          <p:spPr bwMode="auto">
            <a:xfrm rot="16200000" flipV="1">
              <a:off x="2660076" y="3455719"/>
              <a:ext cx="1068779" cy="0"/>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69664" name="Straight Connector 47">
              <a:extLst>
                <a:ext uri="{FF2B5EF4-FFF2-40B4-BE49-F238E27FC236}">
                  <a16:creationId xmlns:a16="http://schemas.microsoft.com/office/drawing/2014/main" id="{E22BB07F-9D7E-81E8-8427-DED7D70B8335}"/>
                </a:ext>
              </a:extLst>
            </p:cNvPr>
            <p:cNvCxnSpPr>
              <a:cxnSpLocks noChangeShapeType="1"/>
            </p:cNvCxnSpPr>
            <p:nvPr/>
          </p:nvCxnSpPr>
          <p:spPr bwMode="auto">
            <a:xfrm>
              <a:off x="2600696" y="3420094"/>
              <a:ext cx="890649" cy="1588"/>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49" name="Straight Connector 48">
              <a:extLst>
                <a:ext uri="{FF2B5EF4-FFF2-40B4-BE49-F238E27FC236}">
                  <a16:creationId xmlns:a16="http://schemas.microsoft.com/office/drawing/2014/main" id="{F483DE2D-6BA8-46C9-B4E8-1E1AA70487A1}"/>
                </a:ext>
              </a:extLst>
            </p:cNvPr>
            <p:cNvCxnSpPr/>
            <p:nvPr/>
          </p:nvCxnSpPr>
          <p:spPr>
            <a:xfrm>
              <a:off x="1876222" y="4013691"/>
              <a:ext cx="457150" cy="1587"/>
            </a:xfrm>
            <a:prstGeom prst="line">
              <a:avLst/>
            </a:prstGeom>
            <a:ln w="28575">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69666" name="Straight Connector 49">
              <a:extLst>
                <a:ext uri="{FF2B5EF4-FFF2-40B4-BE49-F238E27FC236}">
                  <a16:creationId xmlns:a16="http://schemas.microsoft.com/office/drawing/2014/main" id="{6C2DE951-A18B-EE64-5453-B0AA2AC7E29B}"/>
                </a:ext>
              </a:extLst>
            </p:cNvPr>
            <p:cNvCxnSpPr>
              <a:cxnSpLocks noChangeShapeType="1"/>
            </p:cNvCxnSpPr>
            <p:nvPr/>
          </p:nvCxnSpPr>
          <p:spPr bwMode="auto">
            <a:xfrm>
              <a:off x="617525" y="3990109"/>
              <a:ext cx="64008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grpSp>
          <p:nvGrpSpPr>
            <p:cNvPr id="69667" name="Group 14">
              <a:extLst>
                <a:ext uri="{FF2B5EF4-FFF2-40B4-BE49-F238E27FC236}">
                  <a16:creationId xmlns:a16="http://schemas.microsoft.com/office/drawing/2014/main" id="{366EAA18-3F43-6EE3-FC12-5E698DD7BA72}"/>
                </a:ext>
              </a:extLst>
            </p:cNvPr>
            <p:cNvGrpSpPr>
              <a:grpSpLocks/>
            </p:cNvGrpSpPr>
            <p:nvPr/>
          </p:nvGrpSpPr>
          <p:grpSpPr bwMode="auto">
            <a:xfrm>
              <a:off x="1267090" y="3759122"/>
              <a:ext cx="620719" cy="504807"/>
              <a:chOff x="894" y="2432"/>
              <a:chExt cx="337" cy="326"/>
            </a:xfrm>
          </p:grpSpPr>
          <p:sp>
            <p:nvSpPr>
              <p:cNvPr id="69723" name="AutoShape 15">
                <a:extLst>
                  <a:ext uri="{FF2B5EF4-FFF2-40B4-BE49-F238E27FC236}">
                    <a16:creationId xmlns:a16="http://schemas.microsoft.com/office/drawing/2014/main" id="{1184C2EA-1FFC-86CE-6302-E04921D7CC64}"/>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9724" name="Oval 16">
                <a:extLst>
                  <a:ext uri="{FF2B5EF4-FFF2-40B4-BE49-F238E27FC236}">
                    <a16:creationId xmlns:a16="http://schemas.microsoft.com/office/drawing/2014/main" id="{902FF869-0F40-B9C3-09BE-F8A9E04B4063}"/>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69668" name="Straight Connector 54">
              <a:extLst>
                <a:ext uri="{FF2B5EF4-FFF2-40B4-BE49-F238E27FC236}">
                  <a16:creationId xmlns:a16="http://schemas.microsoft.com/office/drawing/2014/main" id="{C6A305AA-0DC1-0D2C-DB00-F0D391552630}"/>
                </a:ext>
              </a:extLst>
            </p:cNvPr>
            <p:cNvCxnSpPr>
              <a:cxnSpLocks noChangeShapeType="1"/>
            </p:cNvCxnSpPr>
            <p:nvPr/>
          </p:nvCxnSpPr>
          <p:spPr bwMode="auto">
            <a:xfrm rot="5400000">
              <a:off x="589010" y="4861762"/>
              <a:ext cx="365760" cy="1588"/>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grpSp>
          <p:nvGrpSpPr>
            <p:cNvPr id="69669" name="Group 14">
              <a:extLst>
                <a:ext uri="{FF2B5EF4-FFF2-40B4-BE49-F238E27FC236}">
                  <a16:creationId xmlns:a16="http://schemas.microsoft.com/office/drawing/2014/main" id="{4C72877A-11AA-3A03-B033-49497B28910D}"/>
                </a:ext>
              </a:extLst>
            </p:cNvPr>
            <p:cNvGrpSpPr>
              <a:grpSpLocks/>
            </p:cNvGrpSpPr>
            <p:nvPr/>
          </p:nvGrpSpPr>
          <p:grpSpPr bwMode="auto">
            <a:xfrm>
              <a:off x="993957" y="4388517"/>
              <a:ext cx="620719" cy="504807"/>
              <a:chOff x="894" y="2432"/>
              <a:chExt cx="337" cy="326"/>
            </a:xfrm>
          </p:grpSpPr>
          <p:sp>
            <p:nvSpPr>
              <p:cNvPr id="69721" name="AutoShape 15">
                <a:extLst>
                  <a:ext uri="{FF2B5EF4-FFF2-40B4-BE49-F238E27FC236}">
                    <a16:creationId xmlns:a16="http://schemas.microsoft.com/office/drawing/2014/main" id="{FF33AB1A-EEE6-9123-25AC-B7311735525D}"/>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9722" name="Oval 16">
                <a:extLst>
                  <a:ext uri="{FF2B5EF4-FFF2-40B4-BE49-F238E27FC236}">
                    <a16:creationId xmlns:a16="http://schemas.microsoft.com/office/drawing/2014/main" id="{520D0CD6-9749-943F-11A1-9EC73BE0491B}"/>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69670" name="Straight Connector 59">
              <a:extLst>
                <a:ext uri="{FF2B5EF4-FFF2-40B4-BE49-F238E27FC236}">
                  <a16:creationId xmlns:a16="http://schemas.microsoft.com/office/drawing/2014/main" id="{33D2E803-62C4-F143-7BDF-A58C6A1EB4A4}"/>
                </a:ext>
              </a:extLst>
            </p:cNvPr>
            <p:cNvCxnSpPr>
              <a:cxnSpLocks noChangeShapeType="1"/>
            </p:cNvCxnSpPr>
            <p:nvPr/>
          </p:nvCxnSpPr>
          <p:spPr bwMode="auto">
            <a:xfrm flipV="1">
              <a:off x="1614675" y="4643253"/>
              <a:ext cx="585216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671" name="Straight Connector 60">
              <a:extLst>
                <a:ext uri="{FF2B5EF4-FFF2-40B4-BE49-F238E27FC236}">
                  <a16:creationId xmlns:a16="http://schemas.microsoft.com/office/drawing/2014/main" id="{A9A709DD-D163-B32F-DA65-9DA5CF2DF6C2}"/>
                </a:ext>
              </a:extLst>
            </p:cNvPr>
            <p:cNvCxnSpPr>
              <a:cxnSpLocks noChangeShapeType="1"/>
            </p:cNvCxnSpPr>
            <p:nvPr/>
          </p:nvCxnSpPr>
          <p:spPr bwMode="auto">
            <a:xfrm>
              <a:off x="522517" y="4667006"/>
              <a:ext cx="45720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672" name="Straight Connector 62">
              <a:extLst>
                <a:ext uri="{FF2B5EF4-FFF2-40B4-BE49-F238E27FC236}">
                  <a16:creationId xmlns:a16="http://schemas.microsoft.com/office/drawing/2014/main" id="{42EF82D8-0E9B-8063-342D-F3DCFF0C82F5}"/>
                </a:ext>
              </a:extLst>
            </p:cNvPr>
            <p:cNvCxnSpPr>
              <a:cxnSpLocks noChangeShapeType="1"/>
            </p:cNvCxnSpPr>
            <p:nvPr/>
          </p:nvCxnSpPr>
          <p:spPr bwMode="auto">
            <a:xfrm rot="16200000" flipV="1">
              <a:off x="913212" y="3454532"/>
              <a:ext cx="2377440" cy="0"/>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69673" name="Straight Connector 64">
              <a:extLst>
                <a:ext uri="{FF2B5EF4-FFF2-40B4-BE49-F238E27FC236}">
                  <a16:creationId xmlns:a16="http://schemas.microsoft.com/office/drawing/2014/main" id="{48517954-379B-E39D-7AED-D595E5E83D22}"/>
                </a:ext>
              </a:extLst>
            </p:cNvPr>
            <p:cNvCxnSpPr>
              <a:cxnSpLocks noChangeShapeType="1"/>
            </p:cNvCxnSpPr>
            <p:nvPr/>
          </p:nvCxnSpPr>
          <p:spPr bwMode="auto">
            <a:xfrm flipV="1">
              <a:off x="2101931" y="2256311"/>
              <a:ext cx="475488"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674" name="Straight Connector 66">
              <a:extLst>
                <a:ext uri="{FF2B5EF4-FFF2-40B4-BE49-F238E27FC236}">
                  <a16:creationId xmlns:a16="http://schemas.microsoft.com/office/drawing/2014/main" id="{3392466A-CB22-6A46-65C7-503B90D0A771}"/>
                </a:ext>
              </a:extLst>
            </p:cNvPr>
            <p:cNvCxnSpPr>
              <a:cxnSpLocks noChangeShapeType="1"/>
            </p:cNvCxnSpPr>
            <p:nvPr/>
          </p:nvCxnSpPr>
          <p:spPr bwMode="auto">
            <a:xfrm flipV="1">
              <a:off x="783771" y="4999512"/>
              <a:ext cx="5795159" cy="35626"/>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675" name="Straight Connector 68">
              <a:extLst>
                <a:ext uri="{FF2B5EF4-FFF2-40B4-BE49-F238E27FC236}">
                  <a16:creationId xmlns:a16="http://schemas.microsoft.com/office/drawing/2014/main" id="{06D469B1-34C5-6284-253E-604DADBDB5A4}"/>
                </a:ext>
              </a:extLst>
            </p:cNvPr>
            <p:cNvCxnSpPr>
              <a:cxnSpLocks noChangeShapeType="1"/>
            </p:cNvCxnSpPr>
            <p:nvPr/>
          </p:nvCxnSpPr>
          <p:spPr bwMode="auto">
            <a:xfrm rot="5400000">
              <a:off x="2672067" y="4227497"/>
              <a:ext cx="1591056" cy="1588"/>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sp>
          <p:nvSpPr>
            <p:cNvPr id="69676" name="TextBox 69">
              <a:extLst>
                <a:ext uri="{FF2B5EF4-FFF2-40B4-BE49-F238E27FC236}">
                  <a16:creationId xmlns:a16="http://schemas.microsoft.com/office/drawing/2014/main" id="{B62AD1D7-6D8F-631B-EB60-82AE81CAD76F}"/>
                </a:ext>
              </a:extLst>
            </p:cNvPr>
            <p:cNvSpPr txBox="1">
              <a:spLocks noChangeArrowheads="1"/>
            </p:cNvSpPr>
            <p:nvPr/>
          </p:nvSpPr>
          <p:spPr bwMode="auto">
            <a:xfrm>
              <a:off x="285000" y="3788227"/>
              <a:ext cx="5700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2000"/>
                <a:t>D</a:t>
              </a:r>
            </a:p>
          </p:txBody>
        </p:sp>
        <p:sp>
          <p:nvSpPr>
            <p:cNvPr id="69677" name="TextBox 70">
              <a:extLst>
                <a:ext uri="{FF2B5EF4-FFF2-40B4-BE49-F238E27FC236}">
                  <a16:creationId xmlns:a16="http://schemas.microsoft.com/office/drawing/2014/main" id="{E4F3A05D-95B6-0DD4-5F07-475802ABFA25}"/>
                </a:ext>
              </a:extLst>
            </p:cNvPr>
            <p:cNvSpPr txBox="1">
              <a:spLocks noChangeArrowheads="1"/>
            </p:cNvSpPr>
            <p:nvPr/>
          </p:nvSpPr>
          <p:spPr bwMode="auto">
            <a:xfrm>
              <a:off x="1" y="4453245"/>
              <a:ext cx="8075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1800"/>
                <a:t>CLK</a:t>
              </a:r>
            </a:p>
          </p:txBody>
        </p:sp>
        <p:sp>
          <p:nvSpPr>
            <p:cNvPr id="69678" name="TextBox 71">
              <a:extLst>
                <a:ext uri="{FF2B5EF4-FFF2-40B4-BE49-F238E27FC236}">
                  <a16:creationId xmlns:a16="http://schemas.microsoft.com/office/drawing/2014/main" id="{7CF2ABC2-FB18-DD0D-88E6-0E4EFE9BC259}"/>
                </a:ext>
              </a:extLst>
            </p:cNvPr>
            <p:cNvSpPr txBox="1">
              <a:spLocks noChangeArrowheads="1"/>
            </p:cNvSpPr>
            <p:nvPr/>
          </p:nvSpPr>
          <p:spPr bwMode="auto">
            <a:xfrm>
              <a:off x="4061354" y="3253837"/>
              <a:ext cx="5700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2000"/>
                <a:t>Q</a:t>
              </a:r>
              <a:r>
                <a:rPr lang="en-GB" altLang="en-US" sz="2000" baseline="-25000"/>
                <a:t>M</a:t>
              </a:r>
              <a:endParaRPr lang="en-GB" altLang="en-US" sz="2000"/>
            </a:p>
          </p:txBody>
        </p:sp>
        <p:sp>
          <p:nvSpPr>
            <p:cNvPr id="73" name="Oval 72">
              <a:extLst>
                <a:ext uri="{FF2B5EF4-FFF2-40B4-BE49-F238E27FC236}">
                  <a16:creationId xmlns:a16="http://schemas.microsoft.com/office/drawing/2014/main" id="{EAE4D4C3-CC97-4080-8A03-0E4550B9915C}"/>
                </a:ext>
              </a:extLst>
            </p:cNvPr>
            <p:cNvSpPr/>
            <p:nvPr/>
          </p:nvSpPr>
          <p:spPr>
            <a:xfrm>
              <a:off x="6476296" y="2502581"/>
              <a:ext cx="111113" cy="11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74" name="Straight Connector 73">
              <a:extLst>
                <a:ext uri="{FF2B5EF4-FFF2-40B4-BE49-F238E27FC236}">
                  <a16:creationId xmlns:a16="http://schemas.microsoft.com/office/drawing/2014/main" id="{E52E0EC5-4CD7-4472-B221-E44D2F5BC604}"/>
                </a:ext>
              </a:extLst>
            </p:cNvPr>
            <p:cNvCxnSpPr/>
            <p:nvPr/>
          </p:nvCxnSpPr>
          <p:spPr>
            <a:xfrm>
              <a:off x="6273118" y="2618453"/>
              <a:ext cx="4952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7D67A09-C1CD-4FDC-9F2B-53B04ED64365}"/>
                </a:ext>
              </a:extLst>
            </p:cNvPr>
            <p:cNvCxnSpPr/>
            <p:nvPr/>
          </p:nvCxnSpPr>
          <p:spPr>
            <a:xfrm>
              <a:off x="6281054" y="2716866"/>
              <a:ext cx="49365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476A90C-1BFC-4887-8BBD-D9525853D2E7}"/>
                </a:ext>
              </a:extLst>
            </p:cNvPr>
            <p:cNvCxnSpPr/>
            <p:nvPr/>
          </p:nvCxnSpPr>
          <p:spPr>
            <a:xfrm rot="16200000" flipH="1">
              <a:off x="6091372" y="2930358"/>
              <a:ext cx="39523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567B166-E8C3-42D4-91EC-03C393FB5F48}"/>
                </a:ext>
              </a:extLst>
            </p:cNvPr>
            <p:cNvCxnSpPr/>
            <p:nvPr/>
          </p:nvCxnSpPr>
          <p:spPr>
            <a:xfrm rot="16200000" flipH="1">
              <a:off x="6594554" y="2914485"/>
              <a:ext cx="39523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DB099A0-4775-4A3A-AF15-7A524662AF1B}"/>
                </a:ext>
              </a:extLst>
            </p:cNvPr>
            <p:cNvCxnSpPr/>
            <p:nvPr/>
          </p:nvCxnSpPr>
          <p:spPr>
            <a:xfrm>
              <a:off x="6288991" y="3112104"/>
              <a:ext cx="4936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05A76F2-477F-49FD-B22C-3870510D96E3}"/>
                </a:ext>
              </a:extLst>
            </p:cNvPr>
            <p:cNvCxnSpPr/>
            <p:nvPr/>
          </p:nvCxnSpPr>
          <p:spPr>
            <a:xfrm>
              <a:off x="6288991" y="3202580"/>
              <a:ext cx="4936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F217695-41C3-4FA3-A4DF-F850F3037605}"/>
                </a:ext>
              </a:extLst>
            </p:cNvPr>
            <p:cNvCxnSpPr/>
            <p:nvPr/>
          </p:nvCxnSpPr>
          <p:spPr>
            <a:xfrm rot="5400000">
              <a:off x="6383440" y="3374802"/>
              <a:ext cx="3444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628B773-179D-438E-8C93-54D9A9AAE421}"/>
                </a:ext>
              </a:extLst>
            </p:cNvPr>
            <p:cNvCxnSpPr/>
            <p:nvPr/>
          </p:nvCxnSpPr>
          <p:spPr>
            <a:xfrm>
              <a:off x="6792173" y="2897818"/>
              <a:ext cx="914300" cy="0"/>
            </a:xfrm>
            <a:prstGeom prst="line">
              <a:avLst/>
            </a:prstGeom>
            <a:ln w="28575">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48596EE-84EE-4651-8978-2910F2FDFA88}"/>
                </a:ext>
              </a:extLst>
            </p:cNvPr>
            <p:cNvCxnSpPr/>
            <p:nvPr/>
          </p:nvCxnSpPr>
          <p:spPr>
            <a:xfrm>
              <a:off x="5830253" y="2897818"/>
              <a:ext cx="458738" cy="0"/>
            </a:xfrm>
            <a:prstGeom prst="line">
              <a:avLst/>
            </a:prstGeom>
            <a:ln w="28575">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69689" name="Straight Connector 82">
              <a:extLst>
                <a:ext uri="{FF2B5EF4-FFF2-40B4-BE49-F238E27FC236}">
                  <a16:creationId xmlns:a16="http://schemas.microsoft.com/office/drawing/2014/main" id="{49F48B28-C73B-80C3-8C18-220250943658}"/>
                </a:ext>
              </a:extLst>
            </p:cNvPr>
            <p:cNvCxnSpPr>
              <a:cxnSpLocks noChangeShapeType="1"/>
            </p:cNvCxnSpPr>
            <p:nvPr/>
          </p:nvCxnSpPr>
          <p:spPr bwMode="auto">
            <a:xfrm rot="5400000" flipH="1" flipV="1">
              <a:off x="6403012" y="2352928"/>
              <a:ext cx="274320" cy="91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nvGrpSpPr>
            <p:cNvPr id="69690" name="Group 14">
              <a:extLst>
                <a:ext uri="{FF2B5EF4-FFF2-40B4-BE49-F238E27FC236}">
                  <a16:creationId xmlns:a16="http://schemas.microsoft.com/office/drawing/2014/main" id="{B881A1BD-8C6B-D345-F3E0-4BB8A77AE6DB}"/>
                </a:ext>
              </a:extLst>
            </p:cNvPr>
            <p:cNvGrpSpPr>
              <a:grpSpLocks/>
            </p:cNvGrpSpPr>
            <p:nvPr/>
          </p:nvGrpSpPr>
          <p:grpSpPr bwMode="auto">
            <a:xfrm>
              <a:off x="5197821" y="2630965"/>
              <a:ext cx="620719" cy="504807"/>
              <a:chOff x="894" y="2432"/>
              <a:chExt cx="337" cy="326"/>
            </a:xfrm>
          </p:grpSpPr>
          <p:sp>
            <p:nvSpPr>
              <p:cNvPr id="69719" name="AutoShape 15">
                <a:extLst>
                  <a:ext uri="{FF2B5EF4-FFF2-40B4-BE49-F238E27FC236}">
                    <a16:creationId xmlns:a16="http://schemas.microsoft.com/office/drawing/2014/main" id="{7257B3ED-A980-04E4-CD26-76FB1DDD222E}"/>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9720" name="Oval 16">
                <a:extLst>
                  <a:ext uri="{FF2B5EF4-FFF2-40B4-BE49-F238E27FC236}">
                    <a16:creationId xmlns:a16="http://schemas.microsoft.com/office/drawing/2014/main" id="{17DD5D94-F02D-966E-9CC3-AE4A559F1D48}"/>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87" name="Oval 86">
              <a:extLst>
                <a:ext uri="{FF2B5EF4-FFF2-40B4-BE49-F238E27FC236}">
                  <a16:creationId xmlns:a16="http://schemas.microsoft.com/office/drawing/2014/main" id="{B4DA2F14-E9F2-4EFF-A9E3-68F218143B94}"/>
                </a:ext>
              </a:extLst>
            </p:cNvPr>
            <p:cNvSpPr/>
            <p:nvPr/>
          </p:nvSpPr>
          <p:spPr>
            <a:xfrm>
              <a:off x="6500105" y="3559723"/>
              <a:ext cx="111113" cy="1190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88" name="Straight Connector 87">
              <a:extLst>
                <a:ext uri="{FF2B5EF4-FFF2-40B4-BE49-F238E27FC236}">
                  <a16:creationId xmlns:a16="http://schemas.microsoft.com/office/drawing/2014/main" id="{FF902755-7B15-4720-AA38-35C978EAB1EB}"/>
                </a:ext>
              </a:extLst>
            </p:cNvPr>
            <p:cNvCxnSpPr/>
            <p:nvPr/>
          </p:nvCxnSpPr>
          <p:spPr>
            <a:xfrm>
              <a:off x="6296927" y="3674008"/>
              <a:ext cx="493659" cy="1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5DAF883-6A1D-472F-98EB-3E84CA87B5B1}"/>
                </a:ext>
              </a:extLst>
            </p:cNvPr>
            <p:cNvCxnSpPr/>
            <p:nvPr/>
          </p:nvCxnSpPr>
          <p:spPr>
            <a:xfrm>
              <a:off x="6304864" y="3774008"/>
              <a:ext cx="4936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EE8AF0A-CD20-494A-9B3C-619DB0CD545D}"/>
                </a:ext>
              </a:extLst>
            </p:cNvPr>
            <p:cNvCxnSpPr/>
            <p:nvPr/>
          </p:nvCxnSpPr>
          <p:spPr>
            <a:xfrm rot="16200000" flipH="1">
              <a:off x="6113595" y="3987500"/>
              <a:ext cx="39523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E3E8C59-674A-486D-A60A-D282A6928F49}"/>
                </a:ext>
              </a:extLst>
            </p:cNvPr>
            <p:cNvCxnSpPr/>
            <p:nvPr/>
          </p:nvCxnSpPr>
          <p:spPr>
            <a:xfrm rot="16200000" flipH="1">
              <a:off x="6619158" y="3970833"/>
              <a:ext cx="3936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3BE4DBE-F7EC-4415-A2E2-CF6D18F985E0}"/>
                </a:ext>
              </a:extLst>
            </p:cNvPr>
            <p:cNvCxnSpPr/>
            <p:nvPr/>
          </p:nvCxnSpPr>
          <p:spPr>
            <a:xfrm>
              <a:off x="6311214" y="4167658"/>
              <a:ext cx="495246"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8CE3A95-8897-488F-A2D4-9982908BBD2F}"/>
                </a:ext>
              </a:extLst>
            </p:cNvPr>
            <p:cNvCxnSpPr/>
            <p:nvPr/>
          </p:nvCxnSpPr>
          <p:spPr>
            <a:xfrm>
              <a:off x="6311214" y="4258135"/>
              <a:ext cx="495246" cy="15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12769D4-BAA6-4D20-8553-BC0BDD77A6F3}"/>
                </a:ext>
              </a:extLst>
            </p:cNvPr>
            <p:cNvCxnSpPr/>
            <p:nvPr/>
          </p:nvCxnSpPr>
          <p:spPr>
            <a:xfrm>
              <a:off x="6815984" y="3954960"/>
              <a:ext cx="365085" cy="0"/>
            </a:xfrm>
            <a:prstGeom prst="line">
              <a:avLst/>
            </a:prstGeom>
            <a:ln w="28575">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69699" name="Group 14">
              <a:extLst>
                <a:ext uri="{FF2B5EF4-FFF2-40B4-BE49-F238E27FC236}">
                  <a16:creationId xmlns:a16="http://schemas.microsoft.com/office/drawing/2014/main" id="{37AFC9E1-C04A-00AE-22DD-13B760772F05}"/>
                </a:ext>
              </a:extLst>
            </p:cNvPr>
            <p:cNvGrpSpPr>
              <a:grpSpLocks/>
            </p:cNvGrpSpPr>
            <p:nvPr/>
          </p:nvGrpSpPr>
          <p:grpSpPr bwMode="auto">
            <a:xfrm>
              <a:off x="7715390" y="2630965"/>
              <a:ext cx="620719" cy="504807"/>
              <a:chOff x="894" y="2432"/>
              <a:chExt cx="337" cy="326"/>
            </a:xfrm>
          </p:grpSpPr>
          <p:sp>
            <p:nvSpPr>
              <p:cNvPr id="69717" name="AutoShape 15">
                <a:extLst>
                  <a:ext uri="{FF2B5EF4-FFF2-40B4-BE49-F238E27FC236}">
                    <a16:creationId xmlns:a16="http://schemas.microsoft.com/office/drawing/2014/main" id="{E4B47FAD-DEBA-23F2-6B23-18D0941547A1}"/>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9718" name="Oval 16">
                <a:extLst>
                  <a:ext uri="{FF2B5EF4-FFF2-40B4-BE49-F238E27FC236}">
                    <a16:creationId xmlns:a16="http://schemas.microsoft.com/office/drawing/2014/main" id="{81FA22B5-BB04-E42B-28EC-5C9846B2F56D}"/>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69700" name="Straight Connector 97">
              <a:extLst>
                <a:ext uri="{FF2B5EF4-FFF2-40B4-BE49-F238E27FC236}">
                  <a16:creationId xmlns:a16="http://schemas.microsoft.com/office/drawing/2014/main" id="{954849CF-7E1F-DAEF-B1CF-4C35D5B7A9CD}"/>
                </a:ext>
              </a:extLst>
            </p:cNvPr>
            <p:cNvCxnSpPr>
              <a:cxnSpLocks noChangeShapeType="1"/>
            </p:cNvCxnSpPr>
            <p:nvPr/>
          </p:nvCxnSpPr>
          <p:spPr bwMode="auto">
            <a:xfrm>
              <a:off x="8347984" y="2897566"/>
              <a:ext cx="457200" cy="13"/>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701" name="Straight Connector 98">
              <a:extLst>
                <a:ext uri="{FF2B5EF4-FFF2-40B4-BE49-F238E27FC236}">
                  <a16:creationId xmlns:a16="http://schemas.microsoft.com/office/drawing/2014/main" id="{B8CC3C85-88E3-53B4-C7A0-6F4A5C6F8F11}"/>
                </a:ext>
              </a:extLst>
            </p:cNvPr>
            <p:cNvCxnSpPr>
              <a:cxnSpLocks noChangeShapeType="1"/>
            </p:cNvCxnSpPr>
            <p:nvPr/>
          </p:nvCxnSpPr>
          <p:spPr bwMode="auto">
            <a:xfrm rot="5400000">
              <a:off x="8079257" y="2371028"/>
              <a:ext cx="1060704" cy="0"/>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69702" name="Straight Connector 99">
              <a:extLst>
                <a:ext uri="{FF2B5EF4-FFF2-40B4-BE49-F238E27FC236}">
                  <a16:creationId xmlns:a16="http://schemas.microsoft.com/office/drawing/2014/main" id="{36B360E0-6E46-4C5B-C6F1-3064F0E98BEC}"/>
                </a:ext>
              </a:extLst>
            </p:cNvPr>
            <p:cNvCxnSpPr>
              <a:cxnSpLocks noChangeShapeType="1"/>
            </p:cNvCxnSpPr>
            <p:nvPr/>
          </p:nvCxnSpPr>
          <p:spPr bwMode="auto">
            <a:xfrm rot="10800000">
              <a:off x="4872446" y="1852550"/>
              <a:ext cx="374904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703" name="Straight Connector 100">
              <a:extLst>
                <a:ext uri="{FF2B5EF4-FFF2-40B4-BE49-F238E27FC236}">
                  <a16:creationId xmlns:a16="http://schemas.microsoft.com/office/drawing/2014/main" id="{034EF623-1EB7-8385-66E2-9AF9FEC41323}"/>
                </a:ext>
              </a:extLst>
            </p:cNvPr>
            <p:cNvCxnSpPr>
              <a:cxnSpLocks noChangeShapeType="1"/>
            </p:cNvCxnSpPr>
            <p:nvPr/>
          </p:nvCxnSpPr>
          <p:spPr bwMode="auto">
            <a:xfrm rot="16200000" flipH="1">
              <a:off x="4364122" y="2380942"/>
              <a:ext cx="103327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704" name="Straight Connector 101">
              <a:extLst>
                <a:ext uri="{FF2B5EF4-FFF2-40B4-BE49-F238E27FC236}">
                  <a16:creationId xmlns:a16="http://schemas.microsoft.com/office/drawing/2014/main" id="{9ACC650C-106B-8212-E067-F5AB8EA1ADD7}"/>
                </a:ext>
              </a:extLst>
            </p:cNvPr>
            <p:cNvCxnSpPr>
              <a:cxnSpLocks noChangeShapeType="1"/>
              <a:endCxn id="69719" idx="3"/>
            </p:cNvCxnSpPr>
            <p:nvPr/>
          </p:nvCxnSpPr>
          <p:spPr bwMode="auto">
            <a:xfrm>
              <a:off x="4892633" y="2873828"/>
              <a:ext cx="305188"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705" name="Straight Connector 102">
              <a:extLst>
                <a:ext uri="{FF2B5EF4-FFF2-40B4-BE49-F238E27FC236}">
                  <a16:creationId xmlns:a16="http://schemas.microsoft.com/office/drawing/2014/main" id="{64207ABB-2E51-73CF-CC98-96BD20B87114}"/>
                </a:ext>
              </a:extLst>
            </p:cNvPr>
            <p:cNvCxnSpPr>
              <a:cxnSpLocks noChangeShapeType="1"/>
            </p:cNvCxnSpPr>
            <p:nvPr/>
          </p:nvCxnSpPr>
          <p:spPr bwMode="auto">
            <a:xfrm rot="16200000" flipV="1">
              <a:off x="6626434" y="3431968"/>
              <a:ext cx="1068779" cy="0"/>
            </a:xfrm>
            <a:prstGeom prst="line">
              <a:avLst/>
            </a:prstGeom>
            <a:noFill/>
            <a:ln w="1905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69706" name="Straight Connector 103">
              <a:extLst>
                <a:ext uri="{FF2B5EF4-FFF2-40B4-BE49-F238E27FC236}">
                  <a16:creationId xmlns:a16="http://schemas.microsoft.com/office/drawing/2014/main" id="{BA1E954E-7700-C25C-B590-5994C588BBC0}"/>
                </a:ext>
              </a:extLst>
            </p:cNvPr>
            <p:cNvCxnSpPr>
              <a:cxnSpLocks noChangeShapeType="1"/>
            </p:cNvCxnSpPr>
            <p:nvPr/>
          </p:nvCxnSpPr>
          <p:spPr bwMode="auto">
            <a:xfrm>
              <a:off x="6567054" y="3396343"/>
              <a:ext cx="890649" cy="1588"/>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05" name="Straight Connector 104">
              <a:extLst>
                <a:ext uri="{FF2B5EF4-FFF2-40B4-BE49-F238E27FC236}">
                  <a16:creationId xmlns:a16="http://schemas.microsoft.com/office/drawing/2014/main" id="{C26E611C-8B5B-438D-9AE1-12F758B340F2}"/>
                </a:ext>
              </a:extLst>
            </p:cNvPr>
            <p:cNvCxnSpPr/>
            <p:nvPr/>
          </p:nvCxnSpPr>
          <p:spPr>
            <a:xfrm>
              <a:off x="5841365" y="3989881"/>
              <a:ext cx="458737" cy="1588"/>
            </a:xfrm>
            <a:prstGeom prst="line">
              <a:avLst/>
            </a:prstGeom>
            <a:ln w="28575">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69708" name="Straight Connector 105">
              <a:extLst>
                <a:ext uri="{FF2B5EF4-FFF2-40B4-BE49-F238E27FC236}">
                  <a16:creationId xmlns:a16="http://schemas.microsoft.com/office/drawing/2014/main" id="{F1B91DE8-3538-0A10-8E00-10C7AAEF0B39}"/>
                </a:ext>
              </a:extLst>
            </p:cNvPr>
            <p:cNvCxnSpPr>
              <a:cxnSpLocks noChangeShapeType="1"/>
            </p:cNvCxnSpPr>
            <p:nvPr/>
          </p:nvCxnSpPr>
          <p:spPr bwMode="auto">
            <a:xfrm>
              <a:off x="4667008" y="3978233"/>
              <a:ext cx="54864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grpSp>
          <p:nvGrpSpPr>
            <p:cNvPr id="69709" name="Group 14">
              <a:extLst>
                <a:ext uri="{FF2B5EF4-FFF2-40B4-BE49-F238E27FC236}">
                  <a16:creationId xmlns:a16="http://schemas.microsoft.com/office/drawing/2014/main" id="{19B4F53F-568D-0C0D-D9EF-1E97E8D295F3}"/>
                </a:ext>
              </a:extLst>
            </p:cNvPr>
            <p:cNvGrpSpPr>
              <a:grpSpLocks/>
            </p:cNvGrpSpPr>
            <p:nvPr/>
          </p:nvGrpSpPr>
          <p:grpSpPr bwMode="auto">
            <a:xfrm>
              <a:off x="5233448" y="3735371"/>
              <a:ext cx="620719" cy="504807"/>
              <a:chOff x="894" y="2432"/>
              <a:chExt cx="337" cy="326"/>
            </a:xfrm>
          </p:grpSpPr>
          <p:sp>
            <p:nvSpPr>
              <p:cNvPr id="69715" name="AutoShape 15">
                <a:extLst>
                  <a:ext uri="{FF2B5EF4-FFF2-40B4-BE49-F238E27FC236}">
                    <a16:creationId xmlns:a16="http://schemas.microsoft.com/office/drawing/2014/main" id="{CD627FD4-DFCC-3514-28CE-3A7E3ED145BF}"/>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9716" name="Oval 16">
                <a:extLst>
                  <a:ext uri="{FF2B5EF4-FFF2-40B4-BE49-F238E27FC236}">
                    <a16:creationId xmlns:a16="http://schemas.microsoft.com/office/drawing/2014/main" id="{5299455D-572C-6E48-2FBC-A99058018C82}"/>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69710" name="Straight Connector 109">
              <a:extLst>
                <a:ext uri="{FF2B5EF4-FFF2-40B4-BE49-F238E27FC236}">
                  <a16:creationId xmlns:a16="http://schemas.microsoft.com/office/drawing/2014/main" id="{1F9E4EC3-39DF-AD17-D2FF-2FCE6AADF138}"/>
                </a:ext>
              </a:extLst>
            </p:cNvPr>
            <p:cNvCxnSpPr>
              <a:cxnSpLocks noChangeShapeType="1"/>
            </p:cNvCxnSpPr>
            <p:nvPr/>
          </p:nvCxnSpPr>
          <p:spPr bwMode="auto">
            <a:xfrm flipV="1">
              <a:off x="6068289" y="2232560"/>
              <a:ext cx="475488"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69711" name="TextBox 110">
              <a:extLst>
                <a:ext uri="{FF2B5EF4-FFF2-40B4-BE49-F238E27FC236}">
                  <a16:creationId xmlns:a16="http://schemas.microsoft.com/office/drawing/2014/main" id="{25972AA9-2FEC-8554-5F03-5B376A621ED2}"/>
                </a:ext>
              </a:extLst>
            </p:cNvPr>
            <p:cNvSpPr txBox="1">
              <a:spLocks noChangeArrowheads="1"/>
            </p:cNvSpPr>
            <p:nvPr/>
          </p:nvSpPr>
          <p:spPr bwMode="auto">
            <a:xfrm>
              <a:off x="8336470" y="3135083"/>
              <a:ext cx="5700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2000"/>
                <a:t>Q</a:t>
              </a:r>
              <a:r>
                <a:rPr lang="en-GB" altLang="en-US" sz="2000" baseline="-25000"/>
                <a:t>S</a:t>
              </a:r>
              <a:endParaRPr lang="en-GB" altLang="en-US" sz="2000"/>
            </a:p>
          </p:txBody>
        </p:sp>
        <p:cxnSp>
          <p:nvCxnSpPr>
            <p:cNvPr id="69712" name="Straight Connector 111">
              <a:extLst>
                <a:ext uri="{FF2B5EF4-FFF2-40B4-BE49-F238E27FC236}">
                  <a16:creationId xmlns:a16="http://schemas.microsoft.com/office/drawing/2014/main" id="{FDF8879C-94BD-6719-40EF-077B5BEB07DB}"/>
                </a:ext>
              </a:extLst>
            </p:cNvPr>
            <p:cNvCxnSpPr>
              <a:cxnSpLocks noChangeShapeType="1"/>
            </p:cNvCxnSpPr>
            <p:nvPr/>
          </p:nvCxnSpPr>
          <p:spPr bwMode="auto">
            <a:xfrm rot="16200000" flipV="1">
              <a:off x="4696690" y="3616025"/>
              <a:ext cx="2743200" cy="0"/>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69713" name="Straight Connector 113">
              <a:extLst>
                <a:ext uri="{FF2B5EF4-FFF2-40B4-BE49-F238E27FC236}">
                  <a16:creationId xmlns:a16="http://schemas.microsoft.com/office/drawing/2014/main" id="{31BD73FE-AF5E-4C39-1B5F-AB379800C5D9}"/>
                </a:ext>
              </a:extLst>
            </p:cNvPr>
            <p:cNvCxnSpPr>
              <a:cxnSpLocks noChangeShapeType="1"/>
            </p:cNvCxnSpPr>
            <p:nvPr/>
          </p:nvCxnSpPr>
          <p:spPr bwMode="auto">
            <a:xfrm rot="16200000" flipH="1">
              <a:off x="6805748" y="4026921"/>
              <a:ext cx="128016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714" name="Straight Connector 114">
              <a:extLst>
                <a:ext uri="{FF2B5EF4-FFF2-40B4-BE49-F238E27FC236}">
                  <a16:creationId xmlns:a16="http://schemas.microsoft.com/office/drawing/2014/main" id="{B9C93879-59F8-CF03-2680-AECF4414CB1D}"/>
                </a:ext>
              </a:extLst>
            </p:cNvPr>
            <p:cNvCxnSpPr>
              <a:cxnSpLocks noChangeShapeType="1"/>
            </p:cNvCxnSpPr>
            <p:nvPr/>
          </p:nvCxnSpPr>
          <p:spPr bwMode="auto">
            <a:xfrm rot="16200000" flipH="1">
              <a:off x="6225045" y="4645634"/>
              <a:ext cx="73152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284E8249-08D1-45F8-3648-95E649AE516E}"/>
              </a:ext>
            </a:extLst>
          </p:cNvPr>
          <p:cNvSpPr>
            <a:spLocks noGrp="1"/>
          </p:cNvSpPr>
          <p:nvPr>
            <p:ph type="body" sz="quarter" idx="10"/>
          </p:nvPr>
        </p:nvSpPr>
        <p:spPr/>
        <p:txBody>
          <a:bodyPr/>
          <a:lstStyle/>
          <a:p>
            <a:r>
              <a:rPr lang="en-US" sz="2000" dirty="0"/>
              <a:t>module	 </a:t>
            </a:r>
            <a:r>
              <a:rPr lang="en-US" sz="2000" dirty="0" err="1"/>
              <a:t>tff_qn</a:t>
            </a:r>
            <a:r>
              <a:rPr lang="en-US" sz="2000" dirty="0"/>
              <a:t>(t, </a:t>
            </a:r>
            <a:r>
              <a:rPr lang="en-US" sz="2000" dirty="0" err="1"/>
              <a:t>clk</a:t>
            </a:r>
            <a:r>
              <a:rPr lang="en-US" sz="2000" dirty="0"/>
              <a:t>, reset, </a:t>
            </a:r>
            <a:r>
              <a:rPr lang="en-US" sz="2000" dirty="0" err="1"/>
              <a:t>en</a:t>
            </a:r>
            <a:r>
              <a:rPr lang="en-US" sz="2000" dirty="0"/>
              <a:t>, </a:t>
            </a:r>
            <a:r>
              <a:rPr lang="en-US" sz="2000" dirty="0" err="1"/>
              <a:t>q,qn</a:t>
            </a:r>
            <a:r>
              <a:rPr lang="en-US" sz="2000" dirty="0"/>
              <a:t>);</a:t>
            </a:r>
          </a:p>
          <a:p>
            <a:r>
              <a:rPr lang="en-US" sz="2000" dirty="0"/>
              <a:t>input	t, reset, </a:t>
            </a:r>
            <a:r>
              <a:rPr lang="en-US" sz="2000" dirty="0" err="1"/>
              <a:t>clk</a:t>
            </a:r>
            <a:r>
              <a:rPr lang="en-US" sz="2000" dirty="0"/>
              <a:t>;</a:t>
            </a:r>
          </a:p>
          <a:p>
            <a:r>
              <a:rPr lang="en-US" sz="2000" dirty="0"/>
              <a:t>output	</a:t>
            </a:r>
            <a:r>
              <a:rPr lang="en-US" sz="2000" dirty="0" err="1"/>
              <a:t>q,qn</a:t>
            </a:r>
            <a:r>
              <a:rPr lang="en-US" sz="2000" dirty="0"/>
              <a:t>;</a:t>
            </a:r>
          </a:p>
          <a:p>
            <a:r>
              <a:rPr lang="en-US" sz="2000" dirty="0"/>
              <a:t>reg	</a:t>
            </a:r>
            <a:r>
              <a:rPr lang="en-US" sz="2000" dirty="0" err="1"/>
              <a:t>q,qn</a:t>
            </a:r>
            <a:r>
              <a:rPr lang="en-US" sz="2000" dirty="0"/>
              <a:t>;</a:t>
            </a:r>
          </a:p>
          <a:p>
            <a:r>
              <a:rPr lang="en-US" sz="2000" dirty="0"/>
              <a:t>	always  @( </a:t>
            </a:r>
            <a:r>
              <a:rPr lang="en-US" sz="2000" dirty="0" err="1"/>
              <a:t>posedge</a:t>
            </a:r>
            <a:r>
              <a:rPr lang="en-US" sz="2000" dirty="0"/>
              <a:t> </a:t>
            </a:r>
            <a:r>
              <a:rPr lang="en-US" sz="2000" dirty="0" err="1"/>
              <a:t>clk</a:t>
            </a:r>
            <a:r>
              <a:rPr lang="en-US" sz="2000" dirty="0"/>
              <a:t> or </a:t>
            </a:r>
            <a:r>
              <a:rPr lang="en-US" sz="2000" dirty="0" err="1"/>
              <a:t>negedge</a:t>
            </a:r>
            <a:r>
              <a:rPr lang="en-US" sz="2000" dirty="0"/>
              <a:t> reset)</a:t>
            </a:r>
          </a:p>
          <a:p>
            <a:r>
              <a:rPr lang="en-US" sz="2000" dirty="0"/>
              <a:t>		if (! reset)</a:t>
            </a:r>
          </a:p>
          <a:p>
            <a:r>
              <a:rPr lang="en-US" sz="2000" dirty="0"/>
              <a:t>		q&lt;=1’b0;</a:t>
            </a:r>
          </a:p>
          <a:p>
            <a:r>
              <a:rPr lang="en-US" sz="2000" dirty="0"/>
              <a:t>		else </a:t>
            </a:r>
          </a:p>
          <a:p>
            <a:r>
              <a:rPr lang="en-US" sz="2000" dirty="0"/>
              <a:t>		q&lt;=</a:t>
            </a:r>
            <a:r>
              <a:rPr lang="en-US" sz="2000" dirty="0" err="1"/>
              <a:t>q^t</a:t>
            </a:r>
            <a:r>
              <a:rPr lang="en-US" sz="2000" dirty="0"/>
              <a:t>;</a:t>
            </a:r>
          </a:p>
          <a:p>
            <a:r>
              <a:rPr lang="en-US" sz="2000" dirty="0"/>
              <a:t>	always @(q)</a:t>
            </a:r>
            <a:br>
              <a:rPr lang="en-US" sz="2000" dirty="0"/>
            </a:br>
            <a:r>
              <a:rPr lang="en-US" sz="2000" dirty="0"/>
              <a:t>	qn&lt;=!q;</a:t>
            </a:r>
          </a:p>
          <a:p>
            <a:r>
              <a:rPr lang="en-US" sz="2000" dirty="0" err="1"/>
              <a:t>endmodule</a:t>
            </a:r>
            <a:endParaRPr lang="en-US" sz="2000" dirty="0"/>
          </a:p>
          <a:p>
            <a:endParaRPr lang="en-US" sz="2000" dirty="0"/>
          </a:p>
          <a:p>
            <a:endParaRPr lang="en-US" sz="2000" dirty="0"/>
          </a:p>
        </p:txBody>
      </p:sp>
      <p:sp>
        <p:nvSpPr>
          <p:cNvPr id="8" name="Title 7">
            <a:extLst>
              <a:ext uri="{FF2B5EF4-FFF2-40B4-BE49-F238E27FC236}">
                <a16:creationId xmlns:a16="http://schemas.microsoft.com/office/drawing/2014/main" id="{1479E448-BE6A-DE9F-157D-811E318A040B}"/>
              </a:ext>
            </a:extLst>
          </p:cNvPr>
          <p:cNvSpPr>
            <a:spLocks noGrp="1"/>
          </p:cNvSpPr>
          <p:nvPr>
            <p:ph type="title"/>
          </p:nvPr>
        </p:nvSpPr>
        <p:spPr/>
        <p:txBody>
          <a:bodyPr>
            <a:normAutofit/>
          </a:bodyPr>
          <a:lstStyle/>
          <a:p>
            <a:r>
              <a:rPr lang="en-US" sz="2700" dirty="0"/>
              <a:t>Verilog Description of T Flip-flop Positive Edge Triggered with QN Output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26">
            <a:extLst>
              <a:ext uri="{FF2B5EF4-FFF2-40B4-BE49-F238E27FC236}">
                <a16:creationId xmlns:a16="http://schemas.microsoft.com/office/drawing/2014/main" id="{104ADBB8-B818-E950-3E2B-C3D242AAA901}"/>
              </a:ext>
            </a:extLst>
          </p:cNvPr>
          <p:cNvGrpSpPr>
            <a:grpSpLocks/>
          </p:cNvGrpSpPr>
          <p:nvPr/>
        </p:nvGrpSpPr>
        <p:grpSpPr bwMode="auto">
          <a:xfrm>
            <a:off x="2198689" y="1517650"/>
            <a:ext cx="4454525" cy="4184652"/>
            <a:chOff x="650875" y="1412875"/>
            <a:chExt cx="4584700" cy="4184652"/>
          </a:xfrm>
        </p:grpSpPr>
        <p:sp>
          <p:nvSpPr>
            <p:cNvPr id="41016" name="Text Box 73">
              <a:extLst>
                <a:ext uri="{FF2B5EF4-FFF2-40B4-BE49-F238E27FC236}">
                  <a16:creationId xmlns:a16="http://schemas.microsoft.com/office/drawing/2014/main" id="{30693DC4-C970-4382-9541-EEAACA3F113A}"/>
                </a:ext>
              </a:extLst>
            </p:cNvPr>
            <p:cNvSpPr txBox="1">
              <a:spLocks noChangeArrowheads="1"/>
            </p:cNvSpPr>
            <p:nvPr/>
          </p:nvSpPr>
          <p:spPr bwMode="auto">
            <a:xfrm>
              <a:off x="3211183" y="1412875"/>
              <a:ext cx="769563" cy="1876425"/>
            </a:xfrm>
            <a:prstGeom prst="rect">
              <a:avLst/>
            </a:prstGeom>
            <a:noFill/>
            <a:ln w="25400">
              <a:noFill/>
              <a:miter lim="800000"/>
              <a:headEnd/>
              <a:tailEnd/>
            </a:ln>
          </p:spPr>
          <p:txBody>
            <a:bodyPr/>
            <a:lstStyle/>
            <a:p>
              <a:pPr>
                <a:defRPr/>
              </a:pPr>
              <a:r>
                <a:rPr lang="en-US" dirty="0"/>
                <a:t> Q</a:t>
              </a:r>
            </a:p>
            <a:p>
              <a:pPr>
                <a:defRPr/>
              </a:pPr>
              <a:endParaRPr lang="en-US" dirty="0"/>
            </a:p>
            <a:p>
              <a:pPr>
                <a:defRPr/>
              </a:pPr>
              <a:endParaRPr lang="en-US" dirty="0"/>
            </a:p>
            <a:p>
              <a:pPr>
                <a:defRPr/>
              </a:pPr>
              <a:r>
                <a:rPr lang="en-US" dirty="0">
                  <a:sym typeface="Symbol" pitchFamily="18" charset="2"/>
                </a:rPr>
                <a:t></a:t>
              </a:r>
              <a:r>
                <a:rPr lang="en-US" dirty="0"/>
                <a:t>Q</a:t>
              </a:r>
            </a:p>
            <a:p>
              <a:pPr>
                <a:defRPr/>
              </a:pPr>
              <a:endParaRPr lang="en-US" dirty="0"/>
            </a:p>
          </p:txBody>
        </p:sp>
        <p:sp>
          <p:nvSpPr>
            <p:cNvPr id="41017" name="Text Box 74">
              <a:extLst>
                <a:ext uri="{FF2B5EF4-FFF2-40B4-BE49-F238E27FC236}">
                  <a16:creationId xmlns:a16="http://schemas.microsoft.com/office/drawing/2014/main" id="{CDE1A1E5-698C-43F9-872F-3CB71E1A85C0}"/>
                </a:ext>
              </a:extLst>
            </p:cNvPr>
            <p:cNvSpPr txBox="1">
              <a:spLocks noChangeArrowheads="1"/>
            </p:cNvSpPr>
            <p:nvPr/>
          </p:nvSpPr>
          <p:spPr bwMode="auto">
            <a:xfrm>
              <a:off x="1606701" y="1462088"/>
              <a:ext cx="1153528" cy="1736725"/>
            </a:xfrm>
            <a:prstGeom prst="rect">
              <a:avLst/>
            </a:prstGeom>
            <a:solidFill>
              <a:schemeClr val="accent1"/>
            </a:solidFill>
            <a:ln w="25400">
              <a:solidFill>
                <a:srgbClr val="000000"/>
              </a:solidFill>
              <a:miter lim="800000"/>
              <a:headEnd/>
              <a:tailEnd/>
            </a:ln>
          </p:spPr>
          <p:txBody>
            <a:bodyPr/>
            <a:lstStyle/>
            <a:p>
              <a:pPr>
                <a:defRPr/>
              </a:pPr>
              <a:r>
                <a:rPr lang="en-US" sz="2000" dirty="0">
                  <a:solidFill>
                    <a:schemeClr val="bg2"/>
                  </a:solidFill>
                </a:rPr>
                <a:t>J     </a:t>
              </a:r>
            </a:p>
            <a:p>
              <a:pPr>
                <a:defRPr/>
              </a:pPr>
              <a:endParaRPr lang="en-US" sz="2000" dirty="0">
                <a:solidFill>
                  <a:schemeClr val="bg2"/>
                </a:solidFill>
              </a:endParaRPr>
            </a:p>
            <a:p>
              <a:pPr>
                <a:defRPr/>
              </a:pPr>
              <a:r>
                <a:rPr lang="en-US" sz="2000" dirty="0">
                  <a:solidFill>
                    <a:schemeClr val="bg2"/>
                  </a:solidFill>
                </a:rPr>
                <a:t>C</a:t>
              </a:r>
            </a:p>
            <a:p>
              <a:pPr>
                <a:defRPr/>
              </a:pPr>
              <a:endParaRPr lang="en-US" sz="2000" dirty="0">
                <a:solidFill>
                  <a:schemeClr val="bg2"/>
                </a:solidFill>
              </a:endParaRPr>
            </a:p>
            <a:p>
              <a:pPr>
                <a:defRPr/>
              </a:pPr>
              <a:r>
                <a:rPr lang="en-US" sz="2000" dirty="0">
                  <a:solidFill>
                    <a:schemeClr val="bg2"/>
                  </a:solidFill>
                </a:rPr>
                <a:t>K</a:t>
              </a:r>
            </a:p>
            <a:p>
              <a:pPr>
                <a:defRPr/>
              </a:pPr>
              <a:endParaRPr lang="en-US" sz="2000" dirty="0">
                <a:solidFill>
                  <a:schemeClr val="bg2"/>
                </a:solidFill>
              </a:endParaRPr>
            </a:p>
          </p:txBody>
        </p:sp>
        <p:sp>
          <p:nvSpPr>
            <p:cNvPr id="41018" name="Line 76">
              <a:extLst>
                <a:ext uri="{FF2B5EF4-FFF2-40B4-BE49-F238E27FC236}">
                  <a16:creationId xmlns:a16="http://schemas.microsoft.com/office/drawing/2014/main" id="{7885E7B8-EE8B-4CDE-A988-9B0952B14ABA}"/>
                </a:ext>
              </a:extLst>
            </p:cNvPr>
            <p:cNvSpPr>
              <a:spLocks noChangeShapeType="1"/>
            </p:cNvSpPr>
            <p:nvPr/>
          </p:nvSpPr>
          <p:spPr bwMode="auto">
            <a:xfrm>
              <a:off x="1134507" y="1741488"/>
              <a:ext cx="470561" cy="0"/>
            </a:xfrm>
            <a:prstGeom prst="line">
              <a:avLst/>
            </a:prstGeom>
            <a:noFill/>
            <a:ln w="25400">
              <a:solidFill>
                <a:srgbClr val="000000"/>
              </a:solidFill>
              <a:round/>
              <a:headEnd/>
              <a:tailEnd/>
            </a:ln>
          </p:spPr>
          <p:txBody>
            <a:bodyPr/>
            <a:lstStyle/>
            <a:p>
              <a:pPr eaLnBrk="1" hangingPunct="1">
                <a:defRPr/>
              </a:pPr>
              <a:endParaRPr lang="en-US" dirty="0"/>
            </a:p>
          </p:txBody>
        </p:sp>
        <p:sp>
          <p:nvSpPr>
            <p:cNvPr id="41019" name="Line 77">
              <a:extLst>
                <a:ext uri="{FF2B5EF4-FFF2-40B4-BE49-F238E27FC236}">
                  <a16:creationId xmlns:a16="http://schemas.microsoft.com/office/drawing/2014/main" id="{F5D82154-2632-40AB-85C6-C370A249CD23}"/>
                </a:ext>
              </a:extLst>
            </p:cNvPr>
            <p:cNvSpPr>
              <a:spLocks noChangeShapeType="1"/>
            </p:cNvSpPr>
            <p:nvPr/>
          </p:nvSpPr>
          <p:spPr bwMode="auto">
            <a:xfrm>
              <a:off x="1132873" y="2282825"/>
              <a:ext cx="470561" cy="0"/>
            </a:xfrm>
            <a:prstGeom prst="line">
              <a:avLst/>
            </a:prstGeom>
            <a:noFill/>
            <a:ln w="25400">
              <a:solidFill>
                <a:srgbClr val="000000"/>
              </a:solidFill>
              <a:round/>
              <a:headEnd/>
              <a:tailEnd/>
            </a:ln>
          </p:spPr>
          <p:txBody>
            <a:bodyPr/>
            <a:lstStyle/>
            <a:p>
              <a:pPr eaLnBrk="1" hangingPunct="1">
                <a:defRPr/>
              </a:pPr>
              <a:endParaRPr lang="en-US" dirty="0"/>
            </a:p>
          </p:txBody>
        </p:sp>
        <p:sp>
          <p:nvSpPr>
            <p:cNvPr id="41020" name="Line 78">
              <a:extLst>
                <a:ext uri="{FF2B5EF4-FFF2-40B4-BE49-F238E27FC236}">
                  <a16:creationId xmlns:a16="http://schemas.microsoft.com/office/drawing/2014/main" id="{39C5D30B-0BE9-4E31-B934-DE0A99FE3BEF}"/>
                </a:ext>
              </a:extLst>
            </p:cNvPr>
            <p:cNvSpPr>
              <a:spLocks noChangeShapeType="1"/>
            </p:cNvSpPr>
            <p:nvPr/>
          </p:nvSpPr>
          <p:spPr bwMode="auto">
            <a:xfrm>
              <a:off x="1134507" y="2835275"/>
              <a:ext cx="470561" cy="0"/>
            </a:xfrm>
            <a:prstGeom prst="line">
              <a:avLst/>
            </a:prstGeom>
            <a:noFill/>
            <a:ln w="25400">
              <a:solidFill>
                <a:srgbClr val="000000"/>
              </a:solidFill>
              <a:round/>
              <a:headEnd/>
              <a:tailEnd/>
            </a:ln>
          </p:spPr>
          <p:txBody>
            <a:bodyPr/>
            <a:lstStyle/>
            <a:p>
              <a:pPr eaLnBrk="1" hangingPunct="1">
                <a:defRPr/>
              </a:pPr>
              <a:endParaRPr lang="en-US" dirty="0"/>
            </a:p>
          </p:txBody>
        </p:sp>
        <p:sp>
          <p:nvSpPr>
            <p:cNvPr id="41021" name="Line 79">
              <a:extLst>
                <a:ext uri="{FF2B5EF4-FFF2-40B4-BE49-F238E27FC236}">
                  <a16:creationId xmlns:a16="http://schemas.microsoft.com/office/drawing/2014/main" id="{ED63F669-6512-4A9D-910F-E9E53D749AD6}"/>
                </a:ext>
              </a:extLst>
            </p:cNvPr>
            <p:cNvSpPr>
              <a:spLocks noChangeShapeType="1"/>
            </p:cNvSpPr>
            <p:nvPr/>
          </p:nvSpPr>
          <p:spPr bwMode="auto">
            <a:xfrm>
              <a:off x="2874601" y="2830513"/>
              <a:ext cx="480364" cy="0"/>
            </a:xfrm>
            <a:prstGeom prst="line">
              <a:avLst/>
            </a:prstGeom>
            <a:noFill/>
            <a:ln w="25400">
              <a:solidFill>
                <a:srgbClr val="000000"/>
              </a:solidFill>
              <a:round/>
              <a:headEnd/>
              <a:tailEnd/>
            </a:ln>
          </p:spPr>
          <p:txBody>
            <a:bodyPr/>
            <a:lstStyle/>
            <a:p>
              <a:pPr eaLnBrk="1" hangingPunct="1">
                <a:defRPr/>
              </a:pPr>
              <a:endParaRPr lang="en-US" dirty="0"/>
            </a:p>
          </p:txBody>
        </p:sp>
        <p:sp>
          <p:nvSpPr>
            <p:cNvPr id="41022" name="Line 80">
              <a:extLst>
                <a:ext uri="{FF2B5EF4-FFF2-40B4-BE49-F238E27FC236}">
                  <a16:creationId xmlns:a16="http://schemas.microsoft.com/office/drawing/2014/main" id="{3332A726-89E6-4766-AB00-995A497D5962}"/>
                </a:ext>
              </a:extLst>
            </p:cNvPr>
            <p:cNvSpPr>
              <a:spLocks noChangeShapeType="1"/>
            </p:cNvSpPr>
            <p:nvPr/>
          </p:nvSpPr>
          <p:spPr bwMode="auto">
            <a:xfrm>
              <a:off x="2760229" y="1770063"/>
              <a:ext cx="470561" cy="0"/>
            </a:xfrm>
            <a:prstGeom prst="line">
              <a:avLst/>
            </a:prstGeom>
            <a:noFill/>
            <a:ln w="25400">
              <a:solidFill>
                <a:srgbClr val="000000"/>
              </a:solidFill>
              <a:round/>
              <a:headEnd/>
              <a:tailEnd/>
            </a:ln>
          </p:spPr>
          <p:txBody>
            <a:bodyPr/>
            <a:lstStyle/>
            <a:p>
              <a:pPr eaLnBrk="1" hangingPunct="1">
                <a:defRPr/>
              </a:pPr>
              <a:endParaRPr lang="en-US" dirty="0"/>
            </a:p>
          </p:txBody>
        </p:sp>
        <p:sp>
          <p:nvSpPr>
            <p:cNvPr id="41023" name="Oval 81">
              <a:extLst>
                <a:ext uri="{FF2B5EF4-FFF2-40B4-BE49-F238E27FC236}">
                  <a16:creationId xmlns:a16="http://schemas.microsoft.com/office/drawing/2014/main" id="{B10E969F-B6A6-447B-B4C2-DAA20BCD7B65}"/>
                </a:ext>
              </a:extLst>
            </p:cNvPr>
            <p:cNvSpPr>
              <a:spLocks noChangeArrowheads="1"/>
            </p:cNvSpPr>
            <p:nvPr/>
          </p:nvSpPr>
          <p:spPr bwMode="auto">
            <a:xfrm>
              <a:off x="2763496" y="2774950"/>
              <a:ext cx="122542" cy="122238"/>
            </a:xfrm>
            <a:prstGeom prst="ellipse">
              <a:avLst/>
            </a:prstGeom>
            <a:solidFill>
              <a:schemeClr val="accent1"/>
            </a:solidFill>
            <a:ln w="25400">
              <a:solidFill>
                <a:srgbClr val="000000"/>
              </a:solidFill>
              <a:round/>
              <a:headEnd/>
              <a:tailEnd/>
            </a:ln>
          </p:spPr>
          <p:txBody>
            <a:bodyPr/>
            <a:lstStyle/>
            <a:p>
              <a:pPr eaLnBrk="1" hangingPunct="1">
                <a:defRPr/>
              </a:pPr>
              <a:endParaRPr lang="ru-RU" sz="2000"/>
            </a:p>
          </p:txBody>
        </p:sp>
        <p:sp>
          <p:nvSpPr>
            <p:cNvPr id="41024" name="Text Box 82">
              <a:extLst>
                <a:ext uri="{FF2B5EF4-FFF2-40B4-BE49-F238E27FC236}">
                  <a16:creationId xmlns:a16="http://schemas.microsoft.com/office/drawing/2014/main" id="{C5371984-CB91-4B00-84D6-89E0471594F2}"/>
                </a:ext>
              </a:extLst>
            </p:cNvPr>
            <p:cNvSpPr txBox="1">
              <a:spLocks noChangeArrowheads="1"/>
            </p:cNvSpPr>
            <p:nvPr/>
          </p:nvSpPr>
          <p:spPr bwMode="auto">
            <a:xfrm>
              <a:off x="739105" y="1412875"/>
              <a:ext cx="622512" cy="2163763"/>
            </a:xfrm>
            <a:prstGeom prst="rect">
              <a:avLst/>
            </a:prstGeom>
            <a:noFill/>
            <a:ln w="25400">
              <a:noFill/>
              <a:miter lim="800000"/>
              <a:headEnd/>
              <a:tailEnd/>
            </a:ln>
          </p:spPr>
          <p:txBody>
            <a:bodyPr/>
            <a:lstStyle/>
            <a:p>
              <a:pPr>
                <a:defRPr/>
              </a:pPr>
              <a:r>
                <a:rPr lang="en-US" sz="2000" dirty="0"/>
                <a:t>J</a:t>
              </a:r>
            </a:p>
            <a:p>
              <a:pPr>
                <a:defRPr/>
              </a:pPr>
              <a:endParaRPr lang="en-US" sz="2000" dirty="0"/>
            </a:p>
            <a:p>
              <a:pPr>
                <a:defRPr/>
              </a:pPr>
              <a:r>
                <a:rPr lang="en-US" sz="2000" dirty="0"/>
                <a:t>C</a:t>
              </a:r>
            </a:p>
            <a:p>
              <a:pPr>
                <a:defRPr/>
              </a:pPr>
              <a:endParaRPr lang="en-US" sz="2000" dirty="0"/>
            </a:p>
            <a:p>
              <a:pPr>
                <a:defRPr/>
              </a:pPr>
              <a:r>
                <a:rPr lang="en-US" sz="2000" dirty="0"/>
                <a:t>K</a:t>
              </a:r>
            </a:p>
          </p:txBody>
        </p:sp>
        <p:grpSp>
          <p:nvGrpSpPr>
            <p:cNvPr id="72769" name="Group 77">
              <a:extLst>
                <a:ext uri="{FF2B5EF4-FFF2-40B4-BE49-F238E27FC236}">
                  <a16:creationId xmlns:a16="http://schemas.microsoft.com/office/drawing/2014/main" id="{CC027475-BBFD-E33C-50D4-A5F806640695}"/>
                </a:ext>
              </a:extLst>
            </p:cNvPr>
            <p:cNvGrpSpPr>
              <a:grpSpLocks/>
            </p:cNvGrpSpPr>
            <p:nvPr/>
          </p:nvGrpSpPr>
          <p:grpSpPr bwMode="auto">
            <a:xfrm>
              <a:off x="650875" y="4005264"/>
              <a:ext cx="4584700" cy="1592263"/>
              <a:chOff x="158" y="2523"/>
              <a:chExt cx="2888" cy="1003"/>
            </a:xfrm>
          </p:grpSpPr>
          <p:sp>
            <p:nvSpPr>
              <p:cNvPr id="41026" name="Oval 96">
                <a:extLst>
                  <a:ext uri="{FF2B5EF4-FFF2-40B4-BE49-F238E27FC236}">
                    <a16:creationId xmlns:a16="http://schemas.microsoft.com/office/drawing/2014/main" id="{CC772163-B9FC-4235-84E2-4BC072E10AC8}"/>
                  </a:ext>
                </a:extLst>
              </p:cNvPr>
              <p:cNvSpPr>
                <a:spLocks noChangeArrowheads="1"/>
              </p:cNvSpPr>
              <p:nvPr/>
            </p:nvSpPr>
            <p:spPr bwMode="auto">
              <a:xfrm>
                <a:off x="614" y="2851"/>
                <a:ext cx="485" cy="485"/>
              </a:xfrm>
              <a:prstGeom prst="ellipse">
                <a:avLst/>
              </a:prstGeom>
              <a:solidFill>
                <a:schemeClr val="accent1"/>
              </a:solidFill>
              <a:ln w="25400">
                <a:solidFill>
                  <a:schemeClr val="tx1"/>
                </a:solidFill>
                <a:round/>
                <a:headEnd/>
                <a:tailEnd/>
              </a:ln>
            </p:spPr>
            <p:txBody>
              <a:bodyPr wrap="none" anchor="ctr"/>
              <a:lstStyle/>
              <a:p>
                <a:pPr algn="ctr" eaLnBrk="1" hangingPunct="1">
                  <a:defRPr/>
                </a:pPr>
                <a:r>
                  <a:rPr lang="en-US" dirty="0">
                    <a:solidFill>
                      <a:schemeClr val="bg2"/>
                    </a:solidFill>
                  </a:rPr>
                  <a:t>0</a:t>
                </a:r>
              </a:p>
            </p:txBody>
          </p:sp>
          <p:sp>
            <p:nvSpPr>
              <p:cNvPr id="41027" name="Oval 97">
                <a:extLst>
                  <a:ext uri="{FF2B5EF4-FFF2-40B4-BE49-F238E27FC236}">
                    <a16:creationId xmlns:a16="http://schemas.microsoft.com/office/drawing/2014/main" id="{E94248F6-992D-4615-8C70-FB7B993A7E88}"/>
                  </a:ext>
                </a:extLst>
              </p:cNvPr>
              <p:cNvSpPr>
                <a:spLocks noChangeArrowheads="1"/>
              </p:cNvSpPr>
              <p:nvPr/>
            </p:nvSpPr>
            <p:spPr bwMode="auto">
              <a:xfrm>
                <a:off x="1942" y="2814"/>
                <a:ext cx="488" cy="485"/>
              </a:xfrm>
              <a:prstGeom prst="ellipse">
                <a:avLst/>
              </a:prstGeom>
              <a:solidFill>
                <a:schemeClr val="accent1"/>
              </a:solidFill>
              <a:ln w="25400">
                <a:solidFill>
                  <a:schemeClr val="tx1"/>
                </a:solidFill>
                <a:round/>
                <a:headEnd/>
                <a:tailEnd/>
              </a:ln>
            </p:spPr>
            <p:txBody>
              <a:bodyPr wrap="none" anchor="ctr"/>
              <a:lstStyle/>
              <a:p>
                <a:pPr algn="ctr" eaLnBrk="1" hangingPunct="1">
                  <a:defRPr/>
                </a:pPr>
                <a:r>
                  <a:rPr lang="en-US" dirty="0">
                    <a:solidFill>
                      <a:schemeClr val="bg2"/>
                    </a:solidFill>
                  </a:rPr>
                  <a:t>1</a:t>
                </a:r>
              </a:p>
            </p:txBody>
          </p:sp>
          <p:sp>
            <p:nvSpPr>
              <p:cNvPr id="41028" name="Arc 98">
                <a:extLst>
                  <a:ext uri="{FF2B5EF4-FFF2-40B4-BE49-F238E27FC236}">
                    <a16:creationId xmlns:a16="http://schemas.microsoft.com/office/drawing/2014/main" id="{CDCE4E60-3689-4A2D-88DF-F0FD92253A1B}"/>
                  </a:ext>
                </a:extLst>
              </p:cNvPr>
              <p:cNvSpPr>
                <a:spLocks/>
              </p:cNvSpPr>
              <p:nvPr/>
            </p:nvSpPr>
            <p:spPr bwMode="auto">
              <a:xfrm>
                <a:off x="999" y="2772"/>
                <a:ext cx="980" cy="391"/>
              </a:xfrm>
              <a:custGeom>
                <a:avLst/>
                <a:gdLst>
                  <a:gd name="T0" fmla="*/ 0 w 32116"/>
                  <a:gd name="T1" fmla="*/ 0 h 21600"/>
                  <a:gd name="T2" fmla="*/ 0 w 32116"/>
                  <a:gd name="T3" fmla="*/ 0 h 21600"/>
                  <a:gd name="T4" fmla="*/ 0 w 32116"/>
                  <a:gd name="T5" fmla="*/ 0 h 21600"/>
                  <a:gd name="T6" fmla="*/ 0 60000 65536"/>
                  <a:gd name="T7" fmla="*/ 0 60000 65536"/>
                  <a:gd name="T8" fmla="*/ 0 60000 65536"/>
                  <a:gd name="T9" fmla="*/ 0 w 32116"/>
                  <a:gd name="T10" fmla="*/ 0 h 21600"/>
                  <a:gd name="T11" fmla="*/ 32116 w 32116"/>
                  <a:gd name="T12" fmla="*/ 21600 h 21600"/>
                </a:gdLst>
                <a:ahLst/>
                <a:cxnLst>
                  <a:cxn ang="T6">
                    <a:pos x="T0" y="T1"/>
                  </a:cxn>
                  <a:cxn ang="T7">
                    <a:pos x="T2" y="T3"/>
                  </a:cxn>
                  <a:cxn ang="T8">
                    <a:pos x="T4" y="T5"/>
                  </a:cxn>
                </a:cxnLst>
                <a:rect l="T9" t="T10" r="T11" b="T12"/>
                <a:pathLst>
                  <a:path w="32116" h="21600" fill="none" extrusionOk="0">
                    <a:moveTo>
                      <a:pt x="-1" y="6208"/>
                    </a:moveTo>
                    <a:cubicBezTo>
                      <a:pt x="4040" y="2230"/>
                      <a:pt x="9484" y="-1"/>
                      <a:pt x="15155" y="0"/>
                    </a:cubicBezTo>
                    <a:cubicBezTo>
                      <a:pt x="21769" y="0"/>
                      <a:pt x="28019" y="3030"/>
                      <a:pt x="32115" y="8225"/>
                    </a:cubicBezTo>
                  </a:path>
                  <a:path w="32116" h="21600" stroke="0" extrusionOk="0">
                    <a:moveTo>
                      <a:pt x="-1" y="6208"/>
                    </a:moveTo>
                    <a:cubicBezTo>
                      <a:pt x="4040" y="2230"/>
                      <a:pt x="9484" y="-1"/>
                      <a:pt x="15155" y="0"/>
                    </a:cubicBezTo>
                    <a:cubicBezTo>
                      <a:pt x="21769" y="0"/>
                      <a:pt x="28019" y="3030"/>
                      <a:pt x="32115" y="8225"/>
                    </a:cubicBezTo>
                    <a:lnTo>
                      <a:pt x="15155" y="21600"/>
                    </a:lnTo>
                    <a:close/>
                  </a:path>
                </a:pathLst>
              </a:custGeom>
              <a:noFill/>
              <a:ln w="25400">
                <a:solidFill>
                  <a:schemeClr val="tx1"/>
                </a:solidFill>
                <a:round/>
                <a:headEnd/>
                <a:tailEnd type="triangle" w="lg" len="lg"/>
              </a:ln>
            </p:spPr>
            <p:txBody>
              <a:bodyPr wrap="none" anchor="ctr"/>
              <a:lstStyle/>
              <a:p>
                <a:pPr eaLnBrk="1" hangingPunct="1">
                  <a:defRPr/>
                </a:pPr>
                <a:endParaRPr lang="ru-RU" sz="2000"/>
              </a:p>
            </p:txBody>
          </p:sp>
          <p:sp>
            <p:nvSpPr>
              <p:cNvPr id="41029" name="Arc 99">
                <a:extLst>
                  <a:ext uri="{FF2B5EF4-FFF2-40B4-BE49-F238E27FC236}">
                    <a16:creationId xmlns:a16="http://schemas.microsoft.com/office/drawing/2014/main" id="{C108E835-6768-49FE-81E0-2C5773008C4B}"/>
                  </a:ext>
                </a:extLst>
              </p:cNvPr>
              <p:cNvSpPr>
                <a:spLocks/>
              </p:cNvSpPr>
              <p:nvPr/>
            </p:nvSpPr>
            <p:spPr bwMode="auto">
              <a:xfrm rot="10800000">
                <a:off x="1069" y="2986"/>
                <a:ext cx="939" cy="341"/>
              </a:xfrm>
              <a:custGeom>
                <a:avLst/>
                <a:gdLst>
                  <a:gd name="T0" fmla="*/ 0 w 32691"/>
                  <a:gd name="T1" fmla="*/ 0 h 21600"/>
                  <a:gd name="T2" fmla="*/ 0 w 32691"/>
                  <a:gd name="T3" fmla="*/ 0 h 21600"/>
                  <a:gd name="T4" fmla="*/ 0 w 32691"/>
                  <a:gd name="T5" fmla="*/ 0 h 21600"/>
                  <a:gd name="T6" fmla="*/ 0 60000 65536"/>
                  <a:gd name="T7" fmla="*/ 0 60000 65536"/>
                  <a:gd name="T8" fmla="*/ 0 60000 65536"/>
                  <a:gd name="T9" fmla="*/ 0 w 32691"/>
                  <a:gd name="T10" fmla="*/ 0 h 21600"/>
                  <a:gd name="T11" fmla="*/ 32691 w 32691"/>
                  <a:gd name="T12" fmla="*/ 21600 h 21600"/>
                </a:gdLst>
                <a:ahLst/>
                <a:cxnLst>
                  <a:cxn ang="T6">
                    <a:pos x="T0" y="T1"/>
                  </a:cxn>
                  <a:cxn ang="T7">
                    <a:pos x="T2" y="T3"/>
                  </a:cxn>
                  <a:cxn ang="T8">
                    <a:pos x="T4" y="T5"/>
                  </a:cxn>
                </a:cxnLst>
                <a:rect l="T9" t="T10" r="T11" b="T12"/>
                <a:pathLst>
                  <a:path w="32691" h="21600" fill="none" extrusionOk="0">
                    <a:moveTo>
                      <a:pt x="-1" y="6094"/>
                    </a:moveTo>
                    <a:cubicBezTo>
                      <a:pt x="4029" y="2186"/>
                      <a:pt x="9423" y="-1"/>
                      <a:pt x="15038" y="0"/>
                    </a:cubicBezTo>
                    <a:cubicBezTo>
                      <a:pt x="22060" y="0"/>
                      <a:pt x="28644" y="3414"/>
                      <a:pt x="32691" y="9153"/>
                    </a:cubicBezTo>
                  </a:path>
                  <a:path w="32691" h="21600" stroke="0" extrusionOk="0">
                    <a:moveTo>
                      <a:pt x="-1" y="6094"/>
                    </a:moveTo>
                    <a:cubicBezTo>
                      <a:pt x="4029" y="2186"/>
                      <a:pt x="9423" y="-1"/>
                      <a:pt x="15038" y="0"/>
                    </a:cubicBezTo>
                    <a:cubicBezTo>
                      <a:pt x="22060" y="0"/>
                      <a:pt x="28644" y="3414"/>
                      <a:pt x="32691" y="9153"/>
                    </a:cubicBezTo>
                    <a:lnTo>
                      <a:pt x="15038" y="21600"/>
                    </a:lnTo>
                    <a:close/>
                  </a:path>
                </a:pathLst>
              </a:custGeom>
              <a:noFill/>
              <a:ln w="25400">
                <a:solidFill>
                  <a:schemeClr val="tx1"/>
                </a:solidFill>
                <a:round/>
                <a:headEnd/>
                <a:tailEnd type="triangle" w="lg" len="lg"/>
              </a:ln>
            </p:spPr>
            <p:txBody>
              <a:bodyPr rot="10800000" wrap="none" anchor="ctr"/>
              <a:lstStyle/>
              <a:p>
                <a:pPr eaLnBrk="1" hangingPunct="1">
                  <a:defRPr/>
                </a:pPr>
                <a:endParaRPr lang="ru-RU" sz="2000"/>
              </a:p>
            </p:txBody>
          </p:sp>
          <p:sp>
            <p:nvSpPr>
              <p:cNvPr id="41030" name="Arc 100">
                <a:extLst>
                  <a:ext uri="{FF2B5EF4-FFF2-40B4-BE49-F238E27FC236}">
                    <a16:creationId xmlns:a16="http://schemas.microsoft.com/office/drawing/2014/main" id="{741E0A8F-56F2-4A33-8E3E-86B3E8005DA3}"/>
                  </a:ext>
                </a:extLst>
              </p:cNvPr>
              <p:cNvSpPr>
                <a:spLocks/>
              </p:cNvSpPr>
              <p:nvPr/>
            </p:nvSpPr>
            <p:spPr bwMode="auto">
              <a:xfrm flipH="1">
                <a:off x="374" y="2827"/>
                <a:ext cx="376" cy="399"/>
              </a:xfrm>
              <a:custGeom>
                <a:avLst/>
                <a:gdLst>
                  <a:gd name="T0" fmla="*/ 0 w 36972"/>
                  <a:gd name="T1" fmla="*/ 0 h 43200"/>
                  <a:gd name="T2" fmla="*/ 0 w 36972"/>
                  <a:gd name="T3" fmla="*/ 0 h 43200"/>
                  <a:gd name="T4" fmla="*/ 0 w 36972"/>
                  <a:gd name="T5" fmla="*/ 0 h 43200"/>
                  <a:gd name="T6" fmla="*/ 0 60000 65536"/>
                  <a:gd name="T7" fmla="*/ 0 60000 65536"/>
                  <a:gd name="T8" fmla="*/ 0 60000 65536"/>
                  <a:gd name="T9" fmla="*/ 0 w 36972"/>
                  <a:gd name="T10" fmla="*/ 0 h 43200"/>
                  <a:gd name="T11" fmla="*/ 36972 w 36972"/>
                  <a:gd name="T12" fmla="*/ 43200 h 43200"/>
                </a:gdLst>
                <a:ahLst/>
                <a:cxnLst>
                  <a:cxn ang="T6">
                    <a:pos x="T0" y="T1"/>
                  </a:cxn>
                  <a:cxn ang="T7">
                    <a:pos x="T2" y="T3"/>
                  </a:cxn>
                  <a:cxn ang="T8">
                    <a:pos x="T4" y="T5"/>
                  </a:cxn>
                </a:cxnLst>
                <a:rect l="T9" t="T10" r="T11" b="T12"/>
                <a:pathLst>
                  <a:path w="36972" h="43200" fill="none" extrusionOk="0">
                    <a:moveTo>
                      <a:pt x="0" y="6425"/>
                    </a:moveTo>
                    <a:cubicBezTo>
                      <a:pt x="4058" y="2314"/>
                      <a:pt x="9595" y="-1"/>
                      <a:pt x="15372" y="0"/>
                    </a:cubicBezTo>
                    <a:cubicBezTo>
                      <a:pt x="27301" y="0"/>
                      <a:pt x="36972" y="9670"/>
                      <a:pt x="36972" y="21600"/>
                    </a:cubicBezTo>
                    <a:cubicBezTo>
                      <a:pt x="36972" y="33529"/>
                      <a:pt x="27301" y="43200"/>
                      <a:pt x="15372" y="43200"/>
                    </a:cubicBezTo>
                    <a:cubicBezTo>
                      <a:pt x="13953" y="43200"/>
                      <a:pt x="12538" y="43060"/>
                      <a:pt x="11147" y="42782"/>
                    </a:cubicBezTo>
                  </a:path>
                  <a:path w="36972" h="43200" stroke="0" extrusionOk="0">
                    <a:moveTo>
                      <a:pt x="0" y="6425"/>
                    </a:moveTo>
                    <a:cubicBezTo>
                      <a:pt x="4058" y="2314"/>
                      <a:pt x="9595" y="-1"/>
                      <a:pt x="15372" y="0"/>
                    </a:cubicBezTo>
                    <a:cubicBezTo>
                      <a:pt x="27301" y="0"/>
                      <a:pt x="36972" y="9670"/>
                      <a:pt x="36972" y="21600"/>
                    </a:cubicBezTo>
                    <a:cubicBezTo>
                      <a:pt x="36972" y="33529"/>
                      <a:pt x="27301" y="43200"/>
                      <a:pt x="15372" y="43200"/>
                    </a:cubicBezTo>
                    <a:cubicBezTo>
                      <a:pt x="13953" y="43200"/>
                      <a:pt x="12538" y="43060"/>
                      <a:pt x="11147" y="42782"/>
                    </a:cubicBezTo>
                    <a:lnTo>
                      <a:pt x="15372" y="21600"/>
                    </a:lnTo>
                    <a:close/>
                  </a:path>
                </a:pathLst>
              </a:custGeom>
              <a:noFill/>
              <a:ln w="25400">
                <a:solidFill>
                  <a:schemeClr val="tx1"/>
                </a:solidFill>
                <a:round/>
                <a:headEnd/>
                <a:tailEnd type="triangle" w="lg" len="lg"/>
              </a:ln>
            </p:spPr>
            <p:txBody>
              <a:bodyPr wrap="none" anchor="ctr"/>
              <a:lstStyle/>
              <a:p>
                <a:pPr eaLnBrk="1" hangingPunct="1">
                  <a:defRPr/>
                </a:pPr>
                <a:endParaRPr lang="ru-RU" sz="2000"/>
              </a:p>
            </p:txBody>
          </p:sp>
          <p:sp>
            <p:nvSpPr>
              <p:cNvPr id="41031" name="Arc 101">
                <a:extLst>
                  <a:ext uri="{FF2B5EF4-FFF2-40B4-BE49-F238E27FC236}">
                    <a16:creationId xmlns:a16="http://schemas.microsoft.com/office/drawing/2014/main" id="{2004C11F-3B37-4474-8CA4-15E38FD3335D}"/>
                  </a:ext>
                </a:extLst>
              </p:cNvPr>
              <p:cNvSpPr>
                <a:spLocks/>
              </p:cNvSpPr>
              <p:nvPr/>
            </p:nvSpPr>
            <p:spPr bwMode="auto">
              <a:xfrm rot="9581927" flipH="1">
                <a:off x="2308" y="2898"/>
                <a:ext cx="419" cy="399"/>
              </a:xfrm>
              <a:custGeom>
                <a:avLst/>
                <a:gdLst>
                  <a:gd name="T0" fmla="*/ 0 w 41244"/>
                  <a:gd name="T1" fmla="*/ 0 h 43200"/>
                  <a:gd name="T2" fmla="*/ 0 w 41244"/>
                  <a:gd name="T3" fmla="*/ 0 h 43200"/>
                  <a:gd name="T4" fmla="*/ 0 w 41244"/>
                  <a:gd name="T5" fmla="*/ 0 h 43200"/>
                  <a:gd name="T6" fmla="*/ 0 60000 65536"/>
                  <a:gd name="T7" fmla="*/ 0 60000 65536"/>
                  <a:gd name="T8" fmla="*/ 0 60000 65536"/>
                  <a:gd name="T9" fmla="*/ 0 w 41244"/>
                  <a:gd name="T10" fmla="*/ 0 h 43200"/>
                  <a:gd name="T11" fmla="*/ 41244 w 41244"/>
                  <a:gd name="T12" fmla="*/ 43200 h 43200"/>
                </a:gdLst>
                <a:ahLst/>
                <a:cxnLst>
                  <a:cxn ang="T6">
                    <a:pos x="T0" y="T1"/>
                  </a:cxn>
                  <a:cxn ang="T7">
                    <a:pos x="T2" y="T3"/>
                  </a:cxn>
                  <a:cxn ang="T8">
                    <a:pos x="T4" y="T5"/>
                  </a:cxn>
                </a:cxnLst>
                <a:rect l="T9" t="T10" r="T11" b="T12"/>
                <a:pathLst>
                  <a:path w="41244" h="43200" fill="none" extrusionOk="0">
                    <a:moveTo>
                      <a:pt x="0" y="12617"/>
                    </a:moveTo>
                    <a:cubicBezTo>
                      <a:pt x="3515" y="4930"/>
                      <a:pt x="11191" y="-1"/>
                      <a:pt x="19644" y="0"/>
                    </a:cubicBezTo>
                    <a:cubicBezTo>
                      <a:pt x="31573" y="0"/>
                      <a:pt x="41244" y="9670"/>
                      <a:pt x="41244" y="21600"/>
                    </a:cubicBezTo>
                    <a:cubicBezTo>
                      <a:pt x="41244" y="33529"/>
                      <a:pt x="31573" y="43200"/>
                      <a:pt x="19644" y="43200"/>
                    </a:cubicBezTo>
                    <a:cubicBezTo>
                      <a:pt x="18225" y="43200"/>
                      <a:pt x="16810" y="43060"/>
                      <a:pt x="15419" y="42782"/>
                    </a:cubicBezTo>
                  </a:path>
                  <a:path w="41244" h="43200" stroke="0" extrusionOk="0">
                    <a:moveTo>
                      <a:pt x="0" y="12617"/>
                    </a:moveTo>
                    <a:cubicBezTo>
                      <a:pt x="3515" y="4930"/>
                      <a:pt x="11191" y="-1"/>
                      <a:pt x="19644" y="0"/>
                    </a:cubicBezTo>
                    <a:cubicBezTo>
                      <a:pt x="31573" y="0"/>
                      <a:pt x="41244" y="9670"/>
                      <a:pt x="41244" y="21600"/>
                    </a:cubicBezTo>
                    <a:cubicBezTo>
                      <a:pt x="41244" y="33529"/>
                      <a:pt x="31573" y="43200"/>
                      <a:pt x="19644" y="43200"/>
                    </a:cubicBezTo>
                    <a:cubicBezTo>
                      <a:pt x="18225" y="43200"/>
                      <a:pt x="16810" y="43060"/>
                      <a:pt x="15419" y="42782"/>
                    </a:cubicBezTo>
                    <a:lnTo>
                      <a:pt x="19644" y="21600"/>
                    </a:lnTo>
                    <a:close/>
                  </a:path>
                </a:pathLst>
              </a:custGeom>
              <a:noFill/>
              <a:ln w="25400">
                <a:solidFill>
                  <a:schemeClr val="tx1"/>
                </a:solidFill>
                <a:round/>
                <a:headEnd/>
                <a:tailEnd type="triangle" w="lg" len="lg"/>
              </a:ln>
            </p:spPr>
            <p:txBody>
              <a:bodyPr rot="10800000" wrap="none" anchor="ctr"/>
              <a:lstStyle/>
              <a:p>
                <a:pPr eaLnBrk="1" hangingPunct="1">
                  <a:defRPr/>
                </a:pPr>
                <a:endParaRPr lang="ru-RU" sz="2000"/>
              </a:p>
            </p:txBody>
          </p:sp>
          <p:sp>
            <p:nvSpPr>
              <p:cNvPr id="41032" name="Text Box 102">
                <a:extLst>
                  <a:ext uri="{FF2B5EF4-FFF2-40B4-BE49-F238E27FC236}">
                    <a16:creationId xmlns:a16="http://schemas.microsoft.com/office/drawing/2014/main" id="{7E8312FC-0620-469A-93E9-99058D13735E}"/>
                  </a:ext>
                </a:extLst>
              </p:cNvPr>
              <p:cNvSpPr txBox="1">
                <a:spLocks noChangeArrowheads="1"/>
              </p:cNvSpPr>
              <p:nvPr/>
            </p:nvSpPr>
            <p:spPr bwMode="auto">
              <a:xfrm>
                <a:off x="1342" y="3293"/>
                <a:ext cx="346" cy="233"/>
              </a:xfrm>
              <a:prstGeom prst="rect">
                <a:avLst/>
              </a:prstGeom>
              <a:noFill/>
              <a:ln w="25400">
                <a:noFill/>
                <a:miter lim="800000"/>
                <a:headEnd/>
                <a:tailEnd/>
              </a:ln>
            </p:spPr>
            <p:txBody>
              <a:bodyPr>
                <a:spAutoFit/>
              </a:bodyPr>
              <a:lstStyle/>
              <a:p>
                <a:pPr eaLnBrk="1" hangingPunct="1">
                  <a:spcBef>
                    <a:spcPct val="50000"/>
                  </a:spcBef>
                  <a:defRPr/>
                </a:pPr>
                <a:r>
                  <a:rPr lang="en-US" dirty="0"/>
                  <a:t>-1</a:t>
                </a:r>
              </a:p>
            </p:txBody>
          </p:sp>
          <p:sp>
            <p:nvSpPr>
              <p:cNvPr id="41033" name="Text Box 103">
                <a:extLst>
                  <a:ext uri="{FF2B5EF4-FFF2-40B4-BE49-F238E27FC236}">
                    <a16:creationId xmlns:a16="http://schemas.microsoft.com/office/drawing/2014/main" id="{5697BE2D-BA34-4FBA-A4C0-16F198D9E2A1}"/>
                  </a:ext>
                </a:extLst>
              </p:cNvPr>
              <p:cNvSpPr txBox="1">
                <a:spLocks noChangeArrowheads="1"/>
              </p:cNvSpPr>
              <p:nvPr/>
            </p:nvSpPr>
            <p:spPr bwMode="auto">
              <a:xfrm>
                <a:off x="158" y="2723"/>
                <a:ext cx="336" cy="233"/>
              </a:xfrm>
              <a:prstGeom prst="rect">
                <a:avLst/>
              </a:prstGeom>
              <a:noFill/>
              <a:ln w="25400">
                <a:noFill/>
                <a:miter lim="800000"/>
                <a:headEnd/>
                <a:tailEnd/>
              </a:ln>
            </p:spPr>
            <p:txBody>
              <a:bodyPr>
                <a:spAutoFit/>
              </a:bodyPr>
              <a:lstStyle/>
              <a:p>
                <a:pPr eaLnBrk="1" hangingPunct="1">
                  <a:spcBef>
                    <a:spcPct val="50000"/>
                  </a:spcBef>
                  <a:defRPr/>
                </a:pPr>
                <a:r>
                  <a:rPr lang="en-US" dirty="0"/>
                  <a:t>0-</a:t>
                </a:r>
              </a:p>
            </p:txBody>
          </p:sp>
          <p:sp>
            <p:nvSpPr>
              <p:cNvPr id="41034" name="Text Box 104">
                <a:extLst>
                  <a:ext uri="{FF2B5EF4-FFF2-40B4-BE49-F238E27FC236}">
                    <a16:creationId xmlns:a16="http://schemas.microsoft.com/office/drawing/2014/main" id="{2002A8CC-982B-45C5-9B2B-35AC0ECDE443}"/>
                  </a:ext>
                </a:extLst>
              </p:cNvPr>
              <p:cNvSpPr txBox="1">
                <a:spLocks noChangeArrowheads="1"/>
              </p:cNvSpPr>
              <p:nvPr/>
            </p:nvSpPr>
            <p:spPr bwMode="auto">
              <a:xfrm>
                <a:off x="2710" y="2915"/>
                <a:ext cx="336" cy="233"/>
              </a:xfrm>
              <a:prstGeom prst="rect">
                <a:avLst/>
              </a:prstGeom>
              <a:noFill/>
              <a:ln w="25400">
                <a:noFill/>
                <a:miter lim="800000"/>
                <a:headEnd/>
                <a:tailEnd/>
              </a:ln>
            </p:spPr>
            <p:txBody>
              <a:bodyPr>
                <a:spAutoFit/>
              </a:bodyPr>
              <a:lstStyle/>
              <a:p>
                <a:pPr eaLnBrk="1" hangingPunct="1">
                  <a:spcBef>
                    <a:spcPct val="50000"/>
                  </a:spcBef>
                  <a:defRPr/>
                </a:pPr>
                <a:r>
                  <a:rPr lang="en-US" dirty="0"/>
                  <a:t>-0</a:t>
                </a:r>
              </a:p>
            </p:txBody>
          </p:sp>
          <p:sp>
            <p:nvSpPr>
              <p:cNvPr id="41035" name="Text Box 105">
                <a:extLst>
                  <a:ext uri="{FF2B5EF4-FFF2-40B4-BE49-F238E27FC236}">
                    <a16:creationId xmlns:a16="http://schemas.microsoft.com/office/drawing/2014/main" id="{294FE237-BEE1-4D3E-9237-EFDFF56F3457}"/>
                  </a:ext>
                </a:extLst>
              </p:cNvPr>
              <p:cNvSpPr txBox="1">
                <a:spLocks noChangeArrowheads="1"/>
              </p:cNvSpPr>
              <p:nvPr/>
            </p:nvSpPr>
            <p:spPr bwMode="auto">
              <a:xfrm>
                <a:off x="1342" y="2523"/>
                <a:ext cx="346" cy="233"/>
              </a:xfrm>
              <a:prstGeom prst="rect">
                <a:avLst/>
              </a:prstGeom>
              <a:noFill/>
              <a:ln w="25400">
                <a:noFill/>
                <a:miter lim="800000"/>
                <a:headEnd/>
                <a:tailEnd/>
              </a:ln>
            </p:spPr>
            <p:txBody>
              <a:bodyPr>
                <a:spAutoFit/>
              </a:bodyPr>
              <a:lstStyle/>
              <a:p>
                <a:pPr eaLnBrk="1" hangingPunct="1">
                  <a:spcBef>
                    <a:spcPct val="50000"/>
                  </a:spcBef>
                  <a:defRPr/>
                </a:pPr>
                <a:r>
                  <a:rPr lang="en-US" dirty="0"/>
                  <a:t>1-</a:t>
                </a:r>
              </a:p>
            </p:txBody>
          </p:sp>
        </p:grpSp>
      </p:grpSp>
      <p:graphicFrame>
        <p:nvGraphicFramePr>
          <p:cNvPr id="2" name="Таблица 1">
            <a:extLst>
              <a:ext uri="{FF2B5EF4-FFF2-40B4-BE49-F238E27FC236}">
                <a16:creationId xmlns:a16="http://schemas.microsoft.com/office/drawing/2014/main" id="{D676A260-FD09-436E-8734-DEDFF4E5F7A6}"/>
              </a:ext>
            </a:extLst>
          </p:cNvPr>
          <p:cNvGraphicFramePr>
            <a:graphicFrameLocks noGrp="1"/>
          </p:cNvGraphicFramePr>
          <p:nvPr>
            <p:extLst>
              <p:ext uri="{D42A27DB-BD31-4B8C-83A1-F6EECF244321}">
                <p14:modId xmlns:p14="http://schemas.microsoft.com/office/powerpoint/2010/main" val="1567732695"/>
              </p:ext>
            </p:extLst>
          </p:nvPr>
        </p:nvGraphicFramePr>
        <p:xfrm>
          <a:off x="6905626" y="1660526"/>
          <a:ext cx="2790824" cy="3565818"/>
        </p:xfrm>
        <a:graphic>
          <a:graphicData uri="http://schemas.openxmlformats.org/drawingml/2006/table">
            <a:tbl>
              <a:tblPr firstRow="1" bandRow="1">
                <a:tableStyleId>{5C22544A-7EE6-4342-B048-85BDC9FD1C3A}</a:tableStyleId>
              </a:tblPr>
              <a:tblGrid>
                <a:gridCol w="697706">
                  <a:extLst>
                    <a:ext uri="{9D8B030D-6E8A-4147-A177-3AD203B41FA5}">
                      <a16:colId xmlns:a16="http://schemas.microsoft.com/office/drawing/2014/main" val="20000"/>
                    </a:ext>
                  </a:extLst>
                </a:gridCol>
                <a:gridCol w="697706">
                  <a:extLst>
                    <a:ext uri="{9D8B030D-6E8A-4147-A177-3AD203B41FA5}">
                      <a16:colId xmlns:a16="http://schemas.microsoft.com/office/drawing/2014/main" val="20001"/>
                    </a:ext>
                  </a:extLst>
                </a:gridCol>
                <a:gridCol w="697706">
                  <a:extLst>
                    <a:ext uri="{9D8B030D-6E8A-4147-A177-3AD203B41FA5}">
                      <a16:colId xmlns:a16="http://schemas.microsoft.com/office/drawing/2014/main" val="20002"/>
                    </a:ext>
                  </a:extLst>
                </a:gridCol>
                <a:gridCol w="697706">
                  <a:extLst>
                    <a:ext uri="{9D8B030D-6E8A-4147-A177-3AD203B41FA5}">
                      <a16:colId xmlns:a16="http://schemas.microsoft.com/office/drawing/2014/main" val="20003"/>
                    </a:ext>
                  </a:extLst>
                </a:gridCol>
              </a:tblGrid>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J</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K</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Q</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Q*</a:t>
                      </a:r>
                    </a:p>
                  </a:txBody>
                  <a:tcPr marL="91466" marR="91466" marT="45701" marB="45701" horzOverflow="overflow"/>
                </a:tc>
                <a:extLst>
                  <a:ext uri="{0D108BD9-81ED-4DB2-BD59-A6C34878D82A}">
                    <a16:rowId xmlns:a16="http://schemas.microsoft.com/office/drawing/2014/main" val="10000"/>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extLst>
                  <a:ext uri="{0D108BD9-81ED-4DB2-BD59-A6C34878D82A}">
                    <a16:rowId xmlns:a16="http://schemas.microsoft.com/office/drawing/2014/main" val="10001"/>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extLst>
                  <a:ext uri="{0D108BD9-81ED-4DB2-BD59-A6C34878D82A}">
                    <a16:rowId xmlns:a16="http://schemas.microsoft.com/office/drawing/2014/main" val="10002"/>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extLst>
                  <a:ext uri="{0D108BD9-81ED-4DB2-BD59-A6C34878D82A}">
                    <a16:rowId xmlns:a16="http://schemas.microsoft.com/office/drawing/2014/main" val="10003"/>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extLst>
                  <a:ext uri="{0D108BD9-81ED-4DB2-BD59-A6C34878D82A}">
                    <a16:rowId xmlns:a16="http://schemas.microsoft.com/office/drawing/2014/main" val="10004"/>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extLst>
                  <a:ext uri="{0D108BD9-81ED-4DB2-BD59-A6C34878D82A}">
                    <a16:rowId xmlns:a16="http://schemas.microsoft.com/office/drawing/2014/main" val="10005"/>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extLst>
                  <a:ext uri="{0D108BD9-81ED-4DB2-BD59-A6C34878D82A}">
                    <a16:rowId xmlns:a16="http://schemas.microsoft.com/office/drawing/2014/main" val="10006"/>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extLst>
                  <a:ext uri="{0D108BD9-81ED-4DB2-BD59-A6C34878D82A}">
                    <a16:rowId xmlns:a16="http://schemas.microsoft.com/office/drawing/2014/main" val="10007"/>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a:t>
                      </a:r>
                    </a:p>
                  </a:txBody>
                  <a:tcPr marL="91466" marR="91466" marT="45701" marB="45701"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a:t>
                      </a:r>
                    </a:p>
                  </a:txBody>
                  <a:tcPr marL="91466" marR="91466" marT="45701" marB="45701" horzOverflow="overflow"/>
                </a:tc>
                <a:extLst>
                  <a:ext uri="{0D108BD9-81ED-4DB2-BD59-A6C34878D82A}">
                    <a16:rowId xmlns:a16="http://schemas.microsoft.com/office/drawing/2014/main" val="10008"/>
                  </a:ext>
                </a:extLst>
              </a:tr>
            </a:tbl>
          </a:graphicData>
        </a:graphic>
      </p:graphicFrame>
      <p:sp>
        <p:nvSpPr>
          <p:cNvPr id="9" name="Title 8">
            <a:extLst>
              <a:ext uri="{FF2B5EF4-FFF2-40B4-BE49-F238E27FC236}">
                <a16:creationId xmlns:a16="http://schemas.microsoft.com/office/drawing/2014/main" id="{EEE3F8FD-4922-EA80-ECC9-9E6D3D5AC1C9}"/>
              </a:ext>
            </a:extLst>
          </p:cNvPr>
          <p:cNvSpPr>
            <a:spLocks noGrp="1"/>
          </p:cNvSpPr>
          <p:nvPr>
            <p:ph type="title"/>
          </p:nvPr>
        </p:nvSpPr>
        <p:spPr/>
        <p:txBody>
          <a:bodyPr>
            <a:normAutofit/>
          </a:bodyPr>
          <a:lstStyle/>
          <a:p>
            <a:r>
              <a:rPr lang="en-US" dirty="0"/>
              <a:t>JK Flip-Flop </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754" name="Group 52">
            <a:extLst>
              <a:ext uri="{FF2B5EF4-FFF2-40B4-BE49-F238E27FC236}">
                <a16:creationId xmlns:a16="http://schemas.microsoft.com/office/drawing/2014/main" id="{D6730EF9-870B-A6CE-747D-C9C88C8A6F69}"/>
              </a:ext>
            </a:extLst>
          </p:cNvPr>
          <p:cNvGrpSpPr>
            <a:grpSpLocks/>
          </p:cNvGrpSpPr>
          <p:nvPr/>
        </p:nvGrpSpPr>
        <p:grpSpPr bwMode="auto">
          <a:xfrm>
            <a:off x="6140450" y="1660525"/>
            <a:ext cx="3378200" cy="1703388"/>
            <a:chOff x="2908" y="907"/>
            <a:chExt cx="2128" cy="1073"/>
          </a:xfrm>
        </p:grpSpPr>
        <p:sp>
          <p:nvSpPr>
            <p:cNvPr id="41992" name="Rectangle 29">
              <a:extLst>
                <a:ext uri="{FF2B5EF4-FFF2-40B4-BE49-F238E27FC236}">
                  <a16:creationId xmlns:a16="http://schemas.microsoft.com/office/drawing/2014/main" id="{67CCA7E3-C583-4FDE-B224-5424915C2377}"/>
                </a:ext>
              </a:extLst>
            </p:cNvPr>
            <p:cNvSpPr>
              <a:spLocks noChangeArrowheads="1"/>
            </p:cNvSpPr>
            <p:nvPr/>
          </p:nvSpPr>
          <p:spPr bwMode="auto">
            <a:xfrm>
              <a:off x="3292" y="1235"/>
              <a:ext cx="1680" cy="736"/>
            </a:xfrm>
            <a:prstGeom prst="rect">
              <a:avLst/>
            </a:prstGeom>
            <a:solidFill>
              <a:schemeClr val="accent1">
                <a:lumMod val="60000"/>
                <a:lumOff val="40000"/>
              </a:schemeClr>
            </a:solidFill>
            <a:ln w="9525">
              <a:solidFill>
                <a:schemeClr val="tx1"/>
              </a:solidFill>
              <a:miter lim="800000"/>
              <a:headEnd/>
              <a:tailEnd/>
            </a:ln>
          </p:spPr>
          <p:txBody>
            <a:bodyPr wrap="none" anchor="ctr"/>
            <a:lstStyle/>
            <a:p>
              <a:pPr eaLnBrk="1" hangingPunct="1">
                <a:defRPr/>
              </a:pPr>
              <a:endParaRPr lang="ru-RU" sz="2000"/>
            </a:p>
          </p:txBody>
        </p:sp>
        <p:sp>
          <p:nvSpPr>
            <p:cNvPr id="41993" name="Line 30">
              <a:extLst>
                <a:ext uri="{FF2B5EF4-FFF2-40B4-BE49-F238E27FC236}">
                  <a16:creationId xmlns:a16="http://schemas.microsoft.com/office/drawing/2014/main" id="{6DF53771-29DB-41D2-8EAA-AA6435C27857}"/>
                </a:ext>
              </a:extLst>
            </p:cNvPr>
            <p:cNvSpPr>
              <a:spLocks noChangeShapeType="1"/>
            </p:cNvSpPr>
            <p:nvPr/>
          </p:nvSpPr>
          <p:spPr bwMode="auto">
            <a:xfrm>
              <a:off x="4124" y="1235"/>
              <a:ext cx="0" cy="737"/>
            </a:xfrm>
            <a:prstGeom prst="line">
              <a:avLst/>
            </a:prstGeom>
            <a:noFill/>
            <a:ln w="9525">
              <a:solidFill>
                <a:schemeClr val="tx1"/>
              </a:solidFill>
              <a:round/>
              <a:headEnd/>
              <a:tailEnd/>
            </a:ln>
          </p:spPr>
          <p:txBody>
            <a:bodyPr/>
            <a:lstStyle/>
            <a:p>
              <a:pPr eaLnBrk="1" hangingPunct="1">
                <a:defRPr/>
              </a:pPr>
              <a:endParaRPr lang="en-US" dirty="0"/>
            </a:p>
          </p:txBody>
        </p:sp>
        <p:sp>
          <p:nvSpPr>
            <p:cNvPr id="41994" name="Line 31">
              <a:extLst>
                <a:ext uri="{FF2B5EF4-FFF2-40B4-BE49-F238E27FC236}">
                  <a16:creationId xmlns:a16="http://schemas.microsoft.com/office/drawing/2014/main" id="{0128EAF1-BCF4-4B2E-AC7F-7CEFC1EBAF53}"/>
                </a:ext>
              </a:extLst>
            </p:cNvPr>
            <p:cNvSpPr>
              <a:spLocks noChangeShapeType="1"/>
            </p:cNvSpPr>
            <p:nvPr/>
          </p:nvSpPr>
          <p:spPr bwMode="auto">
            <a:xfrm>
              <a:off x="3692" y="1235"/>
              <a:ext cx="0" cy="737"/>
            </a:xfrm>
            <a:prstGeom prst="line">
              <a:avLst/>
            </a:prstGeom>
            <a:noFill/>
            <a:ln w="9525">
              <a:solidFill>
                <a:schemeClr val="tx1"/>
              </a:solidFill>
              <a:round/>
              <a:headEnd/>
              <a:tailEnd/>
            </a:ln>
          </p:spPr>
          <p:txBody>
            <a:bodyPr/>
            <a:lstStyle/>
            <a:p>
              <a:pPr eaLnBrk="1" hangingPunct="1">
                <a:defRPr/>
              </a:pPr>
              <a:endParaRPr lang="en-US" dirty="0"/>
            </a:p>
          </p:txBody>
        </p:sp>
        <p:sp>
          <p:nvSpPr>
            <p:cNvPr id="41995" name="Line 32">
              <a:extLst>
                <a:ext uri="{FF2B5EF4-FFF2-40B4-BE49-F238E27FC236}">
                  <a16:creationId xmlns:a16="http://schemas.microsoft.com/office/drawing/2014/main" id="{9EF3AC08-4396-42FB-BA25-C7561BD366CC}"/>
                </a:ext>
              </a:extLst>
            </p:cNvPr>
            <p:cNvSpPr>
              <a:spLocks noChangeShapeType="1"/>
            </p:cNvSpPr>
            <p:nvPr/>
          </p:nvSpPr>
          <p:spPr bwMode="auto">
            <a:xfrm>
              <a:off x="4540" y="1243"/>
              <a:ext cx="0" cy="737"/>
            </a:xfrm>
            <a:prstGeom prst="line">
              <a:avLst/>
            </a:prstGeom>
            <a:noFill/>
            <a:ln w="9525">
              <a:solidFill>
                <a:schemeClr val="tx1"/>
              </a:solidFill>
              <a:round/>
              <a:headEnd/>
              <a:tailEnd/>
            </a:ln>
          </p:spPr>
          <p:txBody>
            <a:bodyPr/>
            <a:lstStyle/>
            <a:p>
              <a:pPr eaLnBrk="1" hangingPunct="1">
                <a:defRPr/>
              </a:pPr>
              <a:endParaRPr lang="en-US" dirty="0"/>
            </a:p>
          </p:txBody>
        </p:sp>
        <p:sp>
          <p:nvSpPr>
            <p:cNvPr id="41996" name="Line 33">
              <a:extLst>
                <a:ext uri="{FF2B5EF4-FFF2-40B4-BE49-F238E27FC236}">
                  <a16:creationId xmlns:a16="http://schemas.microsoft.com/office/drawing/2014/main" id="{E029AD51-2139-4D69-9257-9C645E8788B3}"/>
                </a:ext>
              </a:extLst>
            </p:cNvPr>
            <p:cNvSpPr>
              <a:spLocks noChangeShapeType="1"/>
            </p:cNvSpPr>
            <p:nvPr/>
          </p:nvSpPr>
          <p:spPr bwMode="auto">
            <a:xfrm>
              <a:off x="3292" y="1587"/>
              <a:ext cx="1680" cy="0"/>
            </a:xfrm>
            <a:prstGeom prst="line">
              <a:avLst/>
            </a:prstGeom>
            <a:noFill/>
            <a:ln w="9525">
              <a:solidFill>
                <a:schemeClr val="tx1"/>
              </a:solidFill>
              <a:round/>
              <a:headEnd/>
              <a:tailEnd/>
            </a:ln>
          </p:spPr>
          <p:txBody>
            <a:bodyPr/>
            <a:lstStyle/>
            <a:p>
              <a:pPr eaLnBrk="1" hangingPunct="1">
                <a:defRPr/>
              </a:pPr>
              <a:endParaRPr lang="en-US" dirty="0"/>
            </a:p>
          </p:txBody>
        </p:sp>
        <p:sp>
          <p:nvSpPr>
            <p:cNvPr id="41997" name="Line 34">
              <a:extLst>
                <a:ext uri="{FF2B5EF4-FFF2-40B4-BE49-F238E27FC236}">
                  <a16:creationId xmlns:a16="http://schemas.microsoft.com/office/drawing/2014/main" id="{885FB9ED-9753-4B89-A190-B8D6DB16E6E2}"/>
                </a:ext>
              </a:extLst>
            </p:cNvPr>
            <p:cNvSpPr>
              <a:spLocks noChangeShapeType="1"/>
            </p:cNvSpPr>
            <p:nvPr/>
          </p:nvSpPr>
          <p:spPr bwMode="auto">
            <a:xfrm>
              <a:off x="3052" y="1011"/>
              <a:ext cx="240" cy="240"/>
            </a:xfrm>
            <a:prstGeom prst="line">
              <a:avLst/>
            </a:prstGeom>
            <a:noFill/>
            <a:ln w="9525">
              <a:solidFill>
                <a:schemeClr val="tx1"/>
              </a:solidFill>
              <a:round/>
              <a:headEnd/>
              <a:tailEnd/>
            </a:ln>
          </p:spPr>
          <p:txBody>
            <a:bodyPr/>
            <a:lstStyle/>
            <a:p>
              <a:pPr eaLnBrk="1" hangingPunct="1">
                <a:defRPr/>
              </a:pPr>
              <a:endParaRPr lang="en-US" dirty="0"/>
            </a:p>
          </p:txBody>
        </p:sp>
        <p:sp>
          <p:nvSpPr>
            <p:cNvPr id="41998" name="Text Box 35">
              <a:extLst>
                <a:ext uri="{FF2B5EF4-FFF2-40B4-BE49-F238E27FC236}">
                  <a16:creationId xmlns:a16="http://schemas.microsoft.com/office/drawing/2014/main" id="{E271C422-79CC-470F-9A11-E9CA4BDB334B}"/>
                </a:ext>
              </a:extLst>
            </p:cNvPr>
            <p:cNvSpPr txBox="1">
              <a:spLocks noChangeArrowheads="1"/>
            </p:cNvSpPr>
            <p:nvPr/>
          </p:nvSpPr>
          <p:spPr bwMode="auto">
            <a:xfrm>
              <a:off x="2908" y="1059"/>
              <a:ext cx="288" cy="250"/>
            </a:xfrm>
            <a:prstGeom prst="rect">
              <a:avLst/>
            </a:prstGeom>
            <a:noFill/>
            <a:ln w="9525">
              <a:noFill/>
              <a:miter lim="800000"/>
              <a:headEnd/>
              <a:tailEnd/>
            </a:ln>
          </p:spPr>
          <p:txBody>
            <a:bodyPr>
              <a:spAutoFit/>
            </a:bodyPr>
            <a:lstStyle/>
            <a:p>
              <a:pPr eaLnBrk="1" hangingPunct="1">
                <a:spcBef>
                  <a:spcPct val="50000"/>
                </a:spcBef>
                <a:defRPr/>
              </a:pPr>
              <a:r>
                <a:rPr lang="en-US" sz="2000" dirty="0"/>
                <a:t>J</a:t>
              </a:r>
            </a:p>
          </p:txBody>
        </p:sp>
        <p:sp>
          <p:nvSpPr>
            <p:cNvPr id="41999" name="Text Box 36">
              <a:extLst>
                <a:ext uri="{FF2B5EF4-FFF2-40B4-BE49-F238E27FC236}">
                  <a16:creationId xmlns:a16="http://schemas.microsoft.com/office/drawing/2014/main" id="{A1764121-A941-41D9-9ED9-9CC28B76B199}"/>
                </a:ext>
              </a:extLst>
            </p:cNvPr>
            <p:cNvSpPr txBox="1">
              <a:spLocks noChangeArrowheads="1"/>
            </p:cNvSpPr>
            <p:nvPr/>
          </p:nvSpPr>
          <p:spPr bwMode="auto">
            <a:xfrm>
              <a:off x="3084" y="907"/>
              <a:ext cx="424" cy="250"/>
            </a:xfrm>
            <a:prstGeom prst="rect">
              <a:avLst/>
            </a:prstGeom>
            <a:noFill/>
            <a:ln w="9525">
              <a:noFill/>
              <a:miter lim="800000"/>
              <a:headEnd/>
              <a:tailEnd/>
            </a:ln>
          </p:spPr>
          <p:txBody>
            <a:bodyPr>
              <a:spAutoFit/>
            </a:bodyPr>
            <a:lstStyle/>
            <a:p>
              <a:pPr eaLnBrk="1" hangingPunct="1">
                <a:spcBef>
                  <a:spcPct val="50000"/>
                </a:spcBef>
                <a:defRPr/>
              </a:pPr>
              <a:r>
                <a:rPr lang="en-US" sz="2000" dirty="0"/>
                <a:t>KQ</a:t>
              </a:r>
            </a:p>
          </p:txBody>
        </p:sp>
        <p:sp>
          <p:nvSpPr>
            <p:cNvPr id="42000" name="Text Box 37">
              <a:extLst>
                <a:ext uri="{FF2B5EF4-FFF2-40B4-BE49-F238E27FC236}">
                  <a16:creationId xmlns:a16="http://schemas.microsoft.com/office/drawing/2014/main" id="{AAD1634A-D520-4EE0-B1C7-B8BF3699E87C}"/>
                </a:ext>
              </a:extLst>
            </p:cNvPr>
            <p:cNvSpPr txBox="1">
              <a:spLocks noChangeArrowheads="1"/>
            </p:cNvSpPr>
            <p:nvPr/>
          </p:nvSpPr>
          <p:spPr bwMode="auto">
            <a:xfrm>
              <a:off x="3348" y="1025"/>
              <a:ext cx="336" cy="250"/>
            </a:xfrm>
            <a:prstGeom prst="rect">
              <a:avLst/>
            </a:prstGeom>
            <a:noFill/>
            <a:ln w="9525">
              <a:noFill/>
              <a:miter lim="800000"/>
              <a:headEnd/>
              <a:tailEnd/>
            </a:ln>
          </p:spPr>
          <p:txBody>
            <a:bodyPr>
              <a:spAutoFit/>
            </a:bodyPr>
            <a:lstStyle/>
            <a:p>
              <a:pPr eaLnBrk="1" hangingPunct="1">
                <a:spcBef>
                  <a:spcPct val="50000"/>
                </a:spcBef>
                <a:defRPr/>
              </a:pPr>
              <a:r>
                <a:rPr lang="en-US" sz="2000" dirty="0"/>
                <a:t>00</a:t>
              </a:r>
            </a:p>
          </p:txBody>
        </p:sp>
        <p:sp>
          <p:nvSpPr>
            <p:cNvPr id="42001" name="Text Box 38">
              <a:extLst>
                <a:ext uri="{FF2B5EF4-FFF2-40B4-BE49-F238E27FC236}">
                  <a16:creationId xmlns:a16="http://schemas.microsoft.com/office/drawing/2014/main" id="{D50C2F95-EDAD-445A-BFB2-AF24009BCD9B}"/>
                </a:ext>
              </a:extLst>
            </p:cNvPr>
            <p:cNvSpPr txBox="1">
              <a:spLocks noChangeArrowheads="1"/>
            </p:cNvSpPr>
            <p:nvPr/>
          </p:nvSpPr>
          <p:spPr bwMode="auto">
            <a:xfrm>
              <a:off x="3716" y="1017"/>
              <a:ext cx="336" cy="250"/>
            </a:xfrm>
            <a:prstGeom prst="rect">
              <a:avLst/>
            </a:prstGeom>
            <a:noFill/>
            <a:ln w="9525">
              <a:noFill/>
              <a:miter lim="800000"/>
              <a:headEnd/>
              <a:tailEnd/>
            </a:ln>
          </p:spPr>
          <p:txBody>
            <a:bodyPr>
              <a:spAutoFit/>
            </a:bodyPr>
            <a:lstStyle/>
            <a:p>
              <a:pPr eaLnBrk="1" hangingPunct="1">
                <a:spcBef>
                  <a:spcPct val="50000"/>
                </a:spcBef>
                <a:defRPr/>
              </a:pPr>
              <a:r>
                <a:rPr lang="en-US" sz="2000" dirty="0"/>
                <a:t>01</a:t>
              </a:r>
            </a:p>
          </p:txBody>
        </p:sp>
        <p:sp>
          <p:nvSpPr>
            <p:cNvPr id="42002" name="Text Box 39">
              <a:extLst>
                <a:ext uri="{FF2B5EF4-FFF2-40B4-BE49-F238E27FC236}">
                  <a16:creationId xmlns:a16="http://schemas.microsoft.com/office/drawing/2014/main" id="{4E251A52-E2B5-4381-B1E0-F024E54E85BB}"/>
                </a:ext>
              </a:extLst>
            </p:cNvPr>
            <p:cNvSpPr txBox="1">
              <a:spLocks noChangeArrowheads="1"/>
            </p:cNvSpPr>
            <p:nvPr/>
          </p:nvSpPr>
          <p:spPr bwMode="auto">
            <a:xfrm>
              <a:off x="4148" y="1025"/>
              <a:ext cx="336" cy="250"/>
            </a:xfrm>
            <a:prstGeom prst="rect">
              <a:avLst/>
            </a:prstGeom>
            <a:noFill/>
            <a:ln w="9525">
              <a:noFill/>
              <a:miter lim="800000"/>
              <a:headEnd/>
              <a:tailEnd/>
            </a:ln>
          </p:spPr>
          <p:txBody>
            <a:bodyPr>
              <a:spAutoFit/>
            </a:bodyPr>
            <a:lstStyle/>
            <a:p>
              <a:pPr eaLnBrk="1" hangingPunct="1">
                <a:spcBef>
                  <a:spcPct val="50000"/>
                </a:spcBef>
                <a:defRPr/>
              </a:pPr>
              <a:r>
                <a:rPr lang="en-US" sz="2000" dirty="0"/>
                <a:t>11</a:t>
              </a:r>
            </a:p>
          </p:txBody>
        </p:sp>
        <p:sp>
          <p:nvSpPr>
            <p:cNvPr id="42003" name="Text Box 40">
              <a:extLst>
                <a:ext uri="{FF2B5EF4-FFF2-40B4-BE49-F238E27FC236}">
                  <a16:creationId xmlns:a16="http://schemas.microsoft.com/office/drawing/2014/main" id="{46FE7F22-4ABA-470D-BFC3-BCCAAEFE0FC0}"/>
                </a:ext>
              </a:extLst>
            </p:cNvPr>
            <p:cNvSpPr txBox="1">
              <a:spLocks noChangeArrowheads="1"/>
            </p:cNvSpPr>
            <p:nvPr/>
          </p:nvSpPr>
          <p:spPr bwMode="auto">
            <a:xfrm>
              <a:off x="4580" y="1025"/>
              <a:ext cx="336" cy="250"/>
            </a:xfrm>
            <a:prstGeom prst="rect">
              <a:avLst/>
            </a:prstGeom>
            <a:noFill/>
            <a:ln w="9525">
              <a:noFill/>
              <a:miter lim="800000"/>
              <a:headEnd/>
              <a:tailEnd/>
            </a:ln>
          </p:spPr>
          <p:txBody>
            <a:bodyPr>
              <a:spAutoFit/>
            </a:bodyPr>
            <a:lstStyle/>
            <a:p>
              <a:pPr eaLnBrk="1" hangingPunct="1">
                <a:spcBef>
                  <a:spcPct val="50000"/>
                </a:spcBef>
                <a:defRPr/>
              </a:pPr>
              <a:r>
                <a:rPr lang="en-US" sz="2000" dirty="0"/>
                <a:t>10</a:t>
              </a:r>
            </a:p>
          </p:txBody>
        </p:sp>
        <p:sp>
          <p:nvSpPr>
            <p:cNvPr id="42004" name="Text Box 41">
              <a:extLst>
                <a:ext uri="{FF2B5EF4-FFF2-40B4-BE49-F238E27FC236}">
                  <a16:creationId xmlns:a16="http://schemas.microsoft.com/office/drawing/2014/main" id="{B7855D7F-656E-4F1A-A851-9310020C9FBB}"/>
                </a:ext>
              </a:extLst>
            </p:cNvPr>
            <p:cNvSpPr txBox="1">
              <a:spLocks noChangeArrowheads="1"/>
            </p:cNvSpPr>
            <p:nvPr/>
          </p:nvSpPr>
          <p:spPr bwMode="auto">
            <a:xfrm>
              <a:off x="3028" y="1289"/>
              <a:ext cx="336" cy="250"/>
            </a:xfrm>
            <a:prstGeom prst="rect">
              <a:avLst/>
            </a:prstGeom>
            <a:noFill/>
            <a:ln w="9525">
              <a:noFill/>
              <a:miter lim="800000"/>
              <a:headEnd/>
              <a:tailEnd/>
            </a:ln>
          </p:spPr>
          <p:txBody>
            <a:bodyPr>
              <a:spAutoFit/>
            </a:bodyPr>
            <a:lstStyle/>
            <a:p>
              <a:pPr eaLnBrk="1" hangingPunct="1">
                <a:spcBef>
                  <a:spcPct val="50000"/>
                </a:spcBef>
                <a:defRPr/>
              </a:pPr>
              <a:r>
                <a:rPr lang="en-US" sz="2000" dirty="0"/>
                <a:t>0</a:t>
              </a:r>
            </a:p>
          </p:txBody>
        </p:sp>
        <p:sp>
          <p:nvSpPr>
            <p:cNvPr id="42005" name="Text Box 42">
              <a:extLst>
                <a:ext uri="{FF2B5EF4-FFF2-40B4-BE49-F238E27FC236}">
                  <a16:creationId xmlns:a16="http://schemas.microsoft.com/office/drawing/2014/main" id="{532B2CCB-CDC3-4EB6-AB3A-9138B6A5D128}"/>
                </a:ext>
              </a:extLst>
            </p:cNvPr>
            <p:cNvSpPr txBox="1">
              <a:spLocks noChangeArrowheads="1"/>
            </p:cNvSpPr>
            <p:nvPr/>
          </p:nvSpPr>
          <p:spPr bwMode="auto">
            <a:xfrm>
              <a:off x="3036" y="1649"/>
              <a:ext cx="256" cy="250"/>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42006" name="Text Box 43">
              <a:extLst>
                <a:ext uri="{FF2B5EF4-FFF2-40B4-BE49-F238E27FC236}">
                  <a16:creationId xmlns:a16="http://schemas.microsoft.com/office/drawing/2014/main" id="{5C4CFD1F-45EA-48C3-B65E-BC947B3F1D37}"/>
                </a:ext>
              </a:extLst>
            </p:cNvPr>
            <p:cNvSpPr txBox="1">
              <a:spLocks noChangeArrowheads="1"/>
            </p:cNvSpPr>
            <p:nvPr/>
          </p:nvSpPr>
          <p:spPr bwMode="auto">
            <a:xfrm>
              <a:off x="3772" y="1297"/>
              <a:ext cx="256" cy="250"/>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42007" name="Text Box 44">
              <a:extLst>
                <a:ext uri="{FF2B5EF4-FFF2-40B4-BE49-F238E27FC236}">
                  <a16:creationId xmlns:a16="http://schemas.microsoft.com/office/drawing/2014/main" id="{5E46C04D-398F-4E82-BAAD-D2CF0AA0A274}"/>
                </a:ext>
              </a:extLst>
            </p:cNvPr>
            <p:cNvSpPr txBox="1">
              <a:spLocks noChangeArrowheads="1"/>
            </p:cNvSpPr>
            <p:nvPr/>
          </p:nvSpPr>
          <p:spPr bwMode="auto">
            <a:xfrm>
              <a:off x="4588" y="1633"/>
              <a:ext cx="256" cy="250"/>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42008" name="Text Box 45">
              <a:extLst>
                <a:ext uri="{FF2B5EF4-FFF2-40B4-BE49-F238E27FC236}">
                  <a16:creationId xmlns:a16="http://schemas.microsoft.com/office/drawing/2014/main" id="{2688FBB5-5ABC-4D19-B7E8-B47C43C73BFB}"/>
                </a:ext>
              </a:extLst>
            </p:cNvPr>
            <p:cNvSpPr txBox="1">
              <a:spLocks noChangeArrowheads="1"/>
            </p:cNvSpPr>
            <p:nvPr/>
          </p:nvSpPr>
          <p:spPr bwMode="auto">
            <a:xfrm>
              <a:off x="3372" y="1641"/>
              <a:ext cx="256" cy="250"/>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42009" name="Text Box 46">
              <a:extLst>
                <a:ext uri="{FF2B5EF4-FFF2-40B4-BE49-F238E27FC236}">
                  <a16:creationId xmlns:a16="http://schemas.microsoft.com/office/drawing/2014/main" id="{1A186A67-7D4A-4BF3-9611-107AFF6CFCF9}"/>
                </a:ext>
              </a:extLst>
            </p:cNvPr>
            <p:cNvSpPr txBox="1">
              <a:spLocks noChangeArrowheads="1"/>
            </p:cNvSpPr>
            <p:nvPr/>
          </p:nvSpPr>
          <p:spPr bwMode="auto">
            <a:xfrm>
              <a:off x="3780" y="1617"/>
              <a:ext cx="256" cy="250"/>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42010" name="AutoShape 47">
              <a:extLst>
                <a:ext uri="{FF2B5EF4-FFF2-40B4-BE49-F238E27FC236}">
                  <a16:creationId xmlns:a16="http://schemas.microsoft.com/office/drawing/2014/main" id="{502F3EC7-5541-4F8B-8617-25B8EB879751}"/>
                </a:ext>
              </a:extLst>
            </p:cNvPr>
            <p:cNvSpPr>
              <a:spLocks/>
            </p:cNvSpPr>
            <p:nvPr/>
          </p:nvSpPr>
          <p:spPr bwMode="auto">
            <a:xfrm flipH="1">
              <a:off x="3180" y="1635"/>
              <a:ext cx="400" cy="288"/>
            </a:xfrm>
            <a:prstGeom prst="leftBracket">
              <a:avLst>
                <a:gd name="adj" fmla="val 8333"/>
              </a:avLst>
            </a:prstGeom>
            <a:noFill/>
            <a:ln w="25400">
              <a:solidFill>
                <a:srgbClr val="0000FF"/>
              </a:solidFill>
              <a:round/>
              <a:headEnd/>
              <a:tailEnd/>
            </a:ln>
          </p:spPr>
          <p:txBody>
            <a:bodyPr wrap="none" anchor="ctr"/>
            <a:lstStyle/>
            <a:p>
              <a:pPr eaLnBrk="1" hangingPunct="1">
                <a:defRPr/>
              </a:pPr>
              <a:endParaRPr lang="ru-RU" sz="2000"/>
            </a:p>
          </p:txBody>
        </p:sp>
        <p:sp>
          <p:nvSpPr>
            <p:cNvPr id="42011" name="AutoShape 48">
              <a:extLst>
                <a:ext uri="{FF2B5EF4-FFF2-40B4-BE49-F238E27FC236}">
                  <a16:creationId xmlns:a16="http://schemas.microsoft.com/office/drawing/2014/main" id="{ECD838B3-D73A-4D12-97ED-950EF8C32477}"/>
                </a:ext>
              </a:extLst>
            </p:cNvPr>
            <p:cNvSpPr>
              <a:spLocks/>
            </p:cNvSpPr>
            <p:nvPr/>
          </p:nvSpPr>
          <p:spPr bwMode="auto">
            <a:xfrm rot="10908882" flipH="1">
              <a:off x="4636" y="1635"/>
              <a:ext cx="400" cy="288"/>
            </a:xfrm>
            <a:prstGeom prst="leftBracket">
              <a:avLst>
                <a:gd name="adj" fmla="val 8333"/>
              </a:avLst>
            </a:prstGeom>
            <a:noFill/>
            <a:ln w="25400">
              <a:solidFill>
                <a:srgbClr val="0000FF"/>
              </a:solidFill>
              <a:round/>
              <a:headEnd/>
              <a:tailEnd/>
            </a:ln>
          </p:spPr>
          <p:txBody>
            <a:bodyPr rot="10800000" wrap="none" anchor="ctr"/>
            <a:lstStyle/>
            <a:p>
              <a:pPr eaLnBrk="1" hangingPunct="1">
                <a:defRPr/>
              </a:pPr>
              <a:endParaRPr lang="ru-RU" sz="2000"/>
            </a:p>
          </p:txBody>
        </p:sp>
        <p:sp>
          <p:nvSpPr>
            <p:cNvPr id="42012" name="AutoShape 49">
              <a:extLst>
                <a:ext uri="{FF2B5EF4-FFF2-40B4-BE49-F238E27FC236}">
                  <a16:creationId xmlns:a16="http://schemas.microsoft.com/office/drawing/2014/main" id="{7E175012-9991-4C85-936B-1D79AADC23F2}"/>
                </a:ext>
              </a:extLst>
            </p:cNvPr>
            <p:cNvSpPr>
              <a:spLocks noChangeArrowheads="1"/>
            </p:cNvSpPr>
            <p:nvPr/>
          </p:nvSpPr>
          <p:spPr bwMode="auto">
            <a:xfrm>
              <a:off x="3748" y="1315"/>
              <a:ext cx="288" cy="576"/>
            </a:xfrm>
            <a:prstGeom prst="roundRect">
              <a:avLst>
                <a:gd name="adj" fmla="val 16667"/>
              </a:avLst>
            </a:prstGeom>
            <a:noFill/>
            <a:ln w="38100">
              <a:solidFill>
                <a:schemeClr val="accent5">
                  <a:lumMod val="50000"/>
                </a:schemeClr>
              </a:solidFill>
              <a:round/>
              <a:headEnd/>
              <a:tailEnd/>
            </a:ln>
          </p:spPr>
          <p:txBody>
            <a:bodyPr wrap="none" anchor="ctr"/>
            <a:lstStyle/>
            <a:p>
              <a:pPr eaLnBrk="1" hangingPunct="1">
                <a:defRPr/>
              </a:pPr>
              <a:endParaRPr lang="ru-RU" sz="2000"/>
            </a:p>
          </p:txBody>
        </p:sp>
      </p:grpSp>
      <p:sp>
        <p:nvSpPr>
          <p:cNvPr id="74755" name="Text Box 50">
            <a:extLst>
              <a:ext uri="{FF2B5EF4-FFF2-40B4-BE49-F238E27FC236}">
                <a16:creationId xmlns:a16="http://schemas.microsoft.com/office/drawing/2014/main" id="{86F6EC45-F219-A903-08F6-8E04F7A21B26}"/>
              </a:ext>
            </a:extLst>
          </p:cNvPr>
          <p:cNvSpPr txBox="1">
            <a:spLocks noChangeArrowheads="1"/>
          </p:cNvSpPr>
          <p:nvPr/>
        </p:nvSpPr>
        <p:spPr bwMode="auto">
          <a:xfrm>
            <a:off x="6162675" y="3648075"/>
            <a:ext cx="4211638"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Characteristic equation of </a:t>
            </a:r>
            <a:br>
              <a:rPr lang="en-US" altLang="en-US">
                <a:solidFill>
                  <a:srgbClr val="0000FF"/>
                </a:solidFill>
              </a:rPr>
            </a:br>
            <a:r>
              <a:rPr lang="en-US" altLang="en-US">
                <a:solidFill>
                  <a:srgbClr val="0000FF"/>
                </a:solidFill>
              </a:rPr>
              <a:t>JK flip-flop</a:t>
            </a:r>
          </a:p>
          <a:p>
            <a:pPr eaLnBrk="1" hangingPunct="1">
              <a:spcBef>
                <a:spcPct val="50000"/>
              </a:spcBef>
            </a:pPr>
            <a:r>
              <a:rPr lang="en-US" altLang="en-US">
                <a:solidFill>
                  <a:srgbClr val="0000FF"/>
                </a:solidFill>
              </a:rPr>
              <a:t>Q</a:t>
            </a:r>
            <a:r>
              <a:rPr lang="en-US" altLang="en-US" baseline="30000">
                <a:solidFill>
                  <a:srgbClr val="0000FF"/>
                </a:solidFill>
              </a:rPr>
              <a:t>*</a:t>
            </a:r>
            <a:r>
              <a:rPr lang="en-US" altLang="en-US">
                <a:solidFill>
                  <a:srgbClr val="0000FF"/>
                </a:solidFill>
              </a:rPr>
              <a:t> = J</a:t>
            </a:r>
            <a:r>
              <a:rPr lang="en-US" altLang="en-US">
                <a:solidFill>
                  <a:srgbClr val="0000FF"/>
                </a:solidFill>
                <a:sym typeface="Symbol" panose="05050102010706020507" pitchFamily="18" charset="2"/>
              </a:rPr>
              <a:t>Q</a:t>
            </a:r>
            <a:r>
              <a:rPr lang="en-US" altLang="en-US">
                <a:solidFill>
                  <a:srgbClr val="0000FF"/>
                </a:solidFill>
              </a:rPr>
              <a:t> </a:t>
            </a:r>
            <a:r>
              <a:rPr lang="en-US" altLang="en-US">
                <a:solidFill>
                  <a:srgbClr val="0000FF"/>
                </a:solidFill>
                <a:sym typeface="Symbol" panose="05050102010706020507" pitchFamily="18" charset="2"/>
              </a:rPr>
              <a:t>+K</a:t>
            </a:r>
            <a:r>
              <a:rPr lang="en-US" altLang="en-US">
                <a:solidFill>
                  <a:srgbClr val="0000FF"/>
                </a:solidFill>
              </a:rPr>
              <a:t>Q</a:t>
            </a:r>
          </a:p>
        </p:txBody>
      </p:sp>
      <p:sp>
        <p:nvSpPr>
          <p:cNvPr id="74756" name="Text Box 51">
            <a:extLst>
              <a:ext uri="{FF2B5EF4-FFF2-40B4-BE49-F238E27FC236}">
                <a16:creationId xmlns:a16="http://schemas.microsoft.com/office/drawing/2014/main" id="{A7275163-E3C2-C254-2FB4-4E3647C66481}"/>
              </a:ext>
            </a:extLst>
          </p:cNvPr>
          <p:cNvSpPr txBox="1">
            <a:spLocks noChangeArrowheads="1"/>
          </p:cNvSpPr>
          <p:nvPr/>
        </p:nvSpPr>
        <p:spPr bwMode="auto">
          <a:xfrm>
            <a:off x="2362201" y="4411663"/>
            <a:ext cx="34274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t>The matrix of excitation functions </a:t>
            </a:r>
            <a:endParaRPr lang="ru-RU" altLang="en-US"/>
          </a:p>
        </p:txBody>
      </p:sp>
      <p:graphicFrame>
        <p:nvGraphicFramePr>
          <p:cNvPr id="43062" name="Group 54">
            <a:extLst>
              <a:ext uri="{FF2B5EF4-FFF2-40B4-BE49-F238E27FC236}">
                <a16:creationId xmlns:a16="http://schemas.microsoft.com/office/drawing/2014/main" id="{A872555C-C9F2-4834-B4AC-1D5F80D5A3EC}"/>
              </a:ext>
            </a:extLst>
          </p:cNvPr>
          <p:cNvGraphicFramePr>
            <a:graphicFrameLocks noGrp="1"/>
          </p:cNvGraphicFramePr>
          <p:nvPr>
            <p:extLst>
              <p:ext uri="{D42A27DB-BD31-4B8C-83A1-F6EECF244321}">
                <p14:modId xmlns:p14="http://schemas.microsoft.com/office/powerpoint/2010/main" val="3525350209"/>
              </p:ext>
            </p:extLst>
          </p:nvPr>
        </p:nvGraphicFramePr>
        <p:xfrm>
          <a:off x="2768600" y="1660525"/>
          <a:ext cx="2298700" cy="2135190"/>
        </p:xfrm>
        <a:graphic>
          <a:graphicData uri="http://schemas.openxmlformats.org/drawingml/2006/table">
            <a:tbl>
              <a:tblPr/>
              <a:tblGrid>
                <a:gridCol w="1374775">
                  <a:extLst>
                    <a:ext uri="{9D8B030D-6E8A-4147-A177-3AD203B41FA5}">
                      <a16:colId xmlns:a16="http://schemas.microsoft.com/office/drawing/2014/main" val="20000"/>
                    </a:ext>
                  </a:extLst>
                </a:gridCol>
                <a:gridCol w="438150">
                  <a:extLst>
                    <a:ext uri="{9D8B030D-6E8A-4147-A177-3AD203B41FA5}">
                      <a16:colId xmlns:a16="http://schemas.microsoft.com/office/drawing/2014/main" val="20001"/>
                    </a:ext>
                  </a:extLst>
                </a:gridCol>
                <a:gridCol w="485775">
                  <a:extLst>
                    <a:ext uri="{9D8B030D-6E8A-4147-A177-3AD203B41FA5}">
                      <a16:colId xmlns:a16="http://schemas.microsoft.com/office/drawing/2014/main" val="20002"/>
                    </a:ext>
                  </a:extLst>
                </a:gridCol>
              </a:tblGrid>
              <a:tr h="427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bg2"/>
                          </a:solidFill>
                          <a:effectLst/>
                          <a:latin typeface="Arial" pitchFamily="34" charset="0"/>
                          <a:cs typeface="Arial" pitchFamily="34" charset="0"/>
                        </a:rPr>
                        <a:t>Transition</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bg2"/>
                          </a:solidFill>
                          <a:effectLst/>
                          <a:latin typeface="Arial" pitchFamily="34" charset="0"/>
                          <a:cs typeface="Arial" pitchFamily="34" charset="0"/>
                        </a:rPr>
                        <a:t>J</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Arial" pitchFamily="34" charset="0"/>
                        </a:rPr>
                        <a:t>K</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27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 0  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27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 0  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27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 1  0</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27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 1  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
        <p:nvSpPr>
          <p:cNvPr id="8" name="Title 7">
            <a:extLst>
              <a:ext uri="{FF2B5EF4-FFF2-40B4-BE49-F238E27FC236}">
                <a16:creationId xmlns:a16="http://schemas.microsoft.com/office/drawing/2014/main" id="{92FF47B7-7A03-9190-7F7D-C89393ED3DB3}"/>
              </a:ext>
            </a:extLst>
          </p:cNvPr>
          <p:cNvSpPr>
            <a:spLocks noGrp="1"/>
          </p:cNvSpPr>
          <p:nvPr>
            <p:ph type="title"/>
          </p:nvPr>
        </p:nvSpPr>
        <p:spPr/>
        <p:txBody>
          <a:bodyPr>
            <a:normAutofit/>
          </a:bodyPr>
          <a:lstStyle/>
          <a:p>
            <a:r>
              <a:rPr lang="en-US" dirty="0"/>
              <a:t>JK Flip-Flop (2)</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802" name="Group 43">
            <a:extLst>
              <a:ext uri="{FF2B5EF4-FFF2-40B4-BE49-F238E27FC236}">
                <a16:creationId xmlns:a16="http://schemas.microsoft.com/office/drawing/2014/main" id="{DAA9010A-A21F-F433-C131-F45BFBF05E52}"/>
              </a:ext>
            </a:extLst>
          </p:cNvPr>
          <p:cNvGrpSpPr>
            <a:grpSpLocks/>
          </p:cNvGrpSpPr>
          <p:nvPr/>
        </p:nvGrpSpPr>
        <p:grpSpPr bwMode="auto">
          <a:xfrm>
            <a:off x="5548314" y="1830389"/>
            <a:ext cx="4727575" cy="3082925"/>
            <a:chOff x="3703638" y="1374775"/>
            <a:chExt cx="5167312" cy="3082492"/>
          </a:xfrm>
        </p:grpSpPr>
        <p:sp>
          <p:nvSpPr>
            <p:cNvPr id="76866" name="Text Box 276">
              <a:extLst>
                <a:ext uri="{FF2B5EF4-FFF2-40B4-BE49-F238E27FC236}">
                  <a16:creationId xmlns:a16="http://schemas.microsoft.com/office/drawing/2014/main" id="{A9A65C0F-084B-46F5-BBA2-AE54DE7593C9}"/>
                </a:ext>
              </a:extLst>
            </p:cNvPr>
            <p:cNvSpPr txBox="1">
              <a:spLocks noChangeArrowheads="1"/>
            </p:cNvSpPr>
            <p:nvPr/>
          </p:nvSpPr>
          <p:spPr bwMode="auto">
            <a:xfrm>
              <a:off x="4818063" y="1374775"/>
              <a:ext cx="322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R =K</a:t>
              </a:r>
              <a:r>
                <a:rPr lang="en-US" altLang="en-US">
                  <a:sym typeface="Symbol" panose="05050102010706020507" pitchFamily="18" charset="2"/>
                </a:rPr>
                <a:t>Q;   S = J~Q</a:t>
              </a:r>
            </a:p>
          </p:txBody>
        </p:sp>
        <p:sp>
          <p:nvSpPr>
            <p:cNvPr id="76867" name="AutoShape 281">
              <a:extLst>
                <a:ext uri="{FF2B5EF4-FFF2-40B4-BE49-F238E27FC236}">
                  <a16:creationId xmlns:a16="http://schemas.microsoft.com/office/drawing/2014/main" id="{6C53C708-05FE-46F4-432D-179C1532BBAB}"/>
                </a:ext>
              </a:extLst>
            </p:cNvPr>
            <p:cNvSpPr>
              <a:spLocks noChangeArrowheads="1"/>
            </p:cNvSpPr>
            <p:nvPr/>
          </p:nvSpPr>
          <p:spPr bwMode="auto">
            <a:xfrm>
              <a:off x="3703638" y="2852738"/>
              <a:ext cx="287337" cy="215900"/>
            </a:xfrm>
            <a:prstGeom prst="rightArrow">
              <a:avLst>
                <a:gd name="adj1" fmla="val 50000"/>
                <a:gd name="adj2" fmla="val 33272"/>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76868" name="Text Box 8">
              <a:extLst>
                <a:ext uri="{FF2B5EF4-FFF2-40B4-BE49-F238E27FC236}">
                  <a16:creationId xmlns:a16="http://schemas.microsoft.com/office/drawing/2014/main" id="{D6129A03-9FA9-A531-0CFD-705E3719C4E1}"/>
                </a:ext>
              </a:extLst>
            </p:cNvPr>
            <p:cNvSpPr txBox="1">
              <a:spLocks noChangeArrowheads="1"/>
            </p:cNvSpPr>
            <p:nvPr/>
          </p:nvSpPr>
          <p:spPr bwMode="auto">
            <a:xfrm>
              <a:off x="5949950" y="2492375"/>
              <a:ext cx="728663" cy="1098550"/>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dirty="0">
                  <a:solidFill>
                    <a:schemeClr val="bg2"/>
                  </a:solidFill>
                </a:rPr>
                <a:t>S     </a:t>
              </a:r>
            </a:p>
            <a:p>
              <a:r>
                <a:rPr lang="en-US" altLang="en-US" sz="2000" dirty="0">
                  <a:solidFill>
                    <a:schemeClr val="bg2"/>
                  </a:solidFill>
                </a:rPr>
                <a:t>C</a:t>
              </a:r>
            </a:p>
            <a:p>
              <a:r>
                <a:rPr lang="en-US" altLang="en-US" sz="2000" dirty="0">
                  <a:solidFill>
                    <a:schemeClr val="bg2"/>
                  </a:solidFill>
                </a:rPr>
                <a:t>R</a:t>
              </a:r>
            </a:p>
          </p:txBody>
        </p:sp>
        <p:sp>
          <p:nvSpPr>
            <p:cNvPr id="76869" name="Line 9">
              <a:extLst>
                <a:ext uri="{FF2B5EF4-FFF2-40B4-BE49-F238E27FC236}">
                  <a16:creationId xmlns:a16="http://schemas.microsoft.com/office/drawing/2014/main" id="{76998771-2B7C-5131-8DEF-56AFE70F4144}"/>
                </a:ext>
              </a:extLst>
            </p:cNvPr>
            <p:cNvSpPr>
              <a:spLocks noChangeShapeType="1"/>
            </p:cNvSpPr>
            <p:nvPr/>
          </p:nvSpPr>
          <p:spPr bwMode="auto">
            <a:xfrm>
              <a:off x="5576888" y="2708275"/>
              <a:ext cx="3619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0" name="Line 10">
              <a:extLst>
                <a:ext uri="{FF2B5EF4-FFF2-40B4-BE49-F238E27FC236}">
                  <a16:creationId xmlns:a16="http://schemas.microsoft.com/office/drawing/2014/main" id="{44BAB177-F295-8CAF-5EB1-809AFB1A2FF4}"/>
                </a:ext>
              </a:extLst>
            </p:cNvPr>
            <p:cNvSpPr>
              <a:spLocks noChangeShapeType="1"/>
            </p:cNvSpPr>
            <p:nvPr/>
          </p:nvSpPr>
          <p:spPr bwMode="auto">
            <a:xfrm>
              <a:off x="5565775" y="3375025"/>
              <a:ext cx="3651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1" name="Line 11">
              <a:extLst>
                <a:ext uri="{FF2B5EF4-FFF2-40B4-BE49-F238E27FC236}">
                  <a16:creationId xmlns:a16="http://schemas.microsoft.com/office/drawing/2014/main" id="{8738D913-A812-EBA5-CD15-8744690C194F}"/>
                </a:ext>
              </a:extLst>
            </p:cNvPr>
            <p:cNvSpPr>
              <a:spLocks noChangeShapeType="1"/>
            </p:cNvSpPr>
            <p:nvPr/>
          </p:nvSpPr>
          <p:spPr bwMode="auto">
            <a:xfrm flipH="1">
              <a:off x="4564063" y="2781300"/>
              <a:ext cx="644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2" name="Line 12">
              <a:extLst>
                <a:ext uri="{FF2B5EF4-FFF2-40B4-BE49-F238E27FC236}">
                  <a16:creationId xmlns:a16="http://schemas.microsoft.com/office/drawing/2014/main" id="{1CB94D73-871F-E785-0C62-0DD7E635319F}"/>
                </a:ext>
              </a:extLst>
            </p:cNvPr>
            <p:cNvSpPr>
              <a:spLocks noChangeShapeType="1"/>
            </p:cNvSpPr>
            <p:nvPr/>
          </p:nvSpPr>
          <p:spPr bwMode="auto">
            <a:xfrm flipH="1">
              <a:off x="4554538" y="3270250"/>
              <a:ext cx="6381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3" name="Line 15">
              <a:extLst>
                <a:ext uri="{FF2B5EF4-FFF2-40B4-BE49-F238E27FC236}">
                  <a16:creationId xmlns:a16="http://schemas.microsoft.com/office/drawing/2014/main" id="{C92A71A2-6837-522B-8E40-B8633E0537D4}"/>
                </a:ext>
              </a:extLst>
            </p:cNvPr>
            <p:cNvSpPr>
              <a:spLocks noChangeShapeType="1"/>
            </p:cNvSpPr>
            <p:nvPr/>
          </p:nvSpPr>
          <p:spPr bwMode="auto">
            <a:xfrm>
              <a:off x="5013325" y="2298700"/>
              <a:ext cx="0" cy="2762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4" name="Line 16">
              <a:extLst>
                <a:ext uri="{FF2B5EF4-FFF2-40B4-BE49-F238E27FC236}">
                  <a16:creationId xmlns:a16="http://schemas.microsoft.com/office/drawing/2014/main" id="{7D8A3C8E-1507-EFCF-3DC8-D039CA0DAC93}"/>
                </a:ext>
              </a:extLst>
            </p:cNvPr>
            <p:cNvSpPr>
              <a:spLocks noChangeShapeType="1"/>
            </p:cNvSpPr>
            <p:nvPr/>
          </p:nvSpPr>
          <p:spPr bwMode="auto">
            <a:xfrm>
              <a:off x="5013325" y="2578100"/>
              <a:ext cx="1952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5" name="Line 17">
              <a:extLst>
                <a:ext uri="{FF2B5EF4-FFF2-40B4-BE49-F238E27FC236}">
                  <a16:creationId xmlns:a16="http://schemas.microsoft.com/office/drawing/2014/main" id="{762A5BF0-870E-1572-2E89-54B39C9ADD5A}"/>
                </a:ext>
              </a:extLst>
            </p:cNvPr>
            <p:cNvSpPr>
              <a:spLocks noChangeShapeType="1"/>
            </p:cNvSpPr>
            <p:nvPr/>
          </p:nvSpPr>
          <p:spPr bwMode="auto">
            <a:xfrm flipV="1">
              <a:off x="5013325" y="3467100"/>
              <a:ext cx="0" cy="3270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6" name="Line 18">
              <a:extLst>
                <a:ext uri="{FF2B5EF4-FFF2-40B4-BE49-F238E27FC236}">
                  <a16:creationId xmlns:a16="http://schemas.microsoft.com/office/drawing/2014/main" id="{94833E29-AB47-514C-9167-EDD0434E80C7}"/>
                </a:ext>
              </a:extLst>
            </p:cNvPr>
            <p:cNvSpPr>
              <a:spLocks noChangeShapeType="1"/>
            </p:cNvSpPr>
            <p:nvPr/>
          </p:nvSpPr>
          <p:spPr bwMode="auto">
            <a:xfrm>
              <a:off x="5013325" y="3479800"/>
              <a:ext cx="1952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7" name="Line 19">
              <a:extLst>
                <a:ext uri="{FF2B5EF4-FFF2-40B4-BE49-F238E27FC236}">
                  <a16:creationId xmlns:a16="http://schemas.microsoft.com/office/drawing/2014/main" id="{CDC798C8-90F1-1E2D-BD84-F8A0A882B261}"/>
                </a:ext>
              </a:extLst>
            </p:cNvPr>
            <p:cNvSpPr>
              <a:spLocks noChangeShapeType="1"/>
            </p:cNvSpPr>
            <p:nvPr/>
          </p:nvSpPr>
          <p:spPr bwMode="auto">
            <a:xfrm>
              <a:off x="6678613" y="2708275"/>
              <a:ext cx="4143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8" name="Line 20">
              <a:extLst>
                <a:ext uri="{FF2B5EF4-FFF2-40B4-BE49-F238E27FC236}">
                  <a16:creationId xmlns:a16="http://schemas.microsoft.com/office/drawing/2014/main" id="{417EAD53-5205-569F-A109-CFE971ED5810}"/>
                </a:ext>
              </a:extLst>
            </p:cNvPr>
            <p:cNvSpPr>
              <a:spLocks noChangeShapeType="1"/>
            </p:cNvSpPr>
            <p:nvPr/>
          </p:nvSpPr>
          <p:spPr bwMode="auto">
            <a:xfrm>
              <a:off x="6751638" y="3349625"/>
              <a:ext cx="3381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79" name="Text Box 21">
              <a:extLst>
                <a:ext uri="{FF2B5EF4-FFF2-40B4-BE49-F238E27FC236}">
                  <a16:creationId xmlns:a16="http://schemas.microsoft.com/office/drawing/2014/main" id="{9B4F6CAC-5623-41F3-90B5-6E59135A6DF4}"/>
                </a:ext>
              </a:extLst>
            </p:cNvPr>
            <p:cNvSpPr txBox="1">
              <a:spLocks noChangeArrowheads="1"/>
            </p:cNvSpPr>
            <p:nvPr/>
          </p:nvSpPr>
          <p:spPr bwMode="auto">
            <a:xfrm>
              <a:off x="7092950" y="2503488"/>
              <a:ext cx="730250" cy="1100137"/>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2000" dirty="0">
                  <a:solidFill>
                    <a:schemeClr val="bg2"/>
                  </a:solidFill>
                </a:rPr>
                <a:t>S     </a:t>
              </a:r>
            </a:p>
            <a:p>
              <a:r>
                <a:rPr lang="en-US" altLang="en-US" sz="2000" dirty="0">
                  <a:solidFill>
                    <a:schemeClr val="bg2"/>
                  </a:solidFill>
                </a:rPr>
                <a:t>C</a:t>
              </a:r>
            </a:p>
            <a:p>
              <a:r>
                <a:rPr lang="en-US" altLang="en-US" sz="2000" dirty="0">
                  <a:solidFill>
                    <a:schemeClr val="bg2"/>
                  </a:solidFill>
                </a:rPr>
                <a:t>R</a:t>
              </a:r>
            </a:p>
          </p:txBody>
        </p:sp>
        <p:sp>
          <p:nvSpPr>
            <p:cNvPr id="76880" name="Line 22">
              <a:extLst>
                <a:ext uri="{FF2B5EF4-FFF2-40B4-BE49-F238E27FC236}">
                  <a16:creationId xmlns:a16="http://schemas.microsoft.com/office/drawing/2014/main" id="{BA4CC9C6-3538-3C09-1F0A-E27F96642D01}"/>
                </a:ext>
              </a:extLst>
            </p:cNvPr>
            <p:cNvSpPr>
              <a:spLocks noChangeShapeType="1"/>
            </p:cNvSpPr>
            <p:nvPr/>
          </p:nvSpPr>
          <p:spPr bwMode="auto">
            <a:xfrm flipV="1">
              <a:off x="8134350" y="2284413"/>
              <a:ext cx="0" cy="107950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76881" name="Line 23">
              <a:extLst>
                <a:ext uri="{FF2B5EF4-FFF2-40B4-BE49-F238E27FC236}">
                  <a16:creationId xmlns:a16="http://schemas.microsoft.com/office/drawing/2014/main" id="{87F953F1-D4BB-1FB6-F66A-EC4DD428C651}"/>
                </a:ext>
              </a:extLst>
            </p:cNvPr>
            <p:cNvSpPr>
              <a:spLocks noChangeShapeType="1"/>
            </p:cNvSpPr>
            <p:nvPr/>
          </p:nvSpPr>
          <p:spPr bwMode="auto">
            <a:xfrm>
              <a:off x="8351838" y="2708275"/>
              <a:ext cx="0" cy="1093788"/>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76882" name="Line 24">
              <a:extLst>
                <a:ext uri="{FF2B5EF4-FFF2-40B4-BE49-F238E27FC236}">
                  <a16:creationId xmlns:a16="http://schemas.microsoft.com/office/drawing/2014/main" id="{179A81CF-465B-33AF-C104-BDD59D47D2F1}"/>
                </a:ext>
              </a:extLst>
            </p:cNvPr>
            <p:cNvSpPr>
              <a:spLocks noChangeShapeType="1"/>
            </p:cNvSpPr>
            <p:nvPr/>
          </p:nvSpPr>
          <p:spPr bwMode="auto">
            <a:xfrm>
              <a:off x="7823200" y="2708275"/>
              <a:ext cx="7270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83" name="Line 25">
              <a:extLst>
                <a:ext uri="{FF2B5EF4-FFF2-40B4-BE49-F238E27FC236}">
                  <a16:creationId xmlns:a16="http://schemas.microsoft.com/office/drawing/2014/main" id="{CA7F78C8-5571-D34F-8A1F-8EE81F11D2E9}"/>
                </a:ext>
              </a:extLst>
            </p:cNvPr>
            <p:cNvSpPr>
              <a:spLocks noChangeShapeType="1"/>
            </p:cNvSpPr>
            <p:nvPr/>
          </p:nvSpPr>
          <p:spPr bwMode="auto">
            <a:xfrm>
              <a:off x="7880350" y="3362325"/>
              <a:ext cx="7016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84" name="Line 26">
              <a:extLst>
                <a:ext uri="{FF2B5EF4-FFF2-40B4-BE49-F238E27FC236}">
                  <a16:creationId xmlns:a16="http://schemas.microsoft.com/office/drawing/2014/main" id="{24A21F75-EC89-4A50-4E76-38DABCA19D42}"/>
                </a:ext>
              </a:extLst>
            </p:cNvPr>
            <p:cNvSpPr>
              <a:spLocks noChangeShapeType="1"/>
            </p:cNvSpPr>
            <p:nvPr/>
          </p:nvSpPr>
          <p:spPr bwMode="auto">
            <a:xfrm flipH="1">
              <a:off x="5013325" y="2293938"/>
              <a:ext cx="312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85" name="Line 27">
              <a:extLst>
                <a:ext uri="{FF2B5EF4-FFF2-40B4-BE49-F238E27FC236}">
                  <a16:creationId xmlns:a16="http://schemas.microsoft.com/office/drawing/2014/main" id="{7EAE8CD4-7B33-4CE4-80F6-BD75417703F9}"/>
                </a:ext>
              </a:extLst>
            </p:cNvPr>
            <p:cNvSpPr>
              <a:spLocks noChangeShapeType="1"/>
            </p:cNvSpPr>
            <p:nvPr/>
          </p:nvSpPr>
          <p:spPr bwMode="auto">
            <a:xfrm flipH="1">
              <a:off x="5003800" y="3792538"/>
              <a:ext cx="33528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86" name="Oval 28">
              <a:extLst>
                <a:ext uri="{FF2B5EF4-FFF2-40B4-BE49-F238E27FC236}">
                  <a16:creationId xmlns:a16="http://schemas.microsoft.com/office/drawing/2014/main" id="{8D7353E2-A71A-FC4B-64EE-9B376CBAC748}"/>
                </a:ext>
              </a:extLst>
            </p:cNvPr>
            <p:cNvSpPr>
              <a:spLocks noChangeArrowheads="1"/>
            </p:cNvSpPr>
            <p:nvPr/>
          </p:nvSpPr>
          <p:spPr bwMode="auto">
            <a:xfrm>
              <a:off x="6661148" y="3290888"/>
              <a:ext cx="129929" cy="122237"/>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76887" name="Oval 29">
              <a:extLst>
                <a:ext uri="{FF2B5EF4-FFF2-40B4-BE49-F238E27FC236}">
                  <a16:creationId xmlns:a16="http://schemas.microsoft.com/office/drawing/2014/main" id="{1C2384A2-A12C-DE1F-D566-060C288DC66E}"/>
                </a:ext>
              </a:extLst>
            </p:cNvPr>
            <p:cNvSpPr>
              <a:spLocks noChangeArrowheads="1"/>
            </p:cNvSpPr>
            <p:nvPr/>
          </p:nvSpPr>
          <p:spPr bwMode="auto">
            <a:xfrm>
              <a:off x="7812087" y="3297238"/>
              <a:ext cx="129929" cy="122237"/>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76888" name="Line 30">
              <a:extLst>
                <a:ext uri="{FF2B5EF4-FFF2-40B4-BE49-F238E27FC236}">
                  <a16:creationId xmlns:a16="http://schemas.microsoft.com/office/drawing/2014/main" id="{FCFB4ABA-D8BA-1E7B-D75F-B322EABE2AC2}"/>
                </a:ext>
              </a:extLst>
            </p:cNvPr>
            <p:cNvSpPr>
              <a:spLocks noChangeShapeType="1"/>
            </p:cNvSpPr>
            <p:nvPr/>
          </p:nvSpPr>
          <p:spPr bwMode="auto">
            <a:xfrm flipH="1">
              <a:off x="6886575" y="2989263"/>
              <a:ext cx="2063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89" name="Line 31">
              <a:extLst>
                <a:ext uri="{FF2B5EF4-FFF2-40B4-BE49-F238E27FC236}">
                  <a16:creationId xmlns:a16="http://schemas.microsoft.com/office/drawing/2014/main" id="{466B52DC-B1E2-C4DE-8D3E-41ABFB752F8D}"/>
                </a:ext>
              </a:extLst>
            </p:cNvPr>
            <p:cNvSpPr>
              <a:spLocks noChangeShapeType="1"/>
            </p:cNvSpPr>
            <p:nvPr/>
          </p:nvSpPr>
          <p:spPr bwMode="auto">
            <a:xfrm>
              <a:off x="6886575" y="2986088"/>
              <a:ext cx="1588" cy="12779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90" name="Line 32">
              <a:extLst>
                <a:ext uri="{FF2B5EF4-FFF2-40B4-BE49-F238E27FC236}">
                  <a16:creationId xmlns:a16="http://schemas.microsoft.com/office/drawing/2014/main" id="{DDBB6E03-FA0F-7851-3373-6EE136488A1A}"/>
                </a:ext>
              </a:extLst>
            </p:cNvPr>
            <p:cNvSpPr>
              <a:spLocks noChangeShapeType="1"/>
            </p:cNvSpPr>
            <p:nvPr/>
          </p:nvSpPr>
          <p:spPr bwMode="auto">
            <a:xfrm flipH="1">
              <a:off x="6335713" y="4276725"/>
              <a:ext cx="5588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91" name="Line 33">
              <a:extLst>
                <a:ext uri="{FF2B5EF4-FFF2-40B4-BE49-F238E27FC236}">
                  <a16:creationId xmlns:a16="http://schemas.microsoft.com/office/drawing/2014/main" id="{0A01D2D7-4A99-9441-BA47-F7023FC7060D}"/>
                </a:ext>
              </a:extLst>
            </p:cNvPr>
            <p:cNvSpPr>
              <a:spLocks noChangeShapeType="1"/>
            </p:cNvSpPr>
            <p:nvPr/>
          </p:nvSpPr>
          <p:spPr bwMode="auto">
            <a:xfrm flipH="1">
              <a:off x="4921250" y="4276725"/>
              <a:ext cx="1028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92" name="Line 34">
              <a:extLst>
                <a:ext uri="{FF2B5EF4-FFF2-40B4-BE49-F238E27FC236}">
                  <a16:creationId xmlns:a16="http://schemas.microsoft.com/office/drawing/2014/main" id="{AFEE4020-18AE-3611-BDC2-8E5902347ADA}"/>
                </a:ext>
              </a:extLst>
            </p:cNvPr>
            <p:cNvSpPr>
              <a:spLocks noChangeShapeType="1"/>
            </p:cNvSpPr>
            <p:nvPr/>
          </p:nvSpPr>
          <p:spPr bwMode="auto">
            <a:xfrm flipH="1">
              <a:off x="5741988" y="3011488"/>
              <a:ext cx="2079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893" name="Line 35">
              <a:extLst>
                <a:ext uri="{FF2B5EF4-FFF2-40B4-BE49-F238E27FC236}">
                  <a16:creationId xmlns:a16="http://schemas.microsoft.com/office/drawing/2014/main" id="{1515EDA9-AB60-19D7-E2BE-584FF6A82B77}"/>
                </a:ext>
              </a:extLst>
            </p:cNvPr>
            <p:cNvSpPr>
              <a:spLocks noChangeShapeType="1"/>
            </p:cNvSpPr>
            <p:nvPr/>
          </p:nvSpPr>
          <p:spPr bwMode="auto">
            <a:xfrm>
              <a:off x="5741988" y="3006725"/>
              <a:ext cx="0" cy="126682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nvGrpSpPr>
            <p:cNvPr id="76894" name="Group 36">
              <a:extLst>
                <a:ext uri="{FF2B5EF4-FFF2-40B4-BE49-F238E27FC236}">
                  <a16:creationId xmlns:a16="http://schemas.microsoft.com/office/drawing/2014/main" id="{02B0B699-1F13-72FD-5F45-BC913408B788}"/>
                </a:ext>
              </a:extLst>
            </p:cNvPr>
            <p:cNvGrpSpPr>
              <a:grpSpLocks/>
            </p:cNvGrpSpPr>
            <p:nvPr/>
          </p:nvGrpSpPr>
          <p:grpSpPr bwMode="auto">
            <a:xfrm>
              <a:off x="5937207" y="4091080"/>
              <a:ext cx="430999" cy="366187"/>
              <a:chOff x="881" y="2472"/>
              <a:chExt cx="391" cy="249"/>
            </a:xfrm>
          </p:grpSpPr>
          <p:sp>
            <p:nvSpPr>
              <p:cNvPr id="76902" name="AutoShape 37">
                <a:extLst>
                  <a:ext uri="{FF2B5EF4-FFF2-40B4-BE49-F238E27FC236}">
                    <a16:creationId xmlns:a16="http://schemas.microsoft.com/office/drawing/2014/main" id="{E73800CD-6CDE-4505-BEB3-C433F5F25FB0}"/>
                  </a:ext>
                </a:extLst>
              </p:cNvPr>
              <p:cNvSpPr>
                <a:spLocks noChangeArrowheads="1"/>
              </p:cNvSpPr>
              <p:nvPr/>
            </p:nvSpPr>
            <p:spPr bwMode="auto">
              <a:xfrm rot="5400000">
                <a:off x="892" y="2461"/>
                <a:ext cx="249" cy="272"/>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76903" name="Oval 38">
                <a:extLst>
                  <a:ext uri="{FF2B5EF4-FFF2-40B4-BE49-F238E27FC236}">
                    <a16:creationId xmlns:a16="http://schemas.microsoft.com/office/drawing/2014/main" id="{852D1E6A-5F4A-FCB2-E7D8-C6ECED2DE594}"/>
                  </a:ext>
                </a:extLst>
              </p:cNvPr>
              <p:cNvSpPr>
                <a:spLocks noChangeArrowheads="1"/>
              </p:cNvSpPr>
              <p:nvPr/>
            </p:nvSpPr>
            <p:spPr bwMode="auto">
              <a:xfrm>
                <a:off x="1154" y="2558"/>
                <a:ext cx="118" cy="77"/>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sp>
          <p:nvSpPr>
            <p:cNvPr id="76895" name="Text Box 50">
              <a:extLst>
                <a:ext uri="{FF2B5EF4-FFF2-40B4-BE49-F238E27FC236}">
                  <a16:creationId xmlns:a16="http://schemas.microsoft.com/office/drawing/2014/main" id="{D3089057-DDCC-C062-78FD-02CB3E0F6758}"/>
                </a:ext>
              </a:extLst>
            </p:cNvPr>
            <p:cNvSpPr txBox="1">
              <a:spLocks noChangeArrowheads="1"/>
            </p:cNvSpPr>
            <p:nvPr/>
          </p:nvSpPr>
          <p:spPr bwMode="auto">
            <a:xfrm>
              <a:off x="4115815" y="4037013"/>
              <a:ext cx="927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76896" name="Text Box 50">
              <a:extLst>
                <a:ext uri="{FF2B5EF4-FFF2-40B4-BE49-F238E27FC236}">
                  <a16:creationId xmlns:a16="http://schemas.microsoft.com/office/drawing/2014/main" id="{FED941AD-764C-73D8-81C5-A52F917DF7B6}"/>
                </a:ext>
              </a:extLst>
            </p:cNvPr>
            <p:cNvSpPr txBox="1">
              <a:spLocks noChangeArrowheads="1"/>
            </p:cNvSpPr>
            <p:nvPr/>
          </p:nvSpPr>
          <p:spPr bwMode="auto">
            <a:xfrm>
              <a:off x="4265613" y="2571750"/>
              <a:ext cx="471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J</a:t>
              </a:r>
              <a:endParaRPr lang="ru-RU" altLang="en-US" sz="2000"/>
            </a:p>
          </p:txBody>
        </p:sp>
        <p:sp>
          <p:nvSpPr>
            <p:cNvPr id="76897" name="Text Box 50">
              <a:extLst>
                <a:ext uri="{FF2B5EF4-FFF2-40B4-BE49-F238E27FC236}">
                  <a16:creationId xmlns:a16="http://schemas.microsoft.com/office/drawing/2014/main" id="{C46FA369-3359-4282-5452-4440A6096428}"/>
                </a:ext>
              </a:extLst>
            </p:cNvPr>
            <p:cNvSpPr txBox="1">
              <a:spLocks noChangeArrowheads="1"/>
            </p:cNvSpPr>
            <p:nvPr/>
          </p:nvSpPr>
          <p:spPr bwMode="auto">
            <a:xfrm>
              <a:off x="4264025" y="3049588"/>
              <a:ext cx="471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K</a:t>
              </a:r>
              <a:endParaRPr lang="ru-RU" altLang="en-US" sz="2000"/>
            </a:p>
          </p:txBody>
        </p:sp>
        <p:sp>
          <p:nvSpPr>
            <p:cNvPr id="76898" name="Text Box 50">
              <a:extLst>
                <a:ext uri="{FF2B5EF4-FFF2-40B4-BE49-F238E27FC236}">
                  <a16:creationId xmlns:a16="http://schemas.microsoft.com/office/drawing/2014/main" id="{F76D8D7C-EADB-EED6-80AF-44B7E2162636}"/>
                </a:ext>
              </a:extLst>
            </p:cNvPr>
            <p:cNvSpPr txBox="1">
              <a:spLocks noChangeArrowheads="1"/>
            </p:cNvSpPr>
            <p:nvPr/>
          </p:nvSpPr>
          <p:spPr bwMode="auto">
            <a:xfrm>
              <a:off x="8399463" y="2349500"/>
              <a:ext cx="471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76899" name="Text Box 50">
              <a:extLst>
                <a:ext uri="{FF2B5EF4-FFF2-40B4-BE49-F238E27FC236}">
                  <a16:creationId xmlns:a16="http://schemas.microsoft.com/office/drawing/2014/main" id="{2A90A594-EE67-6DBD-2F85-4B966343DF0B}"/>
                </a:ext>
              </a:extLst>
            </p:cNvPr>
            <p:cNvSpPr txBox="1">
              <a:spLocks noChangeArrowheads="1"/>
            </p:cNvSpPr>
            <p:nvPr/>
          </p:nvSpPr>
          <p:spPr bwMode="auto">
            <a:xfrm>
              <a:off x="8393113" y="3051175"/>
              <a:ext cx="4714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76900" name="AutoShape 116">
              <a:extLst>
                <a:ext uri="{FF2B5EF4-FFF2-40B4-BE49-F238E27FC236}">
                  <a16:creationId xmlns:a16="http://schemas.microsoft.com/office/drawing/2014/main" id="{BA48E554-AB5D-2776-E5B0-333E6FF09DAA}"/>
                </a:ext>
              </a:extLst>
            </p:cNvPr>
            <p:cNvSpPr>
              <a:spLocks noChangeArrowheads="1"/>
            </p:cNvSpPr>
            <p:nvPr/>
          </p:nvSpPr>
          <p:spPr bwMode="auto">
            <a:xfrm>
              <a:off x="5213350" y="3194625"/>
              <a:ext cx="355601" cy="365760"/>
            </a:xfrm>
            <a:prstGeom prst="flowChartDelay">
              <a:avLst/>
            </a:prstGeom>
            <a:solidFill>
              <a:schemeClr val="accent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76901" name="AutoShape 117">
              <a:extLst>
                <a:ext uri="{FF2B5EF4-FFF2-40B4-BE49-F238E27FC236}">
                  <a16:creationId xmlns:a16="http://schemas.microsoft.com/office/drawing/2014/main" id="{B268C19A-F5D7-209B-46AC-895F51B6A674}"/>
                </a:ext>
              </a:extLst>
            </p:cNvPr>
            <p:cNvSpPr>
              <a:spLocks noChangeArrowheads="1"/>
            </p:cNvSpPr>
            <p:nvPr/>
          </p:nvSpPr>
          <p:spPr bwMode="auto">
            <a:xfrm>
              <a:off x="5211763" y="2504125"/>
              <a:ext cx="355601" cy="365760"/>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graphicFrame>
        <p:nvGraphicFramePr>
          <p:cNvPr id="44138" name="Group 106">
            <a:extLst>
              <a:ext uri="{FF2B5EF4-FFF2-40B4-BE49-F238E27FC236}">
                <a16:creationId xmlns:a16="http://schemas.microsoft.com/office/drawing/2014/main" id="{B63AB599-2662-43FD-9FB6-4C42E92DB319}"/>
              </a:ext>
            </a:extLst>
          </p:cNvPr>
          <p:cNvGraphicFramePr>
            <a:graphicFrameLocks noGrp="1"/>
          </p:cNvGraphicFramePr>
          <p:nvPr>
            <p:extLst>
              <p:ext uri="{D42A27DB-BD31-4B8C-83A1-F6EECF244321}">
                <p14:modId xmlns:p14="http://schemas.microsoft.com/office/powerpoint/2010/main" val="3459410417"/>
              </p:ext>
            </p:extLst>
          </p:nvPr>
        </p:nvGraphicFramePr>
        <p:xfrm>
          <a:off x="1966914" y="1693864"/>
          <a:ext cx="3443287" cy="3565854"/>
        </p:xfrm>
        <a:graphic>
          <a:graphicData uri="http://schemas.openxmlformats.org/drawingml/2006/table">
            <a:tbl>
              <a:tblPr/>
              <a:tblGrid>
                <a:gridCol w="688975">
                  <a:extLst>
                    <a:ext uri="{9D8B030D-6E8A-4147-A177-3AD203B41FA5}">
                      <a16:colId xmlns:a16="http://schemas.microsoft.com/office/drawing/2014/main" val="20000"/>
                    </a:ext>
                  </a:extLst>
                </a:gridCol>
                <a:gridCol w="688975">
                  <a:extLst>
                    <a:ext uri="{9D8B030D-6E8A-4147-A177-3AD203B41FA5}">
                      <a16:colId xmlns:a16="http://schemas.microsoft.com/office/drawing/2014/main" val="20001"/>
                    </a:ext>
                  </a:extLst>
                </a:gridCol>
                <a:gridCol w="687387">
                  <a:extLst>
                    <a:ext uri="{9D8B030D-6E8A-4147-A177-3AD203B41FA5}">
                      <a16:colId xmlns:a16="http://schemas.microsoft.com/office/drawing/2014/main" val="20002"/>
                    </a:ext>
                  </a:extLst>
                </a:gridCol>
                <a:gridCol w="688975">
                  <a:extLst>
                    <a:ext uri="{9D8B030D-6E8A-4147-A177-3AD203B41FA5}">
                      <a16:colId xmlns:a16="http://schemas.microsoft.com/office/drawing/2014/main" val="20003"/>
                    </a:ext>
                  </a:extLst>
                </a:gridCol>
                <a:gridCol w="688975">
                  <a:extLst>
                    <a:ext uri="{9D8B030D-6E8A-4147-A177-3AD203B41FA5}">
                      <a16:colId xmlns:a16="http://schemas.microsoft.com/office/drawing/2014/main" val="20004"/>
                    </a:ext>
                  </a:extLst>
                </a:gridCol>
              </a:tblGrid>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J</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K</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Q</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Q*</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R  S</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  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  -</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  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1  0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0  1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  -</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0  1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96169">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1  0</a:t>
                      </a:r>
                    </a:p>
                  </a:txBody>
                  <a:tcPr marT="45703" marB="4570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
        <p:nvSpPr>
          <p:cNvPr id="8" name="Title 7">
            <a:extLst>
              <a:ext uri="{FF2B5EF4-FFF2-40B4-BE49-F238E27FC236}">
                <a16:creationId xmlns:a16="http://schemas.microsoft.com/office/drawing/2014/main" id="{B3ABB209-2199-7716-6280-2CA00A68AC87}"/>
              </a:ext>
            </a:extLst>
          </p:cNvPr>
          <p:cNvSpPr>
            <a:spLocks noGrp="1"/>
          </p:cNvSpPr>
          <p:nvPr>
            <p:ph type="title"/>
          </p:nvPr>
        </p:nvSpPr>
        <p:spPr/>
        <p:txBody>
          <a:bodyPr>
            <a:normAutofit/>
          </a:bodyPr>
          <a:lstStyle/>
          <a:p>
            <a:r>
              <a:rPr lang="en-US" dirty="0"/>
              <a:t>Master/Slave JK Flip-Flop </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75D15D2-33A9-2365-A322-037EAD0F2552}"/>
              </a:ext>
            </a:extLst>
          </p:cNvPr>
          <p:cNvSpPr>
            <a:spLocks noGrp="1"/>
          </p:cNvSpPr>
          <p:nvPr>
            <p:ph type="body" sz="quarter" idx="10"/>
          </p:nvPr>
        </p:nvSpPr>
        <p:spPr/>
        <p:txBody>
          <a:bodyPr/>
          <a:lstStyle/>
          <a:p>
            <a:r>
              <a:rPr lang="en-US" dirty="0"/>
              <a:t>Design JK flip-flop based on edge-triggered D flip-flop.</a:t>
            </a:r>
          </a:p>
          <a:p>
            <a:r>
              <a:rPr lang="en-US" dirty="0"/>
              <a:t>Define the excitation function of base D flip-flop by the table. </a:t>
            </a:r>
          </a:p>
          <a:p>
            <a:endParaRPr lang="en-US" dirty="0"/>
          </a:p>
        </p:txBody>
      </p:sp>
      <p:sp>
        <p:nvSpPr>
          <p:cNvPr id="78850" name="Text Box 195">
            <a:extLst>
              <a:ext uri="{FF2B5EF4-FFF2-40B4-BE49-F238E27FC236}">
                <a16:creationId xmlns:a16="http://schemas.microsoft.com/office/drawing/2014/main" id="{16ADE272-1A31-7A13-D7C7-93D4DFFB2D8E}"/>
              </a:ext>
            </a:extLst>
          </p:cNvPr>
          <p:cNvSpPr txBox="1">
            <a:spLocks noChangeArrowheads="1"/>
          </p:cNvSpPr>
          <p:nvPr/>
        </p:nvSpPr>
        <p:spPr bwMode="auto">
          <a:xfrm>
            <a:off x="6027739" y="3182939"/>
            <a:ext cx="41306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cs typeface="Times New Roman" panose="02020603050405020304" pitchFamily="18" charset="0"/>
              </a:rPr>
              <a:t>D</a:t>
            </a:r>
            <a:r>
              <a:rPr lang="en-US" altLang="en-US" sz="2000" baseline="-30000">
                <a:cs typeface="Times New Roman" panose="02020603050405020304" pitchFamily="18" charset="0"/>
              </a:rPr>
              <a:t>t</a:t>
            </a:r>
            <a:r>
              <a:rPr lang="en-US" altLang="en-US" sz="2000">
                <a:cs typeface="Times New Roman" panose="02020603050405020304" pitchFamily="18" charset="0"/>
              </a:rPr>
              <a:t> = Q</a:t>
            </a:r>
            <a:r>
              <a:rPr lang="en-US" altLang="en-US" sz="2000" baseline="-30000">
                <a:cs typeface="Times New Roman" panose="02020603050405020304" pitchFamily="18" charset="0"/>
              </a:rPr>
              <a:t>t+1 </a:t>
            </a:r>
            <a:r>
              <a:rPr lang="en-US" altLang="en-US" sz="2000">
                <a:cs typeface="Times New Roman" panose="02020603050405020304" pitchFamily="18" charset="0"/>
              </a:rPr>
              <a:t>= J</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Q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K</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Q</a:t>
            </a:r>
          </a:p>
          <a:p>
            <a:pPr eaLnBrk="1" hangingPunct="1"/>
            <a:endParaRPr lang="en-US" altLang="en-US" sz="2000"/>
          </a:p>
        </p:txBody>
      </p:sp>
      <p:grpSp>
        <p:nvGrpSpPr>
          <p:cNvPr id="78852" name="Group 34">
            <a:extLst>
              <a:ext uri="{FF2B5EF4-FFF2-40B4-BE49-F238E27FC236}">
                <a16:creationId xmlns:a16="http://schemas.microsoft.com/office/drawing/2014/main" id="{A0ECDA49-5D07-9239-CCE7-4190014ACCF4}"/>
              </a:ext>
            </a:extLst>
          </p:cNvPr>
          <p:cNvGrpSpPr>
            <a:grpSpLocks/>
          </p:cNvGrpSpPr>
          <p:nvPr/>
        </p:nvGrpSpPr>
        <p:grpSpPr bwMode="auto">
          <a:xfrm>
            <a:off x="6176964" y="3795714"/>
            <a:ext cx="3724275" cy="1755775"/>
            <a:chOff x="4949825" y="3795713"/>
            <a:chExt cx="3724275" cy="1755775"/>
          </a:xfrm>
        </p:grpSpPr>
        <p:sp>
          <p:nvSpPr>
            <p:cNvPr id="44038" name="Freeform 199">
              <a:extLst>
                <a:ext uri="{FF2B5EF4-FFF2-40B4-BE49-F238E27FC236}">
                  <a16:creationId xmlns:a16="http://schemas.microsoft.com/office/drawing/2014/main" id="{EBCD8055-5DF2-4939-AC32-2FCC2909C3E0}"/>
                </a:ext>
              </a:extLst>
            </p:cNvPr>
            <p:cNvSpPr>
              <a:spLocks/>
            </p:cNvSpPr>
            <p:nvPr/>
          </p:nvSpPr>
          <p:spPr bwMode="auto">
            <a:xfrm>
              <a:off x="6249987" y="3990975"/>
              <a:ext cx="444500" cy="828675"/>
            </a:xfrm>
            <a:custGeom>
              <a:avLst/>
              <a:gdLst>
                <a:gd name="T0" fmla="*/ 0 w 280"/>
                <a:gd name="T1" fmla="*/ 2147483647 h 522"/>
                <a:gd name="T2" fmla="*/ 2147483647 w 280"/>
                <a:gd name="T3" fmla="*/ 2147483647 h 522"/>
                <a:gd name="T4" fmla="*/ 2147483647 w 280"/>
                <a:gd name="T5" fmla="*/ 2147483647 h 522"/>
                <a:gd name="T6" fmla="*/ 0 w 280"/>
                <a:gd name="T7" fmla="*/ 0 h 522"/>
                <a:gd name="T8" fmla="*/ 0 w 280"/>
                <a:gd name="T9" fmla="*/ 2147483647 h 522"/>
                <a:gd name="T10" fmla="*/ 0 60000 65536"/>
                <a:gd name="T11" fmla="*/ 0 60000 65536"/>
                <a:gd name="T12" fmla="*/ 0 60000 65536"/>
                <a:gd name="T13" fmla="*/ 0 60000 65536"/>
                <a:gd name="T14" fmla="*/ 0 60000 65536"/>
                <a:gd name="T15" fmla="*/ 0 w 280"/>
                <a:gd name="T16" fmla="*/ 0 h 522"/>
                <a:gd name="T17" fmla="*/ 280 w 280"/>
                <a:gd name="T18" fmla="*/ 522 h 522"/>
              </a:gdLst>
              <a:ahLst/>
              <a:cxnLst>
                <a:cxn ang="T10">
                  <a:pos x="T0" y="T1"/>
                </a:cxn>
                <a:cxn ang="T11">
                  <a:pos x="T2" y="T3"/>
                </a:cxn>
                <a:cxn ang="T12">
                  <a:pos x="T4" y="T5"/>
                </a:cxn>
                <a:cxn ang="T13">
                  <a:pos x="T6" y="T7"/>
                </a:cxn>
                <a:cxn ang="T14">
                  <a:pos x="T8" y="T9"/>
                </a:cxn>
              </a:cxnLst>
              <a:rect l="T15" t="T16" r="T17" b="T18"/>
              <a:pathLst>
                <a:path w="280" h="522">
                  <a:moveTo>
                    <a:pt x="0" y="522"/>
                  </a:moveTo>
                  <a:lnTo>
                    <a:pt x="280" y="392"/>
                  </a:lnTo>
                  <a:lnTo>
                    <a:pt x="280" y="131"/>
                  </a:lnTo>
                  <a:lnTo>
                    <a:pt x="0" y="0"/>
                  </a:lnTo>
                  <a:lnTo>
                    <a:pt x="0" y="522"/>
                  </a:lnTo>
                </a:path>
              </a:pathLst>
            </a:custGeom>
            <a:solidFill>
              <a:schemeClr val="accent1"/>
            </a:solidFill>
            <a:ln w="25400" cap="rnd">
              <a:solidFill>
                <a:srgbClr val="000000"/>
              </a:solidFill>
              <a:round/>
              <a:headEnd/>
              <a:tailEnd/>
            </a:ln>
          </p:spPr>
          <p:txBody>
            <a:bodyPr/>
            <a:lstStyle/>
            <a:p>
              <a:pPr eaLnBrk="1" hangingPunct="1">
                <a:defRPr/>
              </a:pPr>
              <a:endParaRPr lang="ru-RU" sz="2000">
                <a:solidFill>
                  <a:schemeClr val="bg2"/>
                </a:solidFill>
              </a:endParaRPr>
            </a:p>
          </p:txBody>
        </p:sp>
        <p:sp>
          <p:nvSpPr>
            <p:cNvPr id="44039" name="Freeform 200">
              <a:extLst>
                <a:ext uri="{FF2B5EF4-FFF2-40B4-BE49-F238E27FC236}">
                  <a16:creationId xmlns:a16="http://schemas.microsoft.com/office/drawing/2014/main" id="{708CD905-A6B6-4BF7-964E-DB4DF5EE7088}"/>
                </a:ext>
              </a:extLst>
            </p:cNvPr>
            <p:cNvSpPr>
              <a:spLocks/>
            </p:cNvSpPr>
            <p:nvPr/>
          </p:nvSpPr>
          <p:spPr bwMode="auto">
            <a:xfrm>
              <a:off x="6694487" y="4405313"/>
              <a:ext cx="442913" cy="1587"/>
            </a:xfrm>
            <a:custGeom>
              <a:avLst/>
              <a:gdLst>
                <a:gd name="T0" fmla="*/ 2147483647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p:spPr>
          <p:txBody>
            <a:bodyPr/>
            <a:lstStyle/>
            <a:p>
              <a:pPr eaLnBrk="1" hangingPunct="1">
                <a:defRPr/>
              </a:pPr>
              <a:endParaRPr lang="ru-RU" sz="2000"/>
            </a:p>
          </p:txBody>
        </p:sp>
        <p:sp>
          <p:nvSpPr>
            <p:cNvPr id="44040" name="Freeform 201">
              <a:extLst>
                <a:ext uri="{FF2B5EF4-FFF2-40B4-BE49-F238E27FC236}">
                  <a16:creationId xmlns:a16="http://schemas.microsoft.com/office/drawing/2014/main" id="{9A405990-FFDC-435D-9717-554B8E463923}"/>
                </a:ext>
              </a:extLst>
            </p:cNvPr>
            <p:cNvSpPr>
              <a:spLocks/>
            </p:cNvSpPr>
            <p:nvPr/>
          </p:nvSpPr>
          <p:spPr bwMode="auto">
            <a:xfrm>
              <a:off x="5278437" y="4198938"/>
              <a:ext cx="982663" cy="1587"/>
            </a:xfrm>
            <a:custGeom>
              <a:avLst/>
              <a:gdLst>
                <a:gd name="T0" fmla="*/ 2147483647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p:spPr>
          <p:txBody>
            <a:bodyPr/>
            <a:lstStyle/>
            <a:p>
              <a:pPr eaLnBrk="1" hangingPunct="1">
                <a:defRPr/>
              </a:pPr>
              <a:endParaRPr lang="ru-RU" sz="2000"/>
            </a:p>
          </p:txBody>
        </p:sp>
        <p:sp>
          <p:nvSpPr>
            <p:cNvPr id="44041" name="Freeform 202">
              <a:extLst>
                <a:ext uri="{FF2B5EF4-FFF2-40B4-BE49-F238E27FC236}">
                  <a16:creationId xmlns:a16="http://schemas.microsoft.com/office/drawing/2014/main" id="{9B655CC3-8BA2-4CE6-85F1-33C8A102443A}"/>
                </a:ext>
              </a:extLst>
            </p:cNvPr>
            <p:cNvSpPr>
              <a:spLocks/>
            </p:cNvSpPr>
            <p:nvPr/>
          </p:nvSpPr>
          <p:spPr bwMode="auto">
            <a:xfrm>
              <a:off x="5964237" y="4613275"/>
              <a:ext cx="261938" cy="1588"/>
            </a:xfrm>
            <a:custGeom>
              <a:avLst/>
              <a:gdLst>
                <a:gd name="T0" fmla="*/ 2147483647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p:spPr>
          <p:txBody>
            <a:bodyPr/>
            <a:lstStyle/>
            <a:p>
              <a:pPr eaLnBrk="1" hangingPunct="1">
                <a:defRPr/>
              </a:pPr>
              <a:endParaRPr lang="ru-RU" sz="2000"/>
            </a:p>
          </p:txBody>
        </p:sp>
        <p:sp>
          <p:nvSpPr>
            <p:cNvPr id="44042" name="Rectangle 203">
              <a:extLst>
                <a:ext uri="{FF2B5EF4-FFF2-40B4-BE49-F238E27FC236}">
                  <a16:creationId xmlns:a16="http://schemas.microsoft.com/office/drawing/2014/main" id="{BEBE1774-4BB1-42F1-96AD-9BC0003BF220}"/>
                </a:ext>
              </a:extLst>
            </p:cNvPr>
            <p:cNvSpPr>
              <a:spLocks noChangeArrowheads="1"/>
            </p:cNvSpPr>
            <p:nvPr/>
          </p:nvSpPr>
          <p:spPr bwMode="auto">
            <a:xfrm>
              <a:off x="6342062" y="4079875"/>
              <a:ext cx="114300" cy="246063"/>
            </a:xfrm>
            <a:prstGeom prst="rect">
              <a:avLst/>
            </a:prstGeom>
            <a:noFill/>
            <a:ln w="25400">
              <a:noFill/>
              <a:miter lim="800000"/>
              <a:headEnd/>
              <a:tailEnd/>
            </a:ln>
          </p:spPr>
          <p:txBody>
            <a:bodyPr wrap="none" lIns="0" tIns="0" rIns="0" bIns="0">
              <a:spAutoFit/>
            </a:bodyPr>
            <a:lstStyle/>
            <a:p>
              <a:pPr eaLnBrk="1" hangingPunct="1">
                <a:defRPr/>
              </a:pPr>
              <a:r>
                <a:rPr lang="ru-RU" sz="1600" b="1" dirty="0">
                  <a:solidFill>
                    <a:schemeClr val="bg2"/>
                  </a:solidFill>
                </a:rPr>
                <a:t>0</a:t>
              </a:r>
            </a:p>
          </p:txBody>
        </p:sp>
        <p:sp>
          <p:nvSpPr>
            <p:cNvPr id="44043" name="Rectangle 204">
              <a:extLst>
                <a:ext uri="{FF2B5EF4-FFF2-40B4-BE49-F238E27FC236}">
                  <a16:creationId xmlns:a16="http://schemas.microsoft.com/office/drawing/2014/main" id="{CB280591-A995-41F3-B8ED-3615ECC140CB}"/>
                </a:ext>
              </a:extLst>
            </p:cNvPr>
            <p:cNvSpPr>
              <a:spLocks noChangeArrowheads="1"/>
            </p:cNvSpPr>
            <p:nvPr/>
          </p:nvSpPr>
          <p:spPr bwMode="auto">
            <a:xfrm>
              <a:off x="6342062" y="4495800"/>
              <a:ext cx="114300" cy="246063"/>
            </a:xfrm>
            <a:prstGeom prst="rect">
              <a:avLst/>
            </a:prstGeom>
            <a:noFill/>
            <a:ln w="25400">
              <a:noFill/>
              <a:miter lim="800000"/>
              <a:headEnd/>
              <a:tailEnd/>
            </a:ln>
          </p:spPr>
          <p:txBody>
            <a:bodyPr wrap="none" lIns="0" tIns="0" rIns="0" bIns="0">
              <a:spAutoFit/>
            </a:bodyPr>
            <a:lstStyle/>
            <a:p>
              <a:pPr eaLnBrk="1" hangingPunct="1">
                <a:defRPr/>
              </a:pPr>
              <a:r>
                <a:rPr lang="ru-RU" sz="1600" b="1" dirty="0">
                  <a:solidFill>
                    <a:schemeClr val="bg2"/>
                  </a:solidFill>
                </a:rPr>
                <a:t>1</a:t>
              </a:r>
            </a:p>
          </p:txBody>
        </p:sp>
        <p:sp>
          <p:nvSpPr>
            <p:cNvPr id="44044" name="Rectangle 205">
              <a:extLst>
                <a:ext uri="{FF2B5EF4-FFF2-40B4-BE49-F238E27FC236}">
                  <a16:creationId xmlns:a16="http://schemas.microsoft.com/office/drawing/2014/main" id="{4796AD3B-253D-4791-8723-2534F486854A}"/>
                </a:ext>
              </a:extLst>
            </p:cNvPr>
            <p:cNvSpPr>
              <a:spLocks noChangeArrowheads="1"/>
            </p:cNvSpPr>
            <p:nvPr/>
          </p:nvSpPr>
          <p:spPr bwMode="auto">
            <a:xfrm>
              <a:off x="5019675" y="4038600"/>
              <a:ext cx="127000" cy="304800"/>
            </a:xfrm>
            <a:prstGeom prst="rect">
              <a:avLst/>
            </a:prstGeom>
            <a:noFill/>
            <a:ln w="25400">
              <a:noFill/>
              <a:miter lim="800000"/>
              <a:headEnd/>
              <a:tailEnd/>
            </a:ln>
          </p:spPr>
          <p:txBody>
            <a:bodyPr wrap="none" lIns="0" tIns="0" rIns="0" bIns="0">
              <a:spAutoFit/>
            </a:bodyPr>
            <a:lstStyle/>
            <a:p>
              <a:pPr eaLnBrk="1" hangingPunct="1">
                <a:defRPr/>
              </a:pPr>
              <a:r>
                <a:rPr lang="en-US" sz="2000" dirty="0">
                  <a:solidFill>
                    <a:srgbClr val="000000"/>
                  </a:solidFill>
                </a:rPr>
                <a:t>J</a:t>
              </a:r>
              <a:endParaRPr lang="ru-RU" sz="2000"/>
            </a:p>
          </p:txBody>
        </p:sp>
        <p:sp>
          <p:nvSpPr>
            <p:cNvPr id="44045" name="Freeform 206">
              <a:extLst>
                <a:ext uri="{FF2B5EF4-FFF2-40B4-BE49-F238E27FC236}">
                  <a16:creationId xmlns:a16="http://schemas.microsoft.com/office/drawing/2014/main" id="{A060A352-5F78-4913-84F9-E8F07314D394}"/>
                </a:ext>
              </a:extLst>
            </p:cNvPr>
            <p:cNvSpPr>
              <a:spLocks/>
            </p:cNvSpPr>
            <p:nvPr/>
          </p:nvSpPr>
          <p:spPr bwMode="auto">
            <a:xfrm>
              <a:off x="7913687" y="4368800"/>
              <a:ext cx="442913" cy="1588"/>
            </a:xfrm>
            <a:custGeom>
              <a:avLst/>
              <a:gdLst>
                <a:gd name="T0" fmla="*/ 2147483647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p:spPr>
          <p:txBody>
            <a:bodyPr/>
            <a:lstStyle/>
            <a:p>
              <a:pPr eaLnBrk="1" hangingPunct="1">
                <a:defRPr/>
              </a:pPr>
              <a:endParaRPr lang="ru-RU" sz="2000"/>
            </a:p>
          </p:txBody>
        </p:sp>
        <p:sp>
          <p:nvSpPr>
            <p:cNvPr id="44046" name="Text Box 207">
              <a:extLst>
                <a:ext uri="{FF2B5EF4-FFF2-40B4-BE49-F238E27FC236}">
                  <a16:creationId xmlns:a16="http://schemas.microsoft.com/office/drawing/2014/main" id="{56CB989B-DD6D-4A77-B340-9BC17FBEED2B}"/>
                </a:ext>
              </a:extLst>
            </p:cNvPr>
            <p:cNvSpPr txBox="1">
              <a:spLocks noChangeArrowheads="1"/>
            </p:cNvSpPr>
            <p:nvPr/>
          </p:nvSpPr>
          <p:spPr bwMode="auto">
            <a:xfrm>
              <a:off x="4949825" y="4402138"/>
              <a:ext cx="576262" cy="396875"/>
            </a:xfrm>
            <a:prstGeom prst="rect">
              <a:avLst/>
            </a:prstGeom>
            <a:noFill/>
            <a:ln w="9525">
              <a:noFill/>
              <a:miter lim="800000"/>
              <a:headEnd/>
              <a:tailEnd/>
            </a:ln>
          </p:spPr>
          <p:txBody>
            <a:bodyPr>
              <a:spAutoFit/>
            </a:bodyPr>
            <a:lstStyle/>
            <a:p>
              <a:pPr eaLnBrk="1" hangingPunct="1">
                <a:spcBef>
                  <a:spcPct val="50000"/>
                </a:spcBef>
                <a:defRPr/>
              </a:pPr>
              <a:r>
                <a:rPr lang="en-US" sz="2000" dirty="0"/>
                <a:t>K</a:t>
              </a:r>
              <a:endParaRPr lang="ru-RU" sz="2000"/>
            </a:p>
          </p:txBody>
        </p:sp>
        <p:sp>
          <p:nvSpPr>
            <p:cNvPr id="44047" name="Freeform 208">
              <a:extLst>
                <a:ext uri="{FF2B5EF4-FFF2-40B4-BE49-F238E27FC236}">
                  <a16:creationId xmlns:a16="http://schemas.microsoft.com/office/drawing/2014/main" id="{0A7F15F7-4CF6-4FCF-860C-0842F604447F}"/>
                </a:ext>
              </a:extLst>
            </p:cNvPr>
            <p:cNvSpPr>
              <a:spLocks/>
            </p:cNvSpPr>
            <p:nvPr/>
          </p:nvSpPr>
          <p:spPr bwMode="auto">
            <a:xfrm>
              <a:off x="8013700" y="4891088"/>
              <a:ext cx="334962" cy="1587"/>
            </a:xfrm>
            <a:custGeom>
              <a:avLst/>
              <a:gdLst>
                <a:gd name="T0" fmla="*/ 2147483647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p:spPr>
          <p:txBody>
            <a:bodyPr/>
            <a:lstStyle/>
            <a:p>
              <a:pPr eaLnBrk="1" hangingPunct="1">
                <a:defRPr/>
              </a:pPr>
              <a:endParaRPr lang="ru-RU" sz="2000"/>
            </a:p>
          </p:txBody>
        </p:sp>
        <p:sp>
          <p:nvSpPr>
            <p:cNvPr id="44048" name="Rectangle 209">
              <a:extLst>
                <a:ext uri="{FF2B5EF4-FFF2-40B4-BE49-F238E27FC236}">
                  <a16:creationId xmlns:a16="http://schemas.microsoft.com/office/drawing/2014/main" id="{6C7825D1-2FC0-4BA5-8A9E-E618111CD634}"/>
                </a:ext>
              </a:extLst>
            </p:cNvPr>
            <p:cNvSpPr>
              <a:spLocks noChangeArrowheads="1"/>
            </p:cNvSpPr>
            <p:nvPr/>
          </p:nvSpPr>
          <p:spPr bwMode="auto">
            <a:xfrm>
              <a:off x="4991100" y="5233988"/>
              <a:ext cx="615950" cy="304800"/>
            </a:xfrm>
            <a:prstGeom prst="rect">
              <a:avLst/>
            </a:prstGeom>
            <a:noFill/>
            <a:ln w="25400">
              <a:noFill/>
              <a:miter lim="800000"/>
              <a:headEnd/>
              <a:tailEnd/>
            </a:ln>
          </p:spPr>
          <p:txBody>
            <a:bodyPr lIns="0" tIns="0" rIns="0" bIns="0">
              <a:spAutoFit/>
            </a:bodyPr>
            <a:lstStyle/>
            <a:p>
              <a:pPr eaLnBrk="1" hangingPunct="1">
                <a:defRPr/>
              </a:pPr>
              <a:r>
                <a:rPr lang="en-US" sz="2000" dirty="0"/>
                <a:t>Clk</a:t>
              </a:r>
              <a:endParaRPr lang="ru-RU" sz="2000"/>
            </a:p>
          </p:txBody>
        </p:sp>
        <p:sp>
          <p:nvSpPr>
            <p:cNvPr id="44049" name="Oval 210">
              <a:extLst>
                <a:ext uri="{FF2B5EF4-FFF2-40B4-BE49-F238E27FC236}">
                  <a16:creationId xmlns:a16="http://schemas.microsoft.com/office/drawing/2014/main" id="{A02559B9-E63C-470F-8D8C-9C0DCB736A5C}"/>
                </a:ext>
              </a:extLst>
            </p:cNvPr>
            <p:cNvSpPr>
              <a:spLocks noChangeArrowheads="1"/>
            </p:cNvSpPr>
            <p:nvPr/>
          </p:nvSpPr>
          <p:spPr bwMode="auto">
            <a:xfrm rot="4140000">
              <a:off x="7913687" y="4846638"/>
              <a:ext cx="122237" cy="122238"/>
            </a:xfrm>
            <a:prstGeom prst="ellipse">
              <a:avLst/>
            </a:prstGeom>
            <a:solidFill>
              <a:schemeClr val="accent1"/>
            </a:solidFill>
            <a:ln w="25400">
              <a:solidFill>
                <a:srgbClr val="000000"/>
              </a:solidFill>
              <a:round/>
              <a:headEnd/>
              <a:tailEnd/>
            </a:ln>
          </p:spPr>
          <p:txBody>
            <a:bodyPr rot="10800000" vert="eaVert"/>
            <a:lstStyle/>
            <a:p>
              <a:pPr eaLnBrk="1" hangingPunct="1">
                <a:defRPr/>
              </a:pPr>
              <a:endParaRPr lang="ru-RU" sz="2000"/>
            </a:p>
          </p:txBody>
        </p:sp>
        <p:sp>
          <p:nvSpPr>
            <p:cNvPr id="44050" name="Line 211">
              <a:extLst>
                <a:ext uri="{FF2B5EF4-FFF2-40B4-BE49-F238E27FC236}">
                  <a16:creationId xmlns:a16="http://schemas.microsoft.com/office/drawing/2014/main" id="{8B51D8AE-FCAE-48F2-90E7-A1A5EFE3B878}"/>
                </a:ext>
              </a:extLst>
            </p:cNvPr>
            <p:cNvSpPr>
              <a:spLocks noChangeShapeType="1"/>
            </p:cNvSpPr>
            <p:nvPr/>
          </p:nvSpPr>
          <p:spPr bwMode="auto">
            <a:xfrm flipV="1">
              <a:off x="6897687" y="4903788"/>
              <a:ext cx="0" cy="636587"/>
            </a:xfrm>
            <a:prstGeom prst="line">
              <a:avLst/>
            </a:prstGeom>
            <a:noFill/>
            <a:ln w="25400">
              <a:solidFill>
                <a:srgbClr val="000000"/>
              </a:solidFill>
              <a:round/>
              <a:headEnd/>
              <a:tailEnd/>
            </a:ln>
          </p:spPr>
          <p:txBody>
            <a:bodyPr/>
            <a:lstStyle/>
            <a:p>
              <a:pPr eaLnBrk="1" hangingPunct="1">
                <a:defRPr/>
              </a:pPr>
              <a:endParaRPr lang="en-US" dirty="0"/>
            </a:p>
          </p:txBody>
        </p:sp>
        <p:sp>
          <p:nvSpPr>
            <p:cNvPr id="44051" name="Line 212">
              <a:extLst>
                <a:ext uri="{FF2B5EF4-FFF2-40B4-BE49-F238E27FC236}">
                  <a16:creationId xmlns:a16="http://schemas.microsoft.com/office/drawing/2014/main" id="{D01C2639-3611-4C65-8631-976DCBF020E9}"/>
                </a:ext>
              </a:extLst>
            </p:cNvPr>
            <p:cNvSpPr>
              <a:spLocks noChangeShapeType="1"/>
            </p:cNvSpPr>
            <p:nvPr/>
          </p:nvSpPr>
          <p:spPr bwMode="auto">
            <a:xfrm>
              <a:off x="6911975" y="4903788"/>
              <a:ext cx="215900" cy="0"/>
            </a:xfrm>
            <a:prstGeom prst="line">
              <a:avLst/>
            </a:prstGeom>
            <a:noFill/>
            <a:ln w="25400">
              <a:solidFill>
                <a:srgbClr val="000000"/>
              </a:solidFill>
              <a:round/>
              <a:headEnd/>
              <a:tailEnd/>
            </a:ln>
          </p:spPr>
          <p:txBody>
            <a:bodyPr/>
            <a:lstStyle/>
            <a:p>
              <a:pPr eaLnBrk="1" hangingPunct="1">
                <a:defRPr/>
              </a:pPr>
              <a:endParaRPr lang="en-US" dirty="0"/>
            </a:p>
          </p:txBody>
        </p:sp>
        <p:sp>
          <p:nvSpPr>
            <p:cNvPr id="44052" name="AutoShape 213">
              <a:extLst>
                <a:ext uri="{FF2B5EF4-FFF2-40B4-BE49-F238E27FC236}">
                  <a16:creationId xmlns:a16="http://schemas.microsoft.com/office/drawing/2014/main" id="{00F3AF6D-8FF9-4033-88D9-C0F9B55780BB}"/>
                </a:ext>
              </a:extLst>
            </p:cNvPr>
            <p:cNvSpPr>
              <a:spLocks noChangeArrowheads="1"/>
            </p:cNvSpPr>
            <p:nvPr/>
          </p:nvSpPr>
          <p:spPr bwMode="auto">
            <a:xfrm rot="5400000">
              <a:off x="7096125" y="4841875"/>
              <a:ext cx="230188" cy="122237"/>
            </a:xfrm>
            <a:prstGeom prst="triangle">
              <a:avLst>
                <a:gd name="adj" fmla="val 50000"/>
              </a:avLst>
            </a:prstGeom>
            <a:noFill/>
            <a:ln w="9525" algn="ctr">
              <a:solidFill>
                <a:schemeClr val="tx1"/>
              </a:solidFill>
              <a:miter lim="800000"/>
              <a:headEnd/>
              <a:tailEnd/>
            </a:ln>
          </p:spPr>
          <p:txBody>
            <a:bodyPr rot="10800000" vert="eaVert" wrap="none" anchor="ctr"/>
            <a:lstStyle/>
            <a:p>
              <a:pPr eaLnBrk="1" hangingPunct="1">
                <a:defRPr/>
              </a:pPr>
              <a:endParaRPr lang="ru-RU" sz="2000"/>
            </a:p>
          </p:txBody>
        </p:sp>
        <p:sp>
          <p:nvSpPr>
            <p:cNvPr id="44053" name="Rectangle 214">
              <a:extLst>
                <a:ext uri="{FF2B5EF4-FFF2-40B4-BE49-F238E27FC236}">
                  <a16:creationId xmlns:a16="http://schemas.microsoft.com/office/drawing/2014/main" id="{21BC0687-5524-4010-BF50-335A0C4BDFB9}"/>
                </a:ext>
              </a:extLst>
            </p:cNvPr>
            <p:cNvSpPr>
              <a:spLocks noChangeArrowheads="1"/>
            </p:cNvSpPr>
            <p:nvPr/>
          </p:nvSpPr>
          <p:spPr bwMode="auto">
            <a:xfrm>
              <a:off x="7135812" y="4067175"/>
              <a:ext cx="766763" cy="1143000"/>
            </a:xfrm>
            <a:prstGeom prst="rect">
              <a:avLst/>
            </a:prstGeom>
            <a:solidFill>
              <a:schemeClr val="accent1"/>
            </a:solidFill>
            <a:ln w="25400">
              <a:solidFill>
                <a:schemeClr val="tx1"/>
              </a:solidFill>
              <a:miter lim="800000"/>
              <a:headEnd/>
              <a:tailEnd/>
            </a:ln>
          </p:spPr>
          <p:txBody>
            <a:bodyPr wrap="none"/>
            <a:lstStyle/>
            <a:p>
              <a:pPr eaLnBrk="1" hangingPunct="1">
                <a:defRPr/>
              </a:pPr>
              <a:endParaRPr lang="ru-RU"/>
            </a:p>
          </p:txBody>
        </p:sp>
        <p:sp>
          <p:nvSpPr>
            <p:cNvPr id="44054" name="Text Box 215">
              <a:extLst>
                <a:ext uri="{FF2B5EF4-FFF2-40B4-BE49-F238E27FC236}">
                  <a16:creationId xmlns:a16="http://schemas.microsoft.com/office/drawing/2014/main" id="{0FFA1929-F0E0-4EEB-A519-F0BA68F24EAB}"/>
                </a:ext>
              </a:extLst>
            </p:cNvPr>
            <p:cNvSpPr txBox="1">
              <a:spLocks noChangeArrowheads="1"/>
            </p:cNvSpPr>
            <p:nvPr/>
          </p:nvSpPr>
          <p:spPr bwMode="auto">
            <a:xfrm>
              <a:off x="7192962" y="4125913"/>
              <a:ext cx="431800" cy="396875"/>
            </a:xfrm>
            <a:prstGeom prst="rect">
              <a:avLst/>
            </a:prstGeom>
            <a:solidFill>
              <a:schemeClr val="accent1"/>
            </a:solidFill>
            <a:ln w="9525">
              <a:noFill/>
              <a:miter lim="800000"/>
              <a:headEnd/>
              <a:tailEnd/>
            </a:ln>
          </p:spPr>
          <p:txBody>
            <a:bodyPr>
              <a:spAutoFit/>
            </a:bodyPr>
            <a:lstStyle/>
            <a:p>
              <a:pPr eaLnBrk="1" hangingPunct="1">
                <a:spcBef>
                  <a:spcPct val="50000"/>
                </a:spcBef>
                <a:defRPr/>
              </a:pPr>
              <a:r>
                <a:rPr lang="en-US" sz="2000" dirty="0">
                  <a:solidFill>
                    <a:schemeClr val="bg2"/>
                  </a:solidFill>
                </a:rPr>
                <a:t>D</a:t>
              </a:r>
              <a:endParaRPr lang="ru-RU" sz="2000" dirty="0">
                <a:solidFill>
                  <a:schemeClr val="bg2"/>
                </a:solidFill>
              </a:endParaRPr>
            </a:p>
          </p:txBody>
        </p:sp>
        <p:sp>
          <p:nvSpPr>
            <p:cNvPr id="44055" name="Text Box 216">
              <a:extLst>
                <a:ext uri="{FF2B5EF4-FFF2-40B4-BE49-F238E27FC236}">
                  <a16:creationId xmlns:a16="http://schemas.microsoft.com/office/drawing/2014/main" id="{588633E3-89F4-47AC-A49D-1E7B4ADC9A96}"/>
                </a:ext>
              </a:extLst>
            </p:cNvPr>
            <p:cNvSpPr txBox="1">
              <a:spLocks noChangeArrowheads="1"/>
            </p:cNvSpPr>
            <p:nvPr/>
          </p:nvSpPr>
          <p:spPr bwMode="auto">
            <a:xfrm>
              <a:off x="7235825" y="4676775"/>
              <a:ext cx="431800" cy="396875"/>
            </a:xfrm>
            <a:prstGeom prst="rect">
              <a:avLst/>
            </a:prstGeom>
            <a:solidFill>
              <a:schemeClr val="accent1"/>
            </a:solidFill>
            <a:ln w="9525">
              <a:noFill/>
              <a:miter lim="800000"/>
              <a:headEnd/>
              <a:tailEnd/>
            </a:ln>
          </p:spPr>
          <p:txBody>
            <a:bodyPr>
              <a:spAutoFit/>
            </a:bodyPr>
            <a:lstStyle/>
            <a:p>
              <a:pPr eaLnBrk="1" hangingPunct="1">
                <a:spcBef>
                  <a:spcPct val="50000"/>
                </a:spcBef>
                <a:defRPr/>
              </a:pPr>
              <a:r>
                <a:rPr lang="en-US" sz="2000" dirty="0">
                  <a:solidFill>
                    <a:schemeClr val="bg2"/>
                  </a:solidFill>
                </a:rPr>
                <a:t>C</a:t>
              </a:r>
              <a:endParaRPr lang="ru-RU" sz="2000" dirty="0">
                <a:solidFill>
                  <a:schemeClr val="bg2"/>
                </a:solidFill>
              </a:endParaRPr>
            </a:p>
          </p:txBody>
        </p:sp>
        <p:sp>
          <p:nvSpPr>
            <p:cNvPr id="44056" name="Line 217">
              <a:extLst>
                <a:ext uri="{FF2B5EF4-FFF2-40B4-BE49-F238E27FC236}">
                  <a16:creationId xmlns:a16="http://schemas.microsoft.com/office/drawing/2014/main" id="{CFC93F08-FDC8-4E0A-87F6-F3DB195F0234}"/>
                </a:ext>
              </a:extLst>
            </p:cNvPr>
            <p:cNvSpPr>
              <a:spLocks noChangeShapeType="1"/>
            </p:cNvSpPr>
            <p:nvPr/>
          </p:nvSpPr>
          <p:spPr bwMode="auto">
            <a:xfrm>
              <a:off x="5395912" y="5551488"/>
              <a:ext cx="1511300" cy="0"/>
            </a:xfrm>
            <a:prstGeom prst="line">
              <a:avLst/>
            </a:prstGeom>
            <a:noFill/>
            <a:ln w="25400">
              <a:solidFill>
                <a:schemeClr val="tx1"/>
              </a:solidFill>
              <a:round/>
              <a:headEnd/>
              <a:tailEnd/>
            </a:ln>
          </p:spPr>
          <p:txBody>
            <a:bodyPr/>
            <a:lstStyle/>
            <a:p>
              <a:pPr eaLnBrk="1" hangingPunct="1">
                <a:defRPr/>
              </a:pPr>
              <a:endParaRPr lang="en-US" dirty="0"/>
            </a:p>
          </p:txBody>
        </p:sp>
        <p:sp>
          <p:nvSpPr>
            <p:cNvPr id="44057" name="Line 218">
              <a:extLst>
                <a:ext uri="{FF2B5EF4-FFF2-40B4-BE49-F238E27FC236}">
                  <a16:creationId xmlns:a16="http://schemas.microsoft.com/office/drawing/2014/main" id="{8D3AF8D9-49E2-40F5-95AD-BF6131C8D552}"/>
                </a:ext>
              </a:extLst>
            </p:cNvPr>
            <p:cNvSpPr>
              <a:spLocks noChangeShapeType="1"/>
            </p:cNvSpPr>
            <p:nvPr/>
          </p:nvSpPr>
          <p:spPr bwMode="auto">
            <a:xfrm flipH="1">
              <a:off x="6448425" y="3795713"/>
              <a:ext cx="0" cy="280987"/>
            </a:xfrm>
            <a:prstGeom prst="line">
              <a:avLst/>
            </a:prstGeom>
            <a:noFill/>
            <a:ln w="25400">
              <a:solidFill>
                <a:srgbClr val="000000"/>
              </a:solidFill>
              <a:round/>
              <a:headEnd/>
              <a:tailEnd/>
            </a:ln>
          </p:spPr>
          <p:txBody>
            <a:bodyPr/>
            <a:lstStyle/>
            <a:p>
              <a:pPr eaLnBrk="1" hangingPunct="1">
                <a:defRPr/>
              </a:pPr>
              <a:endParaRPr lang="en-US" dirty="0"/>
            </a:p>
          </p:txBody>
        </p:sp>
        <p:sp>
          <p:nvSpPr>
            <p:cNvPr id="44058" name="Line 219">
              <a:extLst>
                <a:ext uri="{FF2B5EF4-FFF2-40B4-BE49-F238E27FC236}">
                  <a16:creationId xmlns:a16="http://schemas.microsoft.com/office/drawing/2014/main" id="{EDEA4456-D78D-4A8B-B4AE-D9D2085F4893}"/>
                </a:ext>
              </a:extLst>
            </p:cNvPr>
            <p:cNvSpPr>
              <a:spLocks noChangeShapeType="1"/>
            </p:cNvSpPr>
            <p:nvPr/>
          </p:nvSpPr>
          <p:spPr bwMode="auto">
            <a:xfrm>
              <a:off x="6443662" y="3808413"/>
              <a:ext cx="1657350" cy="0"/>
            </a:xfrm>
            <a:prstGeom prst="line">
              <a:avLst/>
            </a:prstGeom>
            <a:noFill/>
            <a:ln w="25400">
              <a:solidFill>
                <a:schemeClr val="tx1"/>
              </a:solidFill>
              <a:round/>
              <a:headEnd/>
              <a:tailEnd/>
            </a:ln>
          </p:spPr>
          <p:txBody>
            <a:bodyPr/>
            <a:lstStyle/>
            <a:p>
              <a:pPr eaLnBrk="1" hangingPunct="1">
                <a:defRPr/>
              </a:pPr>
              <a:endParaRPr lang="en-US" dirty="0"/>
            </a:p>
          </p:txBody>
        </p:sp>
        <p:sp>
          <p:nvSpPr>
            <p:cNvPr id="44059" name="Line 220">
              <a:extLst>
                <a:ext uri="{FF2B5EF4-FFF2-40B4-BE49-F238E27FC236}">
                  <a16:creationId xmlns:a16="http://schemas.microsoft.com/office/drawing/2014/main" id="{85B0F622-EEF8-47D1-97A7-7D846F4706C6}"/>
                </a:ext>
              </a:extLst>
            </p:cNvPr>
            <p:cNvSpPr>
              <a:spLocks noChangeShapeType="1"/>
            </p:cNvSpPr>
            <p:nvPr/>
          </p:nvSpPr>
          <p:spPr bwMode="auto">
            <a:xfrm>
              <a:off x="8101012" y="3822700"/>
              <a:ext cx="0" cy="539750"/>
            </a:xfrm>
            <a:prstGeom prst="line">
              <a:avLst/>
            </a:prstGeom>
            <a:noFill/>
            <a:ln w="25400">
              <a:solidFill>
                <a:schemeClr val="tx1"/>
              </a:solidFill>
              <a:round/>
              <a:headEnd/>
              <a:tailEnd type="oval" w="med" len="med"/>
            </a:ln>
          </p:spPr>
          <p:txBody>
            <a:bodyPr/>
            <a:lstStyle/>
            <a:p>
              <a:pPr eaLnBrk="1" hangingPunct="1">
                <a:defRPr/>
              </a:pPr>
              <a:endParaRPr lang="en-US" dirty="0"/>
            </a:p>
          </p:txBody>
        </p:sp>
        <p:sp>
          <p:nvSpPr>
            <p:cNvPr id="44060" name="Text Box 221">
              <a:extLst>
                <a:ext uri="{FF2B5EF4-FFF2-40B4-BE49-F238E27FC236}">
                  <a16:creationId xmlns:a16="http://schemas.microsoft.com/office/drawing/2014/main" id="{A1626EDB-FFA4-42D6-B8BB-B7DAFCCACB98}"/>
                </a:ext>
              </a:extLst>
            </p:cNvPr>
            <p:cNvSpPr txBox="1">
              <a:spLocks noChangeArrowheads="1"/>
            </p:cNvSpPr>
            <p:nvPr/>
          </p:nvSpPr>
          <p:spPr bwMode="auto">
            <a:xfrm>
              <a:off x="8243887" y="3967163"/>
              <a:ext cx="430213" cy="385762"/>
            </a:xfrm>
            <a:prstGeom prst="rect">
              <a:avLst/>
            </a:prstGeom>
            <a:noFill/>
            <a:ln w="31750">
              <a:noFill/>
              <a:miter lim="800000"/>
              <a:headEnd/>
              <a:tailEnd/>
            </a:ln>
          </p:spPr>
          <p:txBody>
            <a:bodyPr/>
            <a:lstStyle/>
            <a:p>
              <a:pPr>
                <a:defRPr/>
              </a:pPr>
              <a:r>
                <a:rPr lang="en-US" sz="2000" dirty="0"/>
                <a:t>Q</a:t>
              </a:r>
            </a:p>
          </p:txBody>
        </p:sp>
        <p:grpSp>
          <p:nvGrpSpPr>
            <p:cNvPr id="78940" name="Group 222">
              <a:extLst>
                <a:ext uri="{FF2B5EF4-FFF2-40B4-BE49-F238E27FC236}">
                  <a16:creationId xmlns:a16="http://schemas.microsoft.com/office/drawing/2014/main" id="{270DDD1C-6F54-1FC7-C720-441315089E6A}"/>
                </a:ext>
              </a:extLst>
            </p:cNvPr>
            <p:cNvGrpSpPr>
              <a:grpSpLocks/>
            </p:cNvGrpSpPr>
            <p:nvPr/>
          </p:nvGrpSpPr>
          <p:grpSpPr bwMode="auto">
            <a:xfrm>
              <a:off x="5608638" y="4470400"/>
              <a:ext cx="339725" cy="301625"/>
              <a:chOff x="894" y="2432"/>
              <a:chExt cx="337" cy="326"/>
            </a:xfrm>
          </p:grpSpPr>
          <p:sp>
            <p:nvSpPr>
              <p:cNvPr id="44125" name="AutoShape 223">
                <a:extLst>
                  <a:ext uri="{FF2B5EF4-FFF2-40B4-BE49-F238E27FC236}">
                    <a16:creationId xmlns:a16="http://schemas.microsoft.com/office/drawing/2014/main" id="{C00E1E6D-14ED-47B4-B470-54C60DF6301C}"/>
                  </a:ext>
                </a:extLst>
              </p:cNvPr>
              <p:cNvSpPr>
                <a:spLocks noChangeArrowheads="1"/>
              </p:cNvSpPr>
              <p:nvPr/>
            </p:nvSpPr>
            <p:spPr bwMode="auto">
              <a:xfrm rot="5400000">
                <a:off x="860" y="2466"/>
                <a:ext cx="326" cy="258"/>
              </a:xfrm>
              <a:prstGeom prst="triangle">
                <a:avLst>
                  <a:gd name="adj" fmla="val 50000"/>
                </a:avLst>
              </a:prstGeom>
              <a:solidFill>
                <a:schemeClr val="accent1"/>
              </a:solidFill>
              <a:ln w="25400">
                <a:solidFill>
                  <a:schemeClr val="tx1"/>
                </a:solidFill>
                <a:miter lim="800000"/>
                <a:headEnd/>
                <a:tailEnd/>
              </a:ln>
            </p:spPr>
            <p:txBody>
              <a:bodyPr rot="10800000" vert="eaVert" wrap="none" anchor="ctr"/>
              <a:lstStyle/>
              <a:p>
                <a:pPr eaLnBrk="1" hangingPunct="1">
                  <a:defRPr/>
                </a:pPr>
                <a:endParaRPr lang="ru-RU" sz="2000"/>
              </a:p>
            </p:txBody>
          </p:sp>
          <p:sp>
            <p:nvSpPr>
              <p:cNvPr id="44126" name="Oval 224">
                <a:extLst>
                  <a:ext uri="{FF2B5EF4-FFF2-40B4-BE49-F238E27FC236}">
                    <a16:creationId xmlns:a16="http://schemas.microsoft.com/office/drawing/2014/main" id="{F379F1D7-AB32-4628-B763-B97D2C50773A}"/>
                  </a:ext>
                </a:extLst>
              </p:cNvPr>
              <p:cNvSpPr>
                <a:spLocks noChangeArrowheads="1"/>
              </p:cNvSpPr>
              <p:nvPr/>
            </p:nvSpPr>
            <p:spPr bwMode="auto">
              <a:xfrm>
                <a:off x="1154" y="2557"/>
                <a:ext cx="77" cy="77"/>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ru-RU" sz="2000"/>
              </a:p>
            </p:txBody>
          </p:sp>
        </p:grpSp>
        <p:sp>
          <p:nvSpPr>
            <p:cNvPr id="44062" name="Line 225">
              <a:extLst>
                <a:ext uri="{FF2B5EF4-FFF2-40B4-BE49-F238E27FC236}">
                  <a16:creationId xmlns:a16="http://schemas.microsoft.com/office/drawing/2014/main" id="{CDCE0118-89A0-45B0-9A62-19BA2EE9777D}"/>
                </a:ext>
              </a:extLst>
            </p:cNvPr>
            <p:cNvSpPr>
              <a:spLocks noChangeShapeType="1"/>
            </p:cNvSpPr>
            <p:nvPr/>
          </p:nvSpPr>
          <p:spPr bwMode="auto">
            <a:xfrm>
              <a:off x="5248275" y="4614863"/>
              <a:ext cx="339725" cy="0"/>
            </a:xfrm>
            <a:prstGeom prst="line">
              <a:avLst/>
            </a:prstGeom>
            <a:noFill/>
            <a:ln w="25400">
              <a:solidFill>
                <a:srgbClr val="000000"/>
              </a:solidFill>
              <a:round/>
              <a:headEnd/>
              <a:tailEnd/>
            </a:ln>
          </p:spPr>
          <p:txBody>
            <a:bodyPr/>
            <a:lstStyle/>
            <a:p>
              <a:pPr eaLnBrk="1" hangingPunct="1">
                <a:defRPr/>
              </a:pPr>
              <a:endParaRPr lang="en-US" dirty="0"/>
            </a:p>
          </p:txBody>
        </p:sp>
      </p:grpSp>
      <p:graphicFrame>
        <p:nvGraphicFramePr>
          <p:cNvPr id="45153" name="Group 97">
            <a:extLst>
              <a:ext uri="{FF2B5EF4-FFF2-40B4-BE49-F238E27FC236}">
                <a16:creationId xmlns:a16="http://schemas.microsoft.com/office/drawing/2014/main" id="{F828AC6F-C8B4-47B0-94C5-F448887C5FE4}"/>
              </a:ext>
            </a:extLst>
          </p:cNvPr>
          <p:cNvGraphicFramePr>
            <a:graphicFrameLocks noGrp="1"/>
          </p:cNvGraphicFramePr>
          <p:nvPr>
            <p:extLst>
              <p:ext uri="{D42A27DB-BD31-4B8C-83A1-F6EECF244321}">
                <p14:modId xmlns:p14="http://schemas.microsoft.com/office/powerpoint/2010/main" val="59104483"/>
              </p:ext>
            </p:extLst>
          </p:nvPr>
        </p:nvGraphicFramePr>
        <p:xfrm>
          <a:off x="2507990" y="2415382"/>
          <a:ext cx="3198812" cy="3567114"/>
        </p:xfrm>
        <a:graphic>
          <a:graphicData uri="http://schemas.openxmlformats.org/drawingml/2006/table">
            <a:tbl>
              <a:tblPr/>
              <a:tblGrid>
                <a:gridCol w="639762">
                  <a:extLst>
                    <a:ext uri="{9D8B030D-6E8A-4147-A177-3AD203B41FA5}">
                      <a16:colId xmlns:a16="http://schemas.microsoft.com/office/drawing/2014/main" val="20000"/>
                    </a:ext>
                  </a:extLst>
                </a:gridCol>
                <a:gridCol w="639763">
                  <a:extLst>
                    <a:ext uri="{9D8B030D-6E8A-4147-A177-3AD203B41FA5}">
                      <a16:colId xmlns:a16="http://schemas.microsoft.com/office/drawing/2014/main" val="20001"/>
                    </a:ext>
                  </a:extLst>
                </a:gridCol>
                <a:gridCol w="639762">
                  <a:extLst>
                    <a:ext uri="{9D8B030D-6E8A-4147-A177-3AD203B41FA5}">
                      <a16:colId xmlns:a16="http://schemas.microsoft.com/office/drawing/2014/main" val="20002"/>
                    </a:ext>
                  </a:extLst>
                </a:gridCol>
                <a:gridCol w="639763">
                  <a:extLst>
                    <a:ext uri="{9D8B030D-6E8A-4147-A177-3AD203B41FA5}">
                      <a16:colId xmlns:a16="http://schemas.microsoft.com/office/drawing/2014/main" val="20003"/>
                    </a:ext>
                  </a:extLst>
                </a:gridCol>
                <a:gridCol w="639762">
                  <a:extLst>
                    <a:ext uri="{9D8B030D-6E8A-4147-A177-3AD203B41FA5}">
                      <a16:colId xmlns:a16="http://schemas.microsoft.com/office/drawing/2014/main" val="20004"/>
                    </a:ext>
                  </a:extLst>
                </a:gridCol>
              </a:tblGrid>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J</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K</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Q</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Q*</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D</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9634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2" marR="91442" marT="45739" marB="457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
        <p:nvSpPr>
          <p:cNvPr id="78916" name="AutoShape 17">
            <a:extLst>
              <a:ext uri="{FF2B5EF4-FFF2-40B4-BE49-F238E27FC236}">
                <a16:creationId xmlns:a16="http://schemas.microsoft.com/office/drawing/2014/main" id="{48BC472A-E6C9-C243-9FBE-E9EFC723DC8C}"/>
              </a:ext>
            </a:extLst>
          </p:cNvPr>
          <p:cNvSpPr>
            <a:spLocks noChangeArrowheads="1"/>
          </p:cNvSpPr>
          <p:nvPr/>
        </p:nvSpPr>
        <p:spPr bwMode="auto">
          <a:xfrm rot="5400000">
            <a:off x="8317707" y="4833145"/>
            <a:ext cx="155575" cy="106362"/>
          </a:xfrm>
          <a:prstGeom prst="triangle">
            <a:avLst>
              <a:gd name="adj" fmla="val 50000"/>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 name="Title 7">
            <a:extLst>
              <a:ext uri="{FF2B5EF4-FFF2-40B4-BE49-F238E27FC236}">
                <a16:creationId xmlns:a16="http://schemas.microsoft.com/office/drawing/2014/main" id="{3F2F49EA-C9A4-018C-E2C4-7E5CD215FF69}"/>
              </a:ext>
            </a:extLst>
          </p:cNvPr>
          <p:cNvSpPr>
            <a:spLocks noGrp="1"/>
          </p:cNvSpPr>
          <p:nvPr>
            <p:ph type="title"/>
          </p:nvPr>
        </p:nvSpPr>
        <p:spPr/>
        <p:txBody>
          <a:bodyPr>
            <a:normAutofit/>
          </a:bodyPr>
          <a:lstStyle/>
          <a:p>
            <a:r>
              <a:rPr lang="en-US" dirty="0"/>
              <a:t>Edge-Triggered JK Flip-Flop</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769F63E-A1F3-8D21-0804-281D1006BACE}"/>
              </a:ext>
            </a:extLst>
          </p:cNvPr>
          <p:cNvSpPr>
            <a:spLocks noGrp="1"/>
          </p:cNvSpPr>
          <p:nvPr>
            <p:ph type="body" sz="quarter" idx="10"/>
          </p:nvPr>
        </p:nvSpPr>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module</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jk_ff</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(j, k, </a:t>
            </a:r>
            <a:r>
              <a:rPr kumimoji="0" lang="en-US" altLang="en-US"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clk</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reset, q);</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input</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(j, k, </a:t>
            </a:r>
            <a:r>
              <a:rPr kumimoji="0" lang="en-US" altLang="en-US"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clk</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reset);</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output</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reg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q;</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always</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 (</a:t>
            </a:r>
            <a:r>
              <a:rPr kumimoji="0" lang="en-US" altLang="en-US"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posedge</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clk</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or </a:t>
            </a:r>
            <a:r>
              <a:rPr kumimoji="0" lang="en-US" altLang="en-US"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negedge</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reset)</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begin</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if</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(!reset)</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q &lt;= 1’b0;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else</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case ({j, k})</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2’b00:   q &lt;=q;</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2’b01:   q &lt;= 1’b0;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2’b10:   q &lt;=1’b1;</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2’b11:   q &lt;= ~ q;</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default</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q &lt;= 1’b0;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err="1">
                <a:ln>
                  <a:noFill/>
                </a:ln>
                <a:solidFill>
                  <a:srgbClr val="0000FF"/>
                </a:solidFill>
                <a:effectLst/>
                <a:uLnTx/>
                <a:uFillTx/>
                <a:latin typeface="Arial" panose="020B0604020202020204" pitchFamily="34" charset="0"/>
                <a:ea typeface="+mn-ea"/>
                <a:cs typeface="Arial" panose="020B0604020202020204" pitchFamily="34" charset="0"/>
              </a:rPr>
              <a:t>endcase</a:t>
            </a:r>
            <a:endPar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end</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dirty="0" err="1">
                <a:ln>
                  <a:noFill/>
                </a:ln>
                <a:solidFill>
                  <a:srgbClr val="0000FF"/>
                </a:solidFill>
                <a:effectLst/>
                <a:uLnTx/>
                <a:uFillTx/>
                <a:latin typeface="Arial" panose="020B0604020202020204" pitchFamily="34" charset="0"/>
                <a:ea typeface="+mn-ea"/>
                <a:cs typeface="Arial" panose="020B0604020202020204" pitchFamily="34" charset="0"/>
              </a:rPr>
              <a:t>endmodule</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 </a:t>
            </a:r>
            <a:r>
              <a:rPr kumimoji="0" lang="en-US" altLang="en-US"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jk_ff</a:t>
            </a:r>
            <a:endParaRPr kumimoji="0" lang="ru-RU"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endParaRPr lang="en-US" sz="1400" dirty="0"/>
          </a:p>
        </p:txBody>
      </p:sp>
      <p:sp>
        <p:nvSpPr>
          <p:cNvPr id="8" name="Title 7">
            <a:extLst>
              <a:ext uri="{FF2B5EF4-FFF2-40B4-BE49-F238E27FC236}">
                <a16:creationId xmlns:a16="http://schemas.microsoft.com/office/drawing/2014/main" id="{D5659789-FA5A-DB65-B427-673A6A98DE86}"/>
              </a:ext>
            </a:extLst>
          </p:cNvPr>
          <p:cNvSpPr>
            <a:spLocks noGrp="1"/>
          </p:cNvSpPr>
          <p:nvPr>
            <p:ph type="title"/>
          </p:nvPr>
        </p:nvSpPr>
        <p:spPr/>
        <p:txBody>
          <a:bodyPr>
            <a:normAutofit/>
          </a:bodyPr>
          <a:lstStyle/>
          <a:p>
            <a:r>
              <a:rPr lang="en-US" dirty="0"/>
              <a:t>JK Flip-Flop with Inverse Asynchronous Reset in Verilog</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946" name="Группа 1">
            <a:extLst>
              <a:ext uri="{FF2B5EF4-FFF2-40B4-BE49-F238E27FC236}">
                <a16:creationId xmlns:a16="http://schemas.microsoft.com/office/drawing/2014/main" id="{9D14A988-C482-D3BE-5B32-C643461FF093}"/>
              </a:ext>
            </a:extLst>
          </p:cNvPr>
          <p:cNvGrpSpPr>
            <a:grpSpLocks/>
          </p:cNvGrpSpPr>
          <p:nvPr/>
        </p:nvGrpSpPr>
        <p:grpSpPr bwMode="auto">
          <a:xfrm>
            <a:off x="2295525" y="1543051"/>
            <a:ext cx="7964488" cy="4321175"/>
            <a:chOff x="771525" y="1543050"/>
            <a:chExt cx="7964488" cy="4320620"/>
          </a:xfrm>
        </p:grpSpPr>
        <p:grpSp>
          <p:nvGrpSpPr>
            <p:cNvPr id="82948" name="Group 59">
              <a:extLst>
                <a:ext uri="{FF2B5EF4-FFF2-40B4-BE49-F238E27FC236}">
                  <a16:creationId xmlns:a16="http://schemas.microsoft.com/office/drawing/2014/main" id="{51605D7A-F2BB-3670-C17D-65C78DCEA2DB}"/>
                </a:ext>
              </a:extLst>
            </p:cNvPr>
            <p:cNvGrpSpPr>
              <a:grpSpLocks/>
            </p:cNvGrpSpPr>
            <p:nvPr/>
          </p:nvGrpSpPr>
          <p:grpSpPr bwMode="auto">
            <a:xfrm>
              <a:off x="798513" y="1749425"/>
              <a:ext cx="2778125" cy="1446213"/>
              <a:chOff x="503" y="981"/>
              <a:chExt cx="1750" cy="911"/>
            </a:xfrm>
          </p:grpSpPr>
          <p:sp>
            <p:nvSpPr>
              <p:cNvPr id="82993" name="Text Box 5">
                <a:extLst>
                  <a:ext uri="{FF2B5EF4-FFF2-40B4-BE49-F238E27FC236}">
                    <a16:creationId xmlns:a16="http://schemas.microsoft.com/office/drawing/2014/main" id="{81FB546B-D5F9-A0BA-D3F7-0CF76BE72905}"/>
                  </a:ext>
                </a:extLst>
              </p:cNvPr>
              <p:cNvSpPr txBox="1">
                <a:spLocks noChangeArrowheads="1"/>
              </p:cNvSpPr>
              <p:nvPr/>
            </p:nvSpPr>
            <p:spPr bwMode="auto">
              <a:xfrm>
                <a:off x="1831" y="1029"/>
                <a:ext cx="422" cy="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 Q</a:t>
                </a:r>
              </a:p>
              <a:p>
                <a:endParaRPr lang="en-US" altLang="en-US" sz="1800"/>
              </a:p>
              <a:p>
                <a:endParaRPr lang="en-US" altLang="en-US" sz="1800"/>
              </a:p>
              <a:p>
                <a:r>
                  <a:rPr lang="en-US" altLang="en-US" sz="1800">
                    <a:sym typeface="Symbol" panose="05050102010706020507" pitchFamily="18" charset="2"/>
                  </a:rPr>
                  <a:t></a:t>
                </a:r>
                <a:r>
                  <a:rPr lang="en-US" altLang="en-US" sz="1800"/>
                  <a:t>Q</a:t>
                </a:r>
              </a:p>
              <a:p>
                <a:endParaRPr lang="en-US" altLang="en-US" sz="1800"/>
              </a:p>
            </p:txBody>
          </p:sp>
          <p:sp>
            <p:nvSpPr>
              <p:cNvPr id="82994" name="Text Box 6">
                <a:extLst>
                  <a:ext uri="{FF2B5EF4-FFF2-40B4-BE49-F238E27FC236}">
                    <a16:creationId xmlns:a16="http://schemas.microsoft.com/office/drawing/2014/main" id="{BC1E358D-E0C0-DB3F-EF83-1FA341EEF64A}"/>
                  </a:ext>
                </a:extLst>
              </p:cNvPr>
              <p:cNvSpPr txBox="1">
                <a:spLocks noChangeArrowheads="1"/>
              </p:cNvSpPr>
              <p:nvPr/>
            </p:nvSpPr>
            <p:spPr bwMode="auto">
              <a:xfrm>
                <a:off x="982" y="981"/>
                <a:ext cx="633" cy="911"/>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600" b="1" dirty="0">
                    <a:solidFill>
                      <a:schemeClr val="bg1"/>
                    </a:solidFill>
                  </a:rPr>
                  <a:t>J     </a:t>
                </a:r>
              </a:p>
              <a:p>
                <a:endParaRPr lang="en-US" altLang="en-US" sz="1600" b="1" dirty="0">
                  <a:solidFill>
                    <a:schemeClr val="bg1"/>
                  </a:solidFill>
                </a:endParaRPr>
              </a:p>
              <a:p>
                <a:r>
                  <a:rPr lang="en-US" altLang="en-US" sz="1600" b="1" dirty="0">
                    <a:solidFill>
                      <a:schemeClr val="bg1"/>
                    </a:solidFill>
                  </a:rPr>
                  <a:t>C</a:t>
                </a:r>
              </a:p>
              <a:p>
                <a:endParaRPr lang="en-US" altLang="en-US" sz="1600" b="1" dirty="0">
                  <a:solidFill>
                    <a:schemeClr val="bg1"/>
                  </a:solidFill>
                </a:endParaRPr>
              </a:p>
              <a:p>
                <a:r>
                  <a:rPr lang="en-US" altLang="en-US" sz="1600" b="1" dirty="0">
                    <a:solidFill>
                      <a:schemeClr val="bg1"/>
                    </a:solidFill>
                  </a:rPr>
                  <a:t>K</a:t>
                </a:r>
              </a:p>
              <a:p>
                <a:endParaRPr lang="en-US" altLang="en-US" sz="1600" b="1" dirty="0">
                  <a:solidFill>
                    <a:schemeClr val="bg1"/>
                  </a:solidFill>
                </a:endParaRPr>
              </a:p>
            </p:txBody>
          </p:sp>
          <p:sp>
            <p:nvSpPr>
              <p:cNvPr id="82995" name="Line 8">
                <a:extLst>
                  <a:ext uri="{FF2B5EF4-FFF2-40B4-BE49-F238E27FC236}">
                    <a16:creationId xmlns:a16="http://schemas.microsoft.com/office/drawing/2014/main" id="{EC2E64B2-83C2-1474-71B0-82718154F588}"/>
                  </a:ext>
                </a:extLst>
              </p:cNvPr>
              <p:cNvSpPr>
                <a:spLocks noChangeShapeType="1"/>
              </p:cNvSpPr>
              <p:nvPr/>
            </p:nvSpPr>
            <p:spPr bwMode="auto">
              <a:xfrm>
                <a:off x="709" y="1153"/>
                <a:ext cx="26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6" name="Line 9">
                <a:extLst>
                  <a:ext uri="{FF2B5EF4-FFF2-40B4-BE49-F238E27FC236}">
                    <a16:creationId xmlns:a16="http://schemas.microsoft.com/office/drawing/2014/main" id="{721A04FD-3A7F-04A8-5A67-6D2CEF2D8C49}"/>
                  </a:ext>
                </a:extLst>
              </p:cNvPr>
              <p:cNvSpPr>
                <a:spLocks noChangeShapeType="1"/>
              </p:cNvSpPr>
              <p:nvPr/>
            </p:nvSpPr>
            <p:spPr bwMode="auto">
              <a:xfrm>
                <a:off x="738" y="1425"/>
                <a:ext cx="2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7" name="Line 10">
                <a:extLst>
                  <a:ext uri="{FF2B5EF4-FFF2-40B4-BE49-F238E27FC236}">
                    <a16:creationId xmlns:a16="http://schemas.microsoft.com/office/drawing/2014/main" id="{64746667-CD3C-FD97-20C9-16BF9F70FEC0}"/>
                  </a:ext>
                </a:extLst>
              </p:cNvPr>
              <p:cNvSpPr>
                <a:spLocks noChangeShapeType="1"/>
              </p:cNvSpPr>
              <p:nvPr/>
            </p:nvSpPr>
            <p:spPr bwMode="auto">
              <a:xfrm flipV="1">
                <a:off x="703" y="1688"/>
                <a:ext cx="2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8" name="Line 11">
                <a:extLst>
                  <a:ext uri="{FF2B5EF4-FFF2-40B4-BE49-F238E27FC236}">
                    <a16:creationId xmlns:a16="http://schemas.microsoft.com/office/drawing/2014/main" id="{10B36C33-F7E9-FD1D-ED0D-E97444C56602}"/>
                  </a:ext>
                </a:extLst>
              </p:cNvPr>
              <p:cNvSpPr>
                <a:spLocks noChangeShapeType="1"/>
              </p:cNvSpPr>
              <p:nvPr/>
            </p:nvSpPr>
            <p:spPr bwMode="auto">
              <a:xfrm>
                <a:off x="1570" y="1670"/>
                <a:ext cx="3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99" name="Line 12">
                <a:extLst>
                  <a:ext uri="{FF2B5EF4-FFF2-40B4-BE49-F238E27FC236}">
                    <a16:creationId xmlns:a16="http://schemas.microsoft.com/office/drawing/2014/main" id="{B160849C-73B2-7A52-A276-089FF47C9E88}"/>
                  </a:ext>
                </a:extLst>
              </p:cNvPr>
              <p:cNvSpPr>
                <a:spLocks noChangeShapeType="1"/>
              </p:cNvSpPr>
              <p:nvPr/>
            </p:nvSpPr>
            <p:spPr bwMode="auto">
              <a:xfrm>
                <a:off x="1615" y="1153"/>
                <a:ext cx="2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000" name="Oval 13">
                <a:extLst>
                  <a:ext uri="{FF2B5EF4-FFF2-40B4-BE49-F238E27FC236}">
                    <a16:creationId xmlns:a16="http://schemas.microsoft.com/office/drawing/2014/main" id="{861E8D48-0335-35B0-4D47-4656FDD0952E}"/>
                  </a:ext>
                </a:extLst>
              </p:cNvPr>
              <p:cNvSpPr>
                <a:spLocks noChangeArrowheads="1"/>
              </p:cNvSpPr>
              <p:nvPr/>
            </p:nvSpPr>
            <p:spPr bwMode="auto">
              <a:xfrm>
                <a:off x="1575" y="1635"/>
                <a:ext cx="67" cy="71"/>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3001" name="Text Box 14">
                <a:extLst>
                  <a:ext uri="{FF2B5EF4-FFF2-40B4-BE49-F238E27FC236}">
                    <a16:creationId xmlns:a16="http://schemas.microsoft.com/office/drawing/2014/main" id="{3951DE42-834F-8067-D781-E9B13DE18F8B}"/>
                  </a:ext>
                </a:extLst>
              </p:cNvPr>
              <p:cNvSpPr txBox="1">
                <a:spLocks noChangeArrowheads="1"/>
              </p:cNvSpPr>
              <p:nvPr/>
            </p:nvSpPr>
            <p:spPr bwMode="auto">
              <a:xfrm>
                <a:off x="503" y="1053"/>
                <a:ext cx="341"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Bef>
                    <a:spcPct val="55000"/>
                  </a:spcBef>
                </a:pPr>
                <a:r>
                  <a:rPr lang="en-US" altLang="en-US" sz="1600" b="1"/>
                  <a:t>S</a:t>
                </a:r>
              </a:p>
              <a:p>
                <a:pPr>
                  <a:spcBef>
                    <a:spcPct val="55000"/>
                  </a:spcBef>
                </a:pPr>
                <a:r>
                  <a:rPr lang="en-US" altLang="en-US" sz="1600" b="1"/>
                  <a:t>C</a:t>
                </a:r>
              </a:p>
              <a:p>
                <a:pPr>
                  <a:spcBef>
                    <a:spcPct val="55000"/>
                  </a:spcBef>
                </a:pPr>
                <a:r>
                  <a:rPr lang="en-US" altLang="en-US" sz="1600" b="1"/>
                  <a:t>R</a:t>
                </a:r>
              </a:p>
            </p:txBody>
          </p:sp>
        </p:grpSp>
        <p:sp>
          <p:nvSpPr>
            <p:cNvPr id="82949" name="Text Box 15">
              <a:extLst>
                <a:ext uri="{FF2B5EF4-FFF2-40B4-BE49-F238E27FC236}">
                  <a16:creationId xmlns:a16="http://schemas.microsoft.com/office/drawing/2014/main" id="{1FF58063-72E8-DE9D-FF43-D8BB7044996E}"/>
                </a:ext>
              </a:extLst>
            </p:cNvPr>
            <p:cNvSpPr txBox="1">
              <a:spLocks noChangeArrowheads="1"/>
            </p:cNvSpPr>
            <p:nvPr/>
          </p:nvSpPr>
          <p:spPr bwMode="auto">
            <a:xfrm>
              <a:off x="3554413" y="1543050"/>
              <a:ext cx="5181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If J</a:t>
              </a:r>
              <a:r>
                <a:rPr lang="en-US" altLang="en-US" sz="1800">
                  <a:cs typeface="Times New Roman" panose="02020603050405020304" pitchFamily="18" charset="0"/>
                </a:rPr>
                <a:t>∙</a:t>
              </a:r>
              <a:r>
                <a:rPr lang="en-US" altLang="en-US" sz="1800"/>
                <a:t>K</a:t>
              </a:r>
              <a:r>
                <a:rPr lang="en-US" altLang="en-US" sz="1800">
                  <a:sym typeface="Symbol" panose="05050102010706020507" pitchFamily="18" charset="2"/>
                </a:rPr>
                <a:t></a:t>
              </a:r>
              <a:r>
                <a:rPr lang="en-US" altLang="en-US" sz="1800"/>
                <a:t>1, then JK flip-flop is turned into RS flip-flop.</a:t>
              </a:r>
            </a:p>
          </p:txBody>
        </p:sp>
        <p:grpSp>
          <p:nvGrpSpPr>
            <p:cNvPr id="82950" name="Group 58">
              <a:extLst>
                <a:ext uri="{FF2B5EF4-FFF2-40B4-BE49-F238E27FC236}">
                  <a16:creationId xmlns:a16="http://schemas.microsoft.com/office/drawing/2014/main" id="{650C7F5A-BFC0-6BDC-DDAB-F70DD74D614F}"/>
                </a:ext>
              </a:extLst>
            </p:cNvPr>
            <p:cNvGrpSpPr>
              <a:grpSpLocks/>
            </p:cNvGrpSpPr>
            <p:nvPr/>
          </p:nvGrpSpPr>
          <p:grpSpPr bwMode="auto">
            <a:xfrm>
              <a:off x="771525" y="3889375"/>
              <a:ext cx="3808413" cy="1568450"/>
              <a:chOff x="332" y="2550"/>
              <a:chExt cx="2399" cy="988"/>
            </a:xfrm>
          </p:grpSpPr>
          <p:sp>
            <p:nvSpPr>
              <p:cNvPr id="82979" name="Text Box 17">
                <a:extLst>
                  <a:ext uri="{FF2B5EF4-FFF2-40B4-BE49-F238E27FC236}">
                    <a16:creationId xmlns:a16="http://schemas.microsoft.com/office/drawing/2014/main" id="{2F876D85-964F-C292-8458-C3B2D1BDB5F5}"/>
                  </a:ext>
                </a:extLst>
              </p:cNvPr>
              <p:cNvSpPr txBox="1">
                <a:spLocks noChangeArrowheads="1"/>
              </p:cNvSpPr>
              <p:nvPr/>
            </p:nvSpPr>
            <p:spPr bwMode="auto">
              <a:xfrm>
                <a:off x="2268" y="2569"/>
                <a:ext cx="463"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 Q</a:t>
                </a:r>
              </a:p>
              <a:p>
                <a:endParaRPr lang="en-US" altLang="en-US" sz="1800"/>
              </a:p>
              <a:p>
                <a:endParaRPr lang="en-US" altLang="en-US" sz="1800"/>
              </a:p>
              <a:p>
                <a:r>
                  <a:rPr lang="en-US" altLang="en-US" sz="1800">
                    <a:sym typeface="Symbol" panose="05050102010706020507" pitchFamily="18" charset="2"/>
                  </a:rPr>
                  <a:t>Q</a:t>
                </a:r>
                <a:endParaRPr lang="en-US" altLang="en-US" sz="1800"/>
              </a:p>
              <a:p>
                <a:endParaRPr lang="en-US" altLang="en-US" sz="1800"/>
              </a:p>
            </p:txBody>
          </p:sp>
          <p:sp>
            <p:nvSpPr>
              <p:cNvPr id="82980" name="Line 20">
                <a:extLst>
                  <a:ext uri="{FF2B5EF4-FFF2-40B4-BE49-F238E27FC236}">
                    <a16:creationId xmlns:a16="http://schemas.microsoft.com/office/drawing/2014/main" id="{0F151BA8-A81B-EAC6-C0DA-09A8EAAA677B}"/>
                  </a:ext>
                </a:extLst>
              </p:cNvPr>
              <p:cNvSpPr>
                <a:spLocks noChangeShapeType="1"/>
              </p:cNvSpPr>
              <p:nvPr/>
            </p:nvSpPr>
            <p:spPr bwMode="auto">
              <a:xfrm>
                <a:off x="579" y="2703"/>
                <a:ext cx="8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81" name="Line 21">
                <a:extLst>
                  <a:ext uri="{FF2B5EF4-FFF2-40B4-BE49-F238E27FC236}">
                    <a16:creationId xmlns:a16="http://schemas.microsoft.com/office/drawing/2014/main" id="{2D686F55-E947-7A2D-4D50-0DA8DE16B19A}"/>
                  </a:ext>
                </a:extLst>
              </p:cNvPr>
              <p:cNvSpPr>
                <a:spLocks noChangeShapeType="1"/>
              </p:cNvSpPr>
              <p:nvPr/>
            </p:nvSpPr>
            <p:spPr bwMode="auto">
              <a:xfrm flipV="1">
                <a:off x="1094" y="2994"/>
                <a:ext cx="30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82" name="Line 22">
                <a:extLst>
                  <a:ext uri="{FF2B5EF4-FFF2-40B4-BE49-F238E27FC236}">
                    <a16:creationId xmlns:a16="http://schemas.microsoft.com/office/drawing/2014/main" id="{B5FF85DB-1BA2-1C3A-EAFF-F7CFCCBA7141}"/>
                  </a:ext>
                </a:extLst>
              </p:cNvPr>
              <p:cNvSpPr>
                <a:spLocks noChangeShapeType="1"/>
              </p:cNvSpPr>
              <p:nvPr/>
            </p:nvSpPr>
            <p:spPr bwMode="auto">
              <a:xfrm>
                <a:off x="1231" y="3277"/>
                <a:ext cx="1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83" name="Line 23">
                <a:extLst>
                  <a:ext uri="{FF2B5EF4-FFF2-40B4-BE49-F238E27FC236}">
                    <a16:creationId xmlns:a16="http://schemas.microsoft.com/office/drawing/2014/main" id="{405BA8DE-FD82-32E7-F998-6C3E873A3FE4}"/>
                  </a:ext>
                </a:extLst>
              </p:cNvPr>
              <p:cNvSpPr>
                <a:spLocks noChangeShapeType="1"/>
              </p:cNvSpPr>
              <p:nvPr/>
            </p:nvSpPr>
            <p:spPr bwMode="auto">
              <a:xfrm>
                <a:off x="2129" y="3264"/>
                <a:ext cx="1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84" name="Line 24">
                <a:extLst>
                  <a:ext uri="{FF2B5EF4-FFF2-40B4-BE49-F238E27FC236}">
                    <a16:creationId xmlns:a16="http://schemas.microsoft.com/office/drawing/2014/main" id="{E7C53442-45FF-3C70-D251-3B3D83287ED3}"/>
                  </a:ext>
                </a:extLst>
              </p:cNvPr>
              <p:cNvSpPr>
                <a:spLocks noChangeShapeType="1"/>
              </p:cNvSpPr>
              <p:nvPr/>
            </p:nvSpPr>
            <p:spPr bwMode="auto">
              <a:xfrm>
                <a:off x="2066" y="2725"/>
                <a:ext cx="2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85" name="Oval 25">
                <a:extLst>
                  <a:ext uri="{FF2B5EF4-FFF2-40B4-BE49-F238E27FC236}">
                    <a16:creationId xmlns:a16="http://schemas.microsoft.com/office/drawing/2014/main" id="{4DEDEAE9-1D89-08E7-9569-5E9DB7EBAFDE}"/>
                  </a:ext>
                </a:extLst>
              </p:cNvPr>
              <p:cNvSpPr>
                <a:spLocks noChangeArrowheads="1"/>
              </p:cNvSpPr>
              <p:nvPr/>
            </p:nvSpPr>
            <p:spPr bwMode="auto">
              <a:xfrm>
                <a:off x="2050" y="3225"/>
                <a:ext cx="73" cy="77"/>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2986" name="Line 28">
                <a:extLst>
                  <a:ext uri="{FF2B5EF4-FFF2-40B4-BE49-F238E27FC236}">
                    <a16:creationId xmlns:a16="http://schemas.microsoft.com/office/drawing/2014/main" id="{73EF87AB-95BD-F220-9767-8A05801F6787}"/>
                  </a:ext>
                </a:extLst>
              </p:cNvPr>
              <p:cNvSpPr>
                <a:spLocks noChangeShapeType="1"/>
              </p:cNvSpPr>
              <p:nvPr/>
            </p:nvSpPr>
            <p:spPr bwMode="auto">
              <a:xfrm>
                <a:off x="821" y="3292"/>
                <a:ext cx="1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87" name="Line 29">
                <a:extLst>
                  <a:ext uri="{FF2B5EF4-FFF2-40B4-BE49-F238E27FC236}">
                    <a16:creationId xmlns:a16="http://schemas.microsoft.com/office/drawing/2014/main" id="{5702BA43-3425-1F26-2114-44D1408DA55D}"/>
                  </a:ext>
                </a:extLst>
              </p:cNvPr>
              <p:cNvSpPr>
                <a:spLocks noChangeShapeType="1"/>
              </p:cNvSpPr>
              <p:nvPr/>
            </p:nvSpPr>
            <p:spPr bwMode="auto">
              <a:xfrm flipV="1">
                <a:off x="819" y="2701"/>
                <a:ext cx="0" cy="594"/>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2988" name="Text Box 31">
                <a:extLst>
                  <a:ext uri="{FF2B5EF4-FFF2-40B4-BE49-F238E27FC236}">
                    <a16:creationId xmlns:a16="http://schemas.microsoft.com/office/drawing/2014/main" id="{2DE87AC9-A7E3-E2D3-302F-F5529D59F9DB}"/>
                  </a:ext>
                </a:extLst>
              </p:cNvPr>
              <p:cNvSpPr txBox="1">
                <a:spLocks noChangeArrowheads="1"/>
              </p:cNvSpPr>
              <p:nvPr/>
            </p:nvSpPr>
            <p:spPr bwMode="auto">
              <a:xfrm>
                <a:off x="332" y="2554"/>
                <a:ext cx="3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a:t>
                </a:r>
              </a:p>
            </p:txBody>
          </p:sp>
          <p:grpSp>
            <p:nvGrpSpPr>
              <p:cNvPr id="82989" name="Group 32">
                <a:extLst>
                  <a:ext uri="{FF2B5EF4-FFF2-40B4-BE49-F238E27FC236}">
                    <a16:creationId xmlns:a16="http://schemas.microsoft.com/office/drawing/2014/main" id="{D94000F1-B69F-AA1D-C586-7F76F50E50E7}"/>
                  </a:ext>
                </a:extLst>
              </p:cNvPr>
              <p:cNvGrpSpPr>
                <a:grpSpLocks/>
              </p:cNvGrpSpPr>
              <p:nvPr/>
            </p:nvGrpSpPr>
            <p:grpSpPr bwMode="auto">
              <a:xfrm>
                <a:off x="957" y="3127"/>
                <a:ext cx="272" cy="302"/>
                <a:chOff x="894" y="2432"/>
                <a:chExt cx="337" cy="326"/>
              </a:xfrm>
            </p:grpSpPr>
            <p:sp>
              <p:nvSpPr>
                <p:cNvPr id="82991" name="AutoShape 33">
                  <a:extLst>
                    <a:ext uri="{FF2B5EF4-FFF2-40B4-BE49-F238E27FC236}">
                      <a16:creationId xmlns:a16="http://schemas.microsoft.com/office/drawing/2014/main" id="{D9415F7E-6498-7801-7067-1DCF2D9AA86C}"/>
                    </a:ext>
                  </a:extLst>
                </p:cNvPr>
                <p:cNvSpPr>
                  <a:spLocks noChangeArrowheads="1"/>
                </p:cNvSpPr>
                <p:nvPr/>
              </p:nvSpPr>
              <p:spPr bwMode="auto">
                <a:xfrm rot="5400000">
                  <a:off x="860" y="2466"/>
                  <a:ext cx="326" cy="258"/>
                </a:xfrm>
                <a:prstGeom prst="triangle">
                  <a:avLst>
                    <a:gd name="adj" fmla="val 50000"/>
                  </a:avLst>
                </a:prstGeom>
                <a:solidFill>
                  <a:schemeClr val="accent1"/>
                </a:solidFill>
                <a:ln w="25400">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2992" name="Oval 34">
                  <a:extLst>
                    <a:ext uri="{FF2B5EF4-FFF2-40B4-BE49-F238E27FC236}">
                      <a16:creationId xmlns:a16="http://schemas.microsoft.com/office/drawing/2014/main" id="{C1D296A1-7AB8-F855-80FE-B0CB88C7B67A}"/>
                    </a:ext>
                  </a:extLst>
                </p:cNvPr>
                <p:cNvSpPr>
                  <a:spLocks noChangeArrowheads="1"/>
                </p:cNvSpPr>
                <p:nvPr/>
              </p:nvSpPr>
              <p:spPr bwMode="auto">
                <a:xfrm>
                  <a:off x="1154" y="2558"/>
                  <a:ext cx="77" cy="77"/>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82990" name="Text Box 71">
                <a:extLst>
                  <a:ext uri="{FF2B5EF4-FFF2-40B4-BE49-F238E27FC236}">
                    <a16:creationId xmlns:a16="http://schemas.microsoft.com/office/drawing/2014/main" id="{5E993182-C0C3-2D02-6D1D-6958EA657794}"/>
                  </a:ext>
                </a:extLst>
              </p:cNvPr>
              <p:cNvSpPr txBox="1">
                <a:spLocks noChangeArrowheads="1"/>
              </p:cNvSpPr>
              <p:nvPr/>
            </p:nvSpPr>
            <p:spPr bwMode="auto">
              <a:xfrm>
                <a:off x="1416" y="2550"/>
                <a:ext cx="633" cy="911"/>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600" b="1">
                    <a:solidFill>
                      <a:schemeClr val="bg1"/>
                    </a:solidFill>
                  </a:rPr>
                  <a:t>J     </a:t>
                </a:r>
              </a:p>
              <a:p>
                <a:endParaRPr lang="en-US" altLang="en-US" sz="1600" b="1">
                  <a:solidFill>
                    <a:schemeClr val="bg1"/>
                  </a:solidFill>
                </a:endParaRPr>
              </a:p>
              <a:p>
                <a:r>
                  <a:rPr lang="en-US" altLang="en-US" sz="1600" b="1">
                    <a:solidFill>
                      <a:schemeClr val="bg1"/>
                    </a:solidFill>
                  </a:rPr>
                  <a:t>C</a:t>
                </a:r>
              </a:p>
              <a:p>
                <a:endParaRPr lang="en-US" altLang="en-US" sz="1600" b="1">
                  <a:solidFill>
                    <a:schemeClr val="bg1"/>
                  </a:solidFill>
                </a:endParaRPr>
              </a:p>
              <a:p>
                <a:r>
                  <a:rPr lang="en-US" altLang="en-US" sz="1600" b="1">
                    <a:solidFill>
                      <a:schemeClr val="bg1"/>
                    </a:solidFill>
                  </a:rPr>
                  <a:t>K</a:t>
                </a:r>
              </a:p>
              <a:p>
                <a:endParaRPr lang="en-US" altLang="en-US" sz="1600" b="1">
                  <a:solidFill>
                    <a:schemeClr val="bg1"/>
                  </a:solidFill>
                </a:endParaRPr>
              </a:p>
            </p:txBody>
          </p:sp>
        </p:grpSp>
        <p:grpSp>
          <p:nvGrpSpPr>
            <p:cNvPr id="82951" name="Group 60">
              <a:extLst>
                <a:ext uri="{FF2B5EF4-FFF2-40B4-BE49-F238E27FC236}">
                  <a16:creationId xmlns:a16="http://schemas.microsoft.com/office/drawing/2014/main" id="{6235BB98-0C72-6749-BDE3-E5F0AAC4E889}"/>
                </a:ext>
              </a:extLst>
            </p:cNvPr>
            <p:cNvGrpSpPr>
              <a:grpSpLocks/>
            </p:cNvGrpSpPr>
            <p:nvPr/>
          </p:nvGrpSpPr>
          <p:grpSpPr bwMode="auto">
            <a:xfrm>
              <a:off x="5137150" y="2176463"/>
              <a:ext cx="3354388" cy="1446212"/>
              <a:chOff x="2814" y="1616"/>
              <a:chExt cx="2113" cy="911"/>
            </a:xfrm>
          </p:grpSpPr>
          <p:sp>
            <p:nvSpPr>
              <p:cNvPr id="82968" name="Text Box 52">
                <a:extLst>
                  <a:ext uri="{FF2B5EF4-FFF2-40B4-BE49-F238E27FC236}">
                    <a16:creationId xmlns:a16="http://schemas.microsoft.com/office/drawing/2014/main" id="{621B73A3-C0F9-7B3A-2047-6C2D6BD9F941}"/>
                  </a:ext>
                </a:extLst>
              </p:cNvPr>
              <p:cNvSpPr txBox="1">
                <a:spLocks noChangeArrowheads="1"/>
              </p:cNvSpPr>
              <p:nvPr/>
            </p:nvSpPr>
            <p:spPr bwMode="auto">
              <a:xfrm>
                <a:off x="4505" y="1664"/>
                <a:ext cx="422" cy="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 Q</a:t>
                </a:r>
              </a:p>
              <a:p>
                <a:endParaRPr lang="en-US" altLang="en-US" sz="1800"/>
              </a:p>
              <a:p>
                <a:endParaRPr lang="en-US" altLang="en-US" sz="1800"/>
              </a:p>
              <a:p>
                <a:r>
                  <a:rPr lang="en-US" altLang="en-US" sz="1800">
                    <a:sym typeface="Symbol" panose="05050102010706020507" pitchFamily="18" charset="2"/>
                  </a:rPr>
                  <a:t></a:t>
                </a:r>
                <a:r>
                  <a:rPr lang="en-US" altLang="en-US" sz="1800"/>
                  <a:t>Q</a:t>
                </a:r>
              </a:p>
              <a:p>
                <a:endParaRPr lang="en-US" altLang="en-US" sz="1800"/>
              </a:p>
            </p:txBody>
          </p:sp>
          <p:sp>
            <p:nvSpPr>
              <p:cNvPr id="82969" name="Text Box 53">
                <a:extLst>
                  <a:ext uri="{FF2B5EF4-FFF2-40B4-BE49-F238E27FC236}">
                    <a16:creationId xmlns:a16="http://schemas.microsoft.com/office/drawing/2014/main" id="{6AA5BE61-BABF-47FC-ED63-041BA0B1268A}"/>
                  </a:ext>
                </a:extLst>
              </p:cNvPr>
              <p:cNvSpPr txBox="1">
                <a:spLocks noChangeArrowheads="1"/>
              </p:cNvSpPr>
              <p:nvPr/>
            </p:nvSpPr>
            <p:spPr bwMode="auto">
              <a:xfrm>
                <a:off x="3656" y="1616"/>
                <a:ext cx="633" cy="911"/>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600" b="1">
                    <a:solidFill>
                      <a:schemeClr val="bg1"/>
                    </a:solidFill>
                  </a:rPr>
                  <a:t>J     </a:t>
                </a:r>
              </a:p>
              <a:p>
                <a:endParaRPr lang="en-US" altLang="en-US" sz="1600" b="1">
                  <a:solidFill>
                    <a:schemeClr val="bg1"/>
                  </a:solidFill>
                </a:endParaRPr>
              </a:p>
              <a:p>
                <a:r>
                  <a:rPr lang="en-US" altLang="en-US" sz="1600" b="1">
                    <a:solidFill>
                      <a:schemeClr val="bg1"/>
                    </a:solidFill>
                  </a:rPr>
                  <a:t>C</a:t>
                </a:r>
              </a:p>
              <a:p>
                <a:endParaRPr lang="en-US" altLang="en-US" sz="1600" b="1">
                  <a:solidFill>
                    <a:schemeClr val="bg1"/>
                  </a:solidFill>
                </a:endParaRPr>
              </a:p>
              <a:p>
                <a:r>
                  <a:rPr lang="en-US" altLang="en-US" sz="1600" b="1">
                    <a:solidFill>
                      <a:schemeClr val="bg1"/>
                    </a:solidFill>
                  </a:rPr>
                  <a:t>K</a:t>
                </a:r>
              </a:p>
              <a:p>
                <a:endParaRPr lang="en-US" altLang="en-US" sz="1600" b="1">
                  <a:solidFill>
                    <a:schemeClr val="bg1"/>
                  </a:solidFill>
                </a:endParaRPr>
              </a:p>
            </p:txBody>
          </p:sp>
          <p:sp>
            <p:nvSpPr>
              <p:cNvPr id="82970" name="Line 54">
                <a:extLst>
                  <a:ext uri="{FF2B5EF4-FFF2-40B4-BE49-F238E27FC236}">
                    <a16:creationId xmlns:a16="http://schemas.microsoft.com/office/drawing/2014/main" id="{DD8B8C26-D9EC-AD13-6ECD-1364071D81C8}"/>
                  </a:ext>
                </a:extLst>
              </p:cNvPr>
              <p:cNvSpPr>
                <a:spLocks noChangeShapeType="1"/>
              </p:cNvSpPr>
              <p:nvPr/>
            </p:nvSpPr>
            <p:spPr bwMode="auto">
              <a:xfrm flipV="1">
                <a:off x="3095" y="1788"/>
                <a:ext cx="5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1" name="Line 55">
                <a:extLst>
                  <a:ext uri="{FF2B5EF4-FFF2-40B4-BE49-F238E27FC236}">
                    <a16:creationId xmlns:a16="http://schemas.microsoft.com/office/drawing/2014/main" id="{1542CD21-5E8D-559B-32B0-6696381CD7EE}"/>
                  </a:ext>
                </a:extLst>
              </p:cNvPr>
              <p:cNvSpPr>
                <a:spLocks noChangeShapeType="1"/>
              </p:cNvSpPr>
              <p:nvPr/>
            </p:nvSpPr>
            <p:spPr bwMode="auto">
              <a:xfrm flipV="1">
                <a:off x="3131" y="2060"/>
                <a:ext cx="5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2" name="Line 56">
                <a:extLst>
                  <a:ext uri="{FF2B5EF4-FFF2-40B4-BE49-F238E27FC236}">
                    <a16:creationId xmlns:a16="http://schemas.microsoft.com/office/drawing/2014/main" id="{97194931-4F59-56B8-C128-39C2BEB31C1D}"/>
                  </a:ext>
                </a:extLst>
              </p:cNvPr>
              <p:cNvSpPr>
                <a:spLocks noChangeShapeType="1"/>
              </p:cNvSpPr>
              <p:nvPr/>
            </p:nvSpPr>
            <p:spPr bwMode="auto">
              <a:xfrm flipV="1">
                <a:off x="3377" y="2314"/>
                <a:ext cx="2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3" name="Line 57">
                <a:extLst>
                  <a:ext uri="{FF2B5EF4-FFF2-40B4-BE49-F238E27FC236}">
                    <a16:creationId xmlns:a16="http://schemas.microsoft.com/office/drawing/2014/main" id="{A0F3DE02-A6E5-CC89-95A6-FCEFCDB23530}"/>
                  </a:ext>
                </a:extLst>
              </p:cNvPr>
              <p:cNvSpPr>
                <a:spLocks noChangeShapeType="1"/>
              </p:cNvSpPr>
              <p:nvPr/>
            </p:nvSpPr>
            <p:spPr bwMode="auto">
              <a:xfrm>
                <a:off x="4244" y="2305"/>
                <a:ext cx="3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4" name="Line 58">
                <a:extLst>
                  <a:ext uri="{FF2B5EF4-FFF2-40B4-BE49-F238E27FC236}">
                    <a16:creationId xmlns:a16="http://schemas.microsoft.com/office/drawing/2014/main" id="{1561876F-1281-3127-3ADD-9B5D1E32E6EB}"/>
                  </a:ext>
                </a:extLst>
              </p:cNvPr>
              <p:cNvSpPr>
                <a:spLocks noChangeShapeType="1"/>
              </p:cNvSpPr>
              <p:nvPr/>
            </p:nvSpPr>
            <p:spPr bwMode="auto">
              <a:xfrm>
                <a:off x="4289" y="1788"/>
                <a:ext cx="2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75" name="Oval 59">
                <a:extLst>
                  <a:ext uri="{FF2B5EF4-FFF2-40B4-BE49-F238E27FC236}">
                    <a16:creationId xmlns:a16="http://schemas.microsoft.com/office/drawing/2014/main" id="{8D2AD4F6-AFF0-680F-D317-B599E7639D23}"/>
                  </a:ext>
                </a:extLst>
              </p:cNvPr>
              <p:cNvSpPr>
                <a:spLocks noChangeArrowheads="1"/>
              </p:cNvSpPr>
              <p:nvPr/>
            </p:nvSpPr>
            <p:spPr bwMode="auto">
              <a:xfrm>
                <a:off x="4249" y="2270"/>
                <a:ext cx="67" cy="71"/>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2976" name="Text Box 60">
                <a:extLst>
                  <a:ext uri="{FF2B5EF4-FFF2-40B4-BE49-F238E27FC236}">
                    <a16:creationId xmlns:a16="http://schemas.microsoft.com/office/drawing/2014/main" id="{B52D32B6-D924-3EA6-59EC-223B2CCAFA91}"/>
                  </a:ext>
                </a:extLst>
              </p:cNvPr>
              <p:cNvSpPr txBox="1">
                <a:spLocks noChangeArrowheads="1"/>
              </p:cNvSpPr>
              <p:nvPr/>
            </p:nvSpPr>
            <p:spPr bwMode="auto">
              <a:xfrm>
                <a:off x="2895" y="1961"/>
                <a:ext cx="34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Bef>
                    <a:spcPct val="55000"/>
                  </a:spcBef>
                </a:pPr>
                <a:r>
                  <a:rPr lang="en-US" altLang="en-US" sz="1600" b="1"/>
                  <a:t>T</a:t>
                </a:r>
              </a:p>
            </p:txBody>
          </p:sp>
          <p:sp>
            <p:nvSpPr>
              <p:cNvPr id="82977" name="Line 73">
                <a:extLst>
                  <a:ext uri="{FF2B5EF4-FFF2-40B4-BE49-F238E27FC236}">
                    <a16:creationId xmlns:a16="http://schemas.microsoft.com/office/drawing/2014/main" id="{99FAB5F1-63FF-6811-31EF-90891C723375}"/>
                  </a:ext>
                </a:extLst>
              </p:cNvPr>
              <p:cNvSpPr>
                <a:spLocks noChangeShapeType="1"/>
              </p:cNvSpPr>
              <p:nvPr/>
            </p:nvSpPr>
            <p:spPr bwMode="auto">
              <a:xfrm flipV="1">
                <a:off x="3386" y="1789"/>
                <a:ext cx="0" cy="521"/>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2978" name="Text Box 74">
                <a:extLst>
                  <a:ext uri="{FF2B5EF4-FFF2-40B4-BE49-F238E27FC236}">
                    <a16:creationId xmlns:a16="http://schemas.microsoft.com/office/drawing/2014/main" id="{898525AC-F09E-F6B4-7DED-C481FD604B9D}"/>
                  </a:ext>
                </a:extLst>
              </p:cNvPr>
              <p:cNvSpPr txBox="1">
                <a:spLocks noChangeArrowheads="1"/>
              </p:cNvSpPr>
              <p:nvPr/>
            </p:nvSpPr>
            <p:spPr bwMode="auto">
              <a:xfrm>
                <a:off x="2814" y="1671"/>
                <a:ext cx="34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Bef>
                    <a:spcPct val="55000"/>
                  </a:spcBef>
                </a:pPr>
                <a:r>
                  <a:rPr lang="en-US" altLang="en-US" sz="1600" b="1"/>
                  <a:t>“1”</a:t>
                </a:r>
              </a:p>
            </p:txBody>
          </p:sp>
        </p:grpSp>
        <p:grpSp>
          <p:nvGrpSpPr>
            <p:cNvPr id="82952" name="Group 61">
              <a:extLst>
                <a:ext uri="{FF2B5EF4-FFF2-40B4-BE49-F238E27FC236}">
                  <a16:creationId xmlns:a16="http://schemas.microsoft.com/office/drawing/2014/main" id="{AF14A57E-2AA4-79D8-1940-B9FD9F3D8EFF}"/>
                </a:ext>
              </a:extLst>
            </p:cNvPr>
            <p:cNvGrpSpPr>
              <a:grpSpLocks/>
            </p:cNvGrpSpPr>
            <p:nvPr/>
          </p:nvGrpSpPr>
          <p:grpSpPr bwMode="auto">
            <a:xfrm>
              <a:off x="5264150" y="4079875"/>
              <a:ext cx="3233738" cy="1446213"/>
              <a:chOff x="2904" y="2836"/>
              <a:chExt cx="2037" cy="911"/>
            </a:xfrm>
          </p:grpSpPr>
          <p:sp>
            <p:nvSpPr>
              <p:cNvPr id="82957" name="Text Box 62">
                <a:extLst>
                  <a:ext uri="{FF2B5EF4-FFF2-40B4-BE49-F238E27FC236}">
                    <a16:creationId xmlns:a16="http://schemas.microsoft.com/office/drawing/2014/main" id="{ED625863-6E75-7AD7-E5FC-6E5B6D7C6076}"/>
                  </a:ext>
                </a:extLst>
              </p:cNvPr>
              <p:cNvSpPr txBox="1">
                <a:spLocks noChangeArrowheads="1"/>
              </p:cNvSpPr>
              <p:nvPr/>
            </p:nvSpPr>
            <p:spPr bwMode="auto">
              <a:xfrm>
                <a:off x="4519" y="2884"/>
                <a:ext cx="422" cy="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800"/>
                  <a:t> Q</a:t>
                </a:r>
              </a:p>
              <a:p>
                <a:endParaRPr lang="en-US" altLang="en-US" sz="1800"/>
              </a:p>
              <a:p>
                <a:endParaRPr lang="en-US" altLang="en-US" sz="1800"/>
              </a:p>
              <a:p>
                <a:r>
                  <a:rPr lang="en-US" altLang="en-US" sz="1800">
                    <a:sym typeface="Symbol" panose="05050102010706020507" pitchFamily="18" charset="2"/>
                  </a:rPr>
                  <a:t></a:t>
                </a:r>
                <a:r>
                  <a:rPr lang="en-US" altLang="en-US" sz="1800"/>
                  <a:t>Q</a:t>
                </a:r>
              </a:p>
              <a:p>
                <a:endParaRPr lang="en-US" altLang="en-US" sz="1800"/>
              </a:p>
            </p:txBody>
          </p:sp>
          <p:sp>
            <p:nvSpPr>
              <p:cNvPr id="82958" name="Text Box 63">
                <a:extLst>
                  <a:ext uri="{FF2B5EF4-FFF2-40B4-BE49-F238E27FC236}">
                    <a16:creationId xmlns:a16="http://schemas.microsoft.com/office/drawing/2014/main" id="{62F43118-DDA4-EDD3-4C90-72A2345B7990}"/>
                  </a:ext>
                </a:extLst>
              </p:cNvPr>
              <p:cNvSpPr txBox="1">
                <a:spLocks noChangeArrowheads="1"/>
              </p:cNvSpPr>
              <p:nvPr/>
            </p:nvSpPr>
            <p:spPr bwMode="auto">
              <a:xfrm>
                <a:off x="3670" y="2836"/>
                <a:ext cx="633" cy="911"/>
              </a:xfrm>
              <a:prstGeom prst="rect">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r>
                  <a:rPr lang="en-US" altLang="en-US" sz="1600" b="1">
                    <a:solidFill>
                      <a:schemeClr val="bg1"/>
                    </a:solidFill>
                  </a:rPr>
                  <a:t>J     </a:t>
                </a:r>
              </a:p>
              <a:p>
                <a:endParaRPr lang="en-US" altLang="en-US" sz="1600" b="1">
                  <a:solidFill>
                    <a:schemeClr val="bg1"/>
                  </a:solidFill>
                </a:endParaRPr>
              </a:p>
              <a:p>
                <a:r>
                  <a:rPr lang="en-US" altLang="en-US" sz="1600" b="1">
                    <a:solidFill>
                      <a:schemeClr val="bg1"/>
                    </a:solidFill>
                  </a:rPr>
                  <a:t>C</a:t>
                </a:r>
              </a:p>
              <a:p>
                <a:endParaRPr lang="en-US" altLang="en-US" sz="1600" b="1">
                  <a:solidFill>
                    <a:schemeClr val="bg1"/>
                  </a:solidFill>
                </a:endParaRPr>
              </a:p>
              <a:p>
                <a:r>
                  <a:rPr lang="en-US" altLang="en-US" sz="1600" b="1">
                    <a:solidFill>
                      <a:schemeClr val="bg1"/>
                    </a:solidFill>
                  </a:rPr>
                  <a:t>K</a:t>
                </a:r>
              </a:p>
              <a:p>
                <a:endParaRPr lang="en-US" altLang="en-US" sz="1600" b="1">
                  <a:solidFill>
                    <a:schemeClr val="bg1"/>
                  </a:solidFill>
                </a:endParaRPr>
              </a:p>
            </p:txBody>
          </p:sp>
          <p:sp>
            <p:nvSpPr>
              <p:cNvPr id="82959" name="Line 64">
                <a:extLst>
                  <a:ext uri="{FF2B5EF4-FFF2-40B4-BE49-F238E27FC236}">
                    <a16:creationId xmlns:a16="http://schemas.microsoft.com/office/drawing/2014/main" id="{75A9A977-889D-08A8-F38F-154EDFD6124F}"/>
                  </a:ext>
                </a:extLst>
              </p:cNvPr>
              <p:cNvSpPr>
                <a:spLocks noChangeShapeType="1"/>
              </p:cNvSpPr>
              <p:nvPr/>
            </p:nvSpPr>
            <p:spPr bwMode="auto">
              <a:xfrm flipV="1">
                <a:off x="3100" y="3008"/>
                <a:ext cx="5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60" name="Line 65">
                <a:extLst>
                  <a:ext uri="{FF2B5EF4-FFF2-40B4-BE49-F238E27FC236}">
                    <a16:creationId xmlns:a16="http://schemas.microsoft.com/office/drawing/2014/main" id="{4E1514C4-3248-D309-3599-594A29A03DD0}"/>
                  </a:ext>
                </a:extLst>
              </p:cNvPr>
              <p:cNvSpPr>
                <a:spLocks noChangeShapeType="1"/>
              </p:cNvSpPr>
              <p:nvPr/>
            </p:nvSpPr>
            <p:spPr bwMode="auto">
              <a:xfrm flipV="1">
                <a:off x="3145" y="3280"/>
                <a:ext cx="5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61" name="Line 66">
                <a:extLst>
                  <a:ext uri="{FF2B5EF4-FFF2-40B4-BE49-F238E27FC236}">
                    <a16:creationId xmlns:a16="http://schemas.microsoft.com/office/drawing/2014/main" id="{06E642CF-63CA-E4FC-F783-A1BDE6E0CC97}"/>
                  </a:ext>
                </a:extLst>
              </p:cNvPr>
              <p:cNvSpPr>
                <a:spLocks noChangeShapeType="1"/>
              </p:cNvSpPr>
              <p:nvPr/>
            </p:nvSpPr>
            <p:spPr bwMode="auto">
              <a:xfrm flipV="1">
                <a:off x="3400" y="3543"/>
                <a:ext cx="2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62" name="Line 67">
                <a:extLst>
                  <a:ext uri="{FF2B5EF4-FFF2-40B4-BE49-F238E27FC236}">
                    <a16:creationId xmlns:a16="http://schemas.microsoft.com/office/drawing/2014/main" id="{5AD4C283-0BA7-5485-EE6A-02A0D6C16B37}"/>
                  </a:ext>
                </a:extLst>
              </p:cNvPr>
              <p:cNvSpPr>
                <a:spLocks noChangeShapeType="1"/>
              </p:cNvSpPr>
              <p:nvPr/>
            </p:nvSpPr>
            <p:spPr bwMode="auto">
              <a:xfrm>
                <a:off x="4258" y="3525"/>
                <a:ext cx="3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63" name="Line 68">
                <a:extLst>
                  <a:ext uri="{FF2B5EF4-FFF2-40B4-BE49-F238E27FC236}">
                    <a16:creationId xmlns:a16="http://schemas.microsoft.com/office/drawing/2014/main" id="{EA3288F5-2BAD-CE0F-9C0D-5EA90E08211D}"/>
                  </a:ext>
                </a:extLst>
              </p:cNvPr>
              <p:cNvSpPr>
                <a:spLocks noChangeShapeType="1"/>
              </p:cNvSpPr>
              <p:nvPr/>
            </p:nvSpPr>
            <p:spPr bwMode="auto">
              <a:xfrm>
                <a:off x="4303" y="3008"/>
                <a:ext cx="2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964" name="Oval 69">
                <a:extLst>
                  <a:ext uri="{FF2B5EF4-FFF2-40B4-BE49-F238E27FC236}">
                    <a16:creationId xmlns:a16="http://schemas.microsoft.com/office/drawing/2014/main" id="{0A71F9CF-A8EA-C0FD-42C1-C416F5FD9DD5}"/>
                  </a:ext>
                </a:extLst>
              </p:cNvPr>
              <p:cNvSpPr>
                <a:spLocks noChangeArrowheads="1"/>
              </p:cNvSpPr>
              <p:nvPr/>
            </p:nvSpPr>
            <p:spPr bwMode="auto">
              <a:xfrm>
                <a:off x="4263" y="3490"/>
                <a:ext cx="67" cy="71"/>
              </a:xfrm>
              <a:prstGeom prst="ellipse">
                <a:avLst/>
              </a:prstGeom>
              <a:solidFill>
                <a:schemeClr val="accent1"/>
              </a:solidFill>
              <a:ln w="25400">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2965" name="Text Box 70">
                <a:extLst>
                  <a:ext uri="{FF2B5EF4-FFF2-40B4-BE49-F238E27FC236}">
                    <a16:creationId xmlns:a16="http://schemas.microsoft.com/office/drawing/2014/main" id="{E771794B-E9E8-D228-E358-D715ED16F1F1}"/>
                  </a:ext>
                </a:extLst>
              </p:cNvPr>
              <p:cNvSpPr txBox="1">
                <a:spLocks noChangeArrowheads="1"/>
              </p:cNvSpPr>
              <p:nvPr/>
            </p:nvSpPr>
            <p:spPr bwMode="auto">
              <a:xfrm>
                <a:off x="2919" y="3153"/>
                <a:ext cx="341"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Bef>
                    <a:spcPct val="55000"/>
                  </a:spcBef>
                </a:pPr>
                <a:r>
                  <a:rPr lang="en-US" altLang="en-US" sz="1600" b="1"/>
                  <a:t>C</a:t>
                </a:r>
              </a:p>
            </p:txBody>
          </p:sp>
          <p:sp>
            <p:nvSpPr>
              <p:cNvPr id="82966" name="Line 75">
                <a:extLst>
                  <a:ext uri="{FF2B5EF4-FFF2-40B4-BE49-F238E27FC236}">
                    <a16:creationId xmlns:a16="http://schemas.microsoft.com/office/drawing/2014/main" id="{960BAA36-1275-32C2-62BA-255BAA6B1113}"/>
                  </a:ext>
                </a:extLst>
              </p:cNvPr>
              <p:cNvSpPr>
                <a:spLocks noChangeShapeType="1"/>
              </p:cNvSpPr>
              <p:nvPr/>
            </p:nvSpPr>
            <p:spPr bwMode="auto">
              <a:xfrm flipV="1">
                <a:off x="3403" y="3011"/>
                <a:ext cx="0" cy="521"/>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2967" name="Text Box 76">
                <a:extLst>
                  <a:ext uri="{FF2B5EF4-FFF2-40B4-BE49-F238E27FC236}">
                    <a16:creationId xmlns:a16="http://schemas.microsoft.com/office/drawing/2014/main" id="{F1A62415-AE4B-4113-ADA0-868CBEBDE7FB}"/>
                  </a:ext>
                </a:extLst>
              </p:cNvPr>
              <p:cNvSpPr txBox="1">
                <a:spLocks noChangeArrowheads="1"/>
              </p:cNvSpPr>
              <p:nvPr/>
            </p:nvSpPr>
            <p:spPr bwMode="auto">
              <a:xfrm>
                <a:off x="2904" y="2899"/>
                <a:ext cx="34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Bef>
                    <a:spcPct val="55000"/>
                  </a:spcBef>
                </a:pPr>
                <a:r>
                  <a:rPr lang="en-US" altLang="en-US" sz="1600" b="1"/>
                  <a:t>T</a:t>
                </a:r>
              </a:p>
            </p:txBody>
          </p:sp>
        </p:grpSp>
        <p:sp>
          <p:nvSpPr>
            <p:cNvPr id="82953" name="Text Box 77">
              <a:extLst>
                <a:ext uri="{FF2B5EF4-FFF2-40B4-BE49-F238E27FC236}">
                  <a16:creationId xmlns:a16="http://schemas.microsoft.com/office/drawing/2014/main" id="{624E4C2E-8A17-CC1D-AE20-2087464D93BC}"/>
                </a:ext>
              </a:extLst>
            </p:cNvPr>
            <p:cNvSpPr txBox="1">
              <a:spLocks noChangeArrowheads="1"/>
            </p:cNvSpPr>
            <p:nvPr/>
          </p:nvSpPr>
          <p:spPr bwMode="auto">
            <a:xfrm>
              <a:off x="1390650" y="5494338"/>
              <a:ext cx="2160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 flip-flop</a:t>
              </a:r>
              <a:endParaRPr lang="ru-RU" altLang="en-US" sz="1800"/>
            </a:p>
          </p:txBody>
        </p:sp>
        <p:sp>
          <p:nvSpPr>
            <p:cNvPr id="82954" name="Text Box 80">
              <a:extLst>
                <a:ext uri="{FF2B5EF4-FFF2-40B4-BE49-F238E27FC236}">
                  <a16:creationId xmlns:a16="http://schemas.microsoft.com/office/drawing/2014/main" id="{C94EA052-808F-94EC-BD0B-4FED91B37DCB}"/>
                </a:ext>
              </a:extLst>
            </p:cNvPr>
            <p:cNvSpPr txBox="1">
              <a:spLocks noChangeArrowheads="1"/>
            </p:cNvSpPr>
            <p:nvPr/>
          </p:nvSpPr>
          <p:spPr bwMode="auto">
            <a:xfrm>
              <a:off x="4933950" y="3630613"/>
              <a:ext cx="33845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T flip-flop (edge-triggered)</a:t>
              </a:r>
              <a:endParaRPr lang="ru-RU" altLang="en-US" sz="1800"/>
            </a:p>
          </p:txBody>
        </p:sp>
        <p:sp>
          <p:nvSpPr>
            <p:cNvPr id="82955" name="Text Box 81">
              <a:extLst>
                <a:ext uri="{FF2B5EF4-FFF2-40B4-BE49-F238E27FC236}">
                  <a16:creationId xmlns:a16="http://schemas.microsoft.com/office/drawing/2014/main" id="{4F0D1FCE-8959-928A-C68F-80B4FA0E0581}"/>
                </a:ext>
              </a:extLst>
            </p:cNvPr>
            <p:cNvSpPr txBox="1">
              <a:spLocks noChangeArrowheads="1"/>
            </p:cNvSpPr>
            <p:nvPr/>
          </p:nvSpPr>
          <p:spPr bwMode="auto">
            <a:xfrm>
              <a:off x="5187950" y="5481638"/>
              <a:ext cx="33845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T flip-flop (clocked)</a:t>
              </a:r>
              <a:endParaRPr lang="ru-RU" altLang="en-US" sz="1800"/>
            </a:p>
          </p:txBody>
        </p:sp>
        <p:sp>
          <p:nvSpPr>
            <p:cNvPr id="82956" name="Text Box 82">
              <a:extLst>
                <a:ext uri="{FF2B5EF4-FFF2-40B4-BE49-F238E27FC236}">
                  <a16:creationId xmlns:a16="http://schemas.microsoft.com/office/drawing/2014/main" id="{9343A6F7-84A6-9746-D3CC-1F3554AEEC9D}"/>
                </a:ext>
              </a:extLst>
            </p:cNvPr>
            <p:cNvSpPr txBox="1">
              <a:spLocks noChangeArrowheads="1"/>
            </p:cNvSpPr>
            <p:nvPr/>
          </p:nvSpPr>
          <p:spPr bwMode="auto">
            <a:xfrm>
              <a:off x="1382713" y="3324225"/>
              <a:ext cx="21605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RS flip-flop</a:t>
              </a:r>
              <a:endParaRPr lang="ru-RU" altLang="en-US" sz="1800"/>
            </a:p>
          </p:txBody>
        </p:sp>
      </p:grpSp>
      <p:sp>
        <p:nvSpPr>
          <p:cNvPr id="8" name="Title 7">
            <a:extLst>
              <a:ext uri="{FF2B5EF4-FFF2-40B4-BE49-F238E27FC236}">
                <a16:creationId xmlns:a16="http://schemas.microsoft.com/office/drawing/2014/main" id="{2A48F09D-D455-8B4C-0DC1-5DFC062AFA00}"/>
              </a:ext>
            </a:extLst>
          </p:cNvPr>
          <p:cNvSpPr>
            <a:spLocks noGrp="1"/>
          </p:cNvSpPr>
          <p:nvPr>
            <p:ph type="title"/>
          </p:nvPr>
        </p:nvSpPr>
        <p:spPr/>
        <p:txBody>
          <a:bodyPr>
            <a:normAutofit/>
          </a:bodyPr>
          <a:lstStyle/>
          <a:p>
            <a:r>
              <a:rPr lang="en-US" dirty="0"/>
              <a:t>Designing Other Flip-Flops Based on JK Flip-Flop</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FB0B4F8A-B192-45B6-AF83-2EF35CFA3648}"/>
              </a:ext>
            </a:extLst>
          </p:cNvPr>
          <p:cNvGraphicFramePr>
            <a:graphicFrameLocks noGrp="1"/>
          </p:cNvGraphicFramePr>
          <p:nvPr>
            <p:extLst>
              <p:ext uri="{D42A27DB-BD31-4B8C-83A1-F6EECF244321}">
                <p14:modId xmlns:p14="http://schemas.microsoft.com/office/powerpoint/2010/main" val="558746151"/>
              </p:ext>
            </p:extLst>
          </p:nvPr>
        </p:nvGraphicFramePr>
        <p:xfrm>
          <a:off x="3057525" y="1520826"/>
          <a:ext cx="6096000" cy="4079878"/>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Device Type</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Characteristic Equation</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34" marB="45734" horzOverflow="overflow"/>
                </a:tc>
                <a:extLst>
                  <a:ext uri="{0D108BD9-81ED-4DB2-BD59-A6C34878D82A}">
                    <a16:rowId xmlns:a16="http://schemas.microsoft.com/office/drawing/2014/main" val="10000"/>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SR latch</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Q*=S +</a:t>
                      </a:r>
                      <a:r>
                        <a:rPr kumimoji="0" lang="en-US" sz="1800" b="0" i="0" u="none" strike="noStrike" cap="none" normalizeH="0" baseline="0" dirty="0">
                          <a:ln>
                            <a:noFill/>
                          </a:ln>
                          <a:solidFill>
                            <a:schemeClr val="tx1"/>
                          </a:solidFill>
                          <a:effectLst/>
                          <a:latin typeface="Arial" pitchFamily="34" charset="0"/>
                          <a:cs typeface="Arial" pitchFamily="34" charset="0"/>
                          <a:sym typeface="Symbol" pitchFamily="18" charset="2"/>
                        </a:rPr>
                        <a:t>RQ</a:t>
                      </a:r>
                    </a:p>
                  </a:txBody>
                  <a:tcPr marT="45734" marB="45734" horzOverflow="overflow"/>
                </a:tc>
                <a:extLst>
                  <a:ext uri="{0D108BD9-81ED-4DB2-BD59-A6C34878D82A}">
                    <a16:rowId xmlns:a16="http://schemas.microsoft.com/office/drawing/2014/main" val="10001"/>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Gated SR latch</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5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 = SC +</a:t>
                      </a:r>
                      <a:r>
                        <a:rPr kumimoji="0" lang="en-US" sz="1800" b="0" i="0" u="none" strike="noStrike" cap="none" normalizeH="0" baseline="0" dirty="0">
                          <a:ln>
                            <a:noFill/>
                          </a:ln>
                          <a:solidFill>
                            <a:schemeClr val="tx1"/>
                          </a:solidFill>
                          <a:effectLst/>
                          <a:latin typeface="Arial" pitchFamily="34" charset="0"/>
                          <a:cs typeface="Arial" pitchFamily="34" charset="0"/>
                          <a:sym typeface="Symbol" pitchFamily="18" charset="2"/>
                        </a:rPr>
                        <a:t>RQ + CQ</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extLst>
                  <a:ext uri="{0D108BD9-81ED-4DB2-BD59-A6C34878D82A}">
                    <a16:rowId xmlns:a16="http://schemas.microsoft.com/office/drawing/2014/main" val="10002"/>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D latch</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 = D</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extLst>
                  <a:ext uri="{0D108BD9-81ED-4DB2-BD59-A6C34878D82A}">
                    <a16:rowId xmlns:a16="http://schemas.microsoft.com/office/drawing/2014/main" val="10003"/>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Master/Slave SR flip-flop</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 = S +</a:t>
                      </a:r>
                      <a:r>
                        <a:rPr kumimoji="0" lang="en-US" sz="1800" b="0" i="0" u="none" strike="noStrike" cap="none" normalizeH="0" baseline="0" dirty="0">
                          <a:ln>
                            <a:noFill/>
                          </a:ln>
                          <a:solidFill>
                            <a:schemeClr val="tx1"/>
                          </a:solidFill>
                          <a:effectLst/>
                          <a:latin typeface="Arial" pitchFamily="34" charset="0"/>
                          <a:cs typeface="Arial" pitchFamily="34" charset="0"/>
                          <a:sym typeface="Symbol" pitchFamily="18" charset="2"/>
                        </a:rPr>
                        <a:t>RQ</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extLst>
                  <a:ext uri="{0D108BD9-81ED-4DB2-BD59-A6C34878D82A}">
                    <a16:rowId xmlns:a16="http://schemas.microsoft.com/office/drawing/2014/main" val="10004"/>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Edge-triggered D flip-flop</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 = D</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extLst>
                  <a:ext uri="{0D108BD9-81ED-4DB2-BD59-A6C34878D82A}">
                    <a16:rowId xmlns:a16="http://schemas.microsoft.com/office/drawing/2014/main" val="10005"/>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Master/Slave JK flip-flop</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 = J</a:t>
                      </a:r>
                      <a:r>
                        <a:rPr kumimoji="0" lang="en-US" sz="1800" b="0" i="0" u="none" strike="noStrike" cap="none" normalizeH="0" baseline="0" dirty="0">
                          <a:ln>
                            <a:noFill/>
                          </a:ln>
                          <a:solidFill>
                            <a:schemeClr val="tx1"/>
                          </a:solidFill>
                          <a:effectLst/>
                          <a:latin typeface="Arial" pitchFamily="34" charset="0"/>
                          <a:cs typeface="Arial" pitchFamily="34" charset="0"/>
                          <a:sym typeface="Symbol" pitchFamily="18" charset="2"/>
                        </a:rPr>
                        <a:t>Q +KQ</a:t>
                      </a:r>
                    </a:p>
                  </a:txBody>
                  <a:tcPr marT="45734" marB="45734" horzOverflow="overflow"/>
                </a:tc>
                <a:extLst>
                  <a:ext uri="{0D108BD9-81ED-4DB2-BD59-A6C34878D82A}">
                    <a16:rowId xmlns:a16="http://schemas.microsoft.com/office/drawing/2014/main" val="10006"/>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Edge triggered JK flip-flop</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 = J</a:t>
                      </a:r>
                      <a:r>
                        <a:rPr kumimoji="0" lang="en-US" sz="1800" b="0" i="0" u="none" strike="noStrike" cap="none" normalizeH="0" baseline="0" dirty="0">
                          <a:ln>
                            <a:noFill/>
                          </a:ln>
                          <a:solidFill>
                            <a:schemeClr val="tx1"/>
                          </a:solidFill>
                          <a:effectLst/>
                          <a:latin typeface="Arial" pitchFamily="34" charset="0"/>
                          <a:cs typeface="Arial" pitchFamily="34" charset="0"/>
                          <a:sym typeface="Symbol" pitchFamily="18" charset="2"/>
                        </a:rPr>
                        <a:t>Q +KQ</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extLst>
                  <a:ext uri="{0D108BD9-81ED-4DB2-BD59-A6C34878D82A}">
                    <a16:rowId xmlns:a16="http://schemas.microsoft.com/office/drawing/2014/main" val="10007"/>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T flip-flop (edge triggered)</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Q* =</a:t>
                      </a: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Q</a:t>
                      </a:r>
                    </a:p>
                  </a:txBody>
                  <a:tcPr marT="45734" marB="45734" horzOverflow="overflow"/>
                </a:tc>
                <a:extLst>
                  <a:ext uri="{0D108BD9-81ED-4DB2-BD59-A6C34878D82A}">
                    <a16:rowId xmlns:a16="http://schemas.microsoft.com/office/drawing/2014/main" val="10008"/>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T flip-flop (clocked)</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Q* = T</a:t>
                      </a:r>
                      <a:r>
                        <a:rPr kumimoji="0" lang="en-US" sz="1800" b="0" i="0" u="none" strike="noStrike" cap="none" normalizeH="0" baseline="0">
                          <a:ln>
                            <a:noFill/>
                          </a:ln>
                          <a:solidFill>
                            <a:schemeClr val="tx1"/>
                          </a:solidFill>
                          <a:effectLst/>
                          <a:latin typeface="Arial" pitchFamily="34" charset="0"/>
                          <a:cs typeface="Arial" pitchFamily="34" charset="0"/>
                          <a:sym typeface="Symbol" pitchFamily="18" charset="2"/>
                        </a:rPr>
                        <a:t>Q +TQ</a:t>
                      </a:r>
                    </a:p>
                  </a:txBody>
                  <a:tcPr marT="45734" marB="45734" horzOverflow="overflow"/>
                </a:tc>
                <a:extLst>
                  <a:ext uri="{0D108BD9-81ED-4DB2-BD59-A6C34878D82A}">
                    <a16:rowId xmlns:a16="http://schemas.microsoft.com/office/drawing/2014/main" val="10009"/>
                  </a:ext>
                </a:extLst>
              </a:tr>
              <a:tr h="370898">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D flip-flop with enable</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34" marB="45734"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Q* = </a:t>
                      </a:r>
                      <a:r>
                        <a:rPr kumimoji="0" lang="en-US" sz="1800" b="0" i="0" u="none" strike="noStrike" cap="none" normalizeH="0" baseline="0" dirty="0" err="1">
                          <a:ln>
                            <a:noFill/>
                          </a:ln>
                          <a:solidFill>
                            <a:schemeClr val="tx1"/>
                          </a:solidFill>
                          <a:effectLst/>
                          <a:latin typeface="Arial" pitchFamily="34" charset="0"/>
                          <a:cs typeface="Arial" pitchFamily="34" charset="0"/>
                        </a:rPr>
                        <a:t>En</a:t>
                      </a:r>
                      <a:r>
                        <a:rPr kumimoji="0" lang="en-US" sz="1800" b="0" i="0" u="none" strike="noStrike" cap="none" normalizeH="0" baseline="0" dirty="0" err="1">
                          <a:ln>
                            <a:noFill/>
                          </a:ln>
                          <a:solidFill>
                            <a:schemeClr val="tx1"/>
                          </a:solidFill>
                          <a:effectLst/>
                          <a:latin typeface="Arial" pitchFamily="34" charset="0"/>
                          <a:cs typeface="Arial" pitchFamily="34" charset="0"/>
                          <a:sym typeface="Symbol" pitchFamily="18" charset="2"/>
                        </a:rPr>
                        <a:t>D</a:t>
                      </a:r>
                      <a:r>
                        <a:rPr kumimoji="0" lang="en-US" sz="1800" b="0" i="0" u="none" strike="noStrike" cap="none" normalizeH="0" baseline="0" dirty="0">
                          <a:ln>
                            <a:noFill/>
                          </a:ln>
                          <a:solidFill>
                            <a:schemeClr val="tx1"/>
                          </a:solidFill>
                          <a:effectLst/>
                          <a:latin typeface="Arial" pitchFamily="34" charset="0"/>
                          <a:cs typeface="Arial" pitchFamily="34" charset="0"/>
                          <a:sym typeface="Symbol" pitchFamily="18" charset="2"/>
                        </a:rPr>
                        <a:t> +</a:t>
                      </a:r>
                      <a:r>
                        <a:rPr kumimoji="0" lang="en-US" sz="1800" b="0" i="0" u="none" strike="noStrike" cap="none" normalizeH="0" baseline="0" dirty="0" err="1">
                          <a:ln>
                            <a:noFill/>
                          </a:ln>
                          <a:solidFill>
                            <a:schemeClr val="tx1"/>
                          </a:solidFill>
                          <a:effectLst/>
                          <a:latin typeface="Arial" pitchFamily="34" charset="0"/>
                          <a:cs typeface="Arial" pitchFamily="34" charset="0"/>
                          <a:sym typeface="Symbol" pitchFamily="18" charset="2"/>
                        </a:rPr>
                        <a:t>EnQ</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34" marB="45734" horzOverflow="overflow"/>
                </a:tc>
                <a:extLst>
                  <a:ext uri="{0D108BD9-81ED-4DB2-BD59-A6C34878D82A}">
                    <a16:rowId xmlns:a16="http://schemas.microsoft.com/office/drawing/2014/main" val="10010"/>
                  </a:ext>
                </a:extLst>
              </a:tr>
            </a:tbl>
          </a:graphicData>
        </a:graphic>
      </p:graphicFrame>
      <p:sp>
        <p:nvSpPr>
          <p:cNvPr id="9" name="Title 8">
            <a:extLst>
              <a:ext uri="{FF2B5EF4-FFF2-40B4-BE49-F238E27FC236}">
                <a16:creationId xmlns:a16="http://schemas.microsoft.com/office/drawing/2014/main" id="{B2689F43-9DDD-0595-AFF3-3F9022F38977}"/>
              </a:ext>
            </a:extLst>
          </p:cNvPr>
          <p:cNvSpPr>
            <a:spLocks noGrp="1"/>
          </p:cNvSpPr>
          <p:nvPr>
            <p:ph type="title"/>
          </p:nvPr>
        </p:nvSpPr>
        <p:spPr/>
        <p:txBody>
          <a:bodyPr>
            <a:normAutofit/>
          </a:bodyPr>
          <a:lstStyle/>
          <a:p>
            <a:r>
              <a:rPr lang="en-US" dirty="0"/>
              <a:t>Summary of Latch and Flip-Flop Characteristic Equations</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62">
            <a:extLst>
              <a:ext uri="{FF2B5EF4-FFF2-40B4-BE49-F238E27FC236}">
                <a16:creationId xmlns:a16="http://schemas.microsoft.com/office/drawing/2014/main" id="{C5CEAB7F-5342-398E-C228-EFFBCEA2F5F6}"/>
              </a:ext>
            </a:extLst>
          </p:cNvPr>
          <p:cNvSpPr>
            <a:spLocks noChangeArrowheads="1"/>
          </p:cNvSpPr>
          <p:nvPr/>
        </p:nvSpPr>
        <p:spPr bwMode="auto">
          <a:xfrm>
            <a:off x="3203575" y="5405438"/>
            <a:ext cx="1536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rgbClr val="000000"/>
                </a:solidFill>
              </a:rPr>
              <a:t>Async</a:t>
            </a:r>
            <a:r>
              <a:rPr lang="en-US" altLang="en-US" sz="2000">
                <a:solidFill>
                  <a:srgbClr val="000000"/>
                </a:solidFill>
              </a:rPr>
              <a:t>h</a:t>
            </a:r>
            <a:r>
              <a:rPr lang="ru-RU" altLang="en-US" sz="2000">
                <a:solidFill>
                  <a:srgbClr val="000000"/>
                </a:solidFill>
              </a:rPr>
              <a:t>. reset</a:t>
            </a:r>
            <a:endParaRPr lang="ru-RU" altLang="en-US" sz="2000"/>
          </a:p>
        </p:txBody>
      </p:sp>
      <p:sp>
        <p:nvSpPr>
          <p:cNvPr id="87043" name="Text Box 80">
            <a:extLst>
              <a:ext uri="{FF2B5EF4-FFF2-40B4-BE49-F238E27FC236}">
                <a16:creationId xmlns:a16="http://schemas.microsoft.com/office/drawing/2014/main" id="{F0F82F29-86B7-E07E-2098-01763C1C1951}"/>
              </a:ext>
            </a:extLst>
          </p:cNvPr>
          <p:cNvSpPr txBox="1">
            <a:spLocks noChangeArrowheads="1"/>
          </p:cNvSpPr>
          <p:nvPr/>
        </p:nvSpPr>
        <p:spPr bwMode="auto">
          <a:xfrm>
            <a:off x="5667375" y="1725614"/>
            <a:ext cx="46815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Synchronous reset  vs. asynchronous</a:t>
            </a:r>
            <a:endParaRPr lang="ru-RU" altLang="en-US" sz="2000"/>
          </a:p>
        </p:txBody>
      </p:sp>
      <p:sp>
        <p:nvSpPr>
          <p:cNvPr id="87044" name="Text Box 81">
            <a:extLst>
              <a:ext uri="{FF2B5EF4-FFF2-40B4-BE49-F238E27FC236}">
                <a16:creationId xmlns:a16="http://schemas.microsoft.com/office/drawing/2014/main" id="{F327420A-DDFC-E36C-8CD3-FBFF02E1E661}"/>
              </a:ext>
            </a:extLst>
          </p:cNvPr>
          <p:cNvSpPr txBox="1">
            <a:spLocks noChangeArrowheads="1"/>
          </p:cNvSpPr>
          <p:nvPr/>
        </p:nvSpPr>
        <p:spPr bwMode="auto">
          <a:xfrm>
            <a:off x="5529264" y="4981576"/>
            <a:ext cx="46815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In many cases synchronous reset more preferable</a:t>
            </a:r>
            <a:endParaRPr lang="ru-RU" altLang="en-US" sz="2000"/>
          </a:p>
        </p:txBody>
      </p:sp>
      <p:graphicFrame>
        <p:nvGraphicFramePr>
          <p:cNvPr id="49227" name="Group 75">
            <a:extLst>
              <a:ext uri="{FF2B5EF4-FFF2-40B4-BE49-F238E27FC236}">
                <a16:creationId xmlns:a16="http://schemas.microsoft.com/office/drawing/2014/main" id="{588210D6-CD43-4997-8B32-2366E5578281}"/>
              </a:ext>
            </a:extLst>
          </p:cNvPr>
          <p:cNvGraphicFramePr>
            <a:graphicFrameLocks noGrp="1"/>
          </p:cNvGraphicFramePr>
          <p:nvPr>
            <p:extLst>
              <p:ext uri="{D42A27DB-BD31-4B8C-83A1-F6EECF244321}">
                <p14:modId xmlns:p14="http://schemas.microsoft.com/office/powerpoint/2010/main" val="893965672"/>
              </p:ext>
            </p:extLst>
          </p:nvPr>
        </p:nvGraphicFramePr>
        <p:xfrm>
          <a:off x="5487988" y="2278064"/>
          <a:ext cx="4813300" cy="2473341"/>
        </p:xfrm>
        <a:graphic>
          <a:graphicData uri="http://schemas.openxmlformats.org/drawingml/2006/table">
            <a:tbl>
              <a:tblPr/>
              <a:tblGrid>
                <a:gridCol w="1604963">
                  <a:extLst>
                    <a:ext uri="{9D8B030D-6E8A-4147-A177-3AD203B41FA5}">
                      <a16:colId xmlns:a16="http://schemas.microsoft.com/office/drawing/2014/main" val="20000"/>
                    </a:ext>
                  </a:extLst>
                </a:gridCol>
                <a:gridCol w="1603375">
                  <a:extLst>
                    <a:ext uri="{9D8B030D-6E8A-4147-A177-3AD203B41FA5}">
                      <a16:colId xmlns:a16="http://schemas.microsoft.com/office/drawing/2014/main" val="20001"/>
                    </a:ext>
                  </a:extLst>
                </a:gridCol>
                <a:gridCol w="1604962">
                  <a:extLst>
                    <a:ext uri="{9D8B030D-6E8A-4147-A177-3AD203B41FA5}">
                      <a16:colId xmlns:a16="http://schemas.microsoft.com/office/drawing/2014/main" val="20002"/>
                    </a:ext>
                  </a:extLst>
                </a:gridCol>
              </a:tblGrid>
              <a:tr h="366651">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bg2"/>
                          </a:solidFill>
                          <a:effectLst/>
                          <a:latin typeface="Arial" pitchFamily="34" charset="0"/>
                          <a:ea typeface="PMingLiU" pitchFamily="18" charset="-120"/>
                          <a:cs typeface="Arial" pitchFamily="34" charset="0"/>
                        </a:rPr>
                        <a:t>sync. </a:t>
                      </a:r>
                      <a:endParaRPr kumimoji="0" lang="en-US" sz="1800" b="0" i="0" u="none" strike="noStrike" cap="none" normalizeH="0" baseline="0">
                        <a:ln>
                          <a:noFill/>
                        </a:ln>
                        <a:solidFill>
                          <a:schemeClr val="bg2"/>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dirty="0">
                          <a:ln>
                            <a:noFill/>
                          </a:ln>
                          <a:solidFill>
                            <a:schemeClr val="bg2"/>
                          </a:solidFill>
                          <a:effectLst/>
                          <a:latin typeface="Arial" pitchFamily="34" charset="0"/>
                          <a:ea typeface="PMingLiU" pitchFamily="18" charset="-120"/>
                          <a:cs typeface="Arial" pitchFamily="34" charset="0"/>
                        </a:rPr>
                        <a:t>async. </a:t>
                      </a:r>
                      <a:endParaRPr kumimoji="0" lang="en-US" sz="1800" b="0" i="0" u="none" strike="noStrike" cap="none" normalizeH="0" baseline="0" dirty="0">
                        <a:ln>
                          <a:noFill/>
                        </a:ln>
                        <a:solidFill>
                          <a:schemeClr val="bg2"/>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6651">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area</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larger</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dirty="0">
                          <a:ln>
                            <a:noFill/>
                          </a:ln>
                          <a:solidFill>
                            <a:schemeClr val="tx1"/>
                          </a:solidFill>
                          <a:effectLst/>
                          <a:latin typeface="Arial" pitchFamily="34" charset="0"/>
                          <a:ea typeface="PMingLiU" pitchFamily="18" charset="-120"/>
                          <a:cs typeface="Arial" pitchFamily="34" charset="0"/>
                        </a:rPr>
                        <a:t>smaller</a:t>
                      </a: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66651">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dirty="0">
                          <a:ln>
                            <a:noFill/>
                          </a:ln>
                          <a:solidFill>
                            <a:schemeClr val="tx1"/>
                          </a:solidFill>
                          <a:effectLst/>
                          <a:latin typeface="Arial" pitchFamily="34" charset="0"/>
                          <a:ea typeface="PMingLiU" pitchFamily="18" charset="-120"/>
                          <a:cs typeface="Arial" pitchFamily="34" charset="0"/>
                        </a:rPr>
                        <a:t>reset  speed</a:t>
                      </a:r>
                      <a:endParaRPr kumimoji="0" lang="en-US" sz="18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slower</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faster</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66651">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skew effects</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robust</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vulnerable</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66651">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meta-stability</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no</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altLang="zh-TW" sz="1800" b="0" i="0" u="none" strike="noStrike" cap="none" normalizeH="0" baseline="0">
                          <a:ln>
                            <a:noFill/>
                          </a:ln>
                          <a:solidFill>
                            <a:schemeClr val="tx1"/>
                          </a:solidFill>
                          <a:effectLst/>
                          <a:latin typeface="Arial" pitchFamily="34" charset="0"/>
                          <a:ea typeface="PMingLiU" pitchFamily="18" charset="-120"/>
                          <a:cs typeface="Arial" pitchFamily="34" charset="0"/>
                        </a:rPr>
                        <a:t>yes</a:t>
                      </a:r>
                      <a:endParaRPr kumimoji="0" lang="en-US" sz="18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640068">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power consumption</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more</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less</a:t>
                      </a: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grpSp>
        <p:nvGrpSpPr>
          <p:cNvPr id="87076" name="Group 40">
            <a:extLst>
              <a:ext uri="{FF2B5EF4-FFF2-40B4-BE49-F238E27FC236}">
                <a16:creationId xmlns:a16="http://schemas.microsoft.com/office/drawing/2014/main" id="{0E5CB719-C120-506A-C066-84658430C6BE}"/>
              </a:ext>
            </a:extLst>
          </p:cNvPr>
          <p:cNvGrpSpPr>
            <a:grpSpLocks/>
          </p:cNvGrpSpPr>
          <p:nvPr/>
        </p:nvGrpSpPr>
        <p:grpSpPr bwMode="auto">
          <a:xfrm>
            <a:off x="2395538" y="1443039"/>
            <a:ext cx="2849562" cy="3965575"/>
            <a:chOff x="871538" y="1443038"/>
            <a:chExt cx="2849562" cy="3965576"/>
          </a:xfrm>
        </p:grpSpPr>
        <p:sp>
          <p:nvSpPr>
            <p:cNvPr id="87077" name="Rectangle 53">
              <a:extLst>
                <a:ext uri="{FF2B5EF4-FFF2-40B4-BE49-F238E27FC236}">
                  <a16:creationId xmlns:a16="http://schemas.microsoft.com/office/drawing/2014/main" id="{AE39C5F7-793E-DD47-7C41-C84FBD9F0B92}"/>
                </a:ext>
              </a:extLst>
            </p:cNvPr>
            <p:cNvSpPr>
              <a:spLocks noChangeArrowheads="1"/>
            </p:cNvSpPr>
            <p:nvPr/>
          </p:nvSpPr>
          <p:spPr bwMode="auto">
            <a:xfrm>
              <a:off x="1892300" y="4037013"/>
              <a:ext cx="776287" cy="1065213"/>
            </a:xfrm>
            <a:prstGeom prst="rect">
              <a:avLst/>
            </a:prstGeom>
            <a:solidFill>
              <a:schemeClr val="accent1"/>
            </a:solidFill>
            <a:ln w="28575" cap="rnd">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7078" name="Freeform 54">
              <a:extLst>
                <a:ext uri="{FF2B5EF4-FFF2-40B4-BE49-F238E27FC236}">
                  <a16:creationId xmlns:a16="http://schemas.microsoft.com/office/drawing/2014/main" id="{789FE575-7F75-38A3-D6F3-EA99875D885F}"/>
                </a:ext>
              </a:extLst>
            </p:cNvPr>
            <p:cNvSpPr>
              <a:spLocks/>
            </p:cNvSpPr>
            <p:nvPr/>
          </p:nvSpPr>
          <p:spPr bwMode="auto">
            <a:xfrm>
              <a:off x="1449388" y="4449763"/>
              <a:ext cx="442912" cy="1588"/>
            </a:xfrm>
            <a:custGeom>
              <a:avLst/>
              <a:gdLst>
                <a:gd name="T0" fmla="*/ 2147483646 w 279"/>
                <a:gd name="T1" fmla="*/ 0 h 1588"/>
                <a:gd name="T2" fmla="*/ 0 w 279"/>
                <a:gd name="T3" fmla="*/ 0 h 1588"/>
                <a:gd name="T4" fmla="*/ 0 w 279"/>
                <a:gd name="T5" fmla="*/ 0 h 1588"/>
                <a:gd name="T6" fmla="*/ 0 60000 65536"/>
                <a:gd name="T7" fmla="*/ 0 60000 65536"/>
                <a:gd name="T8" fmla="*/ 0 60000 65536"/>
                <a:gd name="T9" fmla="*/ 0 w 279"/>
                <a:gd name="T10" fmla="*/ 0 h 1588"/>
                <a:gd name="T11" fmla="*/ 279 w 279"/>
                <a:gd name="T12" fmla="*/ 1588 h 1588"/>
              </a:gdLst>
              <a:ahLst/>
              <a:cxnLst>
                <a:cxn ang="T6">
                  <a:pos x="T0" y="T1"/>
                </a:cxn>
                <a:cxn ang="T7">
                  <a:pos x="T2" y="T3"/>
                </a:cxn>
                <a:cxn ang="T8">
                  <a:pos x="T4" y="T5"/>
                </a:cxn>
              </a:cxnLst>
              <a:rect l="T9" t="T10" r="T11" b="T12"/>
              <a:pathLst>
                <a:path w="279" h="1588">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79" name="Freeform 55">
              <a:extLst>
                <a:ext uri="{FF2B5EF4-FFF2-40B4-BE49-F238E27FC236}">
                  <a16:creationId xmlns:a16="http://schemas.microsoft.com/office/drawing/2014/main" id="{67A8A144-2674-78D8-8338-3351C9349EF5}"/>
                </a:ext>
              </a:extLst>
            </p:cNvPr>
            <p:cNvSpPr>
              <a:spLocks/>
            </p:cNvSpPr>
            <p:nvPr/>
          </p:nvSpPr>
          <p:spPr bwMode="auto">
            <a:xfrm>
              <a:off x="2668588" y="4489451"/>
              <a:ext cx="442912"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80" name="Freeform 56">
              <a:extLst>
                <a:ext uri="{FF2B5EF4-FFF2-40B4-BE49-F238E27FC236}">
                  <a16:creationId xmlns:a16="http://schemas.microsoft.com/office/drawing/2014/main" id="{AD8F8CD3-5B58-B616-CCEA-00121B09F09B}"/>
                </a:ext>
              </a:extLst>
            </p:cNvPr>
            <p:cNvSpPr>
              <a:spLocks/>
            </p:cNvSpPr>
            <p:nvPr/>
          </p:nvSpPr>
          <p:spPr bwMode="auto">
            <a:xfrm>
              <a:off x="1449388" y="5216526"/>
              <a:ext cx="830262" cy="192088"/>
            </a:xfrm>
            <a:custGeom>
              <a:avLst/>
              <a:gdLst>
                <a:gd name="T0" fmla="*/ 2147483646 w 523"/>
                <a:gd name="T1" fmla="*/ 0 h 130"/>
                <a:gd name="T2" fmla="*/ 2147483646 w 523"/>
                <a:gd name="T3" fmla="*/ 2147483646 h 130"/>
                <a:gd name="T4" fmla="*/ 0 w 523"/>
                <a:gd name="T5" fmla="*/ 2147483646 h 130"/>
                <a:gd name="T6" fmla="*/ 0 60000 65536"/>
                <a:gd name="T7" fmla="*/ 0 60000 65536"/>
                <a:gd name="T8" fmla="*/ 0 60000 65536"/>
                <a:gd name="T9" fmla="*/ 0 w 523"/>
                <a:gd name="T10" fmla="*/ 0 h 130"/>
                <a:gd name="T11" fmla="*/ 523 w 523"/>
                <a:gd name="T12" fmla="*/ 130 h 130"/>
              </a:gdLst>
              <a:ahLst/>
              <a:cxnLst>
                <a:cxn ang="T6">
                  <a:pos x="T0" y="T1"/>
                </a:cxn>
                <a:cxn ang="T7">
                  <a:pos x="T2" y="T3"/>
                </a:cxn>
                <a:cxn ang="T8">
                  <a:pos x="T4" y="T5"/>
                </a:cxn>
              </a:cxnLst>
              <a:rect l="T9" t="T10" r="T11" b="T12"/>
              <a:pathLst>
                <a:path w="523" h="130">
                  <a:moveTo>
                    <a:pt x="523" y="0"/>
                  </a:moveTo>
                  <a:lnTo>
                    <a:pt x="523" y="130"/>
                  </a:lnTo>
                  <a:lnTo>
                    <a:pt x="0" y="13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81" name="Rectangle 58">
              <a:extLst>
                <a:ext uri="{FF2B5EF4-FFF2-40B4-BE49-F238E27FC236}">
                  <a16:creationId xmlns:a16="http://schemas.microsoft.com/office/drawing/2014/main" id="{A6ED3CB8-DB22-DD75-0303-60717E43030E}"/>
                </a:ext>
              </a:extLst>
            </p:cNvPr>
            <p:cNvSpPr>
              <a:spLocks noChangeArrowheads="1"/>
            </p:cNvSpPr>
            <p:nvPr/>
          </p:nvSpPr>
          <p:spPr bwMode="auto">
            <a:xfrm>
              <a:off x="1984375" y="4324351"/>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dirty="0">
                  <a:solidFill>
                    <a:schemeClr val="bg1"/>
                  </a:solidFill>
                </a:rPr>
                <a:t>D</a:t>
              </a:r>
            </a:p>
          </p:txBody>
        </p:sp>
        <p:sp>
          <p:nvSpPr>
            <p:cNvPr id="87082" name="Rectangle 59">
              <a:extLst>
                <a:ext uri="{FF2B5EF4-FFF2-40B4-BE49-F238E27FC236}">
                  <a16:creationId xmlns:a16="http://schemas.microsoft.com/office/drawing/2014/main" id="{D4597E62-8630-147E-D15F-44B1432FC8FB}"/>
                </a:ext>
              </a:extLst>
            </p:cNvPr>
            <p:cNvSpPr>
              <a:spLocks noChangeArrowheads="1"/>
            </p:cNvSpPr>
            <p:nvPr/>
          </p:nvSpPr>
          <p:spPr bwMode="auto">
            <a:xfrm>
              <a:off x="2441575" y="4311651"/>
              <a:ext cx="19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chemeClr val="bg1"/>
                  </a:solidFill>
                </a:rPr>
                <a:t>Q</a:t>
              </a:r>
            </a:p>
          </p:txBody>
        </p:sp>
        <p:sp>
          <p:nvSpPr>
            <p:cNvPr id="87083" name="Rectangle 60">
              <a:extLst>
                <a:ext uri="{FF2B5EF4-FFF2-40B4-BE49-F238E27FC236}">
                  <a16:creationId xmlns:a16="http://schemas.microsoft.com/office/drawing/2014/main" id="{3AD63036-006D-E150-B3BC-DE369BF22EAF}"/>
                </a:ext>
              </a:extLst>
            </p:cNvPr>
            <p:cNvSpPr>
              <a:spLocks noChangeArrowheads="1"/>
            </p:cNvSpPr>
            <p:nvPr/>
          </p:nvSpPr>
          <p:spPr bwMode="auto">
            <a:xfrm>
              <a:off x="2120900" y="4645026"/>
              <a:ext cx="279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800">
                  <a:solidFill>
                    <a:schemeClr val="bg1"/>
                  </a:solidFill>
                </a:rPr>
                <a:t>clk</a:t>
              </a:r>
            </a:p>
          </p:txBody>
        </p:sp>
        <p:sp>
          <p:nvSpPr>
            <p:cNvPr id="87084" name="Freeform 63">
              <a:extLst>
                <a:ext uri="{FF2B5EF4-FFF2-40B4-BE49-F238E27FC236}">
                  <a16:creationId xmlns:a16="http://schemas.microsoft.com/office/drawing/2014/main" id="{E953F005-BC38-AA24-C3AB-8B4190BE94D5}"/>
                </a:ext>
              </a:extLst>
            </p:cNvPr>
            <p:cNvSpPr>
              <a:spLocks/>
            </p:cNvSpPr>
            <p:nvPr/>
          </p:nvSpPr>
          <p:spPr bwMode="auto">
            <a:xfrm>
              <a:off x="1614488" y="1982788"/>
              <a:ext cx="444500" cy="771525"/>
            </a:xfrm>
            <a:custGeom>
              <a:avLst/>
              <a:gdLst>
                <a:gd name="T0" fmla="*/ 0 w 280"/>
                <a:gd name="T1" fmla="*/ 2147483646 h 522"/>
                <a:gd name="T2" fmla="*/ 2147483646 w 280"/>
                <a:gd name="T3" fmla="*/ 2147483646 h 522"/>
                <a:gd name="T4" fmla="*/ 2147483646 w 280"/>
                <a:gd name="T5" fmla="*/ 2147483646 h 522"/>
                <a:gd name="T6" fmla="*/ 0 w 280"/>
                <a:gd name="T7" fmla="*/ 0 h 522"/>
                <a:gd name="T8" fmla="*/ 0 w 280"/>
                <a:gd name="T9" fmla="*/ 2147483646 h 522"/>
                <a:gd name="T10" fmla="*/ 0 60000 65536"/>
                <a:gd name="T11" fmla="*/ 0 60000 65536"/>
                <a:gd name="T12" fmla="*/ 0 60000 65536"/>
                <a:gd name="T13" fmla="*/ 0 60000 65536"/>
                <a:gd name="T14" fmla="*/ 0 60000 65536"/>
                <a:gd name="T15" fmla="*/ 0 w 280"/>
                <a:gd name="T16" fmla="*/ 0 h 522"/>
                <a:gd name="T17" fmla="*/ 280 w 280"/>
                <a:gd name="T18" fmla="*/ 522 h 522"/>
              </a:gdLst>
              <a:ahLst/>
              <a:cxnLst>
                <a:cxn ang="T10">
                  <a:pos x="T0" y="T1"/>
                </a:cxn>
                <a:cxn ang="T11">
                  <a:pos x="T2" y="T3"/>
                </a:cxn>
                <a:cxn ang="T12">
                  <a:pos x="T4" y="T5"/>
                </a:cxn>
                <a:cxn ang="T13">
                  <a:pos x="T6" y="T7"/>
                </a:cxn>
                <a:cxn ang="T14">
                  <a:pos x="T8" y="T9"/>
                </a:cxn>
              </a:cxnLst>
              <a:rect l="T15" t="T16" r="T17" b="T18"/>
              <a:pathLst>
                <a:path w="280" h="522">
                  <a:moveTo>
                    <a:pt x="0" y="522"/>
                  </a:moveTo>
                  <a:lnTo>
                    <a:pt x="280" y="392"/>
                  </a:lnTo>
                  <a:lnTo>
                    <a:pt x="280" y="131"/>
                  </a:lnTo>
                  <a:lnTo>
                    <a:pt x="0" y="0"/>
                  </a:lnTo>
                  <a:lnTo>
                    <a:pt x="0" y="522"/>
                  </a:lnTo>
                </a:path>
              </a:pathLst>
            </a:custGeom>
            <a:solidFill>
              <a:schemeClr val="accent1"/>
            </a:solidFill>
            <a:ln w="28575" cap="rnd">
              <a:solidFill>
                <a:srgbClr val="000000"/>
              </a:solidFill>
              <a:round/>
              <a:headEnd/>
              <a:tailEnd/>
            </a:ln>
          </p:spPr>
          <p:txBody>
            <a:bodyPr/>
            <a:lstStyle/>
            <a:p>
              <a:endParaRPr lang="en-US"/>
            </a:p>
          </p:txBody>
        </p:sp>
        <p:sp>
          <p:nvSpPr>
            <p:cNvPr id="87085" name="Rectangle 64">
              <a:extLst>
                <a:ext uri="{FF2B5EF4-FFF2-40B4-BE49-F238E27FC236}">
                  <a16:creationId xmlns:a16="http://schemas.microsoft.com/office/drawing/2014/main" id="{BDF2B3F5-433A-08D6-CBC5-889170D42F2E}"/>
                </a:ext>
              </a:extLst>
            </p:cNvPr>
            <p:cNvSpPr>
              <a:spLocks noChangeArrowheads="1"/>
            </p:cNvSpPr>
            <p:nvPr/>
          </p:nvSpPr>
          <p:spPr bwMode="auto">
            <a:xfrm>
              <a:off x="2501900" y="1960563"/>
              <a:ext cx="776287" cy="1203325"/>
            </a:xfrm>
            <a:prstGeom prst="rect">
              <a:avLst/>
            </a:prstGeom>
            <a:solidFill>
              <a:schemeClr val="accent1"/>
            </a:solidFill>
            <a:ln w="28575" cap="rnd">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solidFill>
                  <a:schemeClr val="bg1"/>
                </a:solidFill>
              </a:endParaRPr>
            </a:p>
          </p:txBody>
        </p:sp>
        <p:sp>
          <p:nvSpPr>
            <p:cNvPr id="87086" name="Rectangle 65">
              <a:extLst>
                <a:ext uri="{FF2B5EF4-FFF2-40B4-BE49-F238E27FC236}">
                  <a16:creationId xmlns:a16="http://schemas.microsoft.com/office/drawing/2014/main" id="{AC07207C-99A3-8F60-6A51-B62824FA4846}"/>
                </a:ext>
              </a:extLst>
            </p:cNvPr>
            <p:cNvSpPr>
              <a:spLocks noChangeArrowheads="1"/>
            </p:cNvSpPr>
            <p:nvPr/>
          </p:nvSpPr>
          <p:spPr bwMode="auto">
            <a:xfrm>
              <a:off x="2565400" y="22590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dirty="0">
                  <a:solidFill>
                    <a:schemeClr val="bg1"/>
                  </a:solidFill>
                </a:rPr>
                <a:t>D</a:t>
              </a:r>
            </a:p>
          </p:txBody>
        </p:sp>
        <p:sp>
          <p:nvSpPr>
            <p:cNvPr id="87087" name="Rectangle 66">
              <a:extLst>
                <a:ext uri="{FF2B5EF4-FFF2-40B4-BE49-F238E27FC236}">
                  <a16:creationId xmlns:a16="http://schemas.microsoft.com/office/drawing/2014/main" id="{0929D66A-8900-62DD-9793-B06795187F8D}"/>
                </a:ext>
              </a:extLst>
            </p:cNvPr>
            <p:cNvSpPr>
              <a:spLocks noChangeArrowheads="1"/>
            </p:cNvSpPr>
            <p:nvPr/>
          </p:nvSpPr>
          <p:spPr bwMode="auto">
            <a:xfrm>
              <a:off x="3032125" y="2255838"/>
              <a:ext cx="19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dirty="0">
                  <a:solidFill>
                    <a:schemeClr val="bg1"/>
                  </a:solidFill>
                </a:rPr>
                <a:t>Q</a:t>
              </a:r>
            </a:p>
          </p:txBody>
        </p:sp>
        <p:sp>
          <p:nvSpPr>
            <p:cNvPr id="87088" name="Rectangle 67">
              <a:extLst>
                <a:ext uri="{FF2B5EF4-FFF2-40B4-BE49-F238E27FC236}">
                  <a16:creationId xmlns:a16="http://schemas.microsoft.com/office/drawing/2014/main" id="{9D38EB62-FD22-B37E-2216-2F01548E3B4B}"/>
                </a:ext>
              </a:extLst>
            </p:cNvPr>
            <p:cNvSpPr>
              <a:spLocks noChangeArrowheads="1"/>
            </p:cNvSpPr>
            <p:nvPr/>
          </p:nvSpPr>
          <p:spPr bwMode="auto">
            <a:xfrm>
              <a:off x="2717800" y="283051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600">
                  <a:solidFill>
                    <a:schemeClr val="bg1"/>
                  </a:solidFill>
                </a:rPr>
                <a:t>clk</a:t>
              </a:r>
            </a:p>
          </p:txBody>
        </p:sp>
        <p:sp>
          <p:nvSpPr>
            <p:cNvPr id="87089" name="Freeform 68">
              <a:extLst>
                <a:ext uri="{FF2B5EF4-FFF2-40B4-BE49-F238E27FC236}">
                  <a16:creationId xmlns:a16="http://schemas.microsoft.com/office/drawing/2014/main" id="{4CA6FAB0-FF0E-B1DB-18B2-72A2987CFC9C}"/>
                </a:ext>
              </a:extLst>
            </p:cNvPr>
            <p:cNvSpPr>
              <a:spLocks/>
            </p:cNvSpPr>
            <p:nvPr/>
          </p:nvSpPr>
          <p:spPr bwMode="auto">
            <a:xfrm>
              <a:off x="2058988" y="2368551"/>
              <a:ext cx="442912"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90" name="Freeform 70">
              <a:extLst>
                <a:ext uri="{FF2B5EF4-FFF2-40B4-BE49-F238E27FC236}">
                  <a16:creationId xmlns:a16="http://schemas.microsoft.com/office/drawing/2014/main" id="{95905891-F26F-2ACF-1FA8-2F6C9F543E85}"/>
                </a:ext>
              </a:extLst>
            </p:cNvPr>
            <p:cNvSpPr>
              <a:spLocks/>
            </p:cNvSpPr>
            <p:nvPr/>
          </p:nvSpPr>
          <p:spPr bwMode="auto">
            <a:xfrm>
              <a:off x="1160463" y="1760538"/>
              <a:ext cx="665162" cy="288925"/>
            </a:xfrm>
            <a:custGeom>
              <a:avLst/>
              <a:gdLst>
                <a:gd name="T0" fmla="*/ 0 w 419"/>
                <a:gd name="T1" fmla="*/ 0 h 196"/>
                <a:gd name="T2" fmla="*/ 2147483646 w 419"/>
                <a:gd name="T3" fmla="*/ 0 h 196"/>
                <a:gd name="T4" fmla="*/ 2147483646 w 419"/>
                <a:gd name="T5" fmla="*/ 2147483646 h 196"/>
                <a:gd name="T6" fmla="*/ 0 60000 65536"/>
                <a:gd name="T7" fmla="*/ 0 60000 65536"/>
                <a:gd name="T8" fmla="*/ 0 60000 65536"/>
                <a:gd name="T9" fmla="*/ 0 w 419"/>
                <a:gd name="T10" fmla="*/ 0 h 196"/>
                <a:gd name="T11" fmla="*/ 419 w 419"/>
                <a:gd name="T12" fmla="*/ 196 h 196"/>
              </a:gdLst>
              <a:ahLst/>
              <a:cxnLst>
                <a:cxn ang="T6">
                  <a:pos x="T0" y="T1"/>
                </a:cxn>
                <a:cxn ang="T7">
                  <a:pos x="T2" y="T3"/>
                </a:cxn>
                <a:cxn ang="T8">
                  <a:pos x="T4" y="T5"/>
                </a:cxn>
              </a:cxnLst>
              <a:rect l="T9" t="T10" r="T11" b="T12"/>
              <a:pathLst>
                <a:path w="419" h="196">
                  <a:moveTo>
                    <a:pt x="0" y="0"/>
                  </a:moveTo>
                  <a:lnTo>
                    <a:pt x="419" y="0"/>
                  </a:lnTo>
                  <a:lnTo>
                    <a:pt x="419" y="196"/>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91" name="Freeform 71">
              <a:extLst>
                <a:ext uri="{FF2B5EF4-FFF2-40B4-BE49-F238E27FC236}">
                  <a16:creationId xmlns:a16="http://schemas.microsoft.com/office/drawing/2014/main" id="{257AF4BB-6A4B-A3BD-F5DC-07CBCE9B0F94}"/>
                </a:ext>
              </a:extLst>
            </p:cNvPr>
            <p:cNvSpPr>
              <a:spLocks/>
            </p:cNvSpPr>
            <p:nvPr/>
          </p:nvSpPr>
          <p:spPr bwMode="auto">
            <a:xfrm>
              <a:off x="1171575" y="2176463"/>
              <a:ext cx="442912"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92" name="Freeform 72">
              <a:extLst>
                <a:ext uri="{FF2B5EF4-FFF2-40B4-BE49-F238E27FC236}">
                  <a16:creationId xmlns:a16="http://schemas.microsoft.com/office/drawing/2014/main" id="{DE3170DA-796F-B661-2B84-D72D7FAD6D29}"/>
                </a:ext>
              </a:extLst>
            </p:cNvPr>
            <p:cNvSpPr>
              <a:spLocks/>
            </p:cNvSpPr>
            <p:nvPr/>
          </p:nvSpPr>
          <p:spPr bwMode="auto">
            <a:xfrm>
              <a:off x="1171575" y="2562226"/>
              <a:ext cx="442912" cy="1588"/>
            </a:xfrm>
            <a:custGeom>
              <a:avLst/>
              <a:gdLst>
                <a:gd name="T0" fmla="*/ 2147483646 w 279"/>
                <a:gd name="T1" fmla="*/ 0 h 1588"/>
                <a:gd name="T2" fmla="*/ 0 w 279"/>
                <a:gd name="T3" fmla="*/ 0 h 1588"/>
                <a:gd name="T4" fmla="*/ 0 w 279"/>
                <a:gd name="T5" fmla="*/ 0 h 1588"/>
                <a:gd name="T6" fmla="*/ 0 60000 65536"/>
                <a:gd name="T7" fmla="*/ 0 60000 65536"/>
                <a:gd name="T8" fmla="*/ 0 60000 65536"/>
                <a:gd name="T9" fmla="*/ 0 w 279"/>
                <a:gd name="T10" fmla="*/ 0 h 1588"/>
                <a:gd name="T11" fmla="*/ 279 w 279"/>
                <a:gd name="T12" fmla="*/ 1588 h 1588"/>
              </a:gdLst>
              <a:ahLst/>
              <a:cxnLst>
                <a:cxn ang="T6">
                  <a:pos x="T0" y="T1"/>
                </a:cxn>
                <a:cxn ang="T7">
                  <a:pos x="T2" y="T3"/>
                </a:cxn>
                <a:cxn ang="T8">
                  <a:pos x="T4" y="T5"/>
                </a:cxn>
              </a:cxnLst>
              <a:rect l="T9" t="T10" r="T11" b="T12"/>
              <a:pathLst>
                <a:path w="279" h="1588">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93" name="Rectangle 73">
              <a:extLst>
                <a:ext uri="{FF2B5EF4-FFF2-40B4-BE49-F238E27FC236}">
                  <a16:creationId xmlns:a16="http://schemas.microsoft.com/office/drawing/2014/main" id="{3A02B6BB-6884-7E0A-1B33-FF4AB3B396A2}"/>
                </a:ext>
              </a:extLst>
            </p:cNvPr>
            <p:cNvSpPr>
              <a:spLocks noChangeArrowheads="1"/>
            </p:cNvSpPr>
            <p:nvPr/>
          </p:nvSpPr>
          <p:spPr bwMode="auto">
            <a:xfrm>
              <a:off x="1706563" y="2036763"/>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dirty="0">
                  <a:solidFill>
                    <a:schemeClr val="bg1"/>
                  </a:solidFill>
                </a:rPr>
                <a:t>0</a:t>
              </a:r>
            </a:p>
          </p:txBody>
        </p:sp>
        <p:sp>
          <p:nvSpPr>
            <p:cNvPr id="87094" name="Rectangle 74">
              <a:extLst>
                <a:ext uri="{FF2B5EF4-FFF2-40B4-BE49-F238E27FC236}">
                  <a16:creationId xmlns:a16="http://schemas.microsoft.com/office/drawing/2014/main" id="{8E3E2083-F313-E09B-C71F-C1516BF3C0B9}"/>
                </a:ext>
              </a:extLst>
            </p:cNvPr>
            <p:cNvSpPr>
              <a:spLocks noChangeArrowheads="1"/>
            </p:cNvSpPr>
            <p:nvPr/>
          </p:nvSpPr>
          <p:spPr bwMode="auto">
            <a:xfrm>
              <a:off x="1706563" y="2424113"/>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chemeClr val="bg1"/>
                  </a:solidFill>
                </a:rPr>
                <a:t>1</a:t>
              </a:r>
            </a:p>
          </p:txBody>
        </p:sp>
        <p:sp>
          <p:nvSpPr>
            <p:cNvPr id="87095" name="Rectangle 75">
              <a:extLst>
                <a:ext uri="{FF2B5EF4-FFF2-40B4-BE49-F238E27FC236}">
                  <a16:creationId xmlns:a16="http://schemas.microsoft.com/office/drawing/2014/main" id="{98FB3843-EB64-942D-9E5F-CAF6BB80BC73}"/>
                </a:ext>
              </a:extLst>
            </p:cNvPr>
            <p:cNvSpPr>
              <a:spLocks noChangeArrowheads="1"/>
            </p:cNvSpPr>
            <p:nvPr/>
          </p:nvSpPr>
          <p:spPr bwMode="auto">
            <a:xfrm>
              <a:off x="1263650" y="1443038"/>
              <a:ext cx="5690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rgbClr val="000000"/>
                  </a:solidFill>
                </a:rPr>
                <a:t>reset</a:t>
              </a:r>
              <a:endParaRPr lang="ru-RU" altLang="en-US" sz="2000"/>
            </a:p>
          </p:txBody>
        </p:sp>
        <p:sp>
          <p:nvSpPr>
            <p:cNvPr id="87096" name="Rectangle 76">
              <a:extLst>
                <a:ext uri="{FF2B5EF4-FFF2-40B4-BE49-F238E27FC236}">
                  <a16:creationId xmlns:a16="http://schemas.microsoft.com/office/drawing/2014/main" id="{D9794FBD-D835-FE8B-DB3E-437C83601440}"/>
                </a:ext>
              </a:extLst>
            </p:cNvPr>
            <p:cNvSpPr>
              <a:spLocks noChangeArrowheads="1"/>
            </p:cNvSpPr>
            <p:nvPr/>
          </p:nvSpPr>
          <p:spPr bwMode="auto">
            <a:xfrm>
              <a:off x="958850" y="2065338"/>
              <a:ext cx="142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rgbClr val="000000"/>
                  </a:solidFill>
                </a:rPr>
                <a:t>0</a:t>
              </a:r>
              <a:endParaRPr lang="ru-RU" altLang="en-US" sz="2000"/>
            </a:p>
          </p:txBody>
        </p:sp>
        <p:sp>
          <p:nvSpPr>
            <p:cNvPr id="87097" name="Freeform 77">
              <a:extLst>
                <a:ext uri="{FF2B5EF4-FFF2-40B4-BE49-F238E27FC236}">
                  <a16:creationId xmlns:a16="http://schemas.microsoft.com/office/drawing/2014/main" id="{58649F8E-3BE3-227E-FF45-1194881A9218}"/>
                </a:ext>
              </a:extLst>
            </p:cNvPr>
            <p:cNvSpPr>
              <a:spLocks/>
            </p:cNvSpPr>
            <p:nvPr/>
          </p:nvSpPr>
          <p:spPr bwMode="auto">
            <a:xfrm>
              <a:off x="3278188" y="2419351"/>
              <a:ext cx="442912" cy="1588"/>
            </a:xfrm>
            <a:custGeom>
              <a:avLst/>
              <a:gdLst>
                <a:gd name="T0" fmla="*/ 2147483646 w 279"/>
                <a:gd name="T1" fmla="*/ 0 h 1588"/>
                <a:gd name="T2" fmla="*/ 0 w 279"/>
                <a:gd name="T3" fmla="*/ 0 h 1588"/>
                <a:gd name="T4" fmla="*/ 0 w 279"/>
                <a:gd name="T5" fmla="*/ 0 h 1588"/>
                <a:gd name="T6" fmla="*/ 0 60000 65536"/>
                <a:gd name="T7" fmla="*/ 0 60000 65536"/>
                <a:gd name="T8" fmla="*/ 0 60000 65536"/>
                <a:gd name="T9" fmla="*/ 0 w 279"/>
                <a:gd name="T10" fmla="*/ 0 h 1588"/>
                <a:gd name="T11" fmla="*/ 279 w 279"/>
                <a:gd name="T12" fmla="*/ 1588 h 1588"/>
              </a:gdLst>
              <a:ahLst/>
              <a:cxnLst>
                <a:cxn ang="T6">
                  <a:pos x="T0" y="T1"/>
                </a:cxn>
                <a:cxn ang="T7">
                  <a:pos x="T2" y="T3"/>
                </a:cxn>
                <a:cxn ang="T8">
                  <a:pos x="T4" y="T5"/>
                </a:cxn>
              </a:cxnLst>
              <a:rect l="T9" t="T10" r="T11" b="T12"/>
              <a:pathLst>
                <a:path w="279" h="1588">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098" name="Rectangle 78">
              <a:extLst>
                <a:ext uri="{FF2B5EF4-FFF2-40B4-BE49-F238E27FC236}">
                  <a16:creationId xmlns:a16="http://schemas.microsoft.com/office/drawing/2014/main" id="{68894C4D-5DFA-2E89-40E3-69966D6F5F60}"/>
                </a:ext>
              </a:extLst>
            </p:cNvPr>
            <p:cNvSpPr>
              <a:spLocks noChangeArrowheads="1"/>
            </p:cNvSpPr>
            <p:nvPr/>
          </p:nvSpPr>
          <p:spPr bwMode="auto">
            <a:xfrm>
              <a:off x="1370013" y="3286126"/>
              <a:ext cx="1409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rgbClr val="000000"/>
                  </a:solidFill>
                </a:rPr>
                <a:t>Synch. reset</a:t>
              </a:r>
              <a:endParaRPr lang="ru-RU" altLang="en-US" sz="2000"/>
            </a:p>
          </p:txBody>
        </p:sp>
        <p:sp>
          <p:nvSpPr>
            <p:cNvPr id="87099" name="Text Box 79">
              <a:extLst>
                <a:ext uri="{FF2B5EF4-FFF2-40B4-BE49-F238E27FC236}">
                  <a16:creationId xmlns:a16="http://schemas.microsoft.com/office/drawing/2014/main" id="{1E7089F6-5562-CF79-2CB3-679F72CFA950}"/>
                </a:ext>
              </a:extLst>
            </p:cNvPr>
            <p:cNvSpPr txBox="1">
              <a:spLocks noChangeArrowheads="1"/>
            </p:cNvSpPr>
            <p:nvPr/>
          </p:nvSpPr>
          <p:spPr bwMode="auto">
            <a:xfrm>
              <a:off x="871538" y="2365376"/>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87100" name="AutoShape 17">
              <a:extLst>
                <a:ext uri="{FF2B5EF4-FFF2-40B4-BE49-F238E27FC236}">
                  <a16:creationId xmlns:a16="http://schemas.microsoft.com/office/drawing/2014/main" id="{FF04B979-D817-C99B-70E0-E339FD91029F}"/>
                </a:ext>
              </a:extLst>
            </p:cNvPr>
            <p:cNvSpPr>
              <a:spLocks noChangeArrowheads="1"/>
            </p:cNvSpPr>
            <p:nvPr/>
          </p:nvSpPr>
          <p:spPr bwMode="auto">
            <a:xfrm rot="5400000">
              <a:off x="2490788" y="2862263"/>
              <a:ext cx="155575" cy="106362"/>
            </a:xfrm>
            <a:prstGeom prst="triangle">
              <a:avLst>
                <a:gd name="adj" fmla="val 50000"/>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7101" name="Freeform 68">
              <a:extLst>
                <a:ext uri="{FF2B5EF4-FFF2-40B4-BE49-F238E27FC236}">
                  <a16:creationId xmlns:a16="http://schemas.microsoft.com/office/drawing/2014/main" id="{15F17DB2-196C-0995-1C29-933DD0FD8CCA}"/>
                </a:ext>
              </a:extLst>
            </p:cNvPr>
            <p:cNvSpPr>
              <a:spLocks/>
            </p:cNvSpPr>
            <p:nvPr/>
          </p:nvSpPr>
          <p:spPr bwMode="auto">
            <a:xfrm>
              <a:off x="1497013" y="2932113"/>
              <a:ext cx="963612" cy="7143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102" name="Rectangle 67">
              <a:extLst>
                <a:ext uri="{FF2B5EF4-FFF2-40B4-BE49-F238E27FC236}">
                  <a16:creationId xmlns:a16="http://schemas.microsoft.com/office/drawing/2014/main" id="{53989FB1-DE4D-070C-D3DA-CB05E49BE920}"/>
                </a:ext>
              </a:extLst>
            </p:cNvPr>
            <p:cNvSpPr>
              <a:spLocks noChangeArrowheads="1"/>
            </p:cNvSpPr>
            <p:nvPr/>
          </p:nvSpPr>
          <p:spPr bwMode="auto">
            <a:xfrm>
              <a:off x="1042988" y="2801938"/>
              <a:ext cx="311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rgbClr val="000000"/>
                  </a:solidFill>
                </a:rPr>
                <a:t>clk</a:t>
              </a:r>
              <a:endParaRPr lang="ru-RU" altLang="en-US" sz="2000"/>
            </a:p>
          </p:txBody>
        </p:sp>
        <p:sp>
          <p:nvSpPr>
            <p:cNvPr id="87103" name="AutoShape 17">
              <a:extLst>
                <a:ext uri="{FF2B5EF4-FFF2-40B4-BE49-F238E27FC236}">
                  <a16:creationId xmlns:a16="http://schemas.microsoft.com/office/drawing/2014/main" id="{391777E3-5C4A-8FA5-B6BD-58D154C16023}"/>
                </a:ext>
              </a:extLst>
            </p:cNvPr>
            <p:cNvSpPr>
              <a:spLocks noChangeArrowheads="1"/>
            </p:cNvSpPr>
            <p:nvPr/>
          </p:nvSpPr>
          <p:spPr bwMode="auto">
            <a:xfrm rot="5400000">
              <a:off x="1858963" y="4762501"/>
              <a:ext cx="155575" cy="106362"/>
            </a:xfrm>
            <a:prstGeom prst="triangle">
              <a:avLst>
                <a:gd name="adj" fmla="val 50000"/>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7104" name="Freeform 54">
              <a:extLst>
                <a:ext uri="{FF2B5EF4-FFF2-40B4-BE49-F238E27FC236}">
                  <a16:creationId xmlns:a16="http://schemas.microsoft.com/office/drawing/2014/main" id="{890E820A-B76A-88E4-24FA-4606E71FD2F5}"/>
                </a:ext>
              </a:extLst>
            </p:cNvPr>
            <p:cNvSpPr>
              <a:spLocks/>
            </p:cNvSpPr>
            <p:nvPr/>
          </p:nvSpPr>
          <p:spPr bwMode="auto">
            <a:xfrm>
              <a:off x="1406525" y="4816476"/>
              <a:ext cx="442912" cy="1588"/>
            </a:xfrm>
            <a:custGeom>
              <a:avLst/>
              <a:gdLst>
                <a:gd name="T0" fmla="*/ 2147483646 w 279"/>
                <a:gd name="T1" fmla="*/ 0 h 1588"/>
                <a:gd name="T2" fmla="*/ 0 w 279"/>
                <a:gd name="T3" fmla="*/ 0 h 1588"/>
                <a:gd name="T4" fmla="*/ 0 w 279"/>
                <a:gd name="T5" fmla="*/ 0 h 1588"/>
                <a:gd name="T6" fmla="*/ 0 60000 65536"/>
                <a:gd name="T7" fmla="*/ 0 60000 65536"/>
                <a:gd name="T8" fmla="*/ 0 60000 65536"/>
                <a:gd name="T9" fmla="*/ 0 w 279"/>
                <a:gd name="T10" fmla="*/ 0 h 1588"/>
                <a:gd name="T11" fmla="*/ 279 w 279"/>
                <a:gd name="T12" fmla="*/ 1588 h 1588"/>
              </a:gdLst>
              <a:ahLst/>
              <a:cxnLst>
                <a:cxn ang="T6">
                  <a:pos x="T0" y="T1"/>
                </a:cxn>
                <a:cxn ang="T7">
                  <a:pos x="T2" y="T3"/>
                </a:cxn>
                <a:cxn ang="T8">
                  <a:pos x="T4" y="T5"/>
                </a:cxn>
              </a:cxnLst>
              <a:rect l="T9" t="T10" r="T11" b="T12"/>
              <a:pathLst>
                <a:path w="279" h="1588">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105" name="Rectangle 67">
              <a:extLst>
                <a:ext uri="{FF2B5EF4-FFF2-40B4-BE49-F238E27FC236}">
                  <a16:creationId xmlns:a16="http://schemas.microsoft.com/office/drawing/2014/main" id="{582E0836-4F56-5078-BA40-E7F92A57C47C}"/>
                </a:ext>
              </a:extLst>
            </p:cNvPr>
            <p:cNvSpPr>
              <a:spLocks noChangeArrowheads="1"/>
            </p:cNvSpPr>
            <p:nvPr/>
          </p:nvSpPr>
          <p:spPr bwMode="auto">
            <a:xfrm>
              <a:off x="971550" y="4659313"/>
              <a:ext cx="311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rgbClr val="000000"/>
                  </a:solidFill>
                </a:rPr>
                <a:t>clk</a:t>
              </a:r>
              <a:endParaRPr lang="ru-RU" altLang="en-US" sz="2000"/>
            </a:p>
          </p:txBody>
        </p:sp>
        <p:sp>
          <p:nvSpPr>
            <p:cNvPr id="87106" name="Text Box 79">
              <a:extLst>
                <a:ext uri="{FF2B5EF4-FFF2-40B4-BE49-F238E27FC236}">
                  <a16:creationId xmlns:a16="http://schemas.microsoft.com/office/drawing/2014/main" id="{09C1FC25-11F2-C69C-8DA4-F013765DA1F3}"/>
                </a:ext>
              </a:extLst>
            </p:cNvPr>
            <p:cNvSpPr txBox="1">
              <a:spLocks noChangeArrowheads="1"/>
            </p:cNvSpPr>
            <p:nvPr/>
          </p:nvSpPr>
          <p:spPr bwMode="auto">
            <a:xfrm>
              <a:off x="1042988" y="4251326"/>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87107" name="Oval 73">
              <a:extLst>
                <a:ext uri="{FF2B5EF4-FFF2-40B4-BE49-F238E27FC236}">
                  <a16:creationId xmlns:a16="http://schemas.microsoft.com/office/drawing/2014/main" id="{EA23A59C-65FF-630F-1136-05D5F3A6B4EC}"/>
                </a:ext>
              </a:extLst>
            </p:cNvPr>
            <p:cNvSpPr>
              <a:spLocks noChangeArrowheads="1"/>
            </p:cNvSpPr>
            <p:nvPr/>
          </p:nvSpPr>
          <p:spPr bwMode="auto">
            <a:xfrm>
              <a:off x="2193925" y="5092701"/>
              <a:ext cx="193675" cy="15875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8" name="Title 7">
            <a:extLst>
              <a:ext uri="{FF2B5EF4-FFF2-40B4-BE49-F238E27FC236}">
                <a16:creationId xmlns:a16="http://schemas.microsoft.com/office/drawing/2014/main" id="{71F74733-EB54-CF22-1E2C-2ACA2E82543F}"/>
              </a:ext>
            </a:extLst>
          </p:cNvPr>
          <p:cNvSpPr>
            <a:spLocks noGrp="1"/>
          </p:cNvSpPr>
          <p:nvPr>
            <p:ph type="title"/>
          </p:nvPr>
        </p:nvSpPr>
        <p:spPr/>
        <p:txBody>
          <a:bodyPr>
            <a:normAutofit/>
          </a:bodyPr>
          <a:lstStyle/>
          <a:p>
            <a:r>
              <a:rPr lang="en-US" dirty="0"/>
              <a:t>Asynchronous and Synchronous Reset</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a:extLst>
              <a:ext uri="{FF2B5EF4-FFF2-40B4-BE49-F238E27FC236}">
                <a16:creationId xmlns:a16="http://schemas.microsoft.com/office/drawing/2014/main" id="{971C6B02-7B9D-3586-6BD6-2FEE7451D666}"/>
              </a:ext>
            </a:extLst>
          </p:cNvPr>
          <p:cNvSpPr>
            <a:spLocks noGrp="1" noChangeArrowheads="1"/>
          </p:cNvSpPr>
          <p:nvPr>
            <p:ph type="title"/>
          </p:nvPr>
        </p:nvSpPr>
        <p:spPr/>
        <p:txBody>
          <a:bodyPr/>
          <a:lstStyle/>
          <a:p>
            <a:r>
              <a:rPr lang="en-US" altLang="en-US"/>
              <a:t>Synchronous Reset</a:t>
            </a:r>
            <a:endParaRPr lang="ru-RU" altLang="en-US"/>
          </a:p>
        </p:txBody>
      </p:sp>
      <p:graphicFrame>
        <p:nvGraphicFramePr>
          <p:cNvPr id="50231" name="Group 55">
            <a:extLst>
              <a:ext uri="{FF2B5EF4-FFF2-40B4-BE49-F238E27FC236}">
                <a16:creationId xmlns:a16="http://schemas.microsoft.com/office/drawing/2014/main" id="{2E6F2341-0817-4A26-9BE1-90A3266EAAAC}"/>
              </a:ext>
            </a:extLst>
          </p:cNvPr>
          <p:cNvGraphicFramePr>
            <a:graphicFrameLocks noGrp="1"/>
          </p:cNvGraphicFramePr>
          <p:nvPr>
            <p:extLst>
              <p:ext uri="{D42A27DB-BD31-4B8C-83A1-F6EECF244321}">
                <p14:modId xmlns:p14="http://schemas.microsoft.com/office/powerpoint/2010/main" val="2381576458"/>
              </p:ext>
            </p:extLst>
          </p:nvPr>
        </p:nvGraphicFramePr>
        <p:xfrm>
          <a:off x="5610225" y="2344739"/>
          <a:ext cx="4248150" cy="2378076"/>
        </p:xfrm>
        <a:graphic>
          <a:graphicData uri="http://schemas.openxmlformats.org/drawingml/2006/table">
            <a:tbl>
              <a:tblPr/>
              <a:tblGrid>
                <a:gridCol w="1062038">
                  <a:extLst>
                    <a:ext uri="{9D8B030D-6E8A-4147-A177-3AD203B41FA5}">
                      <a16:colId xmlns:a16="http://schemas.microsoft.com/office/drawing/2014/main" val="20000"/>
                    </a:ext>
                  </a:extLst>
                </a:gridCol>
                <a:gridCol w="1062037">
                  <a:extLst>
                    <a:ext uri="{9D8B030D-6E8A-4147-A177-3AD203B41FA5}">
                      <a16:colId xmlns:a16="http://schemas.microsoft.com/office/drawing/2014/main" val="20001"/>
                    </a:ext>
                  </a:extLst>
                </a:gridCol>
                <a:gridCol w="1062038">
                  <a:extLst>
                    <a:ext uri="{9D8B030D-6E8A-4147-A177-3AD203B41FA5}">
                      <a16:colId xmlns:a16="http://schemas.microsoft.com/office/drawing/2014/main" val="20002"/>
                    </a:ext>
                  </a:extLst>
                </a:gridCol>
                <a:gridCol w="1062037">
                  <a:extLst>
                    <a:ext uri="{9D8B030D-6E8A-4147-A177-3AD203B41FA5}">
                      <a16:colId xmlns:a16="http://schemas.microsoft.com/office/drawing/2014/main" val="20003"/>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rst_n</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D</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clk</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Q*</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Last Q</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96346">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Last Q</a:t>
                      </a:r>
                    </a:p>
                  </a:txBody>
                  <a:tcPr marT="45732" marB="4573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grpSp>
        <p:nvGrpSpPr>
          <p:cNvPr id="89128" name="Group 44">
            <a:extLst>
              <a:ext uri="{FF2B5EF4-FFF2-40B4-BE49-F238E27FC236}">
                <a16:creationId xmlns:a16="http://schemas.microsoft.com/office/drawing/2014/main" id="{E749CFBF-701A-3849-308E-F2323C4AD094}"/>
              </a:ext>
            </a:extLst>
          </p:cNvPr>
          <p:cNvGrpSpPr>
            <a:grpSpLocks/>
          </p:cNvGrpSpPr>
          <p:nvPr/>
        </p:nvGrpSpPr>
        <p:grpSpPr bwMode="auto">
          <a:xfrm>
            <a:off x="2212976" y="1562100"/>
            <a:ext cx="3032125" cy="1449388"/>
            <a:chOff x="688975" y="1693400"/>
            <a:chExt cx="3032125" cy="1449388"/>
          </a:xfrm>
        </p:grpSpPr>
        <p:sp>
          <p:nvSpPr>
            <p:cNvPr id="89155" name="Rectangle 64">
              <a:extLst>
                <a:ext uri="{FF2B5EF4-FFF2-40B4-BE49-F238E27FC236}">
                  <a16:creationId xmlns:a16="http://schemas.microsoft.com/office/drawing/2014/main" id="{1D3E5383-5A2C-444E-9C3D-61045653528C}"/>
                </a:ext>
              </a:extLst>
            </p:cNvPr>
            <p:cNvSpPr>
              <a:spLocks noChangeArrowheads="1"/>
            </p:cNvSpPr>
            <p:nvPr/>
          </p:nvSpPr>
          <p:spPr bwMode="auto">
            <a:xfrm>
              <a:off x="2501900" y="1790237"/>
              <a:ext cx="776288" cy="1188720"/>
            </a:xfrm>
            <a:prstGeom prst="rect">
              <a:avLst/>
            </a:prstGeom>
            <a:solidFill>
              <a:schemeClr val="accent1"/>
            </a:solidFill>
            <a:ln w="28575" cap="rnd">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solidFill>
                  <a:schemeClr val="bg1"/>
                </a:solidFill>
              </a:endParaRPr>
            </a:p>
          </p:txBody>
        </p:sp>
        <p:sp>
          <p:nvSpPr>
            <p:cNvPr id="89156" name="Rectangle 65">
              <a:extLst>
                <a:ext uri="{FF2B5EF4-FFF2-40B4-BE49-F238E27FC236}">
                  <a16:creationId xmlns:a16="http://schemas.microsoft.com/office/drawing/2014/main" id="{7D14CC94-01F8-F019-FCDF-AFB8EA381DFE}"/>
                </a:ext>
              </a:extLst>
            </p:cNvPr>
            <p:cNvSpPr>
              <a:spLocks noChangeArrowheads="1"/>
            </p:cNvSpPr>
            <p:nvPr/>
          </p:nvSpPr>
          <p:spPr bwMode="auto">
            <a:xfrm>
              <a:off x="2565400" y="208868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dirty="0">
                  <a:solidFill>
                    <a:schemeClr val="bg1"/>
                  </a:solidFill>
                </a:rPr>
                <a:t>D</a:t>
              </a:r>
            </a:p>
          </p:txBody>
        </p:sp>
        <p:sp>
          <p:nvSpPr>
            <p:cNvPr id="89157" name="Rectangle 66">
              <a:extLst>
                <a:ext uri="{FF2B5EF4-FFF2-40B4-BE49-F238E27FC236}">
                  <a16:creationId xmlns:a16="http://schemas.microsoft.com/office/drawing/2014/main" id="{1642E116-F353-4B8D-250E-B15C2BBD1F6D}"/>
                </a:ext>
              </a:extLst>
            </p:cNvPr>
            <p:cNvSpPr>
              <a:spLocks noChangeArrowheads="1"/>
            </p:cNvSpPr>
            <p:nvPr/>
          </p:nvSpPr>
          <p:spPr bwMode="auto">
            <a:xfrm>
              <a:off x="3032125" y="2085513"/>
              <a:ext cx="19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chemeClr val="bg1"/>
                  </a:solidFill>
                </a:rPr>
                <a:t>Q</a:t>
              </a:r>
            </a:p>
          </p:txBody>
        </p:sp>
        <p:sp>
          <p:nvSpPr>
            <p:cNvPr id="89158" name="Freeform 68">
              <a:extLst>
                <a:ext uri="{FF2B5EF4-FFF2-40B4-BE49-F238E27FC236}">
                  <a16:creationId xmlns:a16="http://schemas.microsoft.com/office/drawing/2014/main" id="{80AE982A-125D-A7E0-54DD-02325FE56328}"/>
                </a:ext>
              </a:extLst>
            </p:cNvPr>
            <p:cNvSpPr>
              <a:spLocks/>
            </p:cNvSpPr>
            <p:nvPr/>
          </p:nvSpPr>
          <p:spPr bwMode="auto">
            <a:xfrm>
              <a:off x="2058988" y="2198225"/>
              <a:ext cx="442912"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59" name="Freeform 71">
              <a:extLst>
                <a:ext uri="{FF2B5EF4-FFF2-40B4-BE49-F238E27FC236}">
                  <a16:creationId xmlns:a16="http://schemas.microsoft.com/office/drawing/2014/main" id="{881FC8FC-8440-3347-282E-0716FEB56073}"/>
                </a:ext>
              </a:extLst>
            </p:cNvPr>
            <p:cNvSpPr>
              <a:spLocks/>
            </p:cNvSpPr>
            <p:nvPr/>
          </p:nvSpPr>
          <p:spPr bwMode="auto">
            <a:xfrm>
              <a:off x="1169163" y="2106150"/>
              <a:ext cx="442912"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60" name="Freeform 72">
              <a:extLst>
                <a:ext uri="{FF2B5EF4-FFF2-40B4-BE49-F238E27FC236}">
                  <a16:creationId xmlns:a16="http://schemas.microsoft.com/office/drawing/2014/main" id="{853AD70D-54DA-5CC6-5E5A-C7191FC121D7}"/>
                </a:ext>
              </a:extLst>
            </p:cNvPr>
            <p:cNvSpPr>
              <a:spLocks/>
            </p:cNvSpPr>
            <p:nvPr/>
          </p:nvSpPr>
          <p:spPr bwMode="auto">
            <a:xfrm>
              <a:off x="1171575" y="2334750"/>
              <a:ext cx="442913" cy="1588"/>
            </a:xfrm>
            <a:custGeom>
              <a:avLst/>
              <a:gdLst>
                <a:gd name="T0" fmla="*/ 2147483646 w 279"/>
                <a:gd name="T1" fmla="*/ 0 h 1588"/>
                <a:gd name="T2" fmla="*/ 0 w 279"/>
                <a:gd name="T3" fmla="*/ 0 h 1588"/>
                <a:gd name="T4" fmla="*/ 0 w 279"/>
                <a:gd name="T5" fmla="*/ 0 h 1588"/>
                <a:gd name="T6" fmla="*/ 0 60000 65536"/>
                <a:gd name="T7" fmla="*/ 0 60000 65536"/>
                <a:gd name="T8" fmla="*/ 0 60000 65536"/>
                <a:gd name="T9" fmla="*/ 0 w 279"/>
                <a:gd name="T10" fmla="*/ 0 h 1588"/>
                <a:gd name="T11" fmla="*/ 279 w 279"/>
                <a:gd name="T12" fmla="*/ 1588 h 1588"/>
              </a:gdLst>
              <a:ahLst/>
              <a:cxnLst>
                <a:cxn ang="T6">
                  <a:pos x="T0" y="T1"/>
                </a:cxn>
                <a:cxn ang="T7">
                  <a:pos x="T2" y="T3"/>
                </a:cxn>
                <a:cxn ang="T8">
                  <a:pos x="T4" y="T5"/>
                </a:cxn>
              </a:cxnLst>
              <a:rect l="T9" t="T10" r="T11" b="T12"/>
              <a:pathLst>
                <a:path w="279" h="1588">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61" name="Rectangle 75">
              <a:extLst>
                <a:ext uri="{FF2B5EF4-FFF2-40B4-BE49-F238E27FC236}">
                  <a16:creationId xmlns:a16="http://schemas.microsoft.com/office/drawing/2014/main" id="{A53A5051-125E-D6AF-CF82-EFF21DB9C6CC}"/>
                </a:ext>
              </a:extLst>
            </p:cNvPr>
            <p:cNvSpPr>
              <a:spLocks noChangeArrowheads="1"/>
            </p:cNvSpPr>
            <p:nvPr/>
          </p:nvSpPr>
          <p:spPr bwMode="auto">
            <a:xfrm>
              <a:off x="688975" y="1693400"/>
              <a:ext cx="116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00"/>
                  </a:solidFill>
                </a:rPr>
                <a:t>r</a:t>
              </a:r>
              <a:r>
                <a:rPr lang="ru-RU" altLang="en-US" sz="2000">
                  <a:solidFill>
                    <a:srgbClr val="000000"/>
                  </a:solidFill>
                </a:rPr>
                <a:t>st</a:t>
              </a:r>
              <a:r>
                <a:rPr lang="en-US" altLang="en-US" sz="2000">
                  <a:solidFill>
                    <a:srgbClr val="000000"/>
                  </a:solidFill>
                </a:rPr>
                <a:t>_n</a:t>
              </a:r>
              <a:endParaRPr lang="ru-RU" altLang="en-US" sz="2000"/>
            </a:p>
          </p:txBody>
        </p:sp>
        <p:sp>
          <p:nvSpPr>
            <p:cNvPr id="89162" name="Freeform 77">
              <a:extLst>
                <a:ext uri="{FF2B5EF4-FFF2-40B4-BE49-F238E27FC236}">
                  <a16:creationId xmlns:a16="http://schemas.microsoft.com/office/drawing/2014/main" id="{71138CB1-6E46-D071-A7E4-E207DCBA207E}"/>
                </a:ext>
              </a:extLst>
            </p:cNvPr>
            <p:cNvSpPr>
              <a:spLocks/>
            </p:cNvSpPr>
            <p:nvPr/>
          </p:nvSpPr>
          <p:spPr bwMode="auto">
            <a:xfrm>
              <a:off x="3278188" y="2249025"/>
              <a:ext cx="442912" cy="1588"/>
            </a:xfrm>
            <a:custGeom>
              <a:avLst/>
              <a:gdLst>
                <a:gd name="T0" fmla="*/ 2147483646 w 279"/>
                <a:gd name="T1" fmla="*/ 0 h 1588"/>
                <a:gd name="T2" fmla="*/ 0 w 279"/>
                <a:gd name="T3" fmla="*/ 0 h 1588"/>
                <a:gd name="T4" fmla="*/ 0 w 279"/>
                <a:gd name="T5" fmla="*/ 0 h 1588"/>
                <a:gd name="T6" fmla="*/ 0 60000 65536"/>
                <a:gd name="T7" fmla="*/ 0 60000 65536"/>
                <a:gd name="T8" fmla="*/ 0 60000 65536"/>
                <a:gd name="T9" fmla="*/ 0 w 279"/>
                <a:gd name="T10" fmla="*/ 0 h 1588"/>
                <a:gd name="T11" fmla="*/ 279 w 279"/>
                <a:gd name="T12" fmla="*/ 1588 h 1588"/>
              </a:gdLst>
              <a:ahLst/>
              <a:cxnLst>
                <a:cxn ang="T6">
                  <a:pos x="T0" y="T1"/>
                </a:cxn>
                <a:cxn ang="T7">
                  <a:pos x="T2" y="T3"/>
                </a:cxn>
                <a:cxn ang="T8">
                  <a:pos x="T4" y="T5"/>
                </a:cxn>
              </a:cxnLst>
              <a:rect l="T9" t="T10" r="T11" b="T12"/>
              <a:pathLst>
                <a:path w="279" h="1588">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63" name="Text Box 79">
              <a:extLst>
                <a:ext uri="{FF2B5EF4-FFF2-40B4-BE49-F238E27FC236}">
                  <a16:creationId xmlns:a16="http://schemas.microsoft.com/office/drawing/2014/main" id="{A93730F3-E1BD-975D-0D9F-CD5A4FDD98AE}"/>
                </a:ext>
              </a:extLst>
            </p:cNvPr>
            <p:cNvSpPr txBox="1">
              <a:spLocks noChangeArrowheads="1"/>
            </p:cNvSpPr>
            <p:nvPr/>
          </p:nvSpPr>
          <p:spPr bwMode="auto">
            <a:xfrm>
              <a:off x="690563" y="2195050"/>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89164" name="AutoShape 68">
              <a:extLst>
                <a:ext uri="{FF2B5EF4-FFF2-40B4-BE49-F238E27FC236}">
                  <a16:creationId xmlns:a16="http://schemas.microsoft.com/office/drawing/2014/main" id="{215BA069-CBAA-3522-CA07-413A3D93A10D}"/>
                </a:ext>
              </a:extLst>
            </p:cNvPr>
            <p:cNvSpPr>
              <a:spLocks noChangeArrowheads="1"/>
            </p:cNvSpPr>
            <p:nvPr/>
          </p:nvSpPr>
          <p:spPr bwMode="auto">
            <a:xfrm>
              <a:off x="1641475" y="1979150"/>
              <a:ext cx="395288" cy="441325"/>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89165" name="Rectangle 75">
              <a:extLst>
                <a:ext uri="{FF2B5EF4-FFF2-40B4-BE49-F238E27FC236}">
                  <a16:creationId xmlns:a16="http://schemas.microsoft.com/office/drawing/2014/main" id="{D2B7751B-EFD3-EAE8-10F6-A4C735FF59AD}"/>
                </a:ext>
              </a:extLst>
            </p:cNvPr>
            <p:cNvSpPr>
              <a:spLocks noChangeArrowheads="1"/>
            </p:cNvSpPr>
            <p:nvPr/>
          </p:nvSpPr>
          <p:spPr bwMode="auto">
            <a:xfrm>
              <a:off x="784225" y="2837988"/>
              <a:ext cx="311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00"/>
                  </a:solidFill>
                </a:rPr>
                <a:t>clk</a:t>
              </a:r>
              <a:endParaRPr lang="ru-RU" altLang="en-US" sz="2000"/>
            </a:p>
          </p:txBody>
        </p:sp>
        <p:sp>
          <p:nvSpPr>
            <p:cNvPr id="89166" name="AutoShape 17">
              <a:extLst>
                <a:ext uri="{FF2B5EF4-FFF2-40B4-BE49-F238E27FC236}">
                  <a16:creationId xmlns:a16="http://schemas.microsoft.com/office/drawing/2014/main" id="{322FB036-62B6-C599-1E6A-B5B5F49F0814}"/>
                </a:ext>
              </a:extLst>
            </p:cNvPr>
            <p:cNvSpPr>
              <a:spLocks noChangeArrowheads="1"/>
            </p:cNvSpPr>
            <p:nvPr/>
          </p:nvSpPr>
          <p:spPr bwMode="auto">
            <a:xfrm rot="5400000">
              <a:off x="2478913" y="2707881"/>
              <a:ext cx="155575" cy="106362"/>
            </a:xfrm>
            <a:prstGeom prst="triangle">
              <a:avLst>
                <a:gd name="adj" fmla="val 50000"/>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cxnSp>
          <p:nvCxnSpPr>
            <p:cNvPr id="89167" name="Straight Connector 33">
              <a:extLst>
                <a:ext uri="{FF2B5EF4-FFF2-40B4-BE49-F238E27FC236}">
                  <a16:creationId xmlns:a16="http://schemas.microsoft.com/office/drawing/2014/main" id="{38E6F81A-4AF8-44E8-615A-02C1C9CC82D8}"/>
                </a:ext>
              </a:extLst>
            </p:cNvPr>
            <p:cNvCxnSpPr>
              <a:cxnSpLocks noChangeShapeType="1"/>
            </p:cNvCxnSpPr>
            <p:nvPr/>
          </p:nvCxnSpPr>
          <p:spPr bwMode="auto">
            <a:xfrm flipV="1">
              <a:off x="1128161" y="2767600"/>
              <a:ext cx="13716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89129" name="Group 55">
            <a:extLst>
              <a:ext uri="{FF2B5EF4-FFF2-40B4-BE49-F238E27FC236}">
                <a16:creationId xmlns:a16="http://schemas.microsoft.com/office/drawing/2014/main" id="{1A812411-A3B9-2FB0-437B-4A013B2A4CF4}"/>
              </a:ext>
            </a:extLst>
          </p:cNvPr>
          <p:cNvGrpSpPr>
            <a:grpSpLocks/>
          </p:cNvGrpSpPr>
          <p:nvPr/>
        </p:nvGrpSpPr>
        <p:grpSpPr bwMode="auto">
          <a:xfrm>
            <a:off x="1893888" y="3265489"/>
            <a:ext cx="3541712" cy="2035175"/>
            <a:chOff x="239301" y="3265715"/>
            <a:chExt cx="3541176" cy="2035181"/>
          </a:xfrm>
        </p:grpSpPr>
        <p:sp>
          <p:nvSpPr>
            <p:cNvPr id="89130" name="Rectangle 64">
              <a:extLst>
                <a:ext uri="{FF2B5EF4-FFF2-40B4-BE49-F238E27FC236}">
                  <a16:creationId xmlns:a16="http://schemas.microsoft.com/office/drawing/2014/main" id="{C6ABF044-C2BD-C522-433D-147549A24702}"/>
                </a:ext>
              </a:extLst>
            </p:cNvPr>
            <p:cNvSpPr>
              <a:spLocks noChangeArrowheads="1"/>
            </p:cNvSpPr>
            <p:nvPr/>
          </p:nvSpPr>
          <p:spPr bwMode="auto">
            <a:xfrm>
              <a:off x="2561277" y="3737779"/>
              <a:ext cx="776288" cy="1188720"/>
            </a:xfrm>
            <a:prstGeom prst="rect">
              <a:avLst/>
            </a:prstGeom>
            <a:solidFill>
              <a:schemeClr val="accent1"/>
            </a:solidFill>
            <a:ln w="28575" cap="rnd">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9131" name="Rectangle 65">
              <a:extLst>
                <a:ext uri="{FF2B5EF4-FFF2-40B4-BE49-F238E27FC236}">
                  <a16:creationId xmlns:a16="http://schemas.microsoft.com/office/drawing/2014/main" id="{1A72DC5A-AF51-7911-A622-209698DDC350}"/>
                </a:ext>
              </a:extLst>
            </p:cNvPr>
            <p:cNvSpPr>
              <a:spLocks noChangeArrowheads="1"/>
            </p:cNvSpPr>
            <p:nvPr/>
          </p:nvSpPr>
          <p:spPr bwMode="auto">
            <a:xfrm>
              <a:off x="2624777" y="4036230"/>
              <a:ext cx="184150"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dirty="0">
                  <a:solidFill>
                    <a:schemeClr val="bg1"/>
                  </a:solidFill>
                </a:rPr>
                <a:t>D</a:t>
              </a:r>
            </a:p>
          </p:txBody>
        </p:sp>
        <p:sp>
          <p:nvSpPr>
            <p:cNvPr id="89132" name="Rectangle 66">
              <a:extLst>
                <a:ext uri="{FF2B5EF4-FFF2-40B4-BE49-F238E27FC236}">
                  <a16:creationId xmlns:a16="http://schemas.microsoft.com/office/drawing/2014/main" id="{AE578681-9269-0043-CC7F-BDD2B7B7FF4A}"/>
                </a:ext>
              </a:extLst>
            </p:cNvPr>
            <p:cNvSpPr>
              <a:spLocks noChangeArrowheads="1"/>
            </p:cNvSpPr>
            <p:nvPr/>
          </p:nvSpPr>
          <p:spPr bwMode="auto">
            <a:xfrm>
              <a:off x="3091502" y="4033055"/>
              <a:ext cx="196850"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2000">
                  <a:solidFill>
                    <a:schemeClr val="bg1"/>
                  </a:solidFill>
                </a:rPr>
                <a:t>Q</a:t>
              </a:r>
            </a:p>
          </p:txBody>
        </p:sp>
        <p:sp>
          <p:nvSpPr>
            <p:cNvPr id="89133" name="Freeform 68">
              <a:extLst>
                <a:ext uri="{FF2B5EF4-FFF2-40B4-BE49-F238E27FC236}">
                  <a16:creationId xmlns:a16="http://schemas.microsoft.com/office/drawing/2014/main" id="{B6FBB400-5D8B-D00D-C56E-3BCD4F8F09B9}"/>
                </a:ext>
              </a:extLst>
            </p:cNvPr>
            <p:cNvSpPr>
              <a:spLocks/>
            </p:cNvSpPr>
            <p:nvPr/>
          </p:nvSpPr>
          <p:spPr bwMode="auto">
            <a:xfrm>
              <a:off x="2284615" y="4145767"/>
              <a:ext cx="274320"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34" name="Freeform 69">
              <a:extLst>
                <a:ext uri="{FF2B5EF4-FFF2-40B4-BE49-F238E27FC236}">
                  <a16:creationId xmlns:a16="http://schemas.microsoft.com/office/drawing/2014/main" id="{C455C155-5C2A-28CF-7E0E-382FE839766F}"/>
                </a:ext>
              </a:extLst>
            </p:cNvPr>
            <p:cNvSpPr>
              <a:spLocks/>
            </p:cNvSpPr>
            <p:nvPr/>
          </p:nvSpPr>
          <p:spPr bwMode="auto">
            <a:xfrm>
              <a:off x="791563" y="4726379"/>
              <a:ext cx="1464748" cy="574517"/>
            </a:xfrm>
            <a:custGeom>
              <a:avLst/>
              <a:gdLst>
                <a:gd name="T0" fmla="*/ 2147483646 w 1082"/>
                <a:gd name="T1" fmla="*/ 0 h 131"/>
                <a:gd name="T2" fmla="*/ 2147483646 w 1082"/>
                <a:gd name="T3" fmla="*/ 2147483646 h 131"/>
                <a:gd name="T4" fmla="*/ 0 w 1082"/>
                <a:gd name="T5" fmla="*/ 2147483646 h 131"/>
                <a:gd name="T6" fmla="*/ 0 60000 65536"/>
                <a:gd name="T7" fmla="*/ 0 60000 65536"/>
                <a:gd name="T8" fmla="*/ 0 60000 65536"/>
                <a:gd name="T9" fmla="*/ 0 w 1082"/>
                <a:gd name="T10" fmla="*/ 0 h 131"/>
                <a:gd name="T11" fmla="*/ 1082 w 1082"/>
                <a:gd name="T12" fmla="*/ 131 h 131"/>
              </a:gdLst>
              <a:ahLst/>
              <a:cxnLst>
                <a:cxn ang="T6">
                  <a:pos x="T0" y="T1"/>
                </a:cxn>
                <a:cxn ang="T7">
                  <a:pos x="T2" y="T3"/>
                </a:cxn>
                <a:cxn ang="T8">
                  <a:pos x="T4" y="T5"/>
                </a:cxn>
              </a:cxnLst>
              <a:rect l="T9" t="T10" r="T11" b="T12"/>
              <a:pathLst>
                <a:path w="1082" h="131">
                  <a:moveTo>
                    <a:pt x="1082" y="0"/>
                  </a:moveTo>
                  <a:lnTo>
                    <a:pt x="1082" y="131"/>
                  </a:lnTo>
                  <a:lnTo>
                    <a:pt x="0" y="131"/>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35" name="Freeform 71">
              <a:extLst>
                <a:ext uri="{FF2B5EF4-FFF2-40B4-BE49-F238E27FC236}">
                  <a16:creationId xmlns:a16="http://schemas.microsoft.com/office/drawing/2014/main" id="{57ED5285-CF80-7575-69AF-2332FAA5B4FB}"/>
                </a:ext>
              </a:extLst>
            </p:cNvPr>
            <p:cNvSpPr>
              <a:spLocks/>
            </p:cNvSpPr>
            <p:nvPr/>
          </p:nvSpPr>
          <p:spPr bwMode="auto">
            <a:xfrm>
              <a:off x="1466040" y="4053692"/>
              <a:ext cx="442912"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36" name="Freeform 72">
              <a:extLst>
                <a:ext uri="{FF2B5EF4-FFF2-40B4-BE49-F238E27FC236}">
                  <a16:creationId xmlns:a16="http://schemas.microsoft.com/office/drawing/2014/main" id="{5B4143B0-3863-1036-4479-3F96E66834DA}"/>
                </a:ext>
              </a:extLst>
            </p:cNvPr>
            <p:cNvSpPr>
              <a:spLocks/>
            </p:cNvSpPr>
            <p:nvPr/>
          </p:nvSpPr>
          <p:spPr bwMode="auto">
            <a:xfrm>
              <a:off x="1587206" y="4294168"/>
              <a:ext cx="274320" cy="1588"/>
            </a:xfrm>
            <a:custGeom>
              <a:avLst/>
              <a:gdLst>
                <a:gd name="T0" fmla="*/ 2147483646 w 279"/>
                <a:gd name="T1" fmla="*/ 0 h 1588"/>
                <a:gd name="T2" fmla="*/ 0 w 279"/>
                <a:gd name="T3" fmla="*/ 0 h 1588"/>
                <a:gd name="T4" fmla="*/ 0 w 279"/>
                <a:gd name="T5" fmla="*/ 0 h 1588"/>
                <a:gd name="T6" fmla="*/ 0 60000 65536"/>
                <a:gd name="T7" fmla="*/ 0 60000 65536"/>
                <a:gd name="T8" fmla="*/ 0 60000 65536"/>
                <a:gd name="T9" fmla="*/ 0 w 279"/>
                <a:gd name="T10" fmla="*/ 0 h 1588"/>
                <a:gd name="T11" fmla="*/ 279 w 279"/>
                <a:gd name="T12" fmla="*/ 1588 h 1588"/>
              </a:gdLst>
              <a:ahLst/>
              <a:cxnLst>
                <a:cxn ang="T6">
                  <a:pos x="T0" y="T1"/>
                </a:cxn>
                <a:cxn ang="T7">
                  <a:pos x="T2" y="T3"/>
                </a:cxn>
                <a:cxn ang="T8">
                  <a:pos x="T4" y="T5"/>
                </a:cxn>
              </a:cxnLst>
              <a:rect l="T9" t="T10" r="T11" b="T12"/>
              <a:pathLst>
                <a:path w="279" h="1588">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37" name="Rectangle 75">
              <a:extLst>
                <a:ext uri="{FF2B5EF4-FFF2-40B4-BE49-F238E27FC236}">
                  <a16:creationId xmlns:a16="http://schemas.microsoft.com/office/drawing/2014/main" id="{D4B18C9F-9762-54E0-CC1E-5FFD71ED3B14}"/>
                </a:ext>
              </a:extLst>
            </p:cNvPr>
            <p:cNvSpPr>
              <a:spLocks noChangeArrowheads="1"/>
            </p:cNvSpPr>
            <p:nvPr/>
          </p:nvSpPr>
          <p:spPr bwMode="auto">
            <a:xfrm>
              <a:off x="1104610" y="4519716"/>
              <a:ext cx="1168400"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00"/>
                  </a:solidFill>
                </a:rPr>
                <a:t>r</a:t>
              </a:r>
              <a:r>
                <a:rPr lang="ru-RU" altLang="en-US" sz="2000">
                  <a:solidFill>
                    <a:srgbClr val="000000"/>
                  </a:solidFill>
                </a:rPr>
                <a:t>st</a:t>
              </a:r>
              <a:r>
                <a:rPr lang="en-US" altLang="en-US" sz="2000">
                  <a:solidFill>
                    <a:srgbClr val="000000"/>
                  </a:solidFill>
                </a:rPr>
                <a:t>_n</a:t>
              </a:r>
              <a:endParaRPr lang="ru-RU" altLang="en-US" sz="2000"/>
            </a:p>
          </p:txBody>
        </p:sp>
        <p:sp>
          <p:nvSpPr>
            <p:cNvPr id="89138" name="Freeform 77">
              <a:extLst>
                <a:ext uri="{FF2B5EF4-FFF2-40B4-BE49-F238E27FC236}">
                  <a16:creationId xmlns:a16="http://schemas.microsoft.com/office/drawing/2014/main" id="{11042855-AD3C-3C38-DB89-4E5737CA8416}"/>
                </a:ext>
              </a:extLst>
            </p:cNvPr>
            <p:cNvSpPr>
              <a:spLocks/>
            </p:cNvSpPr>
            <p:nvPr/>
          </p:nvSpPr>
          <p:spPr bwMode="auto">
            <a:xfrm>
              <a:off x="3337565" y="4196567"/>
              <a:ext cx="442912" cy="1588"/>
            </a:xfrm>
            <a:custGeom>
              <a:avLst/>
              <a:gdLst>
                <a:gd name="T0" fmla="*/ 2147483646 w 279"/>
                <a:gd name="T1" fmla="*/ 0 h 1588"/>
                <a:gd name="T2" fmla="*/ 0 w 279"/>
                <a:gd name="T3" fmla="*/ 0 h 1588"/>
                <a:gd name="T4" fmla="*/ 0 w 279"/>
                <a:gd name="T5" fmla="*/ 0 h 1588"/>
                <a:gd name="T6" fmla="*/ 0 60000 65536"/>
                <a:gd name="T7" fmla="*/ 0 60000 65536"/>
                <a:gd name="T8" fmla="*/ 0 60000 65536"/>
                <a:gd name="T9" fmla="*/ 0 w 279"/>
                <a:gd name="T10" fmla="*/ 0 h 1588"/>
                <a:gd name="T11" fmla="*/ 279 w 279"/>
                <a:gd name="T12" fmla="*/ 1588 h 1588"/>
              </a:gdLst>
              <a:ahLst/>
              <a:cxnLst>
                <a:cxn ang="T6">
                  <a:pos x="T0" y="T1"/>
                </a:cxn>
                <a:cxn ang="T7">
                  <a:pos x="T2" y="T3"/>
                </a:cxn>
                <a:cxn ang="T8">
                  <a:pos x="T4" y="T5"/>
                </a:cxn>
              </a:cxnLst>
              <a:rect l="T9" t="T10" r="T11" b="T12"/>
              <a:pathLst>
                <a:path w="279" h="1588">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39" name="Text Box 79">
              <a:extLst>
                <a:ext uri="{FF2B5EF4-FFF2-40B4-BE49-F238E27FC236}">
                  <a16:creationId xmlns:a16="http://schemas.microsoft.com/office/drawing/2014/main" id="{28037B58-C071-2DD9-F5A4-ABA0FA6E43ED}"/>
                </a:ext>
              </a:extLst>
            </p:cNvPr>
            <p:cNvSpPr txBox="1">
              <a:spLocks noChangeArrowheads="1"/>
            </p:cNvSpPr>
            <p:nvPr/>
          </p:nvSpPr>
          <p:spPr bwMode="auto">
            <a:xfrm>
              <a:off x="239301" y="3988217"/>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a:t>
              </a:r>
              <a:endParaRPr lang="ru-RU" altLang="en-US" sz="1800"/>
            </a:p>
          </p:txBody>
        </p:sp>
        <p:sp>
          <p:nvSpPr>
            <p:cNvPr id="89140" name="AutoShape 68">
              <a:extLst>
                <a:ext uri="{FF2B5EF4-FFF2-40B4-BE49-F238E27FC236}">
                  <a16:creationId xmlns:a16="http://schemas.microsoft.com/office/drawing/2014/main" id="{B9DC5EDE-0284-1BFC-7501-E828CAEFB55F}"/>
                </a:ext>
              </a:extLst>
            </p:cNvPr>
            <p:cNvSpPr>
              <a:spLocks noChangeArrowheads="1"/>
            </p:cNvSpPr>
            <p:nvPr/>
          </p:nvSpPr>
          <p:spPr bwMode="auto">
            <a:xfrm>
              <a:off x="1878977" y="3926692"/>
              <a:ext cx="395288" cy="441325"/>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89141" name="Rectangle 75">
              <a:extLst>
                <a:ext uri="{FF2B5EF4-FFF2-40B4-BE49-F238E27FC236}">
                  <a16:creationId xmlns:a16="http://schemas.microsoft.com/office/drawing/2014/main" id="{0FEC2BD9-187F-CC7B-C10B-A4A977651DE5}"/>
                </a:ext>
              </a:extLst>
            </p:cNvPr>
            <p:cNvSpPr>
              <a:spLocks noChangeArrowheads="1"/>
            </p:cNvSpPr>
            <p:nvPr/>
          </p:nvSpPr>
          <p:spPr bwMode="auto">
            <a:xfrm>
              <a:off x="843602" y="4963655"/>
              <a:ext cx="311150"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00"/>
                  </a:solidFill>
                </a:rPr>
                <a:t>clk</a:t>
              </a:r>
              <a:endParaRPr lang="ru-RU" altLang="en-US" sz="2000"/>
            </a:p>
          </p:txBody>
        </p:sp>
        <p:sp>
          <p:nvSpPr>
            <p:cNvPr id="89142" name="Freeform 63">
              <a:extLst>
                <a:ext uri="{FF2B5EF4-FFF2-40B4-BE49-F238E27FC236}">
                  <a16:creationId xmlns:a16="http://schemas.microsoft.com/office/drawing/2014/main" id="{E6A950FC-EF41-11DC-3A92-3D4997B0A763}"/>
                </a:ext>
              </a:extLst>
            </p:cNvPr>
            <p:cNvSpPr>
              <a:spLocks/>
            </p:cNvSpPr>
            <p:nvPr/>
          </p:nvSpPr>
          <p:spPr bwMode="auto">
            <a:xfrm>
              <a:off x="996971" y="3633459"/>
              <a:ext cx="444500" cy="771525"/>
            </a:xfrm>
            <a:custGeom>
              <a:avLst/>
              <a:gdLst>
                <a:gd name="T0" fmla="*/ 0 w 280"/>
                <a:gd name="T1" fmla="*/ 2147483646 h 522"/>
                <a:gd name="T2" fmla="*/ 2147483646 w 280"/>
                <a:gd name="T3" fmla="*/ 2147483646 h 522"/>
                <a:gd name="T4" fmla="*/ 2147483646 w 280"/>
                <a:gd name="T5" fmla="*/ 2147483646 h 522"/>
                <a:gd name="T6" fmla="*/ 0 w 280"/>
                <a:gd name="T7" fmla="*/ 0 h 522"/>
                <a:gd name="T8" fmla="*/ 0 w 280"/>
                <a:gd name="T9" fmla="*/ 2147483646 h 522"/>
                <a:gd name="T10" fmla="*/ 0 60000 65536"/>
                <a:gd name="T11" fmla="*/ 0 60000 65536"/>
                <a:gd name="T12" fmla="*/ 0 60000 65536"/>
                <a:gd name="T13" fmla="*/ 0 60000 65536"/>
                <a:gd name="T14" fmla="*/ 0 60000 65536"/>
                <a:gd name="T15" fmla="*/ 0 w 280"/>
                <a:gd name="T16" fmla="*/ 0 h 522"/>
                <a:gd name="T17" fmla="*/ 280 w 280"/>
                <a:gd name="T18" fmla="*/ 522 h 522"/>
              </a:gdLst>
              <a:ahLst/>
              <a:cxnLst>
                <a:cxn ang="T10">
                  <a:pos x="T0" y="T1"/>
                </a:cxn>
                <a:cxn ang="T11">
                  <a:pos x="T2" y="T3"/>
                </a:cxn>
                <a:cxn ang="T12">
                  <a:pos x="T4" y="T5"/>
                </a:cxn>
                <a:cxn ang="T13">
                  <a:pos x="T6" y="T7"/>
                </a:cxn>
                <a:cxn ang="T14">
                  <a:pos x="T8" y="T9"/>
                </a:cxn>
              </a:cxnLst>
              <a:rect l="T15" t="T16" r="T17" b="T18"/>
              <a:pathLst>
                <a:path w="280" h="522">
                  <a:moveTo>
                    <a:pt x="0" y="522"/>
                  </a:moveTo>
                  <a:lnTo>
                    <a:pt x="280" y="392"/>
                  </a:lnTo>
                  <a:lnTo>
                    <a:pt x="280" y="131"/>
                  </a:lnTo>
                  <a:lnTo>
                    <a:pt x="0" y="0"/>
                  </a:lnTo>
                  <a:lnTo>
                    <a:pt x="0" y="522"/>
                  </a:lnTo>
                </a:path>
              </a:pathLst>
            </a:custGeom>
            <a:solidFill>
              <a:schemeClr val="accent1"/>
            </a:solidFill>
            <a:ln w="28575" cap="rnd">
              <a:solidFill>
                <a:srgbClr val="000000"/>
              </a:solidFill>
              <a:round/>
              <a:headEnd/>
              <a:tailEnd/>
            </a:ln>
          </p:spPr>
          <p:txBody>
            <a:bodyPr/>
            <a:lstStyle/>
            <a:p>
              <a:endParaRPr lang="en-US"/>
            </a:p>
          </p:txBody>
        </p:sp>
        <p:cxnSp>
          <p:nvCxnSpPr>
            <p:cNvPr id="89143" name="Straight Connector 35">
              <a:extLst>
                <a:ext uri="{FF2B5EF4-FFF2-40B4-BE49-F238E27FC236}">
                  <a16:creationId xmlns:a16="http://schemas.microsoft.com/office/drawing/2014/main" id="{828845A3-CB36-4F2E-6201-B13A3ED601E2}"/>
                </a:ext>
              </a:extLst>
            </p:cNvPr>
            <p:cNvCxnSpPr>
              <a:cxnSpLocks noChangeShapeType="1"/>
            </p:cNvCxnSpPr>
            <p:nvPr/>
          </p:nvCxnSpPr>
          <p:spPr bwMode="auto">
            <a:xfrm rot="5400000">
              <a:off x="1442258" y="4424153"/>
              <a:ext cx="2743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89144" name="AutoShape 17">
              <a:extLst>
                <a:ext uri="{FF2B5EF4-FFF2-40B4-BE49-F238E27FC236}">
                  <a16:creationId xmlns:a16="http://schemas.microsoft.com/office/drawing/2014/main" id="{D964C830-1BA5-8A36-42B8-6D560CBE5433}"/>
                </a:ext>
              </a:extLst>
            </p:cNvPr>
            <p:cNvSpPr>
              <a:spLocks noChangeArrowheads="1"/>
            </p:cNvSpPr>
            <p:nvPr/>
          </p:nvSpPr>
          <p:spPr bwMode="auto">
            <a:xfrm rot="5400000">
              <a:off x="2538289" y="4667311"/>
              <a:ext cx="155575" cy="106362"/>
            </a:xfrm>
            <a:prstGeom prst="triangle">
              <a:avLst>
                <a:gd name="adj" fmla="val 50000"/>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9145" name="Freeform 68">
              <a:extLst>
                <a:ext uri="{FF2B5EF4-FFF2-40B4-BE49-F238E27FC236}">
                  <a16:creationId xmlns:a16="http://schemas.microsoft.com/office/drawing/2014/main" id="{D3718E54-9999-924D-085B-1E0A265106D2}"/>
                </a:ext>
              </a:extLst>
            </p:cNvPr>
            <p:cNvSpPr>
              <a:spLocks/>
            </p:cNvSpPr>
            <p:nvPr/>
          </p:nvSpPr>
          <p:spPr bwMode="auto">
            <a:xfrm>
              <a:off x="2260864" y="4715783"/>
              <a:ext cx="292608"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89146" name="Straight Connector 38">
              <a:extLst>
                <a:ext uri="{FF2B5EF4-FFF2-40B4-BE49-F238E27FC236}">
                  <a16:creationId xmlns:a16="http://schemas.microsoft.com/office/drawing/2014/main" id="{E061FF93-B988-10C4-FFB8-7EE3BC46F5C6}"/>
                </a:ext>
              </a:extLst>
            </p:cNvPr>
            <p:cNvCxnSpPr>
              <a:cxnSpLocks noChangeShapeType="1"/>
            </p:cNvCxnSpPr>
            <p:nvPr/>
          </p:nvCxnSpPr>
          <p:spPr bwMode="auto">
            <a:xfrm rot="5400000">
              <a:off x="1119843" y="3630285"/>
              <a:ext cx="1828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89147" name="Text Box 79">
              <a:extLst>
                <a:ext uri="{FF2B5EF4-FFF2-40B4-BE49-F238E27FC236}">
                  <a16:creationId xmlns:a16="http://schemas.microsoft.com/office/drawing/2014/main" id="{C5DC86EF-2733-26F7-EA94-04A3EB1B15E7}"/>
                </a:ext>
              </a:extLst>
            </p:cNvPr>
            <p:cNvSpPr txBox="1">
              <a:spLocks noChangeArrowheads="1"/>
            </p:cNvSpPr>
            <p:nvPr/>
          </p:nvSpPr>
          <p:spPr bwMode="auto">
            <a:xfrm>
              <a:off x="1165576" y="3287570"/>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En</a:t>
              </a:r>
              <a:endParaRPr lang="ru-RU" altLang="en-US" sz="1800"/>
            </a:p>
          </p:txBody>
        </p:sp>
        <p:sp>
          <p:nvSpPr>
            <p:cNvPr id="89148" name="Rectangle 65">
              <a:extLst>
                <a:ext uri="{FF2B5EF4-FFF2-40B4-BE49-F238E27FC236}">
                  <a16:creationId xmlns:a16="http://schemas.microsoft.com/office/drawing/2014/main" id="{28A8F958-CE85-5398-6280-D04713E67817}"/>
                </a:ext>
              </a:extLst>
            </p:cNvPr>
            <p:cNvSpPr>
              <a:spLocks noChangeArrowheads="1"/>
            </p:cNvSpPr>
            <p:nvPr/>
          </p:nvSpPr>
          <p:spPr bwMode="auto">
            <a:xfrm>
              <a:off x="1045357" y="3703721"/>
              <a:ext cx="32030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dirty="0">
                  <a:solidFill>
                    <a:schemeClr val="bg1"/>
                  </a:solidFill>
                </a:rPr>
                <a:t>0</a:t>
              </a:r>
              <a:endParaRPr lang="ru-RU" altLang="en-US" sz="1600" dirty="0">
                <a:solidFill>
                  <a:schemeClr val="bg1"/>
                </a:solidFill>
              </a:endParaRPr>
            </a:p>
          </p:txBody>
        </p:sp>
        <p:sp>
          <p:nvSpPr>
            <p:cNvPr id="89149" name="Rectangle 65">
              <a:extLst>
                <a:ext uri="{FF2B5EF4-FFF2-40B4-BE49-F238E27FC236}">
                  <a16:creationId xmlns:a16="http://schemas.microsoft.com/office/drawing/2014/main" id="{D1D0A945-3EF4-6DB3-C94A-8F8DD6F5ECD6}"/>
                </a:ext>
              </a:extLst>
            </p:cNvPr>
            <p:cNvSpPr>
              <a:spLocks noChangeArrowheads="1"/>
            </p:cNvSpPr>
            <p:nvPr/>
          </p:nvSpPr>
          <p:spPr bwMode="auto">
            <a:xfrm>
              <a:off x="1033480" y="4048106"/>
              <a:ext cx="32030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1</a:t>
              </a:r>
              <a:endParaRPr lang="ru-RU" altLang="en-US" sz="1600">
                <a:solidFill>
                  <a:schemeClr val="bg1"/>
                </a:solidFill>
              </a:endParaRPr>
            </a:p>
          </p:txBody>
        </p:sp>
        <p:sp>
          <p:nvSpPr>
            <p:cNvPr id="89150" name="Freeform 71">
              <a:extLst>
                <a:ext uri="{FF2B5EF4-FFF2-40B4-BE49-F238E27FC236}">
                  <a16:creationId xmlns:a16="http://schemas.microsoft.com/office/drawing/2014/main" id="{4199F7CB-0E81-A23A-4313-BF3AB1F8F996}"/>
                </a:ext>
              </a:extLst>
            </p:cNvPr>
            <p:cNvSpPr>
              <a:spLocks/>
            </p:cNvSpPr>
            <p:nvPr/>
          </p:nvSpPr>
          <p:spPr bwMode="auto">
            <a:xfrm>
              <a:off x="539764" y="4196196"/>
              <a:ext cx="442912"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151" name="Freeform 68">
              <a:extLst>
                <a:ext uri="{FF2B5EF4-FFF2-40B4-BE49-F238E27FC236}">
                  <a16:creationId xmlns:a16="http://schemas.microsoft.com/office/drawing/2014/main" id="{42674E9A-8201-0CB8-3565-06C79CDEDF0B}"/>
                </a:ext>
              </a:extLst>
            </p:cNvPr>
            <p:cNvSpPr>
              <a:spLocks/>
            </p:cNvSpPr>
            <p:nvPr/>
          </p:nvSpPr>
          <p:spPr bwMode="auto">
            <a:xfrm>
              <a:off x="705197" y="3837009"/>
              <a:ext cx="274320" cy="1588"/>
            </a:xfrm>
            <a:custGeom>
              <a:avLst/>
              <a:gdLst>
                <a:gd name="T0" fmla="*/ 2147483646 w 279"/>
                <a:gd name="T1" fmla="*/ 0 h 1587"/>
                <a:gd name="T2" fmla="*/ 0 w 279"/>
                <a:gd name="T3" fmla="*/ 0 h 1587"/>
                <a:gd name="T4" fmla="*/ 0 w 279"/>
                <a:gd name="T5" fmla="*/ 0 h 1587"/>
                <a:gd name="T6" fmla="*/ 0 60000 65536"/>
                <a:gd name="T7" fmla="*/ 0 60000 65536"/>
                <a:gd name="T8" fmla="*/ 0 60000 65536"/>
                <a:gd name="T9" fmla="*/ 0 w 279"/>
                <a:gd name="T10" fmla="*/ 0 h 1587"/>
                <a:gd name="T11" fmla="*/ 279 w 279"/>
                <a:gd name="T12" fmla="*/ 1587 h 1587"/>
              </a:gdLst>
              <a:ahLst/>
              <a:cxnLst>
                <a:cxn ang="T6">
                  <a:pos x="T0" y="T1"/>
                </a:cxn>
                <a:cxn ang="T7">
                  <a:pos x="T2" y="T3"/>
                </a:cxn>
                <a:cxn ang="T8">
                  <a:pos x="T4" y="T5"/>
                </a:cxn>
              </a:cxnLst>
              <a:rect l="T9" t="T10" r="T11" b="T12"/>
              <a:pathLst>
                <a:path w="279" h="1587">
                  <a:moveTo>
                    <a:pt x="279" y="0"/>
                  </a:moveTo>
                  <a:lnTo>
                    <a:pt x="0" y="0"/>
                  </a:lnTo>
                </a:path>
              </a:pathLst>
            </a:cu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89152" name="Straight Connector 46">
              <a:extLst>
                <a:ext uri="{FF2B5EF4-FFF2-40B4-BE49-F238E27FC236}">
                  <a16:creationId xmlns:a16="http://schemas.microsoft.com/office/drawing/2014/main" id="{EE1A3D62-E953-CACC-26F3-DEE752C45381}"/>
                </a:ext>
              </a:extLst>
            </p:cNvPr>
            <p:cNvCxnSpPr>
              <a:cxnSpLocks noChangeShapeType="1"/>
            </p:cNvCxnSpPr>
            <p:nvPr/>
          </p:nvCxnSpPr>
          <p:spPr bwMode="auto">
            <a:xfrm rot="5400000" flipH="1" flipV="1">
              <a:off x="3081648" y="3722913"/>
              <a:ext cx="914400" cy="1588"/>
            </a:xfrm>
            <a:prstGeom prst="line">
              <a:avLst/>
            </a:prstGeom>
            <a:noFill/>
            <a:ln w="2222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89153" name="Straight Connector 47">
              <a:extLst>
                <a:ext uri="{FF2B5EF4-FFF2-40B4-BE49-F238E27FC236}">
                  <a16:creationId xmlns:a16="http://schemas.microsoft.com/office/drawing/2014/main" id="{38756A93-0329-C4BC-967A-CADB3CD31FEC}"/>
                </a:ext>
              </a:extLst>
            </p:cNvPr>
            <p:cNvCxnSpPr>
              <a:cxnSpLocks noChangeShapeType="1"/>
            </p:cNvCxnSpPr>
            <p:nvPr/>
          </p:nvCxnSpPr>
          <p:spPr bwMode="auto">
            <a:xfrm rot="5400000">
              <a:off x="405305" y="3549188"/>
              <a:ext cx="566928"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9154" name="Straight Connector 49">
              <a:extLst>
                <a:ext uri="{FF2B5EF4-FFF2-40B4-BE49-F238E27FC236}">
                  <a16:creationId xmlns:a16="http://schemas.microsoft.com/office/drawing/2014/main" id="{191DEC71-33FD-AE6B-0910-D05944D4BF3B}"/>
                </a:ext>
              </a:extLst>
            </p:cNvPr>
            <p:cNvCxnSpPr>
              <a:cxnSpLocks noChangeShapeType="1"/>
            </p:cNvCxnSpPr>
            <p:nvPr/>
          </p:nvCxnSpPr>
          <p:spPr bwMode="auto">
            <a:xfrm>
              <a:off x="688769" y="3265715"/>
              <a:ext cx="2838202" cy="11875"/>
            </a:xfrm>
            <a:prstGeom prst="line">
              <a:avLst/>
            </a:prstGeom>
            <a:noFill/>
            <a:ln w="22225"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CA7089C-28FA-2F08-3553-662430523D16}"/>
              </a:ext>
            </a:extLst>
          </p:cNvPr>
          <p:cNvSpPr>
            <a:spLocks noGrp="1"/>
          </p:cNvSpPr>
          <p:nvPr>
            <p:ph type="body" sz="quarter" idx="10"/>
          </p:nvPr>
        </p:nvSpPr>
        <p:spPr/>
        <p:txBody>
          <a:bodyPr/>
          <a:lstStyle/>
          <a:p>
            <a:r>
              <a:rPr lang="en-US" sz="2200" dirty="0"/>
              <a:t>module </a:t>
            </a:r>
            <a:r>
              <a:rPr lang="en-US" sz="2200" dirty="0" err="1"/>
              <a:t>dff_synch_rst</a:t>
            </a:r>
            <a:r>
              <a:rPr lang="en-US" sz="2200" dirty="0"/>
              <a:t> (data, </a:t>
            </a:r>
            <a:r>
              <a:rPr lang="en-US" sz="2200" dirty="0" err="1"/>
              <a:t>clk</a:t>
            </a:r>
            <a:r>
              <a:rPr lang="en-US" sz="2200" dirty="0"/>
              <a:t>, </a:t>
            </a:r>
            <a:r>
              <a:rPr lang="en-US" sz="2200" dirty="0" err="1"/>
              <a:t>reset_n</a:t>
            </a:r>
            <a:r>
              <a:rPr lang="en-US" sz="2200" dirty="0"/>
              <a:t>, q);</a:t>
            </a:r>
          </a:p>
          <a:p>
            <a:r>
              <a:rPr lang="en-US" sz="2200" dirty="0"/>
              <a:t>input data, </a:t>
            </a:r>
            <a:r>
              <a:rPr lang="en-US" sz="2200" dirty="0" err="1"/>
              <a:t>clk</a:t>
            </a:r>
            <a:r>
              <a:rPr lang="en-US" sz="2200" dirty="0"/>
              <a:t>, </a:t>
            </a:r>
            <a:r>
              <a:rPr lang="en-US" sz="2200" dirty="0" err="1"/>
              <a:t>rst_n</a:t>
            </a:r>
            <a:r>
              <a:rPr lang="en-US" sz="2200" dirty="0"/>
              <a:t>, q;</a:t>
            </a:r>
          </a:p>
          <a:p>
            <a:r>
              <a:rPr lang="en-US" sz="2200" dirty="0"/>
              <a:t>output q;</a:t>
            </a:r>
          </a:p>
          <a:p>
            <a:r>
              <a:rPr lang="en-US" sz="2200" dirty="0"/>
              <a:t>reg q;</a:t>
            </a:r>
          </a:p>
          <a:p>
            <a:r>
              <a:rPr lang="en-US" sz="2200" dirty="0"/>
              <a:t>always @(posedge </a:t>
            </a:r>
            <a:r>
              <a:rPr lang="en-US" sz="2200" dirty="0" err="1"/>
              <a:t>clk</a:t>
            </a:r>
            <a:r>
              <a:rPr lang="en-US" sz="2200" dirty="0"/>
              <a:t>)</a:t>
            </a:r>
          </a:p>
          <a:p>
            <a:r>
              <a:rPr lang="en-US" sz="2200" dirty="0"/>
              <a:t>begin</a:t>
            </a:r>
          </a:p>
          <a:p>
            <a:r>
              <a:rPr lang="en-US" sz="2200" dirty="0"/>
              <a:t>if (!</a:t>
            </a:r>
            <a:r>
              <a:rPr lang="en-US" sz="2200" dirty="0" err="1"/>
              <a:t>rst_n</a:t>
            </a:r>
            <a:r>
              <a:rPr lang="en-US" sz="2200" dirty="0"/>
              <a:t>)</a:t>
            </a:r>
          </a:p>
          <a:p>
            <a:r>
              <a:rPr lang="en-US" sz="2200" dirty="0"/>
              <a:t>q&lt;=1’b0;</a:t>
            </a:r>
          </a:p>
          <a:p>
            <a:r>
              <a:rPr lang="en-US" sz="2200" dirty="0"/>
              <a:t>else q&lt;=data;</a:t>
            </a:r>
          </a:p>
          <a:p>
            <a:r>
              <a:rPr lang="en-US" sz="2200" dirty="0" err="1"/>
              <a:t>endmodule</a:t>
            </a:r>
            <a:endParaRPr lang="en-US" sz="2200" dirty="0"/>
          </a:p>
        </p:txBody>
      </p:sp>
      <p:sp>
        <p:nvSpPr>
          <p:cNvPr id="8" name="Title 7">
            <a:extLst>
              <a:ext uri="{FF2B5EF4-FFF2-40B4-BE49-F238E27FC236}">
                <a16:creationId xmlns:a16="http://schemas.microsoft.com/office/drawing/2014/main" id="{983FD1F3-C819-73F4-1BB7-611B4D5A1154}"/>
              </a:ext>
            </a:extLst>
          </p:cNvPr>
          <p:cNvSpPr>
            <a:spLocks noGrp="1"/>
          </p:cNvSpPr>
          <p:nvPr>
            <p:ph type="title"/>
          </p:nvPr>
        </p:nvSpPr>
        <p:spPr/>
        <p:txBody>
          <a:bodyPr>
            <a:normAutofit/>
          </a:bodyPr>
          <a:lstStyle/>
          <a:p>
            <a:r>
              <a:rPr lang="en-US" dirty="0"/>
              <a:t>Rising Edge D Flip-Flop with Synchronous Reset in Verilog</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Заголовок 1">
            <a:extLst>
              <a:ext uri="{FF2B5EF4-FFF2-40B4-BE49-F238E27FC236}">
                <a16:creationId xmlns:a16="http://schemas.microsoft.com/office/drawing/2014/main" id="{B8A25454-F215-D48A-7667-D003E60EC819}"/>
              </a:ext>
            </a:extLst>
          </p:cNvPr>
          <p:cNvSpPr>
            <a:spLocks noGrp="1" noChangeArrowheads="1"/>
          </p:cNvSpPr>
          <p:nvPr>
            <p:ph type="title"/>
          </p:nvPr>
        </p:nvSpPr>
        <p:spPr/>
        <p:txBody>
          <a:bodyPr>
            <a:normAutofit/>
          </a:bodyPr>
          <a:lstStyle/>
          <a:p>
            <a:r>
              <a:rPr lang="en-US" altLang="en-US" dirty="0"/>
              <a:t>Scan D Flip-Flop </a:t>
            </a:r>
            <a:endParaRPr lang="ru-RU" altLang="en-US" dirty="0"/>
          </a:p>
        </p:txBody>
      </p:sp>
      <p:sp>
        <p:nvSpPr>
          <p:cNvPr id="3" name="Объект 2">
            <a:extLst>
              <a:ext uri="{FF2B5EF4-FFF2-40B4-BE49-F238E27FC236}">
                <a16:creationId xmlns:a16="http://schemas.microsoft.com/office/drawing/2014/main" id="{DCB7E855-8F38-444D-9FC7-954A894E256D}"/>
              </a:ext>
            </a:extLst>
          </p:cNvPr>
          <p:cNvSpPr>
            <a:spLocks noGrp="1"/>
          </p:cNvSpPr>
          <p:nvPr>
            <p:ph type="body" sz="quarter" idx="10"/>
          </p:nvPr>
        </p:nvSpPr>
        <p:spPr/>
        <p:txBody>
          <a:bodyPr/>
          <a:lstStyle/>
          <a:p>
            <a:r>
              <a:rPr lang="en-US"/>
              <a:t>An important flip-flop  function - scan capability</a:t>
            </a:r>
            <a:r>
              <a:rPr lang="ru-RU"/>
              <a:t>.</a:t>
            </a:r>
            <a:endParaRPr lang="en-US"/>
          </a:p>
          <a:p>
            <a:r>
              <a:rPr lang="en-US"/>
              <a:t>To drive the flip-flop’s D-input  with an alternate source of data during device testing</a:t>
            </a:r>
          </a:p>
          <a:p>
            <a:r>
              <a:rPr lang="en-US"/>
              <a:t>All flip-flops are put into testing mode</a:t>
            </a:r>
          </a:p>
          <a:p>
            <a:r>
              <a:rPr lang="en-US"/>
              <a:t>Load test pattern</a:t>
            </a:r>
          </a:p>
          <a:p>
            <a:r>
              <a:rPr lang="en-US"/>
              <a:t>All flip-flops are put into normal mode</a:t>
            </a:r>
          </a:p>
          <a:p>
            <a:r>
              <a:rPr lang="en-US"/>
              <a:t>After one or more clock ticks flip-flops are put back into test mode </a:t>
            </a:r>
          </a:p>
          <a:p>
            <a:r>
              <a:rPr lang="en-US"/>
              <a:t>Test results are scanned out</a:t>
            </a:r>
            <a:r>
              <a:rPr lang="ru-RU"/>
              <a:t>. </a:t>
            </a:r>
          </a:p>
          <a:p>
            <a:endParaRPr lang="ru-RU"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186" name="Group 18">
            <a:extLst>
              <a:ext uri="{FF2B5EF4-FFF2-40B4-BE49-F238E27FC236}">
                <a16:creationId xmlns:a16="http://schemas.microsoft.com/office/drawing/2014/main" id="{6124CC93-E7CF-EB1C-0ED6-A71DFFA7B008}"/>
              </a:ext>
            </a:extLst>
          </p:cNvPr>
          <p:cNvGrpSpPr>
            <a:grpSpLocks/>
          </p:cNvGrpSpPr>
          <p:nvPr/>
        </p:nvGrpSpPr>
        <p:grpSpPr bwMode="auto">
          <a:xfrm>
            <a:off x="2601914" y="2284413"/>
            <a:ext cx="2160587" cy="2043112"/>
            <a:chOff x="611188" y="1601788"/>
            <a:chExt cx="2160587" cy="2043112"/>
          </a:xfrm>
        </p:grpSpPr>
        <p:sp>
          <p:nvSpPr>
            <p:cNvPr id="93238" name="Rectangle 5">
              <a:extLst>
                <a:ext uri="{FF2B5EF4-FFF2-40B4-BE49-F238E27FC236}">
                  <a16:creationId xmlns:a16="http://schemas.microsoft.com/office/drawing/2014/main" id="{7767BA8D-B72A-D07E-56D0-52DF621EE4EA}"/>
                </a:ext>
              </a:extLst>
            </p:cNvPr>
            <p:cNvSpPr>
              <a:spLocks noChangeArrowheads="1"/>
            </p:cNvSpPr>
            <p:nvPr/>
          </p:nvSpPr>
          <p:spPr bwMode="auto">
            <a:xfrm>
              <a:off x="1187450" y="1601788"/>
              <a:ext cx="1081088" cy="2043112"/>
            </a:xfrm>
            <a:prstGeom prst="rect">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3239" name="Line 6">
              <a:extLst>
                <a:ext uri="{FF2B5EF4-FFF2-40B4-BE49-F238E27FC236}">
                  <a16:creationId xmlns:a16="http://schemas.microsoft.com/office/drawing/2014/main" id="{7384043F-1FD5-8336-78C4-BF461D2103DB}"/>
                </a:ext>
              </a:extLst>
            </p:cNvPr>
            <p:cNvSpPr>
              <a:spLocks noChangeShapeType="1"/>
            </p:cNvSpPr>
            <p:nvPr/>
          </p:nvSpPr>
          <p:spPr bwMode="auto">
            <a:xfrm>
              <a:off x="611188" y="1917700"/>
              <a:ext cx="5762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0" name="Line 7">
              <a:extLst>
                <a:ext uri="{FF2B5EF4-FFF2-40B4-BE49-F238E27FC236}">
                  <a16:creationId xmlns:a16="http://schemas.microsoft.com/office/drawing/2014/main" id="{3262A023-A25E-C3CF-AB30-5DA708C1A2E7}"/>
                </a:ext>
              </a:extLst>
            </p:cNvPr>
            <p:cNvSpPr>
              <a:spLocks noChangeShapeType="1"/>
            </p:cNvSpPr>
            <p:nvPr/>
          </p:nvSpPr>
          <p:spPr bwMode="auto">
            <a:xfrm>
              <a:off x="611188" y="2349500"/>
              <a:ext cx="5762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1" name="Line 8">
              <a:extLst>
                <a:ext uri="{FF2B5EF4-FFF2-40B4-BE49-F238E27FC236}">
                  <a16:creationId xmlns:a16="http://schemas.microsoft.com/office/drawing/2014/main" id="{73BAC37B-4D19-3026-CDF6-86F2F12C4289}"/>
                </a:ext>
              </a:extLst>
            </p:cNvPr>
            <p:cNvSpPr>
              <a:spLocks noChangeShapeType="1"/>
            </p:cNvSpPr>
            <p:nvPr/>
          </p:nvSpPr>
          <p:spPr bwMode="auto">
            <a:xfrm>
              <a:off x="611188" y="2781300"/>
              <a:ext cx="5762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2" name="Line 9">
              <a:extLst>
                <a:ext uri="{FF2B5EF4-FFF2-40B4-BE49-F238E27FC236}">
                  <a16:creationId xmlns:a16="http://schemas.microsoft.com/office/drawing/2014/main" id="{7BAC1829-5F46-5F41-C3F9-DBFFBF17BB96}"/>
                </a:ext>
              </a:extLst>
            </p:cNvPr>
            <p:cNvSpPr>
              <a:spLocks noChangeShapeType="1"/>
            </p:cNvSpPr>
            <p:nvPr/>
          </p:nvSpPr>
          <p:spPr bwMode="auto">
            <a:xfrm>
              <a:off x="611188" y="3227388"/>
              <a:ext cx="5762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3" name="Text Box 10">
              <a:extLst>
                <a:ext uri="{FF2B5EF4-FFF2-40B4-BE49-F238E27FC236}">
                  <a16:creationId xmlns:a16="http://schemas.microsoft.com/office/drawing/2014/main" id="{7022B9A9-CE6D-DCC6-556D-4E7738C242D6}"/>
                </a:ext>
              </a:extLst>
            </p:cNvPr>
            <p:cNvSpPr txBox="1">
              <a:spLocks noChangeArrowheads="1"/>
            </p:cNvSpPr>
            <p:nvPr/>
          </p:nvSpPr>
          <p:spPr bwMode="auto">
            <a:xfrm>
              <a:off x="1258888" y="1685925"/>
              <a:ext cx="576262"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D</a:t>
              </a:r>
            </a:p>
            <a:p>
              <a:pPr eaLnBrk="1" hangingPunct="1">
                <a:spcBef>
                  <a:spcPct val="50000"/>
                </a:spcBef>
              </a:pPr>
              <a:r>
                <a:rPr lang="en-US" altLang="en-US" sz="2000" dirty="0">
                  <a:solidFill>
                    <a:schemeClr val="bg2"/>
                  </a:solidFill>
                </a:rPr>
                <a:t>TE</a:t>
              </a:r>
            </a:p>
            <a:p>
              <a:pPr eaLnBrk="1" hangingPunct="1">
                <a:spcBef>
                  <a:spcPct val="50000"/>
                </a:spcBef>
              </a:pPr>
              <a:r>
                <a:rPr lang="en-US" altLang="en-US" sz="2000" dirty="0">
                  <a:solidFill>
                    <a:schemeClr val="bg2"/>
                  </a:solidFill>
                </a:rPr>
                <a:t>TI</a:t>
              </a:r>
            </a:p>
            <a:p>
              <a:pPr eaLnBrk="1" hangingPunct="1">
                <a:spcBef>
                  <a:spcPct val="50000"/>
                </a:spcBef>
              </a:pPr>
              <a:r>
                <a:rPr lang="en-US" altLang="en-US" sz="2000" dirty="0" err="1">
                  <a:solidFill>
                    <a:schemeClr val="bg2"/>
                  </a:solidFill>
                </a:rPr>
                <a:t>Clk</a:t>
              </a:r>
              <a:endParaRPr lang="ru-RU" altLang="en-US" sz="2000" dirty="0">
                <a:solidFill>
                  <a:schemeClr val="bg2"/>
                </a:solidFill>
              </a:endParaRPr>
            </a:p>
          </p:txBody>
        </p:sp>
        <p:sp>
          <p:nvSpPr>
            <p:cNvPr id="93244" name="Text Box 11">
              <a:extLst>
                <a:ext uri="{FF2B5EF4-FFF2-40B4-BE49-F238E27FC236}">
                  <a16:creationId xmlns:a16="http://schemas.microsoft.com/office/drawing/2014/main" id="{AAC057E9-F503-3F15-9AE6-878643263E73}"/>
                </a:ext>
              </a:extLst>
            </p:cNvPr>
            <p:cNvSpPr txBox="1">
              <a:spLocks noChangeArrowheads="1"/>
            </p:cNvSpPr>
            <p:nvPr/>
          </p:nvSpPr>
          <p:spPr bwMode="auto">
            <a:xfrm>
              <a:off x="1879600" y="1901825"/>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Q</a:t>
              </a:r>
              <a:endParaRPr lang="ru-RU" altLang="en-US" sz="2000" dirty="0">
                <a:solidFill>
                  <a:schemeClr val="bg2"/>
                </a:solidFill>
              </a:endParaRPr>
            </a:p>
          </p:txBody>
        </p:sp>
        <p:sp>
          <p:nvSpPr>
            <p:cNvPr id="93245" name="Text Box 12">
              <a:extLst>
                <a:ext uri="{FF2B5EF4-FFF2-40B4-BE49-F238E27FC236}">
                  <a16:creationId xmlns:a16="http://schemas.microsoft.com/office/drawing/2014/main" id="{B31F7E24-44C2-6C5F-A16C-A393102BEBF9}"/>
                </a:ext>
              </a:extLst>
            </p:cNvPr>
            <p:cNvSpPr txBox="1">
              <a:spLocks noChangeArrowheads="1"/>
            </p:cNvSpPr>
            <p:nvPr/>
          </p:nvSpPr>
          <p:spPr bwMode="auto">
            <a:xfrm>
              <a:off x="1908175" y="2852738"/>
              <a:ext cx="360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Q</a:t>
              </a:r>
              <a:endParaRPr lang="ru-RU" altLang="en-US" sz="2000" dirty="0">
                <a:solidFill>
                  <a:schemeClr val="bg2"/>
                </a:solidFill>
              </a:endParaRPr>
            </a:p>
          </p:txBody>
        </p:sp>
        <p:sp>
          <p:nvSpPr>
            <p:cNvPr id="93246" name="Line 13">
              <a:extLst>
                <a:ext uri="{FF2B5EF4-FFF2-40B4-BE49-F238E27FC236}">
                  <a16:creationId xmlns:a16="http://schemas.microsoft.com/office/drawing/2014/main" id="{57965A33-4C9B-7146-29CC-EC9C0B396349}"/>
                </a:ext>
              </a:extLst>
            </p:cNvPr>
            <p:cNvSpPr>
              <a:spLocks noChangeShapeType="1"/>
            </p:cNvSpPr>
            <p:nvPr/>
          </p:nvSpPr>
          <p:spPr bwMode="auto">
            <a:xfrm>
              <a:off x="2266950" y="2078038"/>
              <a:ext cx="5032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7" name="Line 14">
              <a:extLst>
                <a:ext uri="{FF2B5EF4-FFF2-40B4-BE49-F238E27FC236}">
                  <a16:creationId xmlns:a16="http://schemas.microsoft.com/office/drawing/2014/main" id="{BFC48663-03A6-0C5F-1544-E3A4471CCA67}"/>
                </a:ext>
              </a:extLst>
            </p:cNvPr>
            <p:cNvSpPr>
              <a:spLocks noChangeShapeType="1"/>
            </p:cNvSpPr>
            <p:nvPr/>
          </p:nvSpPr>
          <p:spPr bwMode="auto">
            <a:xfrm>
              <a:off x="2411413" y="3065463"/>
              <a:ext cx="360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8" name="Oval 15">
              <a:extLst>
                <a:ext uri="{FF2B5EF4-FFF2-40B4-BE49-F238E27FC236}">
                  <a16:creationId xmlns:a16="http://schemas.microsoft.com/office/drawing/2014/main" id="{08B3E3D7-6F7F-4686-9CCD-DE4F2EF22AF0}"/>
                </a:ext>
              </a:extLst>
            </p:cNvPr>
            <p:cNvSpPr>
              <a:spLocks noChangeArrowheads="1"/>
            </p:cNvSpPr>
            <p:nvPr/>
          </p:nvSpPr>
          <p:spPr bwMode="auto">
            <a:xfrm>
              <a:off x="2268538" y="2997200"/>
              <a:ext cx="144462" cy="144463"/>
            </a:xfrm>
            <a:prstGeom prst="ellipse">
              <a:avLst/>
            </a:prstGeom>
            <a:solidFill>
              <a:schemeClr val="accent1"/>
            </a:solidFill>
            <a:ln w="2857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3249" name="AutoShape 75">
              <a:extLst>
                <a:ext uri="{FF2B5EF4-FFF2-40B4-BE49-F238E27FC236}">
                  <a16:creationId xmlns:a16="http://schemas.microsoft.com/office/drawing/2014/main" id="{3F2200EA-E134-0F4D-BCCD-ADFE964F6226}"/>
                </a:ext>
              </a:extLst>
            </p:cNvPr>
            <p:cNvSpPr>
              <a:spLocks noChangeArrowheads="1"/>
            </p:cNvSpPr>
            <p:nvPr/>
          </p:nvSpPr>
          <p:spPr bwMode="auto">
            <a:xfrm rot="5400000">
              <a:off x="1133475" y="3195638"/>
              <a:ext cx="230187" cy="122238"/>
            </a:xfrm>
            <a:prstGeom prst="triangle">
              <a:avLst>
                <a:gd name="adj" fmla="val 50000"/>
              </a:avLst>
            </a:prstGeom>
            <a:solidFill>
              <a:schemeClr val="accent1"/>
            </a:solidFill>
            <a:ln w="9525" algn="ctr">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graphicFrame>
        <p:nvGraphicFramePr>
          <p:cNvPr id="53316" name="Group 68">
            <a:extLst>
              <a:ext uri="{FF2B5EF4-FFF2-40B4-BE49-F238E27FC236}">
                <a16:creationId xmlns:a16="http://schemas.microsoft.com/office/drawing/2014/main" id="{7B2C46B7-E53D-4D83-BDEE-CD1B5AA5B73E}"/>
              </a:ext>
            </a:extLst>
          </p:cNvPr>
          <p:cNvGraphicFramePr>
            <a:graphicFrameLocks noGrp="1"/>
          </p:cNvGraphicFramePr>
          <p:nvPr>
            <p:extLst>
              <p:ext uri="{D42A27DB-BD31-4B8C-83A1-F6EECF244321}">
                <p14:modId xmlns:p14="http://schemas.microsoft.com/office/powerpoint/2010/main" val="431461149"/>
              </p:ext>
            </p:extLst>
          </p:nvPr>
        </p:nvGraphicFramePr>
        <p:xfrm>
          <a:off x="5153026" y="1882776"/>
          <a:ext cx="4784725" cy="2773624"/>
        </p:xfrm>
        <a:graphic>
          <a:graphicData uri="http://schemas.openxmlformats.org/drawingml/2006/table">
            <a:tbl>
              <a:tblPr/>
              <a:tblGrid>
                <a:gridCol w="957263">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958850">
                  <a:extLst>
                    <a:ext uri="{9D8B030D-6E8A-4147-A177-3AD203B41FA5}">
                      <a16:colId xmlns:a16="http://schemas.microsoft.com/office/drawing/2014/main" val="20002"/>
                    </a:ext>
                  </a:extLst>
                </a:gridCol>
                <a:gridCol w="955675">
                  <a:extLst>
                    <a:ext uri="{9D8B030D-6E8A-4147-A177-3AD203B41FA5}">
                      <a16:colId xmlns:a16="http://schemas.microsoft.com/office/drawing/2014/main" val="20003"/>
                    </a:ext>
                  </a:extLst>
                </a:gridCol>
                <a:gridCol w="957262">
                  <a:extLst>
                    <a:ext uri="{9D8B030D-6E8A-4147-A177-3AD203B41FA5}">
                      <a16:colId xmlns:a16="http://schemas.microsoft.com/office/drawing/2014/main" val="20004"/>
                    </a:ext>
                  </a:extLst>
                </a:gridCol>
              </a:tblGrid>
              <a:tr h="396195">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TE</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TI</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D</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Clk</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Q</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195">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sym typeface="Symbol" pitchFamily="18" charset="2"/>
                        </a:rPr>
                        <a:t>0</a:t>
                      </a:r>
                      <a:endParaRPr kumimoji="0" lang="ru-RU" sz="2000" b="0" i="0" u="none" strike="noStrike" cap="none" normalizeH="0" baseline="0">
                        <a:ln>
                          <a:noFill/>
                        </a:ln>
                        <a:solidFill>
                          <a:schemeClr val="tx1"/>
                        </a:solidFill>
                        <a:effectLst/>
                        <a:latin typeface="Arial" pitchFamily="34" charset="0"/>
                        <a:cs typeface="Arial" pitchFamily="34" charset="0"/>
                        <a:sym typeface="Symbol" pitchFamily="18" charset="2"/>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20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96195">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20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195">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20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96195">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20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96195">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Last Q</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96195">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Last Q</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8" name="Title 7">
            <a:extLst>
              <a:ext uri="{FF2B5EF4-FFF2-40B4-BE49-F238E27FC236}">
                <a16:creationId xmlns:a16="http://schemas.microsoft.com/office/drawing/2014/main" id="{4CE51473-40FF-8218-8CDB-6877999EFE7D}"/>
              </a:ext>
            </a:extLst>
          </p:cNvPr>
          <p:cNvSpPr>
            <a:spLocks noGrp="1"/>
          </p:cNvSpPr>
          <p:nvPr>
            <p:ph type="title"/>
          </p:nvPr>
        </p:nvSpPr>
        <p:spPr/>
        <p:txBody>
          <a:bodyPr>
            <a:normAutofit/>
          </a:bodyPr>
          <a:lstStyle/>
          <a:p>
            <a:r>
              <a:rPr lang="en-US" dirty="0"/>
              <a:t>Scan D Flip-Flop (2)</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235" name="Group 64">
            <a:extLst>
              <a:ext uri="{FF2B5EF4-FFF2-40B4-BE49-F238E27FC236}">
                <a16:creationId xmlns:a16="http://schemas.microsoft.com/office/drawing/2014/main" id="{C2D11F38-23DD-5BAB-581E-EE68C128FAEA}"/>
              </a:ext>
            </a:extLst>
          </p:cNvPr>
          <p:cNvGrpSpPr>
            <a:grpSpLocks/>
          </p:cNvGrpSpPr>
          <p:nvPr/>
        </p:nvGrpSpPr>
        <p:grpSpPr bwMode="auto">
          <a:xfrm>
            <a:off x="2441575" y="1655763"/>
            <a:ext cx="7556500" cy="2114450"/>
            <a:chOff x="578" y="1043"/>
            <a:chExt cx="4760" cy="1536"/>
          </a:xfrm>
        </p:grpSpPr>
        <p:grpSp>
          <p:nvGrpSpPr>
            <p:cNvPr id="95236" name="Group 63">
              <a:extLst>
                <a:ext uri="{FF2B5EF4-FFF2-40B4-BE49-F238E27FC236}">
                  <a16:creationId xmlns:a16="http://schemas.microsoft.com/office/drawing/2014/main" id="{99239516-1C86-1D6D-5615-57A2B128C590}"/>
                </a:ext>
              </a:extLst>
            </p:cNvPr>
            <p:cNvGrpSpPr>
              <a:grpSpLocks/>
            </p:cNvGrpSpPr>
            <p:nvPr/>
          </p:nvGrpSpPr>
          <p:grpSpPr bwMode="auto">
            <a:xfrm>
              <a:off x="578" y="1043"/>
              <a:ext cx="4760" cy="1536"/>
              <a:chOff x="508" y="1207"/>
              <a:chExt cx="5150" cy="1366"/>
            </a:xfrm>
          </p:grpSpPr>
          <p:sp>
            <p:nvSpPr>
              <p:cNvPr id="95239" name="Freeform 54">
                <a:extLst>
                  <a:ext uri="{FF2B5EF4-FFF2-40B4-BE49-F238E27FC236}">
                    <a16:creationId xmlns:a16="http://schemas.microsoft.com/office/drawing/2014/main" id="{452E96C9-057D-2791-E43C-6E9689B65A60}"/>
                  </a:ext>
                </a:extLst>
              </p:cNvPr>
              <p:cNvSpPr>
                <a:spLocks/>
              </p:cNvSpPr>
              <p:nvPr/>
            </p:nvSpPr>
            <p:spPr bwMode="auto">
              <a:xfrm>
                <a:off x="1157" y="1540"/>
                <a:ext cx="280" cy="522"/>
              </a:xfrm>
              <a:custGeom>
                <a:avLst/>
                <a:gdLst>
                  <a:gd name="T0" fmla="*/ 0 w 280"/>
                  <a:gd name="T1" fmla="*/ 828675 h 522"/>
                  <a:gd name="T2" fmla="*/ 444500 w 280"/>
                  <a:gd name="T3" fmla="*/ 622300 h 522"/>
                  <a:gd name="T4" fmla="*/ 444500 w 280"/>
                  <a:gd name="T5" fmla="*/ 207962 h 522"/>
                  <a:gd name="T6" fmla="*/ 0 w 280"/>
                  <a:gd name="T7" fmla="*/ 0 h 522"/>
                  <a:gd name="T8" fmla="*/ 0 w 280"/>
                  <a:gd name="T9" fmla="*/ 828675 h 522"/>
                  <a:gd name="T10" fmla="*/ 0 60000 65536"/>
                  <a:gd name="T11" fmla="*/ 0 60000 65536"/>
                  <a:gd name="T12" fmla="*/ 0 60000 65536"/>
                  <a:gd name="T13" fmla="*/ 0 60000 65536"/>
                  <a:gd name="T14" fmla="*/ 0 60000 65536"/>
                  <a:gd name="T15" fmla="*/ 0 w 280"/>
                  <a:gd name="T16" fmla="*/ 0 h 522"/>
                  <a:gd name="T17" fmla="*/ 280 w 280"/>
                  <a:gd name="T18" fmla="*/ 522 h 522"/>
                </a:gdLst>
                <a:ahLst/>
                <a:cxnLst>
                  <a:cxn ang="T10">
                    <a:pos x="T0" y="T1"/>
                  </a:cxn>
                  <a:cxn ang="T11">
                    <a:pos x="T2" y="T3"/>
                  </a:cxn>
                  <a:cxn ang="T12">
                    <a:pos x="T4" y="T5"/>
                  </a:cxn>
                  <a:cxn ang="T13">
                    <a:pos x="T6" y="T7"/>
                  </a:cxn>
                  <a:cxn ang="T14">
                    <a:pos x="T8" y="T9"/>
                  </a:cxn>
                </a:cxnLst>
                <a:rect l="T15" t="T16" r="T17" b="T18"/>
                <a:pathLst>
                  <a:path w="280" h="522">
                    <a:moveTo>
                      <a:pt x="0" y="522"/>
                    </a:moveTo>
                    <a:lnTo>
                      <a:pt x="280" y="392"/>
                    </a:lnTo>
                    <a:lnTo>
                      <a:pt x="280" y="131"/>
                    </a:lnTo>
                    <a:lnTo>
                      <a:pt x="0" y="0"/>
                    </a:lnTo>
                    <a:lnTo>
                      <a:pt x="0" y="522"/>
                    </a:lnTo>
                  </a:path>
                </a:pathLst>
              </a:custGeom>
              <a:solidFill>
                <a:schemeClr val="accent1"/>
              </a:solidFill>
              <a:ln w="25400" cap="rnd">
                <a:solidFill>
                  <a:srgbClr val="000000"/>
                </a:solidFill>
                <a:round/>
                <a:headEnd/>
                <a:tailEnd/>
              </a:ln>
            </p:spPr>
            <p:txBody>
              <a:bodyPr/>
              <a:lstStyle/>
              <a:p>
                <a:endParaRPr lang="en-US"/>
              </a:p>
            </p:txBody>
          </p:sp>
          <p:sp>
            <p:nvSpPr>
              <p:cNvPr id="95240" name="Freeform 59">
                <a:extLst>
                  <a:ext uri="{FF2B5EF4-FFF2-40B4-BE49-F238E27FC236}">
                    <a16:creationId xmlns:a16="http://schemas.microsoft.com/office/drawing/2014/main" id="{77183708-08A3-211A-D411-72069AAB0BFB}"/>
                  </a:ext>
                </a:extLst>
              </p:cNvPr>
              <p:cNvSpPr>
                <a:spLocks/>
              </p:cNvSpPr>
              <p:nvPr/>
            </p:nvSpPr>
            <p:spPr bwMode="auto">
              <a:xfrm>
                <a:off x="1437" y="1801"/>
                <a:ext cx="271" cy="1"/>
              </a:xfrm>
              <a:custGeom>
                <a:avLst/>
                <a:gdLst>
                  <a:gd name="T0" fmla="*/ 285987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241" name="Freeform 61">
                <a:extLst>
                  <a:ext uri="{FF2B5EF4-FFF2-40B4-BE49-F238E27FC236}">
                    <a16:creationId xmlns:a16="http://schemas.microsoft.com/office/drawing/2014/main" id="{D656F2BF-7224-74B1-B66D-BE7602DC60FF}"/>
                  </a:ext>
                </a:extLst>
              </p:cNvPr>
              <p:cNvSpPr>
                <a:spLocks/>
              </p:cNvSpPr>
              <p:nvPr/>
            </p:nvSpPr>
            <p:spPr bwMode="auto">
              <a:xfrm>
                <a:off x="878" y="1409"/>
                <a:ext cx="419" cy="196"/>
              </a:xfrm>
              <a:custGeom>
                <a:avLst/>
                <a:gdLst>
                  <a:gd name="T0" fmla="*/ 0 w 419"/>
                  <a:gd name="T1" fmla="*/ 0 h 196"/>
                  <a:gd name="T2" fmla="*/ 665162 w 419"/>
                  <a:gd name="T3" fmla="*/ 0 h 196"/>
                  <a:gd name="T4" fmla="*/ 665162 w 419"/>
                  <a:gd name="T5" fmla="*/ 311150 h 196"/>
                  <a:gd name="T6" fmla="*/ 0 60000 65536"/>
                  <a:gd name="T7" fmla="*/ 0 60000 65536"/>
                  <a:gd name="T8" fmla="*/ 0 60000 65536"/>
                  <a:gd name="T9" fmla="*/ 0 w 419"/>
                  <a:gd name="T10" fmla="*/ 0 h 196"/>
                  <a:gd name="T11" fmla="*/ 419 w 419"/>
                  <a:gd name="T12" fmla="*/ 196 h 196"/>
                </a:gdLst>
                <a:ahLst/>
                <a:cxnLst>
                  <a:cxn ang="T6">
                    <a:pos x="T0" y="T1"/>
                  </a:cxn>
                  <a:cxn ang="T7">
                    <a:pos x="T2" y="T3"/>
                  </a:cxn>
                  <a:cxn ang="T8">
                    <a:pos x="T4" y="T5"/>
                  </a:cxn>
                </a:cxnLst>
                <a:rect l="T9" t="T10" r="T11" b="T12"/>
                <a:pathLst>
                  <a:path w="419" h="196">
                    <a:moveTo>
                      <a:pt x="0" y="0"/>
                    </a:moveTo>
                    <a:lnTo>
                      <a:pt x="419" y="0"/>
                    </a:lnTo>
                    <a:lnTo>
                      <a:pt x="419" y="196"/>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242" name="Freeform 62">
                <a:extLst>
                  <a:ext uri="{FF2B5EF4-FFF2-40B4-BE49-F238E27FC236}">
                    <a16:creationId xmlns:a16="http://schemas.microsoft.com/office/drawing/2014/main" id="{31B0D328-6118-2623-0590-8E757C2645C4}"/>
                  </a:ext>
                </a:extLst>
              </p:cNvPr>
              <p:cNvSpPr>
                <a:spLocks/>
              </p:cNvSpPr>
              <p:nvPr/>
            </p:nvSpPr>
            <p:spPr bwMode="auto">
              <a:xfrm>
                <a:off x="878" y="1671"/>
                <a:ext cx="279" cy="1"/>
              </a:xfrm>
              <a:custGeom>
                <a:avLst/>
                <a:gdLst>
                  <a:gd name="T0" fmla="*/ 442912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243" name="Freeform 63">
                <a:extLst>
                  <a:ext uri="{FF2B5EF4-FFF2-40B4-BE49-F238E27FC236}">
                    <a16:creationId xmlns:a16="http://schemas.microsoft.com/office/drawing/2014/main" id="{B3E8403C-C4ED-2CF7-9600-317F210A116C}"/>
                  </a:ext>
                </a:extLst>
              </p:cNvPr>
              <p:cNvSpPr>
                <a:spLocks/>
              </p:cNvSpPr>
              <p:nvPr/>
            </p:nvSpPr>
            <p:spPr bwMode="auto">
              <a:xfrm>
                <a:off x="878" y="1932"/>
                <a:ext cx="279" cy="1"/>
              </a:xfrm>
              <a:custGeom>
                <a:avLst/>
                <a:gdLst>
                  <a:gd name="T0" fmla="*/ 442912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244" name="Rectangle 64">
                <a:extLst>
                  <a:ext uri="{FF2B5EF4-FFF2-40B4-BE49-F238E27FC236}">
                    <a16:creationId xmlns:a16="http://schemas.microsoft.com/office/drawing/2014/main" id="{D015EF6B-6E47-81CC-F261-CDB75C14719E}"/>
                  </a:ext>
                </a:extLst>
              </p:cNvPr>
              <p:cNvSpPr>
                <a:spLocks noChangeArrowheads="1"/>
              </p:cNvSpPr>
              <p:nvPr/>
            </p:nvSpPr>
            <p:spPr bwMode="auto">
              <a:xfrm>
                <a:off x="1215" y="1596"/>
                <a:ext cx="78"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600" b="1" dirty="0">
                    <a:solidFill>
                      <a:schemeClr val="bg2"/>
                    </a:solidFill>
                  </a:rPr>
                  <a:t>0</a:t>
                </a:r>
              </a:p>
            </p:txBody>
          </p:sp>
          <p:sp>
            <p:nvSpPr>
              <p:cNvPr id="95245" name="Rectangle 65">
                <a:extLst>
                  <a:ext uri="{FF2B5EF4-FFF2-40B4-BE49-F238E27FC236}">
                    <a16:creationId xmlns:a16="http://schemas.microsoft.com/office/drawing/2014/main" id="{740EBD4F-1F47-365F-2613-FAF00FDF0D1C}"/>
                  </a:ext>
                </a:extLst>
              </p:cNvPr>
              <p:cNvSpPr>
                <a:spLocks noChangeArrowheads="1"/>
              </p:cNvSpPr>
              <p:nvPr/>
            </p:nvSpPr>
            <p:spPr bwMode="auto">
              <a:xfrm>
                <a:off x="1215" y="1858"/>
                <a:ext cx="78"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sz="1600" b="1" dirty="0">
                    <a:solidFill>
                      <a:schemeClr val="bg2"/>
                    </a:solidFill>
                  </a:rPr>
                  <a:t>1</a:t>
                </a:r>
              </a:p>
            </p:txBody>
          </p:sp>
          <p:sp>
            <p:nvSpPr>
              <p:cNvPr id="95246" name="Rectangle 66">
                <a:extLst>
                  <a:ext uri="{FF2B5EF4-FFF2-40B4-BE49-F238E27FC236}">
                    <a16:creationId xmlns:a16="http://schemas.microsoft.com/office/drawing/2014/main" id="{D9AA938F-4CC5-2A70-760E-B4680B330E47}"/>
                  </a:ext>
                </a:extLst>
              </p:cNvPr>
              <p:cNvSpPr>
                <a:spLocks noChangeArrowheads="1"/>
              </p:cNvSpPr>
              <p:nvPr/>
            </p:nvSpPr>
            <p:spPr bwMode="auto">
              <a:xfrm>
                <a:off x="936" y="1207"/>
                <a:ext cx="22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00"/>
                    </a:solidFill>
                  </a:rPr>
                  <a:t>TE</a:t>
                </a:r>
                <a:endParaRPr lang="ru-RU" altLang="en-US" sz="2000"/>
              </a:p>
            </p:txBody>
          </p:sp>
          <p:sp>
            <p:nvSpPr>
              <p:cNvPr id="95247" name="Rectangle 67">
                <a:extLst>
                  <a:ext uri="{FF2B5EF4-FFF2-40B4-BE49-F238E27FC236}">
                    <a16:creationId xmlns:a16="http://schemas.microsoft.com/office/drawing/2014/main" id="{8518D016-595E-52BC-6FA0-22B495EED7D4}"/>
                  </a:ext>
                </a:extLst>
              </p:cNvPr>
              <p:cNvSpPr>
                <a:spLocks noChangeArrowheads="1"/>
              </p:cNvSpPr>
              <p:nvPr/>
            </p:nvSpPr>
            <p:spPr bwMode="auto">
              <a:xfrm>
                <a:off x="690" y="1596"/>
                <a:ext cx="12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00"/>
                    </a:solidFill>
                  </a:rPr>
                  <a:t>D</a:t>
                </a:r>
                <a:endParaRPr lang="ru-RU" altLang="en-US" sz="2000"/>
              </a:p>
            </p:txBody>
          </p:sp>
          <p:sp>
            <p:nvSpPr>
              <p:cNvPr id="95248" name="Freeform 68">
                <a:extLst>
                  <a:ext uri="{FF2B5EF4-FFF2-40B4-BE49-F238E27FC236}">
                    <a16:creationId xmlns:a16="http://schemas.microsoft.com/office/drawing/2014/main" id="{47256B20-8359-A4A8-0A94-533D4EDDCFE0}"/>
                  </a:ext>
                </a:extLst>
              </p:cNvPr>
              <p:cNvSpPr>
                <a:spLocks/>
              </p:cNvSpPr>
              <p:nvPr/>
            </p:nvSpPr>
            <p:spPr bwMode="auto">
              <a:xfrm>
                <a:off x="2205" y="1778"/>
                <a:ext cx="279" cy="1"/>
              </a:xfrm>
              <a:custGeom>
                <a:avLst/>
                <a:gdLst>
                  <a:gd name="T0" fmla="*/ 442913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249" name="Text Box 69">
                <a:extLst>
                  <a:ext uri="{FF2B5EF4-FFF2-40B4-BE49-F238E27FC236}">
                    <a16:creationId xmlns:a16="http://schemas.microsoft.com/office/drawing/2014/main" id="{AF3B4D68-B4C8-509D-0FDF-1B946E547B0B}"/>
                  </a:ext>
                </a:extLst>
              </p:cNvPr>
              <p:cNvSpPr txBox="1">
                <a:spLocks noChangeArrowheads="1"/>
              </p:cNvSpPr>
              <p:nvPr/>
            </p:nvSpPr>
            <p:spPr bwMode="auto">
              <a:xfrm>
                <a:off x="599" y="1799"/>
                <a:ext cx="363"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TI</a:t>
                </a:r>
                <a:endParaRPr lang="ru-RU" altLang="en-US" sz="2000"/>
              </a:p>
            </p:txBody>
          </p:sp>
          <p:sp>
            <p:nvSpPr>
              <p:cNvPr id="95250" name="Freeform 71">
                <a:extLst>
                  <a:ext uri="{FF2B5EF4-FFF2-40B4-BE49-F238E27FC236}">
                    <a16:creationId xmlns:a16="http://schemas.microsoft.com/office/drawing/2014/main" id="{3EFEEFDE-BB92-F0A0-7654-AA4FEBD4DD6B}"/>
                  </a:ext>
                </a:extLst>
              </p:cNvPr>
              <p:cNvSpPr>
                <a:spLocks/>
              </p:cNvSpPr>
              <p:nvPr/>
            </p:nvSpPr>
            <p:spPr bwMode="auto">
              <a:xfrm>
                <a:off x="2268" y="2107"/>
                <a:ext cx="211" cy="1"/>
              </a:xfrm>
              <a:custGeom>
                <a:avLst/>
                <a:gdLst>
                  <a:gd name="T0" fmla="*/ 5072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251" name="Rectangle 72">
                <a:extLst>
                  <a:ext uri="{FF2B5EF4-FFF2-40B4-BE49-F238E27FC236}">
                    <a16:creationId xmlns:a16="http://schemas.microsoft.com/office/drawing/2014/main" id="{10FFDE62-2F32-1B8C-DD88-A82468BADF0E}"/>
                  </a:ext>
                </a:extLst>
              </p:cNvPr>
              <p:cNvSpPr>
                <a:spLocks noChangeArrowheads="1"/>
              </p:cNvSpPr>
              <p:nvPr/>
            </p:nvSpPr>
            <p:spPr bwMode="auto">
              <a:xfrm>
                <a:off x="508" y="2341"/>
                <a:ext cx="38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Clk</a:t>
                </a:r>
                <a:endParaRPr lang="ru-RU" altLang="en-US" sz="2000"/>
              </a:p>
            </p:txBody>
          </p:sp>
          <p:sp>
            <p:nvSpPr>
              <p:cNvPr id="95252" name="Oval 78">
                <a:extLst>
                  <a:ext uri="{FF2B5EF4-FFF2-40B4-BE49-F238E27FC236}">
                    <a16:creationId xmlns:a16="http://schemas.microsoft.com/office/drawing/2014/main" id="{9DF1E82C-FD05-C83D-1B12-F04CB3762387}"/>
                  </a:ext>
                </a:extLst>
              </p:cNvPr>
              <p:cNvSpPr>
                <a:spLocks noChangeArrowheads="1"/>
              </p:cNvSpPr>
              <p:nvPr/>
            </p:nvSpPr>
            <p:spPr bwMode="auto">
              <a:xfrm rot="4140000">
                <a:off x="2203" y="2066"/>
                <a:ext cx="63" cy="77"/>
              </a:xfrm>
              <a:prstGeom prst="ellipse">
                <a:avLst/>
              </a:prstGeom>
              <a:solidFill>
                <a:schemeClr val="accent1"/>
              </a:solidFill>
              <a:ln w="25400">
                <a:solidFill>
                  <a:schemeClr val="tx1"/>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53" name="Line 79">
                <a:extLst>
                  <a:ext uri="{FF2B5EF4-FFF2-40B4-BE49-F238E27FC236}">
                    <a16:creationId xmlns:a16="http://schemas.microsoft.com/office/drawing/2014/main" id="{66BDE20E-AAB0-A609-995E-132A6A68A3E7}"/>
                  </a:ext>
                </a:extLst>
              </p:cNvPr>
              <p:cNvSpPr>
                <a:spLocks noChangeShapeType="1"/>
              </p:cNvSpPr>
              <p:nvPr/>
            </p:nvSpPr>
            <p:spPr bwMode="auto">
              <a:xfrm flipV="1">
                <a:off x="1565" y="2115"/>
                <a:ext cx="0" cy="40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4" name="Line 80">
                <a:extLst>
                  <a:ext uri="{FF2B5EF4-FFF2-40B4-BE49-F238E27FC236}">
                    <a16:creationId xmlns:a16="http://schemas.microsoft.com/office/drawing/2014/main" id="{5D949CC7-7AD4-CEB4-11B5-8EB254087830}"/>
                  </a:ext>
                </a:extLst>
              </p:cNvPr>
              <p:cNvSpPr>
                <a:spLocks noChangeShapeType="1"/>
              </p:cNvSpPr>
              <p:nvPr/>
            </p:nvSpPr>
            <p:spPr bwMode="auto">
              <a:xfrm>
                <a:off x="1574" y="2115"/>
                <a:ext cx="1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5" name="AutoShape 81">
                <a:extLst>
                  <a:ext uri="{FF2B5EF4-FFF2-40B4-BE49-F238E27FC236}">
                    <a16:creationId xmlns:a16="http://schemas.microsoft.com/office/drawing/2014/main" id="{E02379D8-1BFF-39A8-E093-679DA73848C9}"/>
                  </a:ext>
                </a:extLst>
              </p:cNvPr>
              <p:cNvSpPr>
                <a:spLocks noChangeArrowheads="1"/>
              </p:cNvSpPr>
              <p:nvPr/>
            </p:nvSpPr>
            <p:spPr bwMode="auto">
              <a:xfrm rot="5400000">
                <a:off x="1674" y="2076"/>
                <a:ext cx="145" cy="77"/>
              </a:xfrm>
              <a:prstGeom prst="triangle">
                <a:avLst>
                  <a:gd name="adj" fmla="val 50000"/>
                </a:avLst>
              </a:prstGeom>
              <a:noFill/>
              <a:ln w="9525"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56" name="Rectangle 82">
                <a:extLst>
                  <a:ext uri="{FF2B5EF4-FFF2-40B4-BE49-F238E27FC236}">
                    <a16:creationId xmlns:a16="http://schemas.microsoft.com/office/drawing/2014/main" id="{E3EC6AF3-B780-982F-221B-356BD521CA10}"/>
                  </a:ext>
                </a:extLst>
              </p:cNvPr>
              <p:cNvSpPr>
                <a:spLocks noChangeArrowheads="1"/>
              </p:cNvSpPr>
              <p:nvPr/>
            </p:nvSpPr>
            <p:spPr bwMode="auto">
              <a:xfrm>
                <a:off x="1714" y="1595"/>
                <a:ext cx="483" cy="720"/>
              </a:xfrm>
              <a:prstGeom prst="rect">
                <a:avLst/>
              </a:prstGeom>
              <a:solidFill>
                <a:schemeClr val="accent1"/>
              </a:solidFill>
              <a:ln w="2540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95257" name="Text Box 83">
                <a:extLst>
                  <a:ext uri="{FF2B5EF4-FFF2-40B4-BE49-F238E27FC236}">
                    <a16:creationId xmlns:a16="http://schemas.microsoft.com/office/drawing/2014/main" id="{ADBCD04A-4549-A711-CB40-C8E97133E39E}"/>
                  </a:ext>
                </a:extLst>
              </p:cNvPr>
              <p:cNvSpPr txBox="1">
                <a:spLocks noChangeArrowheads="1"/>
              </p:cNvSpPr>
              <p:nvPr/>
            </p:nvSpPr>
            <p:spPr bwMode="auto">
              <a:xfrm>
                <a:off x="1751" y="1625"/>
                <a:ext cx="2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D</a:t>
                </a:r>
                <a:endParaRPr lang="ru-RU" altLang="en-US" sz="2000" dirty="0">
                  <a:solidFill>
                    <a:schemeClr val="bg2"/>
                  </a:solidFill>
                </a:endParaRPr>
              </a:p>
            </p:txBody>
          </p:sp>
          <p:sp>
            <p:nvSpPr>
              <p:cNvPr id="95258" name="Text Box 84">
                <a:extLst>
                  <a:ext uri="{FF2B5EF4-FFF2-40B4-BE49-F238E27FC236}">
                    <a16:creationId xmlns:a16="http://schemas.microsoft.com/office/drawing/2014/main" id="{64A3656B-8181-EFF5-B5F4-B5987D915AC2}"/>
                  </a:ext>
                </a:extLst>
              </p:cNvPr>
              <p:cNvSpPr txBox="1">
                <a:spLocks noChangeArrowheads="1"/>
              </p:cNvSpPr>
              <p:nvPr/>
            </p:nvSpPr>
            <p:spPr bwMode="auto">
              <a:xfrm>
                <a:off x="1778" y="1972"/>
                <a:ext cx="2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C</a:t>
                </a:r>
                <a:endParaRPr lang="ru-RU" altLang="en-US" sz="2000" dirty="0">
                  <a:solidFill>
                    <a:schemeClr val="bg2"/>
                  </a:solidFill>
                </a:endParaRPr>
              </a:p>
            </p:txBody>
          </p:sp>
          <p:sp>
            <p:nvSpPr>
              <p:cNvPr id="95259" name="Line 85">
                <a:extLst>
                  <a:ext uri="{FF2B5EF4-FFF2-40B4-BE49-F238E27FC236}">
                    <a16:creationId xmlns:a16="http://schemas.microsoft.com/office/drawing/2014/main" id="{C926660E-2EC4-FF35-3D95-34FA2D3938FB}"/>
                  </a:ext>
                </a:extLst>
              </p:cNvPr>
              <p:cNvSpPr>
                <a:spLocks noChangeShapeType="1"/>
              </p:cNvSpPr>
              <p:nvPr/>
            </p:nvSpPr>
            <p:spPr bwMode="auto">
              <a:xfrm>
                <a:off x="844" y="2523"/>
                <a:ext cx="7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0" name="Line 8">
                <a:extLst>
                  <a:ext uri="{FF2B5EF4-FFF2-40B4-BE49-F238E27FC236}">
                    <a16:creationId xmlns:a16="http://schemas.microsoft.com/office/drawing/2014/main" id="{12BEBC74-0523-5920-5334-BE443B38EE24}"/>
                  </a:ext>
                </a:extLst>
              </p:cNvPr>
              <p:cNvSpPr>
                <a:spLocks noChangeShapeType="1"/>
              </p:cNvSpPr>
              <p:nvPr/>
            </p:nvSpPr>
            <p:spPr bwMode="auto">
              <a:xfrm>
                <a:off x="4456" y="1751"/>
                <a:ext cx="20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1" name="Line 11">
                <a:extLst>
                  <a:ext uri="{FF2B5EF4-FFF2-40B4-BE49-F238E27FC236}">
                    <a16:creationId xmlns:a16="http://schemas.microsoft.com/office/drawing/2014/main" id="{A7C67D51-69D1-4CF2-7312-E4AFD22B3829}"/>
                  </a:ext>
                </a:extLst>
              </p:cNvPr>
              <p:cNvSpPr>
                <a:spLocks noChangeShapeType="1"/>
              </p:cNvSpPr>
              <p:nvPr/>
            </p:nvSpPr>
            <p:spPr bwMode="auto">
              <a:xfrm flipV="1">
                <a:off x="3946" y="2085"/>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2" name="Line 12">
                <a:extLst>
                  <a:ext uri="{FF2B5EF4-FFF2-40B4-BE49-F238E27FC236}">
                    <a16:creationId xmlns:a16="http://schemas.microsoft.com/office/drawing/2014/main" id="{497A8908-EC69-C0CF-E080-F1E2A8A3990A}"/>
                  </a:ext>
                </a:extLst>
              </p:cNvPr>
              <p:cNvSpPr>
                <a:spLocks noChangeShapeType="1"/>
              </p:cNvSpPr>
              <p:nvPr/>
            </p:nvSpPr>
            <p:spPr bwMode="auto">
              <a:xfrm>
                <a:off x="3938" y="1483"/>
                <a:ext cx="16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3" name="Line 13">
                <a:extLst>
                  <a:ext uri="{FF2B5EF4-FFF2-40B4-BE49-F238E27FC236}">
                    <a16:creationId xmlns:a16="http://schemas.microsoft.com/office/drawing/2014/main" id="{8FB59ABC-19AB-FDE6-01FC-6D6FC409C396}"/>
                  </a:ext>
                </a:extLst>
              </p:cNvPr>
              <p:cNvSpPr>
                <a:spLocks noChangeShapeType="1"/>
              </p:cNvSpPr>
              <p:nvPr/>
            </p:nvSpPr>
            <p:spPr bwMode="auto">
              <a:xfrm>
                <a:off x="5158" y="1751"/>
                <a:ext cx="29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4" name="Line 14">
                <a:extLst>
                  <a:ext uri="{FF2B5EF4-FFF2-40B4-BE49-F238E27FC236}">
                    <a16:creationId xmlns:a16="http://schemas.microsoft.com/office/drawing/2014/main" id="{754ED549-E814-1A3C-1706-36DD3177E05A}"/>
                  </a:ext>
                </a:extLst>
              </p:cNvPr>
              <p:cNvSpPr>
                <a:spLocks noChangeShapeType="1"/>
              </p:cNvSpPr>
              <p:nvPr/>
            </p:nvSpPr>
            <p:spPr bwMode="auto">
              <a:xfrm>
                <a:off x="5218" y="2064"/>
                <a:ext cx="25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5" name="Line 15">
                <a:extLst>
                  <a:ext uri="{FF2B5EF4-FFF2-40B4-BE49-F238E27FC236}">
                    <a16:creationId xmlns:a16="http://schemas.microsoft.com/office/drawing/2014/main" id="{35A15EAB-69F4-7E1A-E811-7D1517780465}"/>
                  </a:ext>
                </a:extLst>
              </p:cNvPr>
              <p:cNvSpPr>
                <a:spLocks noChangeShapeType="1"/>
              </p:cNvSpPr>
              <p:nvPr/>
            </p:nvSpPr>
            <p:spPr bwMode="auto">
              <a:xfrm>
                <a:off x="4105" y="1483"/>
                <a:ext cx="0" cy="20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6" name="Line 16">
                <a:extLst>
                  <a:ext uri="{FF2B5EF4-FFF2-40B4-BE49-F238E27FC236}">
                    <a16:creationId xmlns:a16="http://schemas.microsoft.com/office/drawing/2014/main" id="{FCB4C911-54C9-A5C9-0027-1F007D7732A2}"/>
                  </a:ext>
                </a:extLst>
              </p:cNvPr>
              <p:cNvSpPr>
                <a:spLocks noChangeShapeType="1"/>
              </p:cNvSpPr>
              <p:nvPr/>
            </p:nvSpPr>
            <p:spPr bwMode="auto">
              <a:xfrm>
                <a:off x="4105" y="1675"/>
                <a:ext cx="1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7" name="Line 17">
                <a:extLst>
                  <a:ext uri="{FF2B5EF4-FFF2-40B4-BE49-F238E27FC236}">
                    <a16:creationId xmlns:a16="http://schemas.microsoft.com/office/drawing/2014/main" id="{6C86D878-DA2A-A9B2-63BE-4D03A12FF06B}"/>
                  </a:ext>
                </a:extLst>
              </p:cNvPr>
              <p:cNvSpPr>
                <a:spLocks noChangeShapeType="1"/>
              </p:cNvSpPr>
              <p:nvPr/>
            </p:nvSpPr>
            <p:spPr bwMode="auto">
              <a:xfrm>
                <a:off x="4117" y="1822"/>
                <a:ext cx="1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8" name="Line 18">
                <a:extLst>
                  <a:ext uri="{FF2B5EF4-FFF2-40B4-BE49-F238E27FC236}">
                    <a16:creationId xmlns:a16="http://schemas.microsoft.com/office/drawing/2014/main" id="{F6F3D65F-8656-3DF9-CAC8-536CB5DBAE5A}"/>
                  </a:ext>
                </a:extLst>
              </p:cNvPr>
              <p:cNvSpPr>
                <a:spLocks noChangeShapeType="1"/>
              </p:cNvSpPr>
              <p:nvPr/>
            </p:nvSpPr>
            <p:spPr bwMode="auto">
              <a:xfrm>
                <a:off x="4106" y="1816"/>
                <a:ext cx="0" cy="2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9" name="Oval 19">
                <a:extLst>
                  <a:ext uri="{FF2B5EF4-FFF2-40B4-BE49-F238E27FC236}">
                    <a16:creationId xmlns:a16="http://schemas.microsoft.com/office/drawing/2014/main" id="{FA6D6645-58AC-904A-89D1-DB57B9F029A1}"/>
                  </a:ext>
                </a:extLst>
              </p:cNvPr>
              <p:cNvSpPr>
                <a:spLocks noChangeArrowheads="1"/>
              </p:cNvSpPr>
              <p:nvPr/>
            </p:nvSpPr>
            <p:spPr bwMode="auto">
              <a:xfrm rot="4140000">
                <a:off x="5153" y="2026"/>
                <a:ext cx="63" cy="77"/>
              </a:xfrm>
              <a:prstGeom prst="ellipse">
                <a:avLst/>
              </a:prstGeom>
              <a:solidFill>
                <a:schemeClr val="accent1"/>
              </a:solidFill>
              <a:ln w="25400">
                <a:solidFill>
                  <a:srgbClr val="000000"/>
                </a:solidFill>
                <a:round/>
                <a:headEnd/>
                <a:tailEnd/>
              </a:ln>
            </p:spPr>
            <p:txBody>
              <a:bodyPr rot="10800000" vert="eaVert"/>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70" name="Line 20">
                <a:extLst>
                  <a:ext uri="{FF2B5EF4-FFF2-40B4-BE49-F238E27FC236}">
                    <a16:creationId xmlns:a16="http://schemas.microsoft.com/office/drawing/2014/main" id="{2BE88791-F89E-5022-80B8-6A366C0E0C6A}"/>
                  </a:ext>
                </a:extLst>
              </p:cNvPr>
              <p:cNvSpPr>
                <a:spLocks noChangeShapeType="1"/>
              </p:cNvSpPr>
              <p:nvPr/>
            </p:nvSpPr>
            <p:spPr bwMode="auto">
              <a:xfrm>
                <a:off x="2968" y="1441"/>
                <a:ext cx="7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1" name="Line 21">
                <a:extLst>
                  <a:ext uri="{FF2B5EF4-FFF2-40B4-BE49-F238E27FC236}">
                    <a16:creationId xmlns:a16="http://schemas.microsoft.com/office/drawing/2014/main" id="{0B5CC6F5-58DD-A8A2-091C-657034BAD72A}"/>
                  </a:ext>
                </a:extLst>
              </p:cNvPr>
              <p:cNvSpPr>
                <a:spLocks noChangeShapeType="1"/>
              </p:cNvSpPr>
              <p:nvPr/>
            </p:nvSpPr>
            <p:spPr bwMode="auto">
              <a:xfrm>
                <a:off x="3052" y="2503"/>
                <a:ext cx="1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2" name="Line 22">
                <a:extLst>
                  <a:ext uri="{FF2B5EF4-FFF2-40B4-BE49-F238E27FC236}">
                    <a16:creationId xmlns:a16="http://schemas.microsoft.com/office/drawing/2014/main" id="{06391676-47D8-C63E-F970-AEDD353DB412}"/>
                  </a:ext>
                </a:extLst>
              </p:cNvPr>
              <p:cNvSpPr>
                <a:spLocks noChangeShapeType="1"/>
              </p:cNvSpPr>
              <p:nvPr/>
            </p:nvSpPr>
            <p:spPr bwMode="auto">
              <a:xfrm flipV="1">
                <a:off x="4504" y="2057"/>
                <a:ext cx="0" cy="4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3" name="Line 23">
                <a:extLst>
                  <a:ext uri="{FF2B5EF4-FFF2-40B4-BE49-F238E27FC236}">
                    <a16:creationId xmlns:a16="http://schemas.microsoft.com/office/drawing/2014/main" id="{E39BF123-CC0E-8394-2B81-B25D906B6C00}"/>
                  </a:ext>
                </a:extLst>
              </p:cNvPr>
              <p:cNvSpPr>
                <a:spLocks noChangeShapeType="1"/>
              </p:cNvSpPr>
              <p:nvPr/>
            </p:nvSpPr>
            <p:spPr bwMode="auto">
              <a:xfrm>
                <a:off x="4504" y="2057"/>
                <a:ext cx="1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4" name="Line 24">
                <a:extLst>
                  <a:ext uri="{FF2B5EF4-FFF2-40B4-BE49-F238E27FC236}">
                    <a16:creationId xmlns:a16="http://schemas.microsoft.com/office/drawing/2014/main" id="{08819F31-7129-880A-E1B7-123EE8ABE692}"/>
                  </a:ext>
                </a:extLst>
              </p:cNvPr>
              <p:cNvSpPr>
                <a:spLocks noChangeShapeType="1"/>
              </p:cNvSpPr>
              <p:nvPr/>
            </p:nvSpPr>
            <p:spPr bwMode="auto">
              <a:xfrm flipH="1">
                <a:off x="3133" y="2001"/>
                <a:ext cx="59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5" name="Line 28">
                <a:extLst>
                  <a:ext uri="{FF2B5EF4-FFF2-40B4-BE49-F238E27FC236}">
                    <a16:creationId xmlns:a16="http://schemas.microsoft.com/office/drawing/2014/main" id="{047C2356-8A23-5718-1212-D6019CC0A420}"/>
                  </a:ext>
                </a:extLst>
              </p:cNvPr>
              <p:cNvSpPr>
                <a:spLocks noChangeShapeType="1"/>
              </p:cNvSpPr>
              <p:nvPr/>
            </p:nvSpPr>
            <p:spPr bwMode="auto">
              <a:xfrm>
                <a:off x="3601" y="1567"/>
                <a:ext cx="1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6" name="Line 29">
                <a:extLst>
                  <a:ext uri="{FF2B5EF4-FFF2-40B4-BE49-F238E27FC236}">
                    <a16:creationId xmlns:a16="http://schemas.microsoft.com/office/drawing/2014/main" id="{291526E9-58EA-4B2C-E6DA-A640DCFF18F1}"/>
                  </a:ext>
                </a:extLst>
              </p:cNvPr>
              <p:cNvSpPr>
                <a:spLocks noChangeShapeType="1"/>
              </p:cNvSpPr>
              <p:nvPr/>
            </p:nvSpPr>
            <p:spPr bwMode="auto">
              <a:xfrm>
                <a:off x="2974" y="1719"/>
                <a:ext cx="2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7" name="Line 30">
                <a:extLst>
                  <a:ext uri="{FF2B5EF4-FFF2-40B4-BE49-F238E27FC236}">
                    <a16:creationId xmlns:a16="http://schemas.microsoft.com/office/drawing/2014/main" id="{D8E7D714-2AB4-814C-5AE4-BBAD703EAF76}"/>
                  </a:ext>
                </a:extLst>
              </p:cNvPr>
              <p:cNvSpPr>
                <a:spLocks noChangeShapeType="1"/>
              </p:cNvSpPr>
              <p:nvPr/>
            </p:nvSpPr>
            <p:spPr bwMode="auto">
              <a:xfrm>
                <a:off x="3138" y="1721"/>
                <a:ext cx="0" cy="277"/>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5278" name="Line 31">
                <a:extLst>
                  <a:ext uri="{FF2B5EF4-FFF2-40B4-BE49-F238E27FC236}">
                    <a16:creationId xmlns:a16="http://schemas.microsoft.com/office/drawing/2014/main" id="{C040AE7E-7BC1-8E9F-F323-71F3CFFD742E}"/>
                  </a:ext>
                </a:extLst>
              </p:cNvPr>
              <p:cNvSpPr>
                <a:spLocks noChangeShapeType="1"/>
              </p:cNvSpPr>
              <p:nvPr/>
            </p:nvSpPr>
            <p:spPr bwMode="auto">
              <a:xfrm>
                <a:off x="3048" y="2125"/>
                <a:ext cx="68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9" name="AutoShape 74">
                <a:extLst>
                  <a:ext uri="{FF2B5EF4-FFF2-40B4-BE49-F238E27FC236}">
                    <a16:creationId xmlns:a16="http://schemas.microsoft.com/office/drawing/2014/main" id="{0C4E5141-8486-C9F3-3B1E-0CB62FC054ED}"/>
                  </a:ext>
                </a:extLst>
              </p:cNvPr>
              <p:cNvSpPr>
                <a:spLocks noChangeArrowheads="1"/>
              </p:cNvSpPr>
              <p:nvPr/>
            </p:nvSpPr>
            <p:spPr bwMode="auto">
              <a:xfrm rot="5400000">
                <a:off x="4637" y="2027"/>
                <a:ext cx="145" cy="77"/>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80" name="Rectangle 75">
                <a:extLst>
                  <a:ext uri="{FF2B5EF4-FFF2-40B4-BE49-F238E27FC236}">
                    <a16:creationId xmlns:a16="http://schemas.microsoft.com/office/drawing/2014/main" id="{804F86D1-F125-DDCC-CCAD-1F4B56BCD063}"/>
                  </a:ext>
                </a:extLst>
              </p:cNvPr>
              <p:cNvSpPr>
                <a:spLocks noChangeArrowheads="1"/>
              </p:cNvSpPr>
              <p:nvPr/>
            </p:nvSpPr>
            <p:spPr bwMode="auto">
              <a:xfrm>
                <a:off x="4671" y="1530"/>
                <a:ext cx="483" cy="720"/>
              </a:xfrm>
              <a:prstGeom prst="rect">
                <a:avLst/>
              </a:prstGeom>
              <a:solidFill>
                <a:schemeClr val="accent1"/>
              </a:solidFill>
              <a:ln w="2540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95281" name="Text Box 76">
                <a:extLst>
                  <a:ext uri="{FF2B5EF4-FFF2-40B4-BE49-F238E27FC236}">
                    <a16:creationId xmlns:a16="http://schemas.microsoft.com/office/drawing/2014/main" id="{88F6E876-DAEA-A480-6C80-C0C8621AFB3C}"/>
                  </a:ext>
                </a:extLst>
              </p:cNvPr>
              <p:cNvSpPr txBox="1">
                <a:spLocks noChangeArrowheads="1"/>
              </p:cNvSpPr>
              <p:nvPr/>
            </p:nvSpPr>
            <p:spPr bwMode="auto">
              <a:xfrm>
                <a:off x="4707" y="1603"/>
                <a:ext cx="2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D</a:t>
                </a:r>
                <a:endParaRPr lang="ru-RU" altLang="en-US" sz="2000" dirty="0">
                  <a:solidFill>
                    <a:schemeClr val="bg2"/>
                  </a:solidFill>
                </a:endParaRPr>
              </a:p>
            </p:txBody>
          </p:sp>
          <p:sp>
            <p:nvSpPr>
              <p:cNvPr id="95282" name="Text Box 77">
                <a:extLst>
                  <a:ext uri="{FF2B5EF4-FFF2-40B4-BE49-F238E27FC236}">
                    <a16:creationId xmlns:a16="http://schemas.microsoft.com/office/drawing/2014/main" id="{23F549D5-70C4-DAEB-52D2-ADF699D68AA1}"/>
                  </a:ext>
                </a:extLst>
              </p:cNvPr>
              <p:cNvSpPr txBox="1">
                <a:spLocks noChangeArrowheads="1"/>
              </p:cNvSpPr>
              <p:nvPr/>
            </p:nvSpPr>
            <p:spPr bwMode="auto">
              <a:xfrm>
                <a:off x="4734" y="1950"/>
                <a:ext cx="272" cy="25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C</a:t>
                </a:r>
                <a:endParaRPr lang="ru-RU" altLang="en-US" sz="2000" dirty="0">
                  <a:solidFill>
                    <a:schemeClr val="bg2"/>
                  </a:solidFill>
                </a:endParaRPr>
              </a:p>
            </p:txBody>
          </p:sp>
          <p:sp>
            <p:nvSpPr>
              <p:cNvPr id="95283" name="AutoShape 86">
                <a:extLst>
                  <a:ext uri="{FF2B5EF4-FFF2-40B4-BE49-F238E27FC236}">
                    <a16:creationId xmlns:a16="http://schemas.microsoft.com/office/drawing/2014/main" id="{67F5117E-4522-F47D-DC87-A3FC418ABB66}"/>
                  </a:ext>
                </a:extLst>
              </p:cNvPr>
              <p:cNvSpPr>
                <a:spLocks noChangeArrowheads="1"/>
              </p:cNvSpPr>
              <p:nvPr/>
            </p:nvSpPr>
            <p:spPr bwMode="auto">
              <a:xfrm flipH="1">
                <a:off x="4209" y="1603"/>
                <a:ext cx="237" cy="309"/>
              </a:xfrm>
              <a:prstGeom prst="moon">
                <a:avLst>
                  <a:gd name="adj" fmla="val 84819"/>
                </a:avLst>
              </a:prstGeom>
              <a:solidFill>
                <a:schemeClr val="accent1"/>
              </a:solidFill>
              <a:ln w="25400">
                <a:solidFill>
                  <a:srgbClr val="000000"/>
                </a:solidFill>
                <a:miter lim="800000"/>
                <a:headEnd/>
                <a:tailEnd/>
              </a:ln>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84" name="AutoShape 87">
                <a:extLst>
                  <a:ext uri="{FF2B5EF4-FFF2-40B4-BE49-F238E27FC236}">
                    <a16:creationId xmlns:a16="http://schemas.microsoft.com/office/drawing/2014/main" id="{71FDAD1B-CAA8-80BE-3CFD-D17667B5D337}"/>
                  </a:ext>
                </a:extLst>
              </p:cNvPr>
              <p:cNvSpPr>
                <a:spLocks noChangeArrowheads="1"/>
              </p:cNvSpPr>
              <p:nvPr/>
            </p:nvSpPr>
            <p:spPr bwMode="auto">
              <a:xfrm>
                <a:off x="3728" y="1930"/>
                <a:ext cx="216" cy="272"/>
              </a:xfrm>
              <a:prstGeom prst="flowChartDelay">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85" name="AutoShape 91">
                <a:extLst>
                  <a:ext uri="{FF2B5EF4-FFF2-40B4-BE49-F238E27FC236}">
                    <a16:creationId xmlns:a16="http://schemas.microsoft.com/office/drawing/2014/main" id="{2CC58E70-F7CB-0C03-6CB6-83860906F82C}"/>
                  </a:ext>
                </a:extLst>
              </p:cNvPr>
              <p:cNvSpPr>
                <a:spLocks noChangeArrowheads="1"/>
              </p:cNvSpPr>
              <p:nvPr/>
            </p:nvSpPr>
            <p:spPr bwMode="auto">
              <a:xfrm>
                <a:off x="3728" y="1376"/>
                <a:ext cx="216" cy="272"/>
              </a:xfrm>
              <a:prstGeom prst="flowChartDelay">
                <a:avLst/>
              </a:prstGeom>
              <a:solidFill>
                <a:schemeClr val="accent1"/>
              </a:solidFill>
              <a:ln w="25400">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86" name="AutoShape 93">
                <a:extLst>
                  <a:ext uri="{FF2B5EF4-FFF2-40B4-BE49-F238E27FC236}">
                    <a16:creationId xmlns:a16="http://schemas.microsoft.com/office/drawing/2014/main" id="{5A5DDDDD-B6A5-7BC9-EA0C-88BE7F1A249B}"/>
                  </a:ext>
                </a:extLst>
              </p:cNvPr>
              <p:cNvSpPr>
                <a:spLocks noChangeArrowheads="1"/>
              </p:cNvSpPr>
              <p:nvPr/>
            </p:nvSpPr>
            <p:spPr bwMode="auto">
              <a:xfrm rot="5400000">
                <a:off x="3210" y="1623"/>
                <a:ext cx="236" cy="187"/>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87" name="Oval 94">
                <a:extLst>
                  <a:ext uri="{FF2B5EF4-FFF2-40B4-BE49-F238E27FC236}">
                    <a16:creationId xmlns:a16="http://schemas.microsoft.com/office/drawing/2014/main" id="{98FFFA60-86C9-DB44-E310-BF76D089C7F4}"/>
                  </a:ext>
                </a:extLst>
              </p:cNvPr>
              <p:cNvSpPr>
                <a:spLocks noChangeArrowheads="1"/>
              </p:cNvSpPr>
              <p:nvPr/>
            </p:nvSpPr>
            <p:spPr bwMode="auto">
              <a:xfrm>
                <a:off x="3423" y="1681"/>
                <a:ext cx="77" cy="77"/>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88" name="Line 95">
                <a:extLst>
                  <a:ext uri="{FF2B5EF4-FFF2-40B4-BE49-F238E27FC236}">
                    <a16:creationId xmlns:a16="http://schemas.microsoft.com/office/drawing/2014/main" id="{AB96FA2F-C29D-65BC-1FDD-64746D279FB4}"/>
                  </a:ext>
                </a:extLst>
              </p:cNvPr>
              <p:cNvSpPr>
                <a:spLocks noChangeShapeType="1"/>
              </p:cNvSpPr>
              <p:nvPr/>
            </p:nvSpPr>
            <p:spPr bwMode="auto">
              <a:xfrm>
                <a:off x="3501" y="1721"/>
                <a:ext cx="1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89" name="Line 96">
                <a:extLst>
                  <a:ext uri="{FF2B5EF4-FFF2-40B4-BE49-F238E27FC236}">
                    <a16:creationId xmlns:a16="http://schemas.microsoft.com/office/drawing/2014/main" id="{8F5EE173-62C1-F1CC-8D55-57972A419DF4}"/>
                  </a:ext>
                </a:extLst>
              </p:cNvPr>
              <p:cNvSpPr>
                <a:spLocks noChangeShapeType="1"/>
              </p:cNvSpPr>
              <p:nvPr/>
            </p:nvSpPr>
            <p:spPr bwMode="auto">
              <a:xfrm flipV="1">
                <a:off x="3604" y="1563"/>
                <a:ext cx="0" cy="15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90" name="Rectangle 98">
                <a:extLst>
                  <a:ext uri="{FF2B5EF4-FFF2-40B4-BE49-F238E27FC236}">
                    <a16:creationId xmlns:a16="http://schemas.microsoft.com/office/drawing/2014/main" id="{7F5F5654-0F94-4DCC-B047-8BF4183B7856}"/>
                  </a:ext>
                </a:extLst>
              </p:cNvPr>
              <p:cNvSpPr>
                <a:spLocks noChangeArrowheads="1"/>
              </p:cNvSpPr>
              <p:nvPr/>
            </p:nvSpPr>
            <p:spPr bwMode="auto">
              <a:xfrm>
                <a:off x="2754" y="2374"/>
                <a:ext cx="38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Clk</a:t>
                </a:r>
                <a:endParaRPr lang="ru-RU" altLang="en-US" sz="2000"/>
              </a:p>
            </p:txBody>
          </p:sp>
          <p:sp>
            <p:nvSpPr>
              <p:cNvPr id="95291" name="Rectangle 99">
                <a:extLst>
                  <a:ext uri="{FF2B5EF4-FFF2-40B4-BE49-F238E27FC236}">
                    <a16:creationId xmlns:a16="http://schemas.microsoft.com/office/drawing/2014/main" id="{C964ED4D-3EBC-EB28-D92E-02A4614B69AD}"/>
                  </a:ext>
                </a:extLst>
              </p:cNvPr>
              <p:cNvSpPr>
                <a:spLocks noChangeArrowheads="1"/>
              </p:cNvSpPr>
              <p:nvPr/>
            </p:nvSpPr>
            <p:spPr bwMode="auto">
              <a:xfrm>
                <a:off x="2747" y="2011"/>
                <a:ext cx="38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TI</a:t>
                </a:r>
                <a:endParaRPr lang="ru-RU" altLang="en-US" sz="2000"/>
              </a:p>
            </p:txBody>
          </p:sp>
          <p:sp>
            <p:nvSpPr>
              <p:cNvPr id="95292" name="Rectangle 100">
                <a:extLst>
                  <a:ext uri="{FF2B5EF4-FFF2-40B4-BE49-F238E27FC236}">
                    <a16:creationId xmlns:a16="http://schemas.microsoft.com/office/drawing/2014/main" id="{41CA5DF2-49DA-8BB0-52DD-C8083A3CF444}"/>
                  </a:ext>
                </a:extLst>
              </p:cNvPr>
              <p:cNvSpPr>
                <a:spLocks noChangeArrowheads="1"/>
              </p:cNvSpPr>
              <p:nvPr/>
            </p:nvSpPr>
            <p:spPr bwMode="auto">
              <a:xfrm>
                <a:off x="2726" y="1648"/>
                <a:ext cx="38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TE</a:t>
                </a:r>
                <a:endParaRPr lang="ru-RU" altLang="en-US" sz="2000"/>
              </a:p>
            </p:txBody>
          </p:sp>
          <p:sp>
            <p:nvSpPr>
              <p:cNvPr id="95293" name="Rectangle 101">
                <a:extLst>
                  <a:ext uri="{FF2B5EF4-FFF2-40B4-BE49-F238E27FC236}">
                    <a16:creationId xmlns:a16="http://schemas.microsoft.com/office/drawing/2014/main" id="{54C462C5-2D22-1D63-AB97-AA3EDB7FD9D5}"/>
                  </a:ext>
                </a:extLst>
              </p:cNvPr>
              <p:cNvSpPr>
                <a:spLocks noChangeArrowheads="1"/>
              </p:cNvSpPr>
              <p:nvPr/>
            </p:nvSpPr>
            <p:spPr bwMode="auto">
              <a:xfrm>
                <a:off x="2799" y="1331"/>
                <a:ext cx="38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D</a:t>
                </a:r>
                <a:endParaRPr lang="ru-RU" altLang="en-US" sz="2000"/>
              </a:p>
            </p:txBody>
          </p:sp>
          <p:sp>
            <p:nvSpPr>
              <p:cNvPr id="95294" name="Rectangle 102">
                <a:extLst>
                  <a:ext uri="{FF2B5EF4-FFF2-40B4-BE49-F238E27FC236}">
                    <a16:creationId xmlns:a16="http://schemas.microsoft.com/office/drawing/2014/main" id="{5A19C267-B3A7-890A-8A9F-9EEA9699B609}"/>
                  </a:ext>
                </a:extLst>
              </p:cNvPr>
              <p:cNvSpPr>
                <a:spLocks noChangeArrowheads="1"/>
              </p:cNvSpPr>
              <p:nvPr/>
            </p:nvSpPr>
            <p:spPr bwMode="auto">
              <a:xfrm>
                <a:off x="5270" y="1558"/>
                <a:ext cx="38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Q</a:t>
                </a:r>
                <a:endParaRPr lang="ru-RU" altLang="en-US" sz="2000"/>
              </a:p>
            </p:txBody>
          </p:sp>
          <p:sp>
            <p:nvSpPr>
              <p:cNvPr id="95295" name="Rectangle 103">
                <a:extLst>
                  <a:ext uri="{FF2B5EF4-FFF2-40B4-BE49-F238E27FC236}">
                    <a16:creationId xmlns:a16="http://schemas.microsoft.com/office/drawing/2014/main" id="{F488B1A9-6913-C522-F761-B5FA4337C538}"/>
                  </a:ext>
                </a:extLst>
              </p:cNvPr>
              <p:cNvSpPr>
                <a:spLocks noChangeArrowheads="1"/>
              </p:cNvSpPr>
              <p:nvPr/>
            </p:nvSpPr>
            <p:spPr bwMode="auto">
              <a:xfrm>
                <a:off x="2323" y="1570"/>
                <a:ext cx="38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Q</a:t>
                </a:r>
                <a:endParaRPr lang="ru-RU" altLang="en-US" sz="2000"/>
              </a:p>
            </p:txBody>
          </p:sp>
        </p:grpSp>
        <p:sp>
          <p:nvSpPr>
            <p:cNvPr id="95237" name="AutoShape 17">
              <a:extLst>
                <a:ext uri="{FF2B5EF4-FFF2-40B4-BE49-F238E27FC236}">
                  <a16:creationId xmlns:a16="http://schemas.microsoft.com/office/drawing/2014/main" id="{AC56E774-C017-C9A2-00C0-BAE530581523}"/>
                </a:ext>
              </a:extLst>
            </p:cNvPr>
            <p:cNvSpPr>
              <a:spLocks noChangeArrowheads="1"/>
            </p:cNvSpPr>
            <p:nvPr/>
          </p:nvSpPr>
          <p:spPr bwMode="auto">
            <a:xfrm rot="5400000">
              <a:off x="1675" y="2033"/>
              <a:ext cx="98" cy="67"/>
            </a:xfrm>
            <a:prstGeom prst="triangle">
              <a:avLst>
                <a:gd name="adj" fmla="val 50000"/>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5238" name="AutoShape 17">
              <a:extLst>
                <a:ext uri="{FF2B5EF4-FFF2-40B4-BE49-F238E27FC236}">
                  <a16:creationId xmlns:a16="http://schemas.microsoft.com/office/drawing/2014/main" id="{C5DCE9AA-2F43-E14F-B1FB-EF85B51C3786}"/>
                </a:ext>
              </a:extLst>
            </p:cNvPr>
            <p:cNvSpPr>
              <a:spLocks noChangeArrowheads="1"/>
            </p:cNvSpPr>
            <p:nvPr/>
          </p:nvSpPr>
          <p:spPr bwMode="auto">
            <a:xfrm rot="5400000">
              <a:off x="4413" y="1961"/>
              <a:ext cx="98" cy="67"/>
            </a:xfrm>
            <a:prstGeom prst="triangle">
              <a:avLst>
                <a:gd name="adj" fmla="val 50000"/>
              </a:avLst>
            </a:prstGeom>
            <a:solidFill>
              <a:schemeClr val="accent1"/>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sp>
        <p:nvSpPr>
          <p:cNvPr id="8" name="Title 7">
            <a:extLst>
              <a:ext uri="{FF2B5EF4-FFF2-40B4-BE49-F238E27FC236}">
                <a16:creationId xmlns:a16="http://schemas.microsoft.com/office/drawing/2014/main" id="{2F1E02CD-6B3C-194E-BED3-982E5CBBDFF4}"/>
              </a:ext>
            </a:extLst>
          </p:cNvPr>
          <p:cNvSpPr>
            <a:spLocks noGrp="1"/>
          </p:cNvSpPr>
          <p:nvPr>
            <p:ph type="title"/>
          </p:nvPr>
        </p:nvSpPr>
        <p:spPr/>
        <p:txBody>
          <a:bodyPr>
            <a:normAutofit/>
          </a:bodyPr>
          <a:lstStyle/>
          <a:p>
            <a:r>
              <a:rPr lang="en-US" dirty="0"/>
              <a:t>Scan D Flip-Flop (3)</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Заголовок 1">
            <a:extLst>
              <a:ext uri="{FF2B5EF4-FFF2-40B4-BE49-F238E27FC236}">
                <a16:creationId xmlns:a16="http://schemas.microsoft.com/office/drawing/2014/main" id="{74FFAB63-BB25-C3C1-CF30-99F5C431DE92}"/>
              </a:ext>
            </a:extLst>
          </p:cNvPr>
          <p:cNvSpPr>
            <a:spLocks noGrp="1" noChangeArrowheads="1"/>
          </p:cNvSpPr>
          <p:nvPr>
            <p:ph type="title"/>
          </p:nvPr>
        </p:nvSpPr>
        <p:spPr/>
        <p:txBody>
          <a:bodyPr>
            <a:normAutofit/>
          </a:bodyPr>
          <a:lstStyle/>
          <a:p>
            <a:r>
              <a:rPr lang="en-US" altLang="en-US" dirty="0"/>
              <a:t>Scanning Chain </a:t>
            </a:r>
            <a:endParaRPr lang="ru-RU" altLang="en-US" dirty="0"/>
          </a:p>
        </p:txBody>
      </p:sp>
      <p:sp>
        <p:nvSpPr>
          <p:cNvPr id="97283" name="Объект 2">
            <a:extLst>
              <a:ext uri="{FF2B5EF4-FFF2-40B4-BE49-F238E27FC236}">
                <a16:creationId xmlns:a16="http://schemas.microsoft.com/office/drawing/2014/main" id="{0ADFA726-5622-7BB6-0308-7AF50DE34AE4}"/>
              </a:ext>
            </a:extLst>
          </p:cNvPr>
          <p:cNvSpPr>
            <a:spLocks noGrp="1" noChangeArrowheads="1"/>
          </p:cNvSpPr>
          <p:nvPr>
            <p:ph type="body" sz="quarter" idx="10"/>
          </p:nvPr>
        </p:nvSpPr>
        <p:spPr/>
        <p:txBody>
          <a:bodyPr/>
          <a:lstStyle/>
          <a:p>
            <a:endParaRPr lang="en-US" altLang="en-US" dirty="0"/>
          </a:p>
          <a:p>
            <a:endParaRPr lang="en-US" altLang="en-US" dirty="0"/>
          </a:p>
          <a:p>
            <a:endParaRPr lang="en-US" altLang="en-US" dirty="0"/>
          </a:p>
          <a:p>
            <a:pPr marL="0" indent="0">
              <a:buNone/>
            </a:pPr>
            <a:endParaRPr lang="en-US" altLang="en-US" dirty="0"/>
          </a:p>
          <a:p>
            <a:pPr marL="0" indent="0">
              <a:buNone/>
            </a:pPr>
            <a:endParaRPr lang="en-US" altLang="en-US" dirty="0"/>
          </a:p>
          <a:p>
            <a:endParaRPr lang="en-US" altLang="en-US" dirty="0"/>
          </a:p>
          <a:p>
            <a:r>
              <a:rPr lang="en-US" altLang="en-US" sz="2200" dirty="0" err="1"/>
              <a:t>Тhe</a:t>
            </a:r>
            <a:r>
              <a:rPr lang="en-US" altLang="en-US" sz="2200" dirty="0"/>
              <a:t> signal of global TE input is held during n clock ticks. </a:t>
            </a:r>
          </a:p>
          <a:p>
            <a:r>
              <a:rPr lang="en-US" altLang="en-US" sz="2200" dirty="0"/>
              <a:t>n-bit vector (n=4) is loaded in n flip-flops through global input TI.</a:t>
            </a:r>
          </a:p>
          <a:p>
            <a:r>
              <a:rPr lang="en-US" altLang="en-US" sz="2200" dirty="0"/>
              <a:t>Then  TE signal is negated and the circuit functions during one or more clock ticks. </a:t>
            </a:r>
          </a:p>
          <a:p>
            <a:r>
              <a:rPr lang="en-US" altLang="en-US" sz="2200" dirty="0"/>
              <a:t>New state of the circuit can be read during n clock ticks at condition that TE=1</a:t>
            </a:r>
            <a:r>
              <a:rPr lang="en-US" altLang="en-US" dirty="0"/>
              <a:t>.</a:t>
            </a:r>
            <a:endParaRPr lang="ru-RU" altLang="en-US" dirty="0"/>
          </a:p>
          <a:p>
            <a:endParaRPr lang="ru-RU" altLang="en-US" dirty="0"/>
          </a:p>
        </p:txBody>
      </p:sp>
      <p:grpSp>
        <p:nvGrpSpPr>
          <p:cNvPr id="97284" name="Group 87">
            <a:extLst>
              <a:ext uri="{FF2B5EF4-FFF2-40B4-BE49-F238E27FC236}">
                <a16:creationId xmlns:a16="http://schemas.microsoft.com/office/drawing/2014/main" id="{0F6A55A4-33F0-4EC8-65C4-8FC8361A7011}"/>
              </a:ext>
            </a:extLst>
          </p:cNvPr>
          <p:cNvGrpSpPr>
            <a:grpSpLocks/>
          </p:cNvGrpSpPr>
          <p:nvPr/>
        </p:nvGrpSpPr>
        <p:grpSpPr bwMode="auto">
          <a:xfrm>
            <a:off x="2232026" y="1222376"/>
            <a:ext cx="7827963" cy="2735263"/>
            <a:chOff x="446" y="770"/>
            <a:chExt cx="4931" cy="1723"/>
          </a:xfrm>
        </p:grpSpPr>
        <p:sp>
          <p:nvSpPr>
            <p:cNvPr id="97285" name="Text Box 86">
              <a:extLst>
                <a:ext uri="{FF2B5EF4-FFF2-40B4-BE49-F238E27FC236}">
                  <a16:creationId xmlns:a16="http://schemas.microsoft.com/office/drawing/2014/main" id="{606858BF-6D0D-90EE-CA28-0C98E3F23E72}"/>
                </a:ext>
              </a:extLst>
            </p:cNvPr>
            <p:cNvSpPr txBox="1">
              <a:spLocks noChangeArrowheads="1"/>
            </p:cNvSpPr>
            <p:nvPr/>
          </p:nvSpPr>
          <p:spPr bwMode="auto">
            <a:xfrm>
              <a:off x="5036" y="796"/>
              <a:ext cx="3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TO</a:t>
              </a:r>
              <a:endParaRPr lang="ru-RU" altLang="en-US" sz="2000"/>
            </a:p>
          </p:txBody>
        </p:sp>
        <p:sp>
          <p:nvSpPr>
            <p:cNvPr id="55302" name="Rectangle 6">
              <a:extLst>
                <a:ext uri="{FF2B5EF4-FFF2-40B4-BE49-F238E27FC236}">
                  <a16:creationId xmlns:a16="http://schemas.microsoft.com/office/drawing/2014/main" id="{564F050B-6072-4774-AE6C-0F631B203F81}"/>
                </a:ext>
              </a:extLst>
            </p:cNvPr>
            <p:cNvSpPr>
              <a:spLocks noChangeArrowheads="1"/>
            </p:cNvSpPr>
            <p:nvPr/>
          </p:nvSpPr>
          <p:spPr bwMode="auto">
            <a:xfrm>
              <a:off x="999" y="808"/>
              <a:ext cx="584" cy="997"/>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sz="2000"/>
            </a:p>
          </p:txBody>
        </p:sp>
        <p:sp>
          <p:nvSpPr>
            <p:cNvPr id="97287" name="Line 7">
              <a:extLst>
                <a:ext uri="{FF2B5EF4-FFF2-40B4-BE49-F238E27FC236}">
                  <a16:creationId xmlns:a16="http://schemas.microsoft.com/office/drawing/2014/main" id="{A215995D-FE92-9D70-7453-4DEB3CE81B32}"/>
                </a:ext>
              </a:extLst>
            </p:cNvPr>
            <p:cNvSpPr>
              <a:spLocks noChangeShapeType="1"/>
            </p:cNvSpPr>
            <p:nvPr/>
          </p:nvSpPr>
          <p:spPr bwMode="auto">
            <a:xfrm>
              <a:off x="811" y="962"/>
              <a:ext cx="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88" name="Line 8">
              <a:extLst>
                <a:ext uri="{FF2B5EF4-FFF2-40B4-BE49-F238E27FC236}">
                  <a16:creationId xmlns:a16="http://schemas.microsoft.com/office/drawing/2014/main" id="{1030A354-9C93-AF0A-2370-8F39A835F569}"/>
                </a:ext>
              </a:extLst>
            </p:cNvPr>
            <p:cNvSpPr>
              <a:spLocks noChangeShapeType="1"/>
            </p:cNvSpPr>
            <p:nvPr/>
          </p:nvSpPr>
          <p:spPr bwMode="auto">
            <a:xfrm>
              <a:off x="734" y="1173"/>
              <a:ext cx="2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89" name="Line 9">
              <a:extLst>
                <a:ext uri="{FF2B5EF4-FFF2-40B4-BE49-F238E27FC236}">
                  <a16:creationId xmlns:a16="http://schemas.microsoft.com/office/drawing/2014/main" id="{1B6C7CE7-4D13-D4CA-C6FD-D544D486E2A4}"/>
                </a:ext>
              </a:extLst>
            </p:cNvPr>
            <p:cNvSpPr>
              <a:spLocks noChangeShapeType="1"/>
            </p:cNvSpPr>
            <p:nvPr/>
          </p:nvSpPr>
          <p:spPr bwMode="auto">
            <a:xfrm>
              <a:off x="654" y="1371"/>
              <a:ext cx="3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0" name="Line 10">
              <a:extLst>
                <a:ext uri="{FF2B5EF4-FFF2-40B4-BE49-F238E27FC236}">
                  <a16:creationId xmlns:a16="http://schemas.microsoft.com/office/drawing/2014/main" id="{0AA1DB56-C01A-B297-FB71-88134DB4AC5E}"/>
                </a:ext>
              </a:extLst>
            </p:cNvPr>
            <p:cNvSpPr>
              <a:spLocks noChangeShapeType="1"/>
            </p:cNvSpPr>
            <p:nvPr/>
          </p:nvSpPr>
          <p:spPr bwMode="auto">
            <a:xfrm>
              <a:off x="842" y="1601"/>
              <a:ext cx="15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1" name="Text Box 11">
              <a:extLst>
                <a:ext uri="{FF2B5EF4-FFF2-40B4-BE49-F238E27FC236}">
                  <a16:creationId xmlns:a16="http://schemas.microsoft.com/office/drawing/2014/main" id="{E1FAA3C9-0F11-592F-609D-3586EE69B219}"/>
                </a:ext>
              </a:extLst>
            </p:cNvPr>
            <p:cNvSpPr txBox="1">
              <a:spLocks noChangeArrowheads="1"/>
            </p:cNvSpPr>
            <p:nvPr/>
          </p:nvSpPr>
          <p:spPr bwMode="auto">
            <a:xfrm>
              <a:off x="1013" y="812"/>
              <a:ext cx="446"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a:t>
              </a:r>
            </a:p>
            <a:p>
              <a:pPr eaLnBrk="1" hangingPunct="1">
                <a:spcBef>
                  <a:spcPct val="50000"/>
                </a:spcBef>
              </a:pPr>
              <a:r>
                <a:rPr lang="en-US" altLang="en-US" sz="1800"/>
                <a:t>TE</a:t>
              </a:r>
            </a:p>
            <a:p>
              <a:pPr eaLnBrk="1" hangingPunct="1">
                <a:spcBef>
                  <a:spcPct val="50000"/>
                </a:spcBef>
              </a:pPr>
              <a:r>
                <a:rPr lang="en-US" altLang="en-US" sz="1800"/>
                <a:t>TI</a:t>
              </a:r>
            </a:p>
            <a:p>
              <a:pPr eaLnBrk="1" hangingPunct="1">
                <a:spcBef>
                  <a:spcPct val="50000"/>
                </a:spcBef>
              </a:pPr>
              <a:r>
                <a:rPr lang="en-US" altLang="en-US" sz="1800"/>
                <a:t>Clk</a:t>
              </a:r>
              <a:endParaRPr lang="ru-RU" altLang="en-US" sz="1800"/>
            </a:p>
          </p:txBody>
        </p:sp>
        <p:sp>
          <p:nvSpPr>
            <p:cNvPr id="97292" name="Text Box 12">
              <a:extLst>
                <a:ext uri="{FF2B5EF4-FFF2-40B4-BE49-F238E27FC236}">
                  <a16:creationId xmlns:a16="http://schemas.microsoft.com/office/drawing/2014/main" id="{1F7A4DA0-5FFC-057B-4332-2008285C86C3}"/>
                </a:ext>
              </a:extLst>
            </p:cNvPr>
            <p:cNvSpPr txBox="1">
              <a:spLocks noChangeArrowheads="1"/>
            </p:cNvSpPr>
            <p:nvPr/>
          </p:nvSpPr>
          <p:spPr bwMode="auto">
            <a:xfrm>
              <a:off x="1373" y="954"/>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97293" name="Text Box 13">
              <a:extLst>
                <a:ext uri="{FF2B5EF4-FFF2-40B4-BE49-F238E27FC236}">
                  <a16:creationId xmlns:a16="http://schemas.microsoft.com/office/drawing/2014/main" id="{7AE53B79-E179-BDF3-38E4-D7A3F962A6D1}"/>
                </a:ext>
              </a:extLst>
            </p:cNvPr>
            <p:cNvSpPr txBox="1">
              <a:spLocks noChangeArrowheads="1"/>
            </p:cNvSpPr>
            <p:nvPr/>
          </p:nvSpPr>
          <p:spPr bwMode="auto">
            <a:xfrm>
              <a:off x="1389" y="1419"/>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97294" name="Line 14">
              <a:extLst>
                <a:ext uri="{FF2B5EF4-FFF2-40B4-BE49-F238E27FC236}">
                  <a16:creationId xmlns:a16="http://schemas.microsoft.com/office/drawing/2014/main" id="{107E3EC3-1EA8-67F0-EB0E-9CFCF6B17827}"/>
                </a:ext>
              </a:extLst>
            </p:cNvPr>
            <p:cNvSpPr>
              <a:spLocks noChangeShapeType="1"/>
            </p:cNvSpPr>
            <p:nvPr/>
          </p:nvSpPr>
          <p:spPr bwMode="auto">
            <a:xfrm>
              <a:off x="1582" y="1040"/>
              <a:ext cx="1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5" name="Line 15">
              <a:extLst>
                <a:ext uri="{FF2B5EF4-FFF2-40B4-BE49-F238E27FC236}">
                  <a16:creationId xmlns:a16="http://schemas.microsoft.com/office/drawing/2014/main" id="{8EB2B701-AA08-3345-3402-C03EFF9A4EF7}"/>
                </a:ext>
              </a:extLst>
            </p:cNvPr>
            <p:cNvSpPr>
              <a:spLocks noChangeShapeType="1"/>
            </p:cNvSpPr>
            <p:nvPr/>
          </p:nvSpPr>
          <p:spPr bwMode="auto">
            <a:xfrm>
              <a:off x="1661" y="152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6" name="Oval 16">
              <a:extLst>
                <a:ext uri="{FF2B5EF4-FFF2-40B4-BE49-F238E27FC236}">
                  <a16:creationId xmlns:a16="http://schemas.microsoft.com/office/drawing/2014/main" id="{0494D775-0A9D-7F58-A6D4-0C0F030E6183}"/>
                </a:ext>
              </a:extLst>
            </p:cNvPr>
            <p:cNvSpPr>
              <a:spLocks noChangeArrowheads="1"/>
            </p:cNvSpPr>
            <p:nvPr/>
          </p:nvSpPr>
          <p:spPr bwMode="auto">
            <a:xfrm>
              <a:off x="1583" y="1489"/>
              <a:ext cx="78" cy="7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5313" name="Rectangle 18">
              <a:extLst>
                <a:ext uri="{FF2B5EF4-FFF2-40B4-BE49-F238E27FC236}">
                  <a16:creationId xmlns:a16="http://schemas.microsoft.com/office/drawing/2014/main" id="{D03A467E-006F-4443-888F-2AAE2CC2C785}"/>
                </a:ext>
              </a:extLst>
            </p:cNvPr>
            <p:cNvSpPr>
              <a:spLocks noChangeArrowheads="1"/>
            </p:cNvSpPr>
            <p:nvPr/>
          </p:nvSpPr>
          <p:spPr bwMode="auto">
            <a:xfrm>
              <a:off x="2137" y="787"/>
              <a:ext cx="585" cy="997"/>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sz="2000"/>
            </a:p>
          </p:txBody>
        </p:sp>
        <p:sp>
          <p:nvSpPr>
            <p:cNvPr id="97298" name="Line 19">
              <a:extLst>
                <a:ext uri="{FF2B5EF4-FFF2-40B4-BE49-F238E27FC236}">
                  <a16:creationId xmlns:a16="http://schemas.microsoft.com/office/drawing/2014/main" id="{02FF5DAE-03A6-8EB3-49AC-9F74E99AAAD4}"/>
                </a:ext>
              </a:extLst>
            </p:cNvPr>
            <p:cNvSpPr>
              <a:spLocks noChangeShapeType="1"/>
            </p:cNvSpPr>
            <p:nvPr/>
          </p:nvSpPr>
          <p:spPr bwMode="auto">
            <a:xfrm>
              <a:off x="1988" y="962"/>
              <a:ext cx="1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9" name="Line 20">
              <a:extLst>
                <a:ext uri="{FF2B5EF4-FFF2-40B4-BE49-F238E27FC236}">
                  <a16:creationId xmlns:a16="http://schemas.microsoft.com/office/drawing/2014/main" id="{60C3682C-C0F5-C6BE-0835-4C1E516164E4}"/>
                </a:ext>
              </a:extLst>
            </p:cNvPr>
            <p:cNvSpPr>
              <a:spLocks noChangeShapeType="1"/>
            </p:cNvSpPr>
            <p:nvPr/>
          </p:nvSpPr>
          <p:spPr bwMode="auto">
            <a:xfrm>
              <a:off x="1884" y="1159"/>
              <a:ext cx="2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0" name="Line 21">
              <a:extLst>
                <a:ext uri="{FF2B5EF4-FFF2-40B4-BE49-F238E27FC236}">
                  <a16:creationId xmlns:a16="http://schemas.microsoft.com/office/drawing/2014/main" id="{CE9772F8-C956-7AD5-8BB9-DA0DA8D73880}"/>
                </a:ext>
              </a:extLst>
            </p:cNvPr>
            <p:cNvSpPr>
              <a:spLocks noChangeShapeType="1"/>
            </p:cNvSpPr>
            <p:nvPr/>
          </p:nvSpPr>
          <p:spPr bwMode="auto">
            <a:xfrm>
              <a:off x="1695" y="1370"/>
              <a:ext cx="4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1" name="Line 22">
              <a:extLst>
                <a:ext uri="{FF2B5EF4-FFF2-40B4-BE49-F238E27FC236}">
                  <a16:creationId xmlns:a16="http://schemas.microsoft.com/office/drawing/2014/main" id="{124EE101-8A24-9D5A-9232-63692ADD63CF}"/>
                </a:ext>
              </a:extLst>
            </p:cNvPr>
            <p:cNvSpPr>
              <a:spLocks noChangeShapeType="1"/>
            </p:cNvSpPr>
            <p:nvPr/>
          </p:nvSpPr>
          <p:spPr bwMode="auto">
            <a:xfrm>
              <a:off x="1993" y="1588"/>
              <a:ext cx="1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2" name="Text Box 23">
              <a:extLst>
                <a:ext uri="{FF2B5EF4-FFF2-40B4-BE49-F238E27FC236}">
                  <a16:creationId xmlns:a16="http://schemas.microsoft.com/office/drawing/2014/main" id="{E79D2E4F-25BE-017E-77C7-E6124B559643}"/>
                </a:ext>
              </a:extLst>
            </p:cNvPr>
            <p:cNvSpPr txBox="1">
              <a:spLocks noChangeArrowheads="1"/>
            </p:cNvSpPr>
            <p:nvPr/>
          </p:nvSpPr>
          <p:spPr bwMode="auto">
            <a:xfrm>
              <a:off x="2156" y="770"/>
              <a:ext cx="450"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a:t>
              </a:r>
            </a:p>
            <a:p>
              <a:pPr eaLnBrk="1" hangingPunct="1">
                <a:spcBef>
                  <a:spcPct val="50000"/>
                </a:spcBef>
              </a:pPr>
              <a:r>
                <a:rPr lang="en-US" altLang="en-US" sz="1800"/>
                <a:t>TE</a:t>
              </a:r>
            </a:p>
            <a:p>
              <a:pPr eaLnBrk="1" hangingPunct="1">
                <a:spcBef>
                  <a:spcPct val="50000"/>
                </a:spcBef>
              </a:pPr>
              <a:r>
                <a:rPr lang="en-US" altLang="en-US" sz="1800"/>
                <a:t>TI</a:t>
              </a:r>
            </a:p>
            <a:p>
              <a:pPr eaLnBrk="1" hangingPunct="1">
                <a:spcBef>
                  <a:spcPct val="50000"/>
                </a:spcBef>
              </a:pPr>
              <a:r>
                <a:rPr lang="en-US" altLang="en-US" sz="1800"/>
                <a:t>Clk</a:t>
              </a:r>
              <a:endParaRPr lang="ru-RU" altLang="en-US" sz="1800"/>
            </a:p>
          </p:txBody>
        </p:sp>
        <p:sp>
          <p:nvSpPr>
            <p:cNvPr id="97303" name="Text Box 24">
              <a:extLst>
                <a:ext uri="{FF2B5EF4-FFF2-40B4-BE49-F238E27FC236}">
                  <a16:creationId xmlns:a16="http://schemas.microsoft.com/office/drawing/2014/main" id="{6090C177-117F-8FED-F184-5D26C15C7519}"/>
                </a:ext>
              </a:extLst>
            </p:cNvPr>
            <p:cNvSpPr txBox="1">
              <a:spLocks noChangeArrowheads="1"/>
            </p:cNvSpPr>
            <p:nvPr/>
          </p:nvSpPr>
          <p:spPr bwMode="auto">
            <a:xfrm>
              <a:off x="2511" y="954"/>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97304" name="Text Box 25">
              <a:extLst>
                <a:ext uri="{FF2B5EF4-FFF2-40B4-BE49-F238E27FC236}">
                  <a16:creationId xmlns:a16="http://schemas.microsoft.com/office/drawing/2014/main" id="{0E462561-EEB8-7F49-28A1-557B3E35FDC3}"/>
                </a:ext>
              </a:extLst>
            </p:cNvPr>
            <p:cNvSpPr txBox="1">
              <a:spLocks noChangeArrowheads="1"/>
            </p:cNvSpPr>
            <p:nvPr/>
          </p:nvSpPr>
          <p:spPr bwMode="auto">
            <a:xfrm>
              <a:off x="2527" y="1419"/>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97305" name="Line 26">
              <a:extLst>
                <a:ext uri="{FF2B5EF4-FFF2-40B4-BE49-F238E27FC236}">
                  <a16:creationId xmlns:a16="http://schemas.microsoft.com/office/drawing/2014/main" id="{42004135-7F35-25E4-927C-48C8BB49751E}"/>
                </a:ext>
              </a:extLst>
            </p:cNvPr>
            <p:cNvSpPr>
              <a:spLocks noChangeShapeType="1"/>
            </p:cNvSpPr>
            <p:nvPr/>
          </p:nvSpPr>
          <p:spPr bwMode="auto">
            <a:xfrm>
              <a:off x="2721" y="1040"/>
              <a:ext cx="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6" name="Line 27">
              <a:extLst>
                <a:ext uri="{FF2B5EF4-FFF2-40B4-BE49-F238E27FC236}">
                  <a16:creationId xmlns:a16="http://schemas.microsoft.com/office/drawing/2014/main" id="{188EB048-DC74-645F-740A-25CE83839F57}"/>
                </a:ext>
              </a:extLst>
            </p:cNvPr>
            <p:cNvSpPr>
              <a:spLocks noChangeShapeType="1"/>
            </p:cNvSpPr>
            <p:nvPr/>
          </p:nvSpPr>
          <p:spPr bwMode="auto">
            <a:xfrm>
              <a:off x="2799" y="1522"/>
              <a:ext cx="9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7" name="Oval 28">
              <a:extLst>
                <a:ext uri="{FF2B5EF4-FFF2-40B4-BE49-F238E27FC236}">
                  <a16:creationId xmlns:a16="http://schemas.microsoft.com/office/drawing/2014/main" id="{4EB9140F-9E2E-DE2D-FED7-DCA4984A8DA0}"/>
                </a:ext>
              </a:extLst>
            </p:cNvPr>
            <p:cNvSpPr>
              <a:spLocks noChangeArrowheads="1"/>
            </p:cNvSpPr>
            <p:nvPr/>
          </p:nvSpPr>
          <p:spPr bwMode="auto">
            <a:xfrm>
              <a:off x="2722" y="1489"/>
              <a:ext cx="78" cy="7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5324" name="Rectangle 30">
              <a:extLst>
                <a:ext uri="{FF2B5EF4-FFF2-40B4-BE49-F238E27FC236}">
                  <a16:creationId xmlns:a16="http://schemas.microsoft.com/office/drawing/2014/main" id="{E98AC506-D254-4B29-A696-81F98470FB14}"/>
                </a:ext>
              </a:extLst>
            </p:cNvPr>
            <p:cNvSpPr>
              <a:spLocks noChangeArrowheads="1"/>
            </p:cNvSpPr>
            <p:nvPr/>
          </p:nvSpPr>
          <p:spPr bwMode="auto">
            <a:xfrm>
              <a:off x="3320" y="787"/>
              <a:ext cx="584" cy="997"/>
            </a:xfrm>
            <a:prstGeom prst="rect">
              <a:avLst/>
            </a:prstGeom>
            <a:solidFill>
              <a:schemeClr val="accent1">
                <a:lumMod val="40000"/>
                <a:lumOff val="60000"/>
              </a:schemeClr>
            </a:solidFill>
            <a:ln w="25400">
              <a:solidFill>
                <a:schemeClr val="tx1"/>
              </a:solidFill>
              <a:miter lim="800000"/>
              <a:headEnd/>
              <a:tailEnd/>
            </a:ln>
          </p:spPr>
          <p:txBody>
            <a:bodyPr wrap="none"/>
            <a:lstStyle/>
            <a:p>
              <a:pPr eaLnBrk="1" hangingPunct="1">
                <a:defRPr/>
              </a:pPr>
              <a:r>
                <a:rPr lang="en-US"/>
                <a:t>D</a:t>
              </a:r>
              <a:endParaRPr lang="ru-RU"/>
            </a:p>
          </p:txBody>
        </p:sp>
        <p:sp>
          <p:nvSpPr>
            <p:cNvPr id="97309" name="Line 31">
              <a:extLst>
                <a:ext uri="{FF2B5EF4-FFF2-40B4-BE49-F238E27FC236}">
                  <a16:creationId xmlns:a16="http://schemas.microsoft.com/office/drawing/2014/main" id="{B48E1944-BC2D-1085-43F4-A623FF341B2D}"/>
                </a:ext>
              </a:extLst>
            </p:cNvPr>
            <p:cNvSpPr>
              <a:spLocks noChangeShapeType="1"/>
            </p:cNvSpPr>
            <p:nvPr/>
          </p:nvSpPr>
          <p:spPr bwMode="auto">
            <a:xfrm>
              <a:off x="3179" y="955"/>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0" name="Line 33">
              <a:extLst>
                <a:ext uri="{FF2B5EF4-FFF2-40B4-BE49-F238E27FC236}">
                  <a16:creationId xmlns:a16="http://schemas.microsoft.com/office/drawing/2014/main" id="{C2CC4EB9-4948-0543-E677-E662E95C2EF4}"/>
                </a:ext>
              </a:extLst>
            </p:cNvPr>
            <p:cNvSpPr>
              <a:spLocks noChangeShapeType="1"/>
            </p:cNvSpPr>
            <p:nvPr/>
          </p:nvSpPr>
          <p:spPr bwMode="auto">
            <a:xfrm>
              <a:off x="2818" y="1371"/>
              <a:ext cx="49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1" name="Line 34">
              <a:extLst>
                <a:ext uri="{FF2B5EF4-FFF2-40B4-BE49-F238E27FC236}">
                  <a16:creationId xmlns:a16="http://schemas.microsoft.com/office/drawing/2014/main" id="{16BF7B59-B6F2-3C28-E9FE-7CF3A3FAB785}"/>
                </a:ext>
              </a:extLst>
            </p:cNvPr>
            <p:cNvSpPr>
              <a:spLocks noChangeShapeType="1"/>
            </p:cNvSpPr>
            <p:nvPr/>
          </p:nvSpPr>
          <p:spPr bwMode="auto">
            <a:xfrm>
              <a:off x="3171" y="1594"/>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2" name="Text Box 36">
              <a:extLst>
                <a:ext uri="{FF2B5EF4-FFF2-40B4-BE49-F238E27FC236}">
                  <a16:creationId xmlns:a16="http://schemas.microsoft.com/office/drawing/2014/main" id="{EF09DC45-5153-80A3-F4C7-97ABBAA1CDB7}"/>
                </a:ext>
              </a:extLst>
            </p:cNvPr>
            <p:cNvSpPr txBox="1">
              <a:spLocks noChangeArrowheads="1"/>
            </p:cNvSpPr>
            <p:nvPr/>
          </p:nvSpPr>
          <p:spPr bwMode="auto">
            <a:xfrm>
              <a:off x="3694" y="947"/>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97313" name="Text Box 37">
              <a:extLst>
                <a:ext uri="{FF2B5EF4-FFF2-40B4-BE49-F238E27FC236}">
                  <a16:creationId xmlns:a16="http://schemas.microsoft.com/office/drawing/2014/main" id="{9DF07376-9F16-19DA-5702-5A19A229FA55}"/>
                </a:ext>
              </a:extLst>
            </p:cNvPr>
            <p:cNvSpPr txBox="1">
              <a:spLocks noChangeArrowheads="1"/>
            </p:cNvSpPr>
            <p:nvPr/>
          </p:nvSpPr>
          <p:spPr bwMode="auto">
            <a:xfrm>
              <a:off x="3710" y="1412"/>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97314" name="Line 39">
              <a:extLst>
                <a:ext uri="{FF2B5EF4-FFF2-40B4-BE49-F238E27FC236}">
                  <a16:creationId xmlns:a16="http://schemas.microsoft.com/office/drawing/2014/main" id="{18374030-6CF2-9D8D-BF12-10E8DBF29E5B}"/>
                </a:ext>
              </a:extLst>
            </p:cNvPr>
            <p:cNvSpPr>
              <a:spLocks noChangeShapeType="1"/>
            </p:cNvSpPr>
            <p:nvPr/>
          </p:nvSpPr>
          <p:spPr bwMode="auto">
            <a:xfrm>
              <a:off x="3981" y="1515"/>
              <a:ext cx="9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5" name="Oval 40">
              <a:extLst>
                <a:ext uri="{FF2B5EF4-FFF2-40B4-BE49-F238E27FC236}">
                  <a16:creationId xmlns:a16="http://schemas.microsoft.com/office/drawing/2014/main" id="{34EE069E-BFA9-2C14-346A-9F92A063C904}"/>
                </a:ext>
              </a:extLst>
            </p:cNvPr>
            <p:cNvSpPr>
              <a:spLocks noChangeArrowheads="1"/>
            </p:cNvSpPr>
            <p:nvPr/>
          </p:nvSpPr>
          <p:spPr bwMode="auto">
            <a:xfrm>
              <a:off x="3904" y="1482"/>
              <a:ext cx="78" cy="7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55332" name="Rectangle 42">
              <a:extLst>
                <a:ext uri="{FF2B5EF4-FFF2-40B4-BE49-F238E27FC236}">
                  <a16:creationId xmlns:a16="http://schemas.microsoft.com/office/drawing/2014/main" id="{87BCAD56-9B86-4C30-914A-E332A90960C2}"/>
                </a:ext>
              </a:extLst>
            </p:cNvPr>
            <p:cNvSpPr>
              <a:spLocks noChangeArrowheads="1"/>
            </p:cNvSpPr>
            <p:nvPr/>
          </p:nvSpPr>
          <p:spPr bwMode="auto">
            <a:xfrm>
              <a:off x="4468" y="787"/>
              <a:ext cx="584" cy="997"/>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endParaRPr lang="ru-RU" sz="2000"/>
            </a:p>
          </p:txBody>
        </p:sp>
        <p:sp>
          <p:nvSpPr>
            <p:cNvPr id="97317" name="Line 43">
              <a:extLst>
                <a:ext uri="{FF2B5EF4-FFF2-40B4-BE49-F238E27FC236}">
                  <a16:creationId xmlns:a16="http://schemas.microsoft.com/office/drawing/2014/main" id="{81D5F60C-C1E2-416F-4F8E-188A5C63E680}"/>
                </a:ext>
              </a:extLst>
            </p:cNvPr>
            <p:cNvSpPr>
              <a:spLocks noChangeShapeType="1"/>
            </p:cNvSpPr>
            <p:nvPr/>
          </p:nvSpPr>
          <p:spPr bwMode="auto">
            <a:xfrm>
              <a:off x="4326" y="941"/>
              <a:ext cx="1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8" name="Line 44">
              <a:extLst>
                <a:ext uri="{FF2B5EF4-FFF2-40B4-BE49-F238E27FC236}">
                  <a16:creationId xmlns:a16="http://schemas.microsoft.com/office/drawing/2014/main" id="{05C82C99-C0B4-60A2-4A65-8DDB871E1704}"/>
                </a:ext>
              </a:extLst>
            </p:cNvPr>
            <p:cNvSpPr>
              <a:spLocks noChangeShapeType="1"/>
            </p:cNvSpPr>
            <p:nvPr/>
          </p:nvSpPr>
          <p:spPr bwMode="auto">
            <a:xfrm>
              <a:off x="4211" y="1152"/>
              <a:ext cx="2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9" name="Line 45">
              <a:extLst>
                <a:ext uri="{FF2B5EF4-FFF2-40B4-BE49-F238E27FC236}">
                  <a16:creationId xmlns:a16="http://schemas.microsoft.com/office/drawing/2014/main" id="{501DC575-29BC-D864-A47C-3B60D2A9CBA2}"/>
                </a:ext>
              </a:extLst>
            </p:cNvPr>
            <p:cNvSpPr>
              <a:spLocks noChangeShapeType="1"/>
            </p:cNvSpPr>
            <p:nvPr/>
          </p:nvSpPr>
          <p:spPr bwMode="auto">
            <a:xfrm flipV="1">
              <a:off x="4008" y="1363"/>
              <a:ext cx="4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0" name="Line 46">
              <a:extLst>
                <a:ext uri="{FF2B5EF4-FFF2-40B4-BE49-F238E27FC236}">
                  <a16:creationId xmlns:a16="http://schemas.microsoft.com/office/drawing/2014/main" id="{A233DBB1-AC51-07DF-79DE-D7E1AF9CAF3F}"/>
                </a:ext>
              </a:extLst>
            </p:cNvPr>
            <p:cNvSpPr>
              <a:spLocks noChangeShapeType="1"/>
            </p:cNvSpPr>
            <p:nvPr/>
          </p:nvSpPr>
          <p:spPr bwMode="auto">
            <a:xfrm>
              <a:off x="4311" y="1594"/>
              <a:ext cx="1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1" name="Text Box 47">
              <a:extLst>
                <a:ext uri="{FF2B5EF4-FFF2-40B4-BE49-F238E27FC236}">
                  <a16:creationId xmlns:a16="http://schemas.microsoft.com/office/drawing/2014/main" id="{70B8C961-2849-FDC9-6ACA-DD09F0099BCA}"/>
                </a:ext>
              </a:extLst>
            </p:cNvPr>
            <p:cNvSpPr txBox="1">
              <a:spLocks noChangeArrowheads="1"/>
            </p:cNvSpPr>
            <p:nvPr/>
          </p:nvSpPr>
          <p:spPr bwMode="auto">
            <a:xfrm>
              <a:off x="4477" y="782"/>
              <a:ext cx="483" cy="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a:t>
              </a:r>
            </a:p>
            <a:p>
              <a:pPr eaLnBrk="1" hangingPunct="1">
                <a:spcBef>
                  <a:spcPct val="50000"/>
                </a:spcBef>
              </a:pPr>
              <a:r>
                <a:rPr lang="en-US" altLang="en-US" sz="1800"/>
                <a:t>TE</a:t>
              </a:r>
            </a:p>
            <a:p>
              <a:pPr eaLnBrk="1" hangingPunct="1">
                <a:spcBef>
                  <a:spcPct val="50000"/>
                </a:spcBef>
              </a:pPr>
              <a:r>
                <a:rPr lang="en-US" altLang="en-US" sz="1800"/>
                <a:t>TI</a:t>
              </a:r>
            </a:p>
            <a:p>
              <a:pPr eaLnBrk="1" hangingPunct="1">
                <a:spcBef>
                  <a:spcPct val="50000"/>
                </a:spcBef>
              </a:pPr>
              <a:r>
                <a:rPr lang="en-US" altLang="en-US" sz="1800"/>
                <a:t>Clk</a:t>
              </a:r>
              <a:endParaRPr lang="ru-RU" altLang="en-US" sz="1800"/>
            </a:p>
          </p:txBody>
        </p:sp>
        <p:sp>
          <p:nvSpPr>
            <p:cNvPr id="97322" name="Text Box 48">
              <a:extLst>
                <a:ext uri="{FF2B5EF4-FFF2-40B4-BE49-F238E27FC236}">
                  <a16:creationId xmlns:a16="http://schemas.microsoft.com/office/drawing/2014/main" id="{E9B20E88-B3BC-6D76-9D70-77BC53F1AE8A}"/>
                </a:ext>
              </a:extLst>
            </p:cNvPr>
            <p:cNvSpPr txBox="1">
              <a:spLocks noChangeArrowheads="1"/>
            </p:cNvSpPr>
            <p:nvPr/>
          </p:nvSpPr>
          <p:spPr bwMode="auto">
            <a:xfrm>
              <a:off x="4842" y="934"/>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97323" name="Text Box 49">
              <a:extLst>
                <a:ext uri="{FF2B5EF4-FFF2-40B4-BE49-F238E27FC236}">
                  <a16:creationId xmlns:a16="http://schemas.microsoft.com/office/drawing/2014/main" id="{C4C0DF80-6C51-C9B0-DD5A-02543C254232}"/>
                </a:ext>
              </a:extLst>
            </p:cNvPr>
            <p:cNvSpPr txBox="1">
              <a:spLocks noChangeArrowheads="1"/>
            </p:cNvSpPr>
            <p:nvPr/>
          </p:nvSpPr>
          <p:spPr bwMode="auto">
            <a:xfrm>
              <a:off x="4857" y="1398"/>
              <a:ext cx="1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97324" name="Line 50">
              <a:extLst>
                <a:ext uri="{FF2B5EF4-FFF2-40B4-BE49-F238E27FC236}">
                  <a16:creationId xmlns:a16="http://schemas.microsoft.com/office/drawing/2014/main" id="{0927BA97-A45E-374A-DE53-1738519AFDAB}"/>
                </a:ext>
              </a:extLst>
            </p:cNvPr>
            <p:cNvSpPr>
              <a:spLocks noChangeShapeType="1"/>
            </p:cNvSpPr>
            <p:nvPr/>
          </p:nvSpPr>
          <p:spPr bwMode="auto">
            <a:xfrm>
              <a:off x="5051" y="1020"/>
              <a:ext cx="1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5" name="Line 51">
              <a:extLst>
                <a:ext uri="{FF2B5EF4-FFF2-40B4-BE49-F238E27FC236}">
                  <a16:creationId xmlns:a16="http://schemas.microsoft.com/office/drawing/2014/main" id="{A4D22360-11F2-385B-4730-E47064633E8E}"/>
                </a:ext>
              </a:extLst>
            </p:cNvPr>
            <p:cNvSpPr>
              <a:spLocks noChangeShapeType="1"/>
            </p:cNvSpPr>
            <p:nvPr/>
          </p:nvSpPr>
          <p:spPr bwMode="auto">
            <a:xfrm>
              <a:off x="5129" y="1501"/>
              <a:ext cx="9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6" name="Oval 52">
              <a:extLst>
                <a:ext uri="{FF2B5EF4-FFF2-40B4-BE49-F238E27FC236}">
                  <a16:creationId xmlns:a16="http://schemas.microsoft.com/office/drawing/2014/main" id="{073BC5FE-FDDC-EC0A-3C27-8666E79C9AD6}"/>
                </a:ext>
              </a:extLst>
            </p:cNvPr>
            <p:cNvSpPr>
              <a:spLocks noChangeArrowheads="1"/>
            </p:cNvSpPr>
            <p:nvPr/>
          </p:nvSpPr>
          <p:spPr bwMode="auto">
            <a:xfrm>
              <a:off x="5052" y="1468"/>
              <a:ext cx="78" cy="71"/>
            </a:xfrm>
            <a:prstGeom prst="ellipse">
              <a:avLst/>
            </a:prstGeom>
            <a:solidFill>
              <a:srgbClr val="FFFFFF"/>
            </a:solidFill>
            <a:ln w="2857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27" name="Text Box 53">
              <a:extLst>
                <a:ext uri="{FF2B5EF4-FFF2-40B4-BE49-F238E27FC236}">
                  <a16:creationId xmlns:a16="http://schemas.microsoft.com/office/drawing/2014/main" id="{2A15015B-F34F-FE40-CEE7-B9063E1329C8}"/>
                </a:ext>
              </a:extLst>
            </p:cNvPr>
            <p:cNvSpPr txBox="1">
              <a:spLocks noChangeArrowheads="1"/>
            </p:cNvSpPr>
            <p:nvPr/>
          </p:nvSpPr>
          <p:spPr bwMode="auto">
            <a:xfrm rot="5400000">
              <a:off x="709" y="828"/>
              <a:ext cx="1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28" name="Text Box 54">
              <a:extLst>
                <a:ext uri="{FF2B5EF4-FFF2-40B4-BE49-F238E27FC236}">
                  <a16:creationId xmlns:a16="http://schemas.microsoft.com/office/drawing/2014/main" id="{95347FDD-B26B-55DA-C35E-6AD828BF43FF}"/>
                </a:ext>
              </a:extLst>
            </p:cNvPr>
            <p:cNvSpPr txBox="1">
              <a:spLocks noChangeArrowheads="1"/>
            </p:cNvSpPr>
            <p:nvPr/>
          </p:nvSpPr>
          <p:spPr bwMode="auto">
            <a:xfrm rot="5400000">
              <a:off x="1890" y="820"/>
              <a:ext cx="1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29" name="Text Box 55">
              <a:extLst>
                <a:ext uri="{FF2B5EF4-FFF2-40B4-BE49-F238E27FC236}">
                  <a16:creationId xmlns:a16="http://schemas.microsoft.com/office/drawing/2014/main" id="{DD48E5AB-0DC8-15A3-BD7E-5C50BF23F8FC}"/>
                </a:ext>
              </a:extLst>
            </p:cNvPr>
            <p:cNvSpPr txBox="1">
              <a:spLocks noChangeArrowheads="1"/>
            </p:cNvSpPr>
            <p:nvPr/>
          </p:nvSpPr>
          <p:spPr bwMode="auto">
            <a:xfrm rot="5400000">
              <a:off x="3071" y="821"/>
              <a:ext cx="1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30" name="Text Box 56">
              <a:extLst>
                <a:ext uri="{FF2B5EF4-FFF2-40B4-BE49-F238E27FC236}">
                  <a16:creationId xmlns:a16="http://schemas.microsoft.com/office/drawing/2014/main" id="{EB936DD6-EA60-E662-8683-84306DCA6D33}"/>
                </a:ext>
              </a:extLst>
            </p:cNvPr>
            <p:cNvSpPr txBox="1">
              <a:spLocks noChangeArrowheads="1"/>
            </p:cNvSpPr>
            <p:nvPr/>
          </p:nvSpPr>
          <p:spPr bwMode="auto">
            <a:xfrm rot="5400000">
              <a:off x="4219" y="800"/>
              <a:ext cx="1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31" name="Line 57">
              <a:extLst>
                <a:ext uri="{FF2B5EF4-FFF2-40B4-BE49-F238E27FC236}">
                  <a16:creationId xmlns:a16="http://schemas.microsoft.com/office/drawing/2014/main" id="{24481E21-BAFB-F8AA-E0B3-FC25F462F26A}"/>
                </a:ext>
              </a:extLst>
            </p:cNvPr>
            <p:cNvSpPr>
              <a:spLocks noChangeShapeType="1"/>
            </p:cNvSpPr>
            <p:nvPr/>
          </p:nvSpPr>
          <p:spPr bwMode="auto">
            <a:xfrm>
              <a:off x="1705" y="1040"/>
              <a:ext cx="0" cy="33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332" name="Text Box 58">
              <a:extLst>
                <a:ext uri="{FF2B5EF4-FFF2-40B4-BE49-F238E27FC236}">
                  <a16:creationId xmlns:a16="http://schemas.microsoft.com/office/drawing/2014/main" id="{474A4570-1963-B3AC-BA46-BF394C7CEC97}"/>
                </a:ext>
              </a:extLst>
            </p:cNvPr>
            <p:cNvSpPr txBox="1">
              <a:spLocks noChangeArrowheads="1"/>
            </p:cNvSpPr>
            <p:nvPr/>
          </p:nvSpPr>
          <p:spPr bwMode="auto">
            <a:xfrm rot="5400000">
              <a:off x="1724" y="910"/>
              <a:ext cx="1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33" name="Text Box 59">
              <a:extLst>
                <a:ext uri="{FF2B5EF4-FFF2-40B4-BE49-F238E27FC236}">
                  <a16:creationId xmlns:a16="http://schemas.microsoft.com/office/drawing/2014/main" id="{F084CC0C-EAD5-EABB-8D85-2E3B4E9018F4}"/>
                </a:ext>
              </a:extLst>
            </p:cNvPr>
            <p:cNvSpPr txBox="1">
              <a:spLocks noChangeArrowheads="1"/>
            </p:cNvSpPr>
            <p:nvPr/>
          </p:nvSpPr>
          <p:spPr bwMode="auto">
            <a:xfrm rot="5400000">
              <a:off x="1700" y="1382"/>
              <a:ext cx="1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34" name="Line 60">
              <a:extLst>
                <a:ext uri="{FF2B5EF4-FFF2-40B4-BE49-F238E27FC236}">
                  <a16:creationId xmlns:a16="http://schemas.microsoft.com/office/drawing/2014/main" id="{E7CB04A1-F219-64DA-B38B-A2B75F601870}"/>
                </a:ext>
              </a:extLst>
            </p:cNvPr>
            <p:cNvSpPr>
              <a:spLocks noChangeShapeType="1"/>
            </p:cNvSpPr>
            <p:nvPr/>
          </p:nvSpPr>
          <p:spPr bwMode="auto">
            <a:xfrm>
              <a:off x="639" y="1975"/>
              <a:ext cx="36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35" name="Line 61">
              <a:extLst>
                <a:ext uri="{FF2B5EF4-FFF2-40B4-BE49-F238E27FC236}">
                  <a16:creationId xmlns:a16="http://schemas.microsoft.com/office/drawing/2014/main" id="{1C6C9112-0CA7-83DA-5159-D0D162030C5A}"/>
                </a:ext>
              </a:extLst>
            </p:cNvPr>
            <p:cNvSpPr>
              <a:spLocks noChangeShapeType="1"/>
            </p:cNvSpPr>
            <p:nvPr/>
          </p:nvSpPr>
          <p:spPr bwMode="auto">
            <a:xfrm>
              <a:off x="849" y="1595"/>
              <a:ext cx="0" cy="387"/>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7336" name="Line 62">
              <a:extLst>
                <a:ext uri="{FF2B5EF4-FFF2-40B4-BE49-F238E27FC236}">
                  <a16:creationId xmlns:a16="http://schemas.microsoft.com/office/drawing/2014/main" id="{4B4D9A7C-DA9F-034A-4811-70E923AF6281}"/>
                </a:ext>
              </a:extLst>
            </p:cNvPr>
            <p:cNvSpPr>
              <a:spLocks noChangeShapeType="1"/>
            </p:cNvSpPr>
            <p:nvPr/>
          </p:nvSpPr>
          <p:spPr bwMode="auto">
            <a:xfrm>
              <a:off x="2002" y="1588"/>
              <a:ext cx="0" cy="387"/>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7337" name="Line 63">
              <a:extLst>
                <a:ext uri="{FF2B5EF4-FFF2-40B4-BE49-F238E27FC236}">
                  <a16:creationId xmlns:a16="http://schemas.microsoft.com/office/drawing/2014/main" id="{764AD905-35ED-CCF9-D0E6-EDAE355D59B8}"/>
                </a:ext>
              </a:extLst>
            </p:cNvPr>
            <p:cNvSpPr>
              <a:spLocks noChangeShapeType="1"/>
            </p:cNvSpPr>
            <p:nvPr/>
          </p:nvSpPr>
          <p:spPr bwMode="auto">
            <a:xfrm>
              <a:off x="3171" y="1588"/>
              <a:ext cx="0" cy="387"/>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7338" name="Line 64">
              <a:extLst>
                <a:ext uri="{FF2B5EF4-FFF2-40B4-BE49-F238E27FC236}">
                  <a16:creationId xmlns:a16="http://schemas.microsoft.com/office/drawing/2014/main" id="{3DC29F58-73E3-5F6B-B1E7-8D4B7DDA0F64}"/>
                </a:ext>
              </a:extLst>
            </p:cNvPr>
            <p:cNvSpPr>
              <a:spLocks noChangeShapeType="1"/>
            </p:cNvSpPr>
            <p:nvPr/>
          </p:nvSpPr>
          <p:spPr bwMode="auto">
            <a:xfrm>
              <a:off x="3903" y="1040"/>
              <a:ext cx="1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39" name="Line 65">
              <a:extLst>
                <a:ext uri="{FF2B5EF4-FFF2-40B4-BE49-F238E27FC236}">
                  <a16:creationId xmlns:a16="http://schemas.microsoft.com/office/drawing/2014/main" id="{19163E23-0351-26A5-53DC-6B62B1799ABC}"/>
                </a:ext>
              </a:extLst>
            </p:cNvPr>
            <p:cNvSpPr>
              <a:spLocks noChangeShapeType="1"/>
            </p:cNvSpPr>
            <p:nvPr/>
          </p:nvSpPr>
          <p:spPr bwMode="auto">
            <a:xfrm>
              <a:off x="2826" y="1040"/>
              <a:ext cx="0" cy="33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340" name="Text Box 66">
              <a:extLst>
                <a:ext uri="{FF2B5EF4-FFF2-40B4-BE49-F238E27FC236}">
                  <a16:creationId xmlns:a16="http://schemas.microsoft.com/office/drawing/2014/main" id="{E06AA6E0-6C7C-03B1-893E-CBF6476036AD}"/>
                </a:ext>
              </a:extLst>
            </p:cNvPr>
            <p:cNvSpPr txBox="1">
              <a:spLocks noChangeArrowheads="1"/>
            </p:cNvSpPr>
            <p:nvPr/>
          </p:nvSpPr>
          <p:spPr bwMode="auto">
            <a:xfrm rot="5400000">
              <a:off x="2837" y="1382"/>
              <a:ext cx="1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41" name="Text Box 67">
              <a:extLst>
                <a:ext uri="{FF2B5EF4-FFF2-40B4-BE49-F238E27FC236}">
                  <a16:creationId xmlns:a16="http://schemas.microsoft.com/office/drawing/2014/main" id="{00F5BD06-A2AB-5AD6-D00D-D7E429C6A0B2}"/>
                </a:ext>
              </a:extLst>
            </p:cNvPr>
            <p:cNvSpPr txBox="1">
              <a:spLocks noChangeArrowheads="1"/>
            </p:cNvSpPr>
            <p:nvPr/>
          </p:nvSpPr>
          <p:spPr bwMode="auto">
            <a:xfrm rot="5400000">
              <a:off x="2853" y="897"/>
              <a:ext cx="1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42" name="Text Box 68">
              <a:extLst>
                <a:ext uri="{FF2B5EF4-FFF2-40B4-BE49-F238E27FC236}">
                  <a16:creationId xmlns:a16="http://schemas.microsoft.com/office/drawing/2014/main" id="{2F7736B2-5BB7-3C1A-ECCF-B1AB89832D2A}"/>
                </a:ext>
              </a:extLst>
            </p:cNvPr>
            <p:cNvSpPr txBox="1">
              <a:spLocks noChangeArrowheads="1"/>
            </p:cNvSpPr>
            <p:nvPr/>
          </p:nvSpPr>
          <p:spPr bwMode="auto">
            <a:xfrm rot="5400000">
              <a:off x="4016" y="1381"/>
              <a:ext cx="1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43" name="Text Box 69">
              <a:extLst>
                <a:ext uri="{FF2B5EF4-FFF2-40B4-BE49-F238E27FC236}">
                  <a16:creationId xmlns:a16="http://schemas.microsoft.com/office/drawing/2014/main" id="{51E0873D-890F-08A9-53A9-A8FDF1408578}"/>
                </a:ext>
              </a:extLst>
            </p:cNvPr>
            <p:cNvSpPr txBox="1">
              <a:spLocks noChangeArrowheads="1"/>
            </p:cNvSpPr>
            <p:nvPr/>
          </p:nvSpPr>
          <p:spPr bwMode="auto">
            <a:xfrm rot="5400000">
              <a:off x="4015" y="900"/>
              <a:ext cx="1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ru-RU" altLang="en-US">
                  <a:latin typeface="Times New Roman" panose="02020603050405020304" pitchFamily="18" charset="0"/>
                  <a:sym typeface="Symbol" panose="05050102010706020507" pitchFamily="18" charset="2"/>
                </a:rPr>
                <a:t></a:t>
              </a:r>
            </a:p>
          </p:txBody>
        </p:sp>
        <p:sp>
          <p:nvSpPr>
            <p:cNvPr id="97344" name="Line 70">
              <a:extLst>
                <a:ext uri="{FF2B5EF4-FFF2-40B4-BE49-F238E27FC236}">
                  <a16:creationId xmlns:a16="http://schemas.microsoft.com/office/drawing/2014/main" id="{1A5275F8-C999-F951-B08E-4B92F7A19AAD}"/>
                </a:ext>
              </a:extLst>
            </p:cNvPr>
            <p:cNvSpPr>
              <a:spLocks noChangeShapeType="1"/>
            </p:cNvSpPr>
            <p:nvPr/>
          </p:nvSpPr>
          <p:spPr bwMode="auto">
            <a:xfrm>
              <a:off x="740" y="1173"/>
              <a:ext cx="0" cy="943"/>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7345" name="Line 71">
              <a:extLst>
                <a:ext uri="{FF2B5EF4-FFF2-40B4-BE49-F238E27FC236}">
                  <a16:creationId xmlns:a16="http://schemas.microsoft.com/office/drawing/2014/main" id="{C6768430-1CD1-A046-E9C5-AEB7B5C17523}"/>
                </a:ext>
              </a:extLst>
            </p:cNvPr>
            <p:cNvSpPr>
              <a:spLocks noChangeShapeType="1"/>
            </p:cNvSpPr>
            <p:nvPr/>
          </p:nvSpPr>
          <p:spPr bwMode="auto">
            <a:xfrm>
              <a:off x="3068" y="1152"/>
              <a:ext cx="2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46" name="Line 72">
              <a:extLst>
                <a:ext uri="{FF2B5EF4-FFF2-40B4-BE49-F238E27FC236}">
                  <a16:creationId xmlns:a16="http://schemas.microsoft.com/office/drawing/2014/main" id="{E2B95BE7-4AF1-F6AA-ECC2-6EEE0767CC08}"/>
                </a:ext>
              </a:extLst>
            </p:cNvPr>
            <p:cNvSpPr>
              <a:spLocks noChangeShapeType="1"/>
            </p:cNvSpPr>
            <p:nvPr/>
          </p:nvSpPr>
          <p:spPr bwMode="auto">
            <a:xfrm>
              <a:off x="1878" y="1159"/>
              <a:ext cx="0" cy="952"/>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7347" name="Line 73">
              <a:extLst>
                <a:ext uri="{FF2B5EF4-FFF2-40B4-BE49-F238E27FC236}">
                  <a16:creationId xmlns:a16="http://schemas.microsoft.com/office/drawing/2014/main" id="{CB4A7852-8690-A876-FFC3-C83D13F75B26}"/>
                </a:ext>
              </a:extLst>
            </p:cNvPr>
            <p:cNvSpPr>
              <a:spLocks noChangeShapeType="1"/>
            </p:cNvSpPr>
            <p:nvPr/>
          </p:nvSpPr>
          <p:spPr bwMode="auto">
            <a:xfrm>
              <a:off x="3069" y="1151"/>
              <a:ext cx="0" cy="961"/>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7348" name="Line 74">
              <a:extLst>
                <a:ext uri="{FF2B5EF4-FFF2-40B4-BE49-F238E27FC236}">
                  <a16:creationId xmlns:a16="http://schemas.microsoft.com/office/drawing/2014/main" id="{DBB6A256-119E-CA80-602E-955117F7E86F}"/>
                </a:ext>
              </a:extLst>
            </p:cNvPr>
            <p:cNvSpPr>
              <a:spLocks noChangeShapeType="1"/>
            </p:cNvSpPr>
            <p:nvPr/>
          </p:nvSpPr>
          <p:spPr bwMode="auto">
            <a:xfrm>
              <a:off x="4018" y="1047"/>
              <a:ext cx="0" cy="33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349" name="Line 75">
              <a:extLst>
                <a:ext uri="{FF2B5EF4-FFF2-40B4-BE49-F238E27FC236}">
                  <a16:creationId xmlns:a16="http://schemas.microsoft.com/office/drawing/2014/main" id="{F5075CC2-439B-4E6C-522A-E95B59FE0580}"/>
                </a:ext>
              </a:extLst>
            </p:cNvPr>
            <p:cNvSpPr>
              <a:spLocks noChangeShapeType="1"/>
            </p:cNvSpPr>
            <p:nvPr/>
          </p:nvSpPr>
          <p:spPr bwMode="auto">
            <a:xfrm>
              <a:off x="4312" y="1595"/>
              <a:ext cx="0" cy="3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0" name="Line 76">
              <a:extLst>
                <a:ext uri="{FF2B5EF4-FFF2-40B4-BE49-F238E27FC236}">
                  <a16:creationId xmlns:a16="http://schemas.microsoft.com/office/drawing/2014/main" id="{A6970788-A4BE-04B3-3784-48ADE44ED8D4}"/>
                </a:ext>
              </a:extLst>
            </p:cNvPr>
            <p:cNvSpPr>
              <a:spLocks noChangeShapeType="1"/>
            </p:cNvSpPr>
            <p:nvPr/>
          </p:nvSpPr>
          <p:spPr bwMode="auto">
            <a:xfrm flipV="1">
              <a:off x="631" y="2115"/>
              <a:ext cx="35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1" name="Line 77">
              <a:extLst>
                <a:ext uri="{FF2B5EF4-FFF2-40B4-BE49-F238E27FC236}">
                  <a16:creationId xmlns:a16="http://schemas.microsoft.com/office/drawing/2014/main" id="{E50BB93F-3624-987C-9B1C-EA7294333350}"/>
                </a:ext>
              </a:extLst>
            </p:cNvPr>
            <p:cNvSpPr>
              <a:spLocks noChangeShapeType="1"/>
            </p:cNvSpPr>
            <p:nvPr/>
          </p:nvSpPr>
          <p:spPr bwMode="auto">
            <a:xfrm>
              <a:off x="4211" y="1152"/>
              <a:ext cx="0" cy="96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2" name="Rectangle 79">
              <a:extLst>
                <a:ext uri="{FF2B5EF4-FFF2-40B4-BE49-F238E27FC236}">
                  <a16:creationId xmlns:a16="http://schemas.microsoft.com/office/drawing/2014/main" id="{9AFD8B6C-7B4B-5E2E-1CFE-A00E2E8F804A}"/>
                </a:ext>
              </a:extLst>
            </p:cNvPr>
            <p:cNvSpPr>
              <a:spLocks noChangeArrowheads="1"/>
            </p:cNvSpPr>
            <p:nvPr/>
          </p:nvSpPr>
          <p:spPr bwMode="auto">
            <a:xfrm>
              <a:off x="588" y="1335"/>
              <a:ext cx="78" cy="7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53" name="Rectangle 80">
              <a:extLst>
                <a:ext uri="{FF2B5EF4-FFF2-40B4-BE49-F238E27FC236}">
                  <a16:creationId xmlns:a16="http://schemas.microsoft.com/office/drawing/2014/main" id="{184FC68F-0AE9-CA81-1460-0821DFC40476}"/>
                </a:ext>
              </a:extLst>
            </p:cNvPr>
            <p:cNvSpPr>
              <a:spLocks noChangeArrowheads="1"/>
            </p:cNvSpPr>
            <p:nvPr/>
          </p:nvSpPr>
          <p:spPr bwMode="auto">
            <a:xfrm>
              <a:off x="5155" y="979"/>
              <a:ext cx="77" cy="71"/>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54" name="Rectangle 84">
              <a:extLst>
                <a:ext uri="{FF2B5EF4-FFF2-40B4-BE49-F238E27FC236}">
                  <a16:creationId xmlns:a16="http://schemas.microsoft.com/office/drawing/2014/main" id="{2A276F8F-293D-D7C5-8684-C2631E1524B3}"/>
                </a:ext>
              </a:extLst>
            </p:cNvPr>
            <p:cNvSpPr>
              <a:spLocks noChangeArrowheads="1"/>
            </p:cNvSpPr>
            <p:nvPr/>
          </p:nvSpPr>
          <p:spPr bwMode="auto">
            <a:xfrm>
              <a:off x="565" y="1937"/>
              <a:ext cx="77" cy="7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55" name="Rectangle 85">
              <a:extLst>
                <a:ext uri="{FF2B5EF4-FFF2-40B4-BE49-F238E27FC236}">
                  <a16:creationId xmlns:a16="http://schemas.microsoft.com/office/drawing/2014/main" id="{1F70428B-BF5E-E821-07A2-305B38D0BF88}"/>
                </a:ext>
              </a:extLst>
            </p:cNvPr>
            <p:cNvSpPr>
              <a:spLocks noChangeArrowheads="1"/>
            </p:cNvSpPr>
            <p:nvPr/>
          </p:nvSpPr>
          <p:spPr bwMode="auto">
            <a:xfrm>
              <a:off x="558" y="2079"/>
              <a:ext cx="77" cy="7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56" name="Text Box 87">
              <a:extLst>
                <a:ext uri="{FF2B5EF4-FFF2-40B4-BE49-F238E27FC236}">
                  <a16:creationId xmlns:a16="http://schemas.microsoft.com/office/drawing/2014/main" id="{39E3067E-72ED-47B6-04A2-D066A845B513}"/>
                </a:ext>
              </a:extLst>
            </p:cNvPr>
            <p:cNvSpPr txBox="1">
              <a:spLocks noChangeArrowheads="1"/>
            </p:cNvSpPr>
            <p:nvPr/>
          </p:nvSpPr>
          <p:spPr bwMode="auto">
            <a:xfrm>
              <a:off x="484" y="1118"/>
              <a:ext cx="3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ТI</a:t>
              </a:r>
              <a:endParaRPr lang="ru-RU" altLang="en-US" sz="2000"/>
            </a:p>
          </p:txBody>
        </p:sp>
        <p:sp>
          <p:nvSpPr>
            <p:cNvPr id="97357" name="Text Box 88">
              <a:extLst>
                <a:ext uri="{FF2B5EF4-FFF2-40B4-BE49-F238E27FC236}">
                  <a16:creationId xmlns:a16="http://schemas.microsoft.com/office/drawing/2014/main" id="{2849ED29-4646-C877-18BA-5328492FF6C1}"/>
                </a:ext>
              </a:extLst>
            </p:cNvPr>
            <p:cNvSpPr txBox="1">
              <a:spLocks noChangeArrowheads="1"/>
            </p:cNvSpPr>
            <p:nvPr/>
          </p:nvSpPr>
          <p:spPr bwMode="auto">
            <a:xfrm>
              <a:off x="446" y="1746"/>
              <a:ext cx="34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t>Clk</a:t>
              </a:r>
              <a:endParaRPr lang="ru-RU" altLang="en-US" sz="1800" b="1"/>
            </a:p>
          </p:txBody>
        </p:sp>
        <p:sp>
          <p:nvSpPr>
            <p:cNvPr id="97358" name="Text Box 89">
              <a:extLst>
                <a:ext uri="{FF2B5EF4-FFF2-40B4-BE49-F238E27FC236}">
                  <a16:creationId xmlns:a16="http://schemas.microsoft.com/office/drawing/2014/main" id="{F5B1D3FE-5B18-DCF6-9D30-6A29C194EA2C}"/>
                </a:ext>
              </a:extLst>
            </p:cNvPr>
            <p:cNvSpPr txBox="1">
              <a:spLocks noChangeArrowheads="1"/>
            </p:cNvSpPr>
            <p:nvPr/>
          </p:nvSpPr>
          <p:spPr bwMode="auto">
            <a:xfrm>
              <a:off x="467" y="2133"/>
              <a:ext cx="3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TE</a:t>
              </a:r>
              <a:endParaRPr lang="ru-RU" altLang="en-US" sz="1800"/>
            </a:p>
          </p:txBody>
        </p:sp>
        <p:sp>
          <p:nvSpPr>
            <p:cNvPr id="97359" name="Text Box 81">
              <a:extLst>
                <a:ext uri="{FF2B5EF4-FFF2-40B4-BE49-F238E27FC236}">
                  <a16:creationId xmlns:a16="http://schemas.microsoft.com/office/drawing/2014/main" id="{59AC14E2-1345-CACD-5857-E69D9D3BA2A1}"/>
                </a:ext>
              </a:extLst>
            </p:cNvPr>
            <p:cNvSpPr txBox="1">
              <a:spLocks noChangeArrowheads="1"/>
            </p:cNvSpPr>
            <p:nvPr/>
          </p:nvSpPr>
          <p:spPr bwMode="auto">
            <a:xfrm>
              <a:off x="1808" y="2205"/>
              <a:ext cx="20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solidFill>
                    <a:srgbClr val="0000FF"/>
                  </a:solidFill>
                </a:rPr>
                <a:t>Тesting of the circuit</a:t>
              </a:r>
              <a:endParaRPr lang="ru-RU" altLang="en-US">
                <a:solidFill>
                  <a:srgbClr val="0000FF"/>
                </a:solidFill>
              </a:endParaRPr>
            </a:p>
          </p:txBody>
        </p:sp>
        <p:sp>
          <p:nvSpPr>
            <p:cNvPr id="97360" name="AutoShape 17">
              <a:extLst>
                <a:ext uri="{FF2B5EF4-FFF2-40B4-BE49-F238E27FC236}">
                  <a16:creationId xmlns:a16="http://schemas.microsoft.com/office/drawing/2014/main" id="{3D94B0D8-C1ED-448A-2CDF-A1B309BEBA2C}"/>
                </a:ext>
              </a:extLst>
            </p:cNvPr>
            <p:cNvSpPr>
              <a:spLocks noChangeArrowheads="1"/>
            </p:cNvSpPr>
            <p:nvPr/>
          </p:nvSpPr>
          <p:spPr bwMode="auto">
            <a:xfrm rot="5400000">
              <a:off x="993" y="1563"/>
              <a:ext cx="98" cy="67"/>
            </a:xfrm>
            <a:prstGeom prst="triangle">
              <a:avLst>
                <a:gd name="adj" fmla="val 50000"/>
              </a:avLst>
            </a:prstGeom>
            <a:solidFill>
              <a:schemeClr val="accent1"/>
            </a:solidFill>
            <a:ln w="2222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61" name="AutoShape 17">
              <a:extLst>
                <a:ext uri="{FF2B5EF4-FFF2-40B4-BE49-F238E27FC236}">
                  <a16:creationId xmlns:a16="http://schemas.microsoft.com/office/drawing/2014/main" id="{36B7815F-9970-2556-067D-472504CCD197}"/>
                </a:ext>
              </a:extLst>
            </p:cNvPr>
            <p:cNvSpPr>
              <a:spLocks noChangeArrowheads="1"/>
            </p:cNvSpPr>
            <p:nvPr/>
          </p:nvSpPr>
          <p:spPr bwMode="auto">
            <a:xfrm rot="5400000">
              <a:off x="2127" y="1563"/>
              <a:ext cx="98" cy="67"/>
            </a:xfrm>
            <a:prstGeom prst="triangle">
              <a:avLst>
                <a:gd name="adj" fmla="val 50000"/>
              </a:avLst>
            </a:prstGeom>
            <a:solidFill>
              <a:schemeClr val="accent1"/>
            </a:solidFill>
            <a:ln w="2222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62" name="AutoShape 17">
              <a:extLst>
                <a:ext uri="{FF2B5EF4-FFF2-40B4-BE49-F238E27FC236}">
                  <a16:creationId xmlns:a16="http://schemas.microsoft.com/office/drawing/2014/main" id="{AFF96090-D801-B51A-6E60-68190A18C104}"/>
                </a:ext>
              </a:extLst>
            </p:cNvPr>
            <p:cNvSpPr>
              <a:spLocks noChangeArrowheads="1"/>
            </p:cNvSpPr>
            <p:nvPr/>
          </p:nvSpPr>
          <p:spPr bwMode="auto">
            <a:xfrm rot="5400000">
              <a:off x="3306" y="1551"/>
              <a:ext cx="98" cy="67"/>
            </a:xfrm>
            <a:prstGeom prst="triangle">
              <a:avLst>
                <a:gd name="adj" fmla="val 50000"/>
              </a:avLst>
            </a:prstGeom>
            <a:solidFill>
              <a:schemeClr val="accent1"/>
            </a:solidFill>
            <a:ln w="2222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63" name="AutoShape 17">
              <a:extLst>
                <a:ext uri="{FF2B5EF4-FFF2-40B4-BE49-F238E27FC236}">
                  <a16:creationId xmlns:a16="http://schemas.microsoft.com/office/drawing/2014/main" id="{62B17ED1-113F-0A99-AF4F-8FE7393E132F}"/>
                </a:ext>
              </a:extLst>
            </p:cNvPr>
            <p:cNvSpPr>
              <a:spLocks noChangeArrowheads="1"/>
            </p:cNvSpPr>
            <p:nvPr/>
          </p:nvSpPr>
          <p:spPr bwMode="auto">
            <a:xfrm rot="5400000">
              <a:off x="4449" y="1551"/>
              <a:ext cx="98" cy="67"/>
            </a:xfrm>
            <a:prstGeom prst="triangle">
              <a:avLst>
                <a:gd name="adj" fmla="val 50000"/>
              </a:avLst>
            </a:prstGeom>
            <a:solidFill>
              <a:schemeClr val="accent1"/>
            </a:solidFill>
            <a:ln w="2222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7364" name="Text Box 36">
              <a:extLst>
                <a:ext uri="{FF2B5EF4-FFF2-40B4-BE49-F238E27FC236}">
                  <a16:creationId xmlns:a16="http://schemas.microsoft.com/office/drawing/2014/main" id="{5C79F1F5-44CC-FB99-9BF3-9406F5A20704}"/>
                </a:ext>
              </a:extLst>
            </p:cNvPr>
            <p:cNvSpPr txBox="1">
              <a:spLocks noChangeArrowheads="1"/>
            </p:cNvSpPr>
            <p:nvPr/>
          </p:nvSpPr>
          <p:spPr bwMode="auto">
            <a:xfrm>
              <a:off x="3288" y="1029"/>
              <a:ext cx="4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TE</a:t>
              </a:r>
              <a:endParaRPr lang="ru-RU" altLang="en-US" sz="1800"/>
            </a:p>
          </p:txBody>
        </p:sp>
        <p:sp>
          <p:nvSpPr>
            <p:cNvPr id="97365" name="Text Box 36">
              <a:extLst>
                <a:ext uri="{FF2B5EF4-FFF2-40B4-BE49-F238E27FC236}">
                  <a16:creationId xmlns:a16="http://schemas.microsoft.com/office/drawing/2014/main" id="{BD4B199A-D1F9-E606-3A3D-283A4655E2C5}"/>
                </a:ext>
              </a:extLst>
            </p:cNvPr>
            <p:cNvSpPr txBox="1">
              <a:spLocks noChangeArrowheads="1"/>
            </p:cNvSpPr>
            <p:nvPr/>
          </p:nvSpPr>
          <p:spPr bwMode="auto">
            <a:xfrm>
              <a:off x="3318" y="1248"/>
              <a:ext cx="4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TI</a:t>
              </a:r>
              <a:endParaRPr lang="ru-RU" altLang="en-US" sz="1800"/>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5">
            <a:extLst>
              <a:ext uri="{FF2B5EF4-FFF2-40B4-BE49-F238E27FC236}">
                <a16:creationId xmlns:a16="http://schemas.microsoft.com/office/drawing/2014/main" id="{7AA7C26B-2DA4-86C3-9A0D-177E8C3E3734}"/>
              </a:ext>
            </a:extLst>
          </p:cNvPr>
          <p:cNvSpPr txBox="1">
            <a:spLocks noChangeArrowheads="1"/>
          </p:cNvSpPr>
          <p:nvPr/>
        </p:nvSpPr>
        <p:spPr bwMode="auto">
          <a:xfrm>
            <a:off x="2005013" y="1328739"/>
            <a:ext cx="80200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D</a:t>
            </a:r>
            <a:r>
              <a:rPr lang="ru-RU" altLang="en-US" sz="2000" dirty="0"/>
              <a:t>ouble-edge-triggered</a:t>
            </a:r>
            <a:r>
              <a:rPr lang="en-US" altLang="en-US" sz="2000" dirty="0"/>
              <a:t> </a:t>
            </a:r>
            <a:r>
              <a:rPr lang="ru-RU" altLang="en-US" sz="2000" dirty="0"/>
              <a:t>(DET) flip-flop</a:t>
            </a:r>
            <a:r>
              <a:rPr lang="en-US" altLang="en-US" sz="2000" dirty="0"/>
              <a:t> </a:t>
            </a:r>
            <a:r>
              <a:rPr lang="ru-RU" altLang="en-US" sz="2000" dirty="0"/>
              <a:t>can receive input </a:t>
            </a:r>
            <a:endParaRPr lang="en-US" altLang="en-US" sz="2000" dirty="0"/>
          </a:p>
          <a:p>
            <a:pPr eaLnBrk="1" hangingPunct="1"/>
            <a:r>
              <a:rPr lang="ru-RU" altLang="en-US" sz="2000" dirty="0"/>
              <a:t>signal at two levels of</a:t>
            </a:r>
            <a:r>
              <a:rPr lang="en-US" altLang="en-US" sz="2000" dirty="0"/>
              <a:t> </a:t>
            </a:r>
            <a:r>
              <a:rPr lang="ru-RU" altLang="en-US" sz="2000" dirty="0"/>
              <a:t>the clock</a:t>
            </a:r>
            <a:r>
              <a:rPr lang="en-US" altLang="en-US" sz="2000" dirty="0"/>
              <a:t>.</a:t>
            </a:r>
          </a:p>
        </p:txBody>
      </p:sp>
      <p:grpSp>
        <p:nvGrpSpPr>
          <p:cNvPr id="98307" name="Group 57">
            <a:extLst>
              <a:ext uri="{FF2B5EF4-FFF2-40B4-BE49-F238E27FC236}">
                <a16:creationId xmlns:a16="http://schemas.microsoft.com/office/drawing/2014/main" id="{8592B544-8B91-986D-B188-86010508E499}"/>
              </a:ext>
            </a:extLst>
          </p:cNvPr>
          <p:cNvGrpSpPr>
            <a:grpSpLocks/>
          </p:cNvGrpSpPr>
          <p:nvPr/>
        </p:nvGrpSpPr>
        <p:grpSpPr bwMode="auto">
          <a:xfrm>
            <a:off x="2347913" y="2205038"/>
            <a:ext cx="4838700" cy="3409950"/>
            <a:chOff x="684478" y="2021823"/>
            <a:chExt cx="6330685" cy="4112277"/>
          </a:xfrm>
        </p:grpSpPr>
        <p:sp>
          <p:nvSpPr>
            <p:cNvPr id="98310" name="Freeform 11">
              <a:extLst>
                <a:ext uri="{FF2B5EF4-FFF2-40B4-BE49-F238E27FC236}">
                  <a16:creationId xmlns:a16="http://schemas.microsoft.com/office/drawing/2014/main" id="{CE0FBFAD-1C39-BBA2-7070-C3A6743F28A8}"/>
                </a:ext>
              </a:extLst>
            </p:cNvPr>
            <p:cNvSpPr>
              <a:spLocks/>
            </p:cNvSpPr>
            <p:nvPr/>
          </p:nvSpPr>
          <p:spPr bwMode="auto">
            <a:xfrm>
              <a:off x="4527550" y="2879725"/>
              <a:ext cx="733425" cy="1588"/>
            </a:xfrm>
            <a:custGeom>
              <a:avLst/>
              <a:gdLst>
                <a:gd name="T0" fmla="*/ 2147483646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222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311" name="Freeform 16">
              <a:extLst>
                <a:ext uri="{FF2B5EF4-FFF2-40B4-BE49-F238E27FC236}">
                  <a16:creationId xmlns:a16="http://schemas.microsoft.com/office/drawing/2014/main" id="{2A4000BA-1CDE-8F48-2B66-1F912CC601EF}"/>
                </a:ext>
              </a:extLst>
            </p:cNvPr>
            <p:cNvSpPr>
              <a:spLocks/>
            </p:cNvSpPr>
            <p:nvPr/>
          </p:nvSpPr>
          <p:spPr bwMode="auto">
            <a:xfrm flipV="1">
              <a:off x="4545013" y="4791075"/>
              <a:ext cx="758825" cy="1588"/>
            </a:xfrm>
            <a:custGeom>
              <a:avLst/>
              <a:gdLst>
                <a:gd name="T0" fmla="*/ 2147483646 w 279"/>
                <a:gd name="T1" fmla="*/ 0 h 1"/>
                <a:gd name="T2" fmla="*/ 0 w 279"/>
                <a:gd name="T3" fmla="*/ 0 h 1"/>
                <a:gd name="T4" fmla="*/ 0 w 279"/>
                <a:gd name="T5" fmla="*/ 0 h 1"/>
                <a:gd name="T6" fmla="*/ 0 60000 65536"/>
                <a:gd name="T7" fmla="*/ 0 60000 65536"/>
                <a:gd name="T8" fmla="*/ 0 60000 65536"/>
                <a:gd name="T9" fmla="*/ 0 w 279"/>
                <a:gd name="T10" fmla="*/ 0 h 1"/>
                <a:gd name="T11" fmla="*/ 279 w 279"/>
                <a:gd name="T12" fmla="*/ 1 h 1"/>
              </a:gdLst>
              <a:ahLst/>
              <a:cxnLst>
                <a:cxn ang="T6">
                  <a:pos x="T0" y="T1"/>
                </a:cxn>
                <a:cxn ang="T7">
                  <a:pos x="T2" y="T3"/>
                </a:cxn>
                <a:cxn ang="T8">
                  <a:pos x="T4" y="T5"/>
                </a:cxn>
              </a:cxnLst>
              <a:rect l="T9" t="T10" r="T11" b="T12"/>
              <a:pathLst>
                <a:path w="279" h="1">
                  <a:moveTo>
                    <a:pt x="279" y="0"/>
                  </a:moveTo>
                  <a:lnTo>
                    <a:pt x="0" y="0"/>
                  </a:lnTo>
                </a:path>
              </a:pathLst>
            </a:custGeom>
            <a:noFill/>
            <a:ln w="2222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10800000"/>
            <a:lstStyle/>
            <a:p>
              <a:endParaRPr lang="en-US"/>
            </a:p>
          </p:txBody>
        </p:sp>
        <p:sp>
          <p:nvSpPr>
            <p:cNvPr id="98312" name="AutoShape 17">
              <a:extLst>
                <a:ext uri="{FF2B5EF4-FFF2-40B4-BE49-F238E27FC236}">
                  <a16:creationId xmlns:a16="http://schemas.microsoft.com/office/drawing/2014/main" id="{58A66D39-78D3-5F11-3171-2C6572694944}"/>
                </a:ext>
              </a:extLst>
            </p:cNvPr>
            <p:cNvSpPr>
              <a:spLocks noChangeArrowheads="1"/>
            </p:cNvSpPr>
            <p:nvPr/>
          </p:nvSpPr>
          <p:spPr bwMode="auto">
            <a:xfrm rot="-5400000">
              <a:off x="5441950" y="3657600"/>
              <a:ext cx="990600" cy="4572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chemeClr val="tx1"/>
              </a:solidFill>
              <a:miter lim="800000"/>
              <a:headEnd/>
              <a:tailEnd/>
            </a:ln>
          </p:spPr>
          <p:txBody>
            <a:bodyPr vert="eaVert" wrap="none" anchor="ctr"/>
            <a:lstStyle/>
            <a:p>
              <a:endParaRPr lang="en-US">
                <a:solidFill>
                  <a:schemeClr val="bg2"/>
                </a:solidFill>
              </a:endParaRPr>
            </a:p>
          </p:txBody>
        </p:sp>
        <p:sp>
          <p:nvSpPr>
            <p:cNvPr id="98313" name="Line 18">
              <a:extLst>
                <a:ext uri="{FF2B5EF4-FFF2-40B4-BE49-F238E27FC236}">
                  <a16:creationId xmlns:a16="http://schemas.microsoft.com/office/drawing/2014/main" id="{AC74842A-7C83-FC61-9F49-AD6084C3F807}"/>
                </a:ext>
              </a:extLst>
            </p:cNvPr>
            <p:cNvSpPr>
              <a:spLocks noChangeShapeType="1"/>
            </p:cNvSpPr>
            <p:nvPr/>
          </p:nvSpPr>
          <p:spPr bwMode="auto">
            <a:xfrm flipV="1">
              <a:off x="1725613" y="2847975"/>
              <a:ext cx="19542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4" name="Line 19">
              <a:extLst>
                <a:ext uri="{FF2B5EF4-FFF2-40B4-BE49-F238E27FC236}">
                  <a16:creationId xmlns:a16="http://schemas.microsoft.com/office/drawing/2014/main" id="{CB749B7F-5993-0DE1-8D70-5FEE34C71340}"/>
                </a:ext>
              </a:extLst>
            </p:cNvPr>
            <p:cNvSpPr>
              <a:spLocks noChangeShapeType="1"/>
            </p:cNvSpPr>
            <p:nvPr/>
          </p:nvSpPr>
          <p:spPr bwMode="auto">
            <a:xfrm>
              <a:off x="3403600" y="2852738"/>
              <a:ext cx="0" cy="196850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8315" name="Line 20">
              <a:extLst>
                <a:ext uri="{FF2B5EF4-FFF2-40B4-BE49-F238E27FC236}">
                  <a16:creationId xmlns:a16="http://schemas.microsoft.com/office/drawing/2014/main" id="{3CA3E915-6B37-EE39-6EF0-2D87FB20FDA2}"/>
                </a:ext>
              </a:extLst>
            </p:cNvPr>
            <p:cNvSpPr>
              <a:spLocks noChangeShapeType="1"/>
            </p:cNvSpPr>
            <p:nvPr/>
          </p:nvSpPr>
          <p:spPr bwMode="auto">
            <a:xfrm>
              <a:off x="3403600" y="4803775"/>
              <a:ext cx="3048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6" name="Line 23">
              <a:extLst>
                <a:ext uri="{FF2B5EF4-FFF2-40B4-BE49-F238E27FC236}">
                  <a16:creationId xmlns:a16="http://schemas.microsoft.com/office/drawing/2014/main" id="{368FAC84-AFBF-4F25-3D66-39B3AF05FCF4}"/>
                </a:ext>
              </a:extLst>
            </p:cNvPr>
            <p:cNvSpPr>
              <a:spLocks noChangeShapeType="1"/>
            </p:cNvSpPr>
            <p:nvPr/>
          </p:nvSpPr>
          <p:spPr bwMode="auto">
            <a:xfrm>
              <a:off x="2470150" y="3362325"/>
              <a:ext cx="0" cy="194310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8317" name="Line 24">
              <a:extLst>
                <a:ext uri="{FF2B5EF4-FFF2-40B4-BE49-F238E27FC236}">
                  <a16:creationId xmlns:a16="http://schemas.microsoft.com/office/drawing/2014/main" id="{56382548-98F4-1072-51E1-70B99634E5F5}"/>
                </a:ext>
              </a:extLst>
            </p:cNvPr>
            <p:cNvSpPr>
              <a:spLocks noChangeShapeType="1"/>
            </p:cNvSpPr>
            <p:nvPr/>
          </p:nvSpPr>
          <p:spPr bwMode="auto">
            <a:xfrm>
              <a:off x="3484563" y="6121400"/>
              <a:ext cx="24828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8" name="Line 26">
              <a:extLst>
                <a:ext uri="{FF2B5EF4-FFF2-40B4-BE49-F238E27FC236}">
                  <a16:creationId xmlns:a16="http://schemas.microsoft.com/office/drawing/2014/main" id="{BFB240DE-C16D-0D51-211C-CD687ABD9F1C}"/>
                </a:ext>
              </a:extLst>
            </p:cNvPr>
            <p:cNvSpPr>
              <a:spLocks noChangeShapeType="1"/>
            </p:cNvSpPr>
            <p:nvPr/>
          </p:nvSpPr>
          <p:spPr bwMode="auto">
            <a:xfrm>
              <a:off x="6180138" y="3876675"/>
              <a:ext cx="6096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9" name="Text Box 27">
              <a:extLst>
                <a:ext uri="{FF2B5EF4-FFF2-40B4-BE49-F238E27FC236}">
                  <a16:creationId xmlns:a16="http://schemas.microsoft.com/office/drawing/2014/main" id="{8AF82562-F67E-6DE4-DA7E-E2DE7F5859E6}"/>
                </a:ext>
              </a:extLst>
            </p:cNvPr>
            <p:cNvSpPr txBox="1">
              <a:spLocks noChangeArrowheads="1"/>
            </p:cNvSpPr>
            <p:nvPr/>
          </p:nvSpPr>
          <p:spPr bwMode="auto">
            <a:xfrm>
              <a:off x="5673423" y="3490220"/>
              <a:ext cx="240932" cy="405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dirty="0">
                  <a:solidFill>
                    <a:schemeClr val="bg2"/>
                  </a:solidFill>
                </a:rPr>
                <a:t>0</a:t>
              </a:r>
              <a:endParaRPr lang="ru-RU" altLang="en-US" sz="1600" dirty="0">
                <a:solidFill>
                  <a:schemeClr val="bg2"/>
                </a:solidFill>
              </a:endParaRPr>
            </a:p>
          </p:txBody>
        </p:sp>
        <p:sp>
          <p:nvSpPr>
            <p:cNvPr id="98320" name="Text Box 28">
              <a:extLst>
                <a:ext uri="{FF2B5EF4-FFF2-40B4-BE49-F238E27FC236}">
                  <a16:creationId xmlns:a16="http://schemas.microsoft.com/office/drawing/2014/main" id="{15E7F7C8-5CAA-45C5-BF93-7E79D75EE3DF}"/>
                </a:ext>
              </a:extLst>
            </p:cNvPr>
            <p:cNvSpPr txBox="1">
              <a:spLocks noChangeArrowheads="1"/>
            </p:cNvSpPr>
            <p:nvPr/>
          </p:nvSpPr>
          <p:spPr bwMode="auto">
            <a:xfrm>
              <a:off x="5673423" y="3955436"/>
              <a:ext cx="240932" cy="405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dirty="0">
                  <a:solidFill>
                    <a:schemeClr val="bg2"/>
                  </a:solidFill>
                </a:rPr>
                <a:t>1</a:t>
              </a:r>
              <a:endParaRPr lang="ru-RU" altLang="en-US" sz="1600" dirty="0">
                <a:solidFill>
                  <a:schemeClr val="bg2"/>
                </a:solidFill>
              </a:endParaRPr>
            </a:p>
          </p:txBody>
        </p:sp>
        <p:sp>
          <p:nvSpPr>
            <p:cNvPr id="98321" name="Line 29">
              <a:extLst>
                <a:ext uri="{FF2B5EF4-FFF2-40B4-BE49-F238E27FC236}">
                  <a16:creationId xmlns:a16="http://schemas.microsoft.com/office/drawing/2014/main" id="{F2CC8F80-BFC3-2B9D-DF4E-A91E00061D17}"/>
                </a:ext>
              </a:extLst>
            </p:cNvPr>
            <p:cNvSpPr>
              <a:spLocks noChangeShapeType="1"/>
            </p:cNvSpPr>
            <p:nvPr/>
          </p:nvSpPr>
          <p:spPr bwMode="auto">
            <a:xfrm>
              <a:off x="5294313" y="2871788"/>
              <a:ext cx="0" cy="7493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2" name="Line 30">
              <a:extLst>
                <a:ext uri="{FF2B5EF4-FFF2-40B4-BE49-F238E27FC236}">
                  <a16:creationId xmlns:a16="http://schemas.microsoft.com/office/drawing/2014/main" id="{E3CCC3A1-AF22-9B6E-BA93-E8112E91474D}"/>
                </a:ext>
              </a:extLst>
            </p:cNvPr>
            <p:cNvSpPr>
              <a:spLocks noChangeShapeType="1"/>
            </p:cNvSpPr>
            <p:nvPr/>
          </p:nvSpPr>
          <p:spPr bwMode="auto">
            <a:xfrm>
              <a:off x="5284788" y="3633788"/>
              <a:ext cx="411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3" name="Line 31">
              <a:extLst>
                <a:ext uri="{FF2B5EF4-FFF2-40B4-BE49-F238E27FC236}">
                  <a16:creationId xmlns:a16="http://schemas.microsoft.com/office/drawing/2014/main" id="{A2E24FE4-3E7E-3302-E253-CF60D74768B6}"/>
                </a:ext>
              </a:extLst>
            </p:cNvPr>
            <p:cNvSpPr>
              <a:spLocks noChangeShapeType="1"/>
            </p:cNvSpPr>
            <p:nvPr/>
          </p:nvSpPr>
          <p:spPr bwMode="auto">
            <a:xfrm>
              <a:off x="5313363" y="4310063"/>
              <a:ext cx="411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4" name="Line 32">
              <a:extLst>
                <a:ext uri="{FF2B5EF4-FFF2-40B4-BE49-F238E27FC236}">
                  <a16:creationId xmlns:a16="http://schemas.microsoft.com/office/drawing/2014/main" id="{D33D07C3-86CA-14C4-A769-4AE60F78738D}"/>
                </a:ext>
              </a:extLst>
            </p:cNvPr>
            <p:cNvSpPr>
              <a:spLocks noChangeShapeType="1"/>
            </p:cNvSpPr>
            <p:nvPr/>
          </p:nvSpPr>
          <p:spPr bwMode="auto">
            <a:xfrm>
              <a:off x="5313363" y="4303713"/>
              <a:ext cx="0" cy="4826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5" name="Line 33">
              <a:extLst>
                <a:ext uri="{FF2B5EF4-FFF2-40B4-BE49-F238E27FC236}">
                  <a16:creationId xmlns:a16="http://schemas.microsoft.com/office/drawing/2014/main" id="{5CF6FBFF-AE32-3537-3921-37CBD7637117}"/>
                </a:ext>
              </a:extLst>
            </p:cNvPr>
            <p:cNvSpPr>
              <a:spLocks noChangeShapeType="1"/>
            </p:cNvSpPr>
            <p:nvPr/>
          </p:nvSpPr>
          <p:spPr bwMode="auto">
            <a:xfrm flipH="1" flipV="1">
              <a:off x="5969000" y="4225925"/>
              <a:ext cx="0" cy="19081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6" name="Text Box 34">
              <a:extLst>
                <a:ext uri="{FF2B5EF4-FFF2-40B4-BE49-F238E27FC236}">
                  <a16:creationId xmlns:a16="http://schemas.microsoft.com/office/drawing/2014/main" id="{DEE05642-0F35-37B4-73C6-40D2EEEB9AE1}"/>
                </a:ext>
              </a:extLst>
            </p:cNvPr>
            <p:cNvSpPr txBox="1">
              <a:spLocks noChangeArrowheads="1"/>
            </p:cNvSpPr>
            <p:nvPr/>
          </p:nvSpPr>
          <p:spPr bwMode="auto">
            <a:xfrm>
              <a:off x="1137263" y="2569361"/>
              <a:ext cx="610637" cy="47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98327" name="Text Box 35">
              <a:extLst>
                <a:ext uri="{FF2B5EF4-FFF2-40B4-BE49-F238E27FC236}">
                  <a16:creationId xmlns:a16="http://schemas.microsoft.com/office/drawing/2014/main" id="{2E119B84-D447-999B-C961-95F5754B1090}"/>
                </a:ext>
              </a:extLst>
            </p:cNvPr>
            <p:cNvSpPr txBox="1">
              <a:spLocks noChangeArrowheads="1"/>
            </p:cNvSpPr>
            <p:nvPr/>
          </p:nvSpPr>
          <p:spPr bwMode="auto">
            <a:xfrm>
              <a:off x="686555" y="3139872"/>
              <a:ext cx="1323047" cy="47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98328" name="Rectangle 41">
              <a:extLst>
                <a:ext uri="{FF2B5EF4-FFF2-40B4-BE49-F238E27FC236}">
                  <a16:creationId xmlns:a16="http://schemas.microsoft.com/office/drawing/2014/main" id="{3B8046B0-0559-1F91-2D09-A0E19018474E}"/>
                </a:ext>
              </a:extLst>
            </p:cNvPr>
            <p:cNvSpPr>
              <a:spLocks noChangeArrowheads="1"/>
            </p:cNvSpPr>
            <p:nvPr/>
          </p:nvSpPr>
          <p:spPr bwMode="auto">
            <a:xfrm>
              <a:off x="3694113" y="2570163"/>
              <a:ext cx="838200" cy="1143000"/>
            </a:xfrm>
            <a:prstGeom prst="rect">
              <a:avLst/>
            </a:prstGeom>
            <a:solidFill>
              <a:schemeClr val="accent1"/>
            </a:solidFill>
            <a:ln w="22225">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98329" name="Text Box 42">
              <a:extLst>
                <a:ext uri="{FF2B5EF4-FFF2-40B4-BE49-F238E27FC236}">
                  <a16:creationId xmlns:a16="http://schemas.microsoft.com/office/drawing/2014/main" id="{82372A19-E861-5835-F037-527BAB5A8038}"/>
                </a:ext>
              </a:extLst>
            </p:cNvPr>
            <p:cNvSpPr txBox="1">
              <a:spLocks noChangeArrowheads="1"/>
            </p:cNvSpPr>
            <p:nvPr/>
          </p:nvSpPr>
          <p:spPr bwMode="auto">
            <a:xfrm>
              <a:off x="3779203" y="2645940"/>
              <a:ext cx="598175" cy="47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D</a:t>
              </a:r>
              <a:endParaRPr lang="ru-RU" altLang="en-US" sz="2000" dirty="0">
                <a:solidFill>
                  <a:schemeClr val="bg2"/>
                </a:solidFill>
              </a:endParaRPr>
            </a:p>
          </p:txBody>
        </p:sp>
        <p:sp>
          <p:nvSpPr>
            <p:cNvPr id="98330" name="Text Box 43">
              <a:extLst>
                <a:ext uri="{FF2B5EF4-FFF2-40B4-BE49-F238E27FC236}">
                  <a16:creationId xmlns:a16="http://schemas.microsoft.com/office/drawing/2014/main" id="{0EC9DCF2-7808-4834-4387-DBCDFB3C6065}"/>
                </a:ext>
              </a:extLst>
            </p:cNvPr>
            <p:cNvSpPr txBox="1">
              <a:spLocks noChangeArrowheads="1"/>
            </p:cNvSpPr>
            <p:nvPr/>
          </p:nvSpPr>
          <p:spPr bwMode="auto">
            <a:xfrm>
              <a:off x="3779203" y="3174333"/>
              <a:ext cx="598175" cy="47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C</a:t>
              </a:r>
              <a:endParaRPr lang="ru-RU" altLang="en-US" sz="2000" dirty="0">
                <a:solidFill>
                  <a:schemeClr val="bg2"/>
                </a:solidFill>
              </a:endParaRPr>
            </a:p>
          </p:txBody>
        </p:sp>
        <p:sp>
          <p:nvSpPr>
            <p:cNvPr id="98331" name="AutoShape 44">
              <a:extLst>
                <a:ext uri="{FF2B5EF4-FFF2-40B4-BE49-F238E27FC236}">
                  <a16:creationId xmlns:a16="http://schemas.microsoft.com/office/drawing/2014/main" id="{47AC6964-6969-58C8-567D-735B986B67B7}"/>
                </a:ext>
              </a:extLst>
            </p:cNvPr>
            <p:cNvSpPr>
              <a:spLocks noChangeArrowheads="1"/>
            </p:cNvSpPr>
            <p:nvPr/>
          </p:nvSpPr>
          <p:spPr bwMode="auto">
            <a:xfrm rot="5400000">
              <a:off x="3641725" y="3306763"/>
              <a:ext cx="230187" cy="122238"/>
            </a:xfrm>
            <a:prstGeom prst="triangle">
              <a:avLst>
                <a:gd name="adj" fmla="val 50000"/>
              </a:avLst>
            </a:prstGeom>
            <a:noFill/>
            <a:ln w="222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8332" name="Rectangle 45">
              <a:extLst>
                <a:ext uri="{FF2B5EF4-FFF2-40B4-BE49-F238E27FC236}">
                  <a16:creationId xmlns:a16="http://schemas.microsoft.com/office/drawing/2014/main" id="{B5F229A4-EC51-5C19-899F-F0CEB3EDD43D}"/>
                </a:ext>
              </a:extLst>
            </p:cNvPr>
            <p:cNvSpPr>
              <a:spLocks noChangeArrowheads="1"/>
            </p:cNvSpPr>
            <p:nvPr/>
          </p:nvSpPr>
          <p:spPr bwMode="auto">
            <a:xfrm>
              <a:off x="3708400" y="4510088"/>
              <a:ext cx="838200" cy="1143000"/>
            </a:xfrm>
            <a:prstGeom prst="rect">
              <a:avLst/>
            </a:prstGeom>
            <a:solidFill>
              <a:schemeClr val="accent1"/>
            </a:solidFill>
            <a:ln w="22225">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98333" name="Text Box 46">
              <a:extLst>
                <a:ext uri="{FF2B5EF4-FFF2-40B4-BE49-F238E27FC236}">
                  <a16:creationId xmlns:a16="http://schemas.microsoft.com/office/drawing/2014/main" id="{EEAABD2A-263B-84B3-D3C7-8B855FCBAA5E}"/>
                </a:ext>
              </a:extLst>
            </p:cNvPr>
            <p:cNvSpPr txBox="1">
              <a:spLocks noChangeArrowheads="1"/>
            </p:cNvSpPr>
            <p:nvPr/>
          </p:nvSpPr>
          <p:spPr bwMode="auto">
            <a:xfrm>
              <a:off x="3764664" y="4587210"/>
              <a:ext cx="598175" cy="47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D</a:t>
              </a:r>
              <a:endParaRPr lang="ru-RU" altLang="en-US" sz="2000" dirty="0">
                <a:solidFill>
                  <a:schemeClr val="bg2"/>
                </a:solidFill>
              </a:endParaRPr>
            </a:p>
          </p:txBody>
        </p:sp>
        <p:sp>
          <p:nvSpPr>
            <p:cNvPr id="98334" name="Text Box 47">
              <a:extLst>
                <a:ext uri="{FF2B5EF4-FFF2-40B4-BE49-F238E27FC236}">
                  <a16:creationId xmlns:a16="http://schemas.microsoft.com/office/drawing/2014/main" id="{DA6FB93E-43BF-7E63-C3A9-A741688B8691}"/>
                </a:ext>
              </a:extLst>
            </p:cNvPr>
            <p:cNvSpPr txBox="1">
              <a:spLocks noChangeArrowheads="1"/>
            </p:cNvSpPr>
            <p:nvPr/>
          </p:nvSpPr>
          <p:spPr bwMode="auto">
            <a:xfrm>
              <a:off x="3793742" y="5113689"/>
              <a:ext cx="598175" cy="47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2"/>
                  </a:solidFill>
                </a:rPr>
                <a:t>C</a:t>
              </a:r>
              <a:endParaRPr lang="ru-RU" altLang="en-US" sz="2000" dirty="0">
                <a:solidFill>
                  <a:schemeClr val="bg2"/>
                </a:solidFill>
              </a:endParaRPr>
            </a:p>
          </p:txBody>
        </p:sp>
        <p:sp>
          <p:nvSpPr>
            <p:cNvPr id="98335" name="AutoShape 48">
              <a:extLst>
                <a:ext uri="{FF2B5EF4-FFF2-40B4-BE49-F238E27FC236}">
                  <a16:creationId xmlns:a16="http://schemas.microsoft.com/office/drawing/2014/main" id="{F438BEC1-7E02-0C78-4453-A3816D8EF43D}"/>
                </a:ext>
              </a:extLst>
            </p:cNvPr>
            <p:cNvSpPr>
              <a:spLocks noChangeArrowheads="1"/>
            </p:cNvSpPr>
            <p:nvPr/>
          </p:nvSpPr>
          <p:spPr bwMode="auto">
            <a:xfrm rot="5400000">
              <a:off x="3656013" y="5246688"/>
              <a:ext cx="230187" cy="122237"/>
            </a:xfrm>
            <a:prstGeom prst="triangle">
              <a:avLst>
                <a:gd name="adj" fmla="val 50000"/>
              </a:avLst>
            </a:prstGeom>
            <a:solidFill>
              <a:schemeClr val="accent1"/>
            </a:solidFill>
            <a:ln w="22225" algn="ctr">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8336" name="Line 49">
              <a:extLst>
                <a:ext uri="{FF2B5EF4-FFF2-40B4-BE49-F238E27FC236}">
                  <a16:creationId xmlns:a16="http://schemas.microsoft.com/office/drawing/2014/main" id="{D4146685-588D-D6A2-385A-DFF394E30EB8}"/>
                </a:ext>
              </a:extLst>
            </p:cNvPr>
            <p:cNvSpPr>
              <a:spLocks noChangeShapeType="1"/>
            </p:cNvSpPr>
            <p:nvPr/>
          </p:nvSpPr>
          <p:spPr bwMode="auto">
            <a:xfrm>
              <a:off x="1746250" y="3362325"/>
              <a:ext cx="19224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37" name="Line 50">
              <a:extLst>
                <a:ext uri="{FF2B5EF4-FFF2-40B4-BE49-F238E27FC236}">
                  <a16:creationId xmlns:a16="http://schemas.microsoft.com/office/drawing/2014/main" id="{4635DD7C-E576-51B1-3DED-0614B94E3992}"/>
                </a:ext>
              </a:extLst>
            </p:cNvPr>
            <p:cNvSpPr>
              <a:spLocks noChangeShapeType="1"/>
            </p:cNvSpPr>
            <p:nvPr/>
          </p:nvSpPr>
          <p:spPr bwMode="auto">
            <a:xfrm>
              <a:off x="3319463" y="5305425"/>
              <a:ext cx="3952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38" name="Oval 53">
              <a:extLst>
                <a:ext uri="{FF2B5EF4-FFF2-40B4-BE49-F238E27FC236}">
                  <a16:creationId xmlns:a16="http://schemas.microsoft.com/office/drawing/2014/main" id="{8FBB8B8F-BC1B-90FD-8E6B-2A5FA1741F58}"/>
                </a:ext>
              </a:extLst>
            </p:cNvPr>
            <p:cNvSpPr>
              <a:spLocks noChangeArrowheads="1"/>
            </p:cNvSpPr>
            <p:nvPr/>
          </p:nvSpPr>
          <p:spPr bwMode="auto">
            <a:xfrm>
              <a:off x="4038600" y="2411413"/>
              <a:ext cx="158750" cy="158750"/>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8339" name="Oval 54">
              <a:extLst>
                <a:ext uri="{FF2B5EF4-FFF2-40B4-BE49-F238E27FC236}">
                  <a16:creationId xmlns:a16="http://schemas.microsoft.com/office/drawing/2014/main" id="{C102903C-6FA4-20AF-1798-325B6ACC06E2}"/>
                </a:ext>
              </a:extLst>
            </p:cNvPr>
            <p:cNvSpPr>
              <a:spLocks noChangeArrowheads="1"/>
            </p:cNvSpPr>
            <p:nvPr/>
          </p:nvSpPr>
          <p:spPr bwMode="auto">
            <a:xfrm>
              <a:off x="4025900" y="3721100"/>
              <a:ext cx="158750" cy="158750"/>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8340" name="Oval 55">
              <a:extLst>
                <a:ext uri="{FF2B5EF4-FFF2-40B4-BE49-F238E27FC236}">
                  <a16:creationId xmlns:a16="http://schemas.microsoft.com/office/drawing/2014/main" id="{6884F0B4-5A7C-ADFE-D84D-C9B7D8EFA457}"/>
                </a:ext>
              </a:extLst>
            </p:cNvPr>
            <p:cNvSpPr>
              <a:spLocks noChangeArrowheads="1"/>
            </p:cNvSpPr>
            <p:nvPr/>
          </p:nvSpPr>
          <p:spPr bwMode="auto">
            <a:xfrm>
              <a:off x="4010025" y="4337050"/>
              <a:ext cx="158750" cy="158750"/>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8341" name="Oval 56">
              <a:extLst>
                <a:ext uri="{FF2B5EF4-FFF2-40B4-BE49-F238E27FC236}">
                  <a16:creationId xmlns:a16="http://schemas.microsoft.com/office/drawing/2014/main" id="{C7EDDD44-2572-A87A-9A31-7CD7E6465801}"/>
                </a:ext>
              </a:extLst>
            </p:cNvPr>
            <p:cNvSpPr>
              <a:spLocks noChangeArrowheads="1"/>
            </p:cNvSpPr>
            <p:nvPr/>
          </p:nvSpPr>
          <p:spPr bwMode="auto">
            <a:xfrm>
              <a:off x="4054475" y="5662613"/>
              <a:ext cx="158750" cy="158750"/>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8342" name="Line 57">
              <a:extLst>
                <a:ext uri="{FF2B5EF4-FFF2-40B4-BE49-F238E27FC236}">
                  <a16:creationId xmlns:a16="http://schemas.microsoft.com/office/drawing/2014/main" id="{8D7776B9-FB1E-5AE7-32F8-164E9A258D5A}"/>
                </a:ext>
              </a:extLst>
            </p:cNvPr>
            <p:cNvSpPr>
              <a:spLocks noChangeShapeType="1"/>
            </p:cNvSpPr>
            <p:nvPr/>
          </p:nvSpPr>
          <p:spPr bwMode="auto">
            <a:xfrm>
              <a:off x="4109800" y="3879851"/>
              <a:ext cx="0" cy="1444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43" name="Line 58">
              <a:extLst>
                <a:ext uri="{FF2B5EF4-FFF2-40B4-BE49-F238E27FC236}">
                  <a16:creationId xmlns:a16="http://schemas.microsoft.com/office/drawing/2014/main" id="{AAA3E45F-ABC2-DCB5-51A2-7C0E0E61B347}"/>
                </a:ext>
              </a:extLst>
            </p:cNvPr>
            <p:cNvSpPr>
              <a:spLocks noChangeShapeType="1"/>
            </p:cNvSpPr>
            <p:nvPr/>
          </p:nvSpPr>
          <p:spPr bwMode="auto">
            <a:xfrm>
              <a:off x="4097338" y="4184650"/>
              <a:ext cx="0" cy="1444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44" name="Line 59">
              <a:extLst>
                <a:ext uri="{FF2B5EF4-FFF2-40B4-BE49-F238E27FC236}">
                  <a16:creationId xmlns:a16="http://schemas.microsoft.com/office/drawing/2014/main" id="{779590E8-A695-78FD-1968-3BB0E45B1F82}"/>
                </a:ext>
              </a:extLst>
            </p:cNvPr>
            <p:cNvSpPr>
              <a:spLocks noChangeShapeType="1"/>
            </p:cNvSpPr>
            <p:nvPr/>
          </p:nvSpPr>
          <p:spPr bwMode="auto">
            <a:xfrm flipH="1">
              <a:off x="4125913" y="5822950"/>
              <a:ext cx="0" cy="1301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45" name="Line 60">
              <a:extLst>
                <a:ext uri="{FF2B5EF4-FFF2-40B4-BE49-F238E27FC236}">
                  <a16:creationId xmlns:a16="http://schemas.microsoft.com/office/drawing/2014/main" id="{ED2685E6-C632-7564-CF46-1F57F4B9976B}"/>
                </a:ext>
              </a:extLst>
            </p:cNvPr>
            <p:cNvSpPr>
              <a:spLocks noChangeShapeType="1"/>
            </p:cNvSpPr>
            <p:nvPr/>
          </p:nvSpPr>
          <p:spPr bwMode="auto">
            <a:xfrm>
              <a:off x="4111625" y="2238375"/>
              <a:ext cx="0" cy="1793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46" name="Line 61">
              <a:extLst>
                <a:ext uri="{FF2B5EF4-FFF2-40B4-BE49-F238E27FC236}">
                  <a16:creationId xmlns:a16="http://schemas.microsoft.com/office/drawing/2014/main" id="{F3E7BEB4-AFDE-8B27-4A2D-4692E8B6D0C9}"/>
                </a:ext>
              </a:extLst>
            </p:cNvPr>
            <p:cNvSpPr>
              <a:spLocks noChangeShapeType="1"/>
            </p:cNvSpPr>
            <p:nvPr/>
          </p:nvSpPr>
          <p:spPr bwMode="auto">
            <a:xfrm>
              <a:off x="1695450" y="2238375"/>
              <a:ext cx="24145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8347" name="Group 65">
              <a:extLst>
                <a:ext uri="{FF2B5EF4-FFF2-40B4-BE49-F238E27FC236}">
                  <a16:creationId xmlns:a16="http://schemas.microsoft.com/office/drawing/2014/main" id="{80D8C74C-D086-CE16-A55B-7290A430F9B0}"/>
                </a:ext>
              </a:extLst>
            </p:cNvPr>
            <p:cNvGrpSpPr>
              <a:grpSpLocks/>
            </p:cNvGrpSpPr>
            <p:nvPr/>
          </p:nvGrpSpPr>
          <p:grpSpPr bwMode="auto">
            <a:xfrm>
              <a:off x="2771775" y="5046663"/>
              <a:ext cx="534988" cy="517525"/>
              <a:chOff x="894" y="2432"/>
              <a:chExt cx="337" cy="326"/>
            </a:xfrm>
          </p:grpSpPr>
          <p:sp>
            <p:nvSpPr>
              <p:cNvPr id="98358" name="AutoShape 66">
                <a:extLst>
                  <a:ext uri="{FF2B5EF4-FFF2-40B4-BE49-F238E27FC236}">
                    <a16:creationId xmlns:a16="http://schemas.microsoft.com/office/drawing/2014/main" id="{FA4187C1-854A-1F4A-0872-91C22B6F57E4}"/>
                  </a:ext>
                </a:extLst>
              </p:cNvPr>
              <p:cNvSpPr>
                <a:spLocks noChangeArrowheads="1"/>
              </p:cNvSpPr>
              <p:nvPr/>
            </p:nvSpPr>
            <p:spPr bwMode="auto">
              <a:xfrm rot="5400000">
                <a:off x="860" y="2466"/>
                <a:ext cx="326" cy="258"/>
              </a:xfrm>
              <a:prstGeom prst="triangle">
                <a:avLst>
                  <a:gd name="adj" fmla="val 50000"/>
                </a:avLst>
              </a:prstGeom>
              <a:solidFill>
                <a:schemeClr val="accent1"/>
              </a:solidFill>
              <a:ln w="22225">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8359" name="Oval 67">
                <a:extLst>
                  <a:ext uri="{FF2B5EF4-FFF2-40B4-BE49-F238E27FC236}">
                    <a16:creationId xmlns:a16="http://schemas.microsoft.com/office/drawing/2014/main" id="{603F2498-160D-B604-5705-36B7C73DDEBF}"/>
                  </a:ext>
                </a:extLst>
              </p:cNvPr>
              <p:cNvSpPr>
                <a:spLocks noChangeArrowheads="1"/>
              </p:cNvSpPr>
              <p:nvPr/>
            </p:nvSpPr>
            <p:spPr bwMode="auto">
              <a:xfrm>
                <a:off x="1154" y="2558"/>
                <a:ext cx="77" cy="77"/>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sp>
          <p:nvSpPr>
            <p:cNvPr id="98348" name="Line 68">
              <a:extLst>
                <a:ext uri="{FF2B5EF4-FFF2-40B4-BE49-F238E27FC236}">
                  <a16:creationId xmlns:a16="http://schemas.microsoft.com/office/drawing/2014/main" id="{61F68F7E-FE2F-61A4-4582-268D8E359504}"/>
                </a:ext>
              </a:extLst>
            </p:cNvPr>
            <p:cNvSpPr>
              <a:spLocks noChangeShapeType="1"/>
            </p:cNvSpPr>
            <p:nvPr/>
          </p:nvSpPr>
          <p:spPr bwMode="auto">
            <a:xfrm>
              <a:off x="2460625" y="5311775"/>
              <a:ext cx="2873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49" name="Line 69">
              <a:extLst>
                <a:ext uri="{FF2B5EF4-FFF2-40B4-BE49-F238E27FC236}">
                  <a16:creationId xmlns:a16="http://schemas.microsoft.com/office/drawing/2014/main" id="{058FC522-F9A4-CCFB-3F1C-2B126010786E}"/>
                </a:ext>
              </a:extLst>
            </p:cNvPr>
            <p:cNvSpPr>
              <a:spLocks noChangeShapeType="1"/>
            </p:cNvSpPr>
            <p:nvPr/>
          </p:nvSpPr>
          <p:spPr bwMode="auto">
            <a:xfrm flipV="1">
              <a:off x="3478213" y="5305425"/>
              <a:ext cx="0" cy="827088"/>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8350" name="Line 70">
              <a:extLst>
                <a:ext uri="{FF2B5EF4-FFF2-40B4-BE49-F238E27FC236}">
                  <a16:creationId xmlns:a16="http://schemas.microsoft.com/office/drawing/2014/main" id="{4867D914-AA0A-1485-207D-EC1E6C6AA130}"/>
                </a:ext>
              </a:extLst>
            </p:cNvPr>
            <p:cNvSpPr>
              <a:spLocks noChangeShapeType="1"/>
            </p:cNvSpPr>
            <p:nvPr/>
          </p:nvSpPr>
          <p:spPr bwMode="auto">
            <a:xfrm flipH="1">
              <a:off x="2181225" y="5953125"/>
              <a:ext cx="19446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51" name="Line 71">
              <a:extLst>
                <a:ext uri="{FF2B5EF4-FFF2-40B4-BE49-F238E27FC236}">
                  <a16:creationId xmlns:a16="http://schemas.microsoft.com/office/drawing/2014/main" id="{5DBE2E86-80AB-035A-4E45-58F195269968}"/>
                </a:ext>
              </a:extLst>
            </p:cNvPr>
            <p:cNvSpPr>
              <a:spLocks noChangeShapeType="1"/>
            </p:cNvSpPr>
            <p:nvPr/>
          </p:nvSpPr>
          <p:spPr bwMode="auto">
            <a:xfrm flipH="1">
              <a:off x="1738313" y="4027113"/>
              <a:ext cx="23749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52" name="Line 72">
              <a:extLst>
                <a:ext uri="{FF2B5EF4-FFF2-40B4-BE49-F238E27FC236}">
                  <a16:creationId xmlns:a16="http://schemas.microsoft.com/office/drawing/2014/main" id="{7C9384C6-803D-6911-E487-B92CACD6ECED}"/>
                </a:ext>
              </a:extLst>
            </p:cNvPr>
            <p:cNvSpPr>
              <a:spLocks noChangeShapeType="1"/>
            </p:cNvSpPr>
            <p:nvPr/>
          </p:nvSpPr>
          <p:spPr bwMode="auto">
            <a:xfrm flipV="1">
              <a:off x="2181225" y="4038600"/>
              <a:ext cx="0" cy="190817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8353" name="Line 73">
              <a:extLst>
                <a:ext uri="{FF2B5EF4-FFF2-40B4-BE49-F238E27FC236}">
                  <a16:creationId xmlns:a16="http://schemas.microsoft.com/office/drawing/2014/main" id="{0FBB8899-0ADF-1358-3BB9-5FA5B7488950}"/>
                </a:ext>
              </a:extLst>
            </p:cNvPr>
            <p:cNvSpPr>
              <a:spLocks noChangeShapeType="1"/>
            </p:cNvSpPr>
            <p:nvPr/>
          </p:nvSpPr>
          <p:spPr bwMode="auto">
            <a:xfrm>
              <a:off x="2930526" y="4208836"/>
              <a:ext cx="115252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54" name="Line 74">
              <a:extLst>
                <a:ext uri="{FF2B5EF4-FFF2-40B4-BE49-F238E27FC236}">
                  <a16:creationId xmlns:a16="http://schemas.microsoft.com/office/drawing/2014/main" id="{8362B772-38F7-F155-3EF6-CC7DAA306201}"/>
                </a:ext>
              </a:extLst>
            </p:cNvPr>
            <p:cNvSpPr>
              <a:spLocks noChangeShapeType="1"/>
            </p:cNvSpPr>
            <p:nvPr/>
          </p:nvSpPr>
          <p:spPr bwMode="auto">
            <a:xfrm flipV="1">
              <a:off x="2930525" y="2238375"/>
              <a:ext cx="0" cy="1979613"/>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8355" name="Text Box 75">
              <a:extLst>
                <a:ext uri="{FF2B5EF4-FFF2-40B4-BE49-F238E27FC236}">
                  <a16:creationId xmlns:a16="http://schemas.microsoft.com/office/drawing/2014/main" id="{1658FE0E-E254-C79E-151E-5F61049BA791}"/>
                </a:ext>
              </a:extLst>
            </p:cNvPr>
            <p:cNvSpPr txBox="1">
              <a:spLocks noChangeArrowheads="1"/>
            </p:cNvSpPr>
            <p:nvPr/>
          </p:nvSpPr>
          <p:spPr bwMode="auto">
            <a:xfrm>
              <a:off x="927487" y="2021823"/>
              <a:ext cx="880646" cy="47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Set</a:t>
              </a:r>
              <a:endParaRPr lang="ru-RU" altLang="en-US" sz="2000"/>
            </a:p>
          </p:txBody>
        </p:sp>
        <p:sp>
          <p:nvSpPr>
            <p:cNvPr id="98356" name="Text Box 76">
              <a:extLst>
                <a:ext uri="{FF2B5EF4-FFF2-40B4-BE49-F238E27FC236}">
                  <a16:creationId xmlns:a16="http://schemas.microsoft.com/office/drawing/2014/main" id="{0B057253-F0DD-EAE7-5187-A3550F7BCA97}"/>
                </a:ext>
              </a:extLst>
            </p:cNvPr>
            <p:cNvSpPr txBox="1">
              <a:spLocks noChangeArrowheads="1"/>
            </p:cNvSpPr>
            <p:nvPr/>
          </p:nvSpPr>
          <p:spPr bwMode="auto">
            <a:xfrm>
              <a:off x="684478" y="3817594"/>
              <a:ext cx="1503745" cy="47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Reset</a:t>
              </a:r>
              <a:endParaRPr lang="ru-RU" altLang="en-US" sz="2000"/>
            </a:p>
          </p:txBody>
        </p:sp>
        <p:sp>
          <p:nvSpPr>
            <p:cNvPr id="98357" name="Text Box 77">
              <a:extLst>
                <a:ext uri="{FF2B5EF4-FFF2-40B4-BE49-F238E27FC236}">
                  <a16:creationId xmlns:a16="http://schemas.microsoft.com/office/drawing/2014/main" id="{3747660F-EE3E-49DD-E17D-A487F7E6BA47}"/>
                </a:ext>
              </a:extLst>
            </p:cNvPr>
            <p:cNvSpPr txBox="1">
              <a:spLocks noChangeArrowheads="1"/>
            </p:cNvSpPr>
            <p:nvPr/>
          </p:nvSpPr>
          <p:spPr bwMode="auto">
            <a:xfrm>
              <a:off x="6404526" y="3434700"/>
              <a:ext cx="610637" cy="55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Q</a:t>
              </a:r>
              <a:endParaRPr lang="ru-RU" altLang="en-US"/>
            </a:p>
          </p:txBody>
        </p:sp>
      </p:grpSp>
      <p:sp>
        <p:nvSpPr>
          <p:cNvPr id="98308" name="Text Box 79">
            <a:extLst>
              <a:ext uri="{FF2B5EF4-FFF2-40B4-BE49-F238E27FC236}">
                <a16:creationId xmlns:a16="http://schemas.microsoft.com/office/drawing/2014/main" id="{A899D6AF-E49D-EB88-C8BE-59B372A9BDBA}"/>
              </a:ext>
            </a:extLst>
          </p:cNvPr>
          <p:cNvSpPr txBox="1">
            <a:spLocks noChangeArrowheads="1"/>
          </p:cNvSpPr>
          <p:nvPr/>
        </p:nvSpPr>
        <p:spPr bwMode="auto">
          <a:xfrm>
            <a:off x="6388101" y="2460626"/>
            <a:ext cx="36163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D flip-flop based on two single-edge-triggered flip-flops</a:t>
            </a:r>
            <a:endParaRPr lang="ru-RU" altLang="en-US" sz="2000"/>
          </a:p>
        </p:txBody>
      </p:sp>
      <p:sp>
        <p:nvSpPr>
          <p:cNvPr id="8" name="Title 7">
            <a:extLst>
              <a:ext uri="{FF2B5EF4-FFF2-40B4-BE49-F238E27FC236}">
                <a16:creationId xmlns:a16="http://schemas.microsoft.com/office/drawing/2014/main" id="{F7B07B8A-DA4C-6884-76D3-8886A974DE27}"/>
              </a:ext>
            </a:extLst>
          </p:cNvPr>
          <p:cNvSpPr>
            <a:spLocks noGrp="1"/>
          </p:cNvSpPr>
          <p:nvPr>
            <p:ph type="title"/>
          </p:nvPr>
        </p:nvSpPr>
        <p:spPr/>
        <p:txBody>
          <a:bodyPr>
            <a:normAutofit/>
          </a:bodyPr>
          <a:lstStyle/>
          <a:p>
            <a:r>
              <a:rPr lang="en-US" dirty="0"/>
              <a:t>Double-Edge-Triggered Flip-Flops</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Group 4">
            <a:extLst>
              <a:ext uri="{FF2B5EF4-FFF2-40B4-BE49-F238E27FC236}">
                <a16:creationId xmlns:a16="http://schemas.microsoft.com/office/drawing/2014/main" id="{9C844966-0FEC-DDC6-5829-E1D8B5800C5E}"/>
              </a:ext>
            </a:extLst>
          </p:cNvPr>
          <p:cNvGrpSpPr>
            <a:grpSpLocks/>
          </p:cNvGrpSpPr>
          <p:nvPr/>
        </p:nvGrpSpPr>
        <p:grpSpPr bwMode="auto">
          <a:xfrm>
            <a:off x="3194050" y="1662113"/>
            <a:ext cx="6026150" cy="3594100"/>
            <a:chOff x="193" y="1398"/>
            <a:chExt cx="3796" cy="2264"/>
          </a:xfrm>
        </p:grpSpPr>
        <p:sp>
          <p:nvSpPr>
            <p:cNvPr id="100356" name="Line 26">
              <a:extLst>
                <a:ext uri="{FF2B5EF4-FFF2-40B4-BE49-F238E27FC236}">
                  <a16:creationId xmlns:a16="http://schemas.microsoft.com/office/drawing/2014/main" id="{A6A16A45-67BD-F995-920F-90C6A70E5AF1}"/>
                </a:ext>
              </a:extLst>
            </p:cNvPr>
            <p:cNvSpPr>
              <a:spLocks noChangeShapeType="1"/>
            </p:cNvSpPr>
            <p:nvPr/>
          </p:nvSpPr>
          <p:spPr bwMode="auto">
            <a:xfrm flipH="1">
              <a:off x="2493" y="2586"/>
              <a:ext cx="4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57" name="AutoShape 6">
              <a:extLst>
                <a:ext uri="{FF2B5EF4-FFF2-40B4-BE49-F238E27FC236}">
                  <a16:creationId xmlns:a16="http://schemas.microsoft.com/office/drawing/2014/main" id="{A9F67977-4860-EAE1-B94B-11252C129467}"/>
                </a:ext>
              </a:extLst>
            </p:cNvPr>
            <p:cNvSpPr>
              <a:spLocks noChangeArrowheads="1"/>
            </p:cNvSpPr>
            <p:nvPr/>
          </p:nvSpPr>
          <p:spPr bwMode="auto">
            <a:xfrm rot="-5400000">
              <a:off x="1188" y="1710"/>
              <a:ext cx="624"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chemeClr val="tx1"/>
              </a:solidFill>
              <a:miter lim="800000"/>
              <a:headEnd/>
              <a:tailEnd/>
            </a:ln>
          </p:spPr>
          <p:txBody>
            <a:bodyPr vert="eaVert" wrap="none" anchor="ctr"/>
            <a:lstStyle/>
            <a:p>
              <a:endParaRPr lang="en-US"/>
            </a:p>
          </p:txBody>
        </p:sp>
        <p:sp>
          <p:nvSpPr>
            <p:cNvPr id="100358" name="Text Box 7">
              <a:extLst>
                <a:ext uri="{FF2B5EF4-FFF2-40B4-BE49-F238E27FC236}">
                  <a16:creationId xmlns:a16="http://schemas.microsoft.com/office/drawing/2014/main" id="{B8C19C35-B404-97DC-43CA-718D2FBDDC7C}"/>
                </a:ext>
              </a:extLst>
            </p:cNvPr>
            <p:cNvSpPr txBox="1">
              <a:spLocks noChangeArrowheads="1"/>
            </p:cNvSpPr>
            <p:nvPr/>
          </p:nvSpPr>
          <p:spPr bwMode="auto">
            <a:xfrm>
              <a:off x="1348" y="159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0</a:t>
              </a:r>
              <a:endParaRPr lang="ru-RU" altLang="en-US" sz="1800" b="1" dirty="0">
                <a:solidFill>
                  <a:schemeClr val="bg2"/>
                </a:solidFill>
              </a:endParaRPr>
            </a:p>
          </p:txBody>
        </p:sp>
        <p:sp>
          <p:nvSpPr>
            <p:cNvPr id="100359" name="Text Box 8">
              <a:extLst>
                <a:ext uri="{FF2B5EF4-FFF2-40B4-BE49-F238E27FC236}">
                  <a16:creationId xmlns:a16="http://schemas.microsoft.com/office/drawing/2014/main" id="{23985C80-CBF8-C2B6-FED9-E36250244875}"/>
                </a:ext>
              </a:extLst>
            </p:cNvPr>
            <p:cNvSpPr txBox="1">
              <a:spLocks noChangeArrowheads="1"/>
            </p:cNvSpPr>
            <p:nvPr/>
          </p:nvSpPr>
          <p:spPr bwMode="auto">
            <a:xfrm>
              <a:off x="1340" y="1878"/>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1</a:t>
              </a:r>
              <a:endParaRPr lang="ru-RU" altLang="en-US" sz="1800" b="1" dirty="0">
                <a:solidFill>
                  <a:schemeClr val="bg2"/>
                </a:solidFill>
              </a:endParaRPr>
            </a:p>
          </p:txBody>
        </p:sp>
        <p:sp>
          <p:nvSpPr>
            <p:cNvPr id="100360" name="Line 9">
              <a:extLst>
                <a:ext uri="{FF2B5EF4-FFF2-40B4-BE49-F238E27FC236}">
                  <a16:creationId xmlns:a16="http://schemas.microsoft.com/office/drawing/2014/main" id="{EF805F01-5DFA-05E2-77EB-49795E900C68}"/>
                </a:ext>
              </a:extLst>
            </p:cNvPr>
            <p:cNvSpPr>
              <a:spLocks noChangeShapeType="1"/>
            </p:cNvSpPr>
            <p:nvPr/>
          </p:nvSpPr>
          <p:spPr bwMode="auto">
            <a:xfrm>
              <a:off x="1644" y="1830"/>
              <a:ext cx="1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1" name="Line 10">
              <a:extLst>
                <a:ext uri="{FF2B5EF4-FFF2-40B4-BE49-F238E27FC236}">
                  <a16:creationId xmlns:a16="http://schemas.microsoft.com/office/drawing/2014/main" id="{ACBA1BAF-3BB8-D30F-03D4-FB3986564555}"/>
                </a:ext>
              </a:extLst>
            </p:cNvPr>
            <p:cNvSpPr>
              <a:spLocks noChangeShapeType="1"/>
            </p:cNvSpPr>
            <p:nvPr/>
          </p:nvSpPr>
          <p:spPr bwMode="auto">
            <a:xfrm flipV="1">
              <a:off x="1500" y="2086"/>
              <a:ext cx="0" cy="27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2" name="Line 11">
              <a:extLst>
                <a:ext uri="{FF2B5EF4-FFF2-40B4-BE49-F238E27FC236}">
                  <a16:creationId xmlns:a16="http://schemas.microsoft.com/office/drawing/2014/main" id="{6D7A38D8-3588-7044-5F16-2413EE1D1CB4}"/>
                </a:ext>
              </a:extLst>
            </p:cNvPr>
            <p:cNvSpPr>
              <a:spLocks noChangeShapeType="1"/>
            </p:cNvSpPr>
            <p:nvPr/>
          </p:nvSpPr>
          <p:spPr bwMode="auto">
            <a:xfrm flipV="1">
              <a:off x="1836" y="1398"/>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3" name="Line 12">
              <a:extLst>
                <a:ext uri="{FF2B5EF4-FFF2-40B4-BE49-F238E27FC236}">
                  <a16:creationId xmlns:a16="http://schemas.microsoft.com/office/drawing/2014/main" id="{B08B696D-7D99-77E0-E1B6-DD44BB020393}"/>
                </a:ext>
              </a:extLst>
            </p:cNvPr>
            <p:cNvSpPr>
              <a:spLocks noChangeShapeType="1"/>
            </p:cNvSpPr>
            <p:nvPr/>
          </p:nvSpPr>
          <p:spPr bwMode="auto">
            <a:xfrm flipH="1">
              <a:off x="1068" y="1398"/>
              <a:ext cx="7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4" name="Line 13">
              <a:extLst>
                <a:ext uri="{FF2B5EF4-FFF2-40B4-BE49-F238E27FC236}">
                  <a16:creationId xmlns:a16="http://schemas.microsoft.com/office/drawing/2014/main" id="{83C4D000-AFDD-7CED-8F35-0768A8D5B1F9}"/>
                </a:ext>
              </a:extLst>
            </p:cNvPr>
            <p:cNvSpPr>
              <a:spLocks noChangeShapeType="1"/>
            </p:cNvSpPr>
            <p:nvPr/>
          </p:nvSpPr>
          <p:spPr bwMode="auto">
            <a:xfrm>
              <a:off x="1068" y="1398"/>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5" name="Line 14">
              <a:extLst>
                <a:ext uri="{FF2B5EF4-FFF2-40B4-BE49-F238E27FC236}">
                  <a16:creationId xmlns:a16="http://schemas.microsoft.com/office/drawing/2014/main" id="{46641143-5039-B369-6FF5-598E0E165377}"/>
                </a:ext>
              </a:extLst>
            </p:cNvPr>
            <p:cNvSpPr>
              <a:spLocks noChangeShapeType="1"/>
            </p:cNvSpPr>
            <p:nvPr/>
          </p:nvSpPr>
          <p:spPr bwMode="auto">
            <a:xfrm>
              <a:off x="1068" y="1686"/>
              <a:ext cx="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6" name="Line 15">
              <a:extLst>
                <a:ext uri="{FF2B5EF4-FFF2-40B4-BE49-F238E27FC236}">
                  <a16:creationId xmlns:a16="http://schemas.microsoft.com/office/drawing/2014/main" id="{6D588C13-A722-43B8-4E8E-4E3F11D9A52C}"/>
                </a:ext>
              </a:extLst>
            </p:cNvPr>
            <p:cNvSpPr>
              <a:spLocks noChangeShapeType="1"/>
            </p:cNvSpPr>
            <p:nvPr/>
          </p:nvSpPr>
          <p:spPr bwMode="auto">
            <a:xfrm>
              <a:off x="703" y="1974"/>
              <a:ext cx="6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7" name="Text Box 16">
              <a:extLst>
                <a:ext uri="{FF2B5EF4-FFF2-40B4-BE49-F238E27FC236}">
                  <a16:creationId xmlns:a16="http://schemas.microsoft.com/office/drawing/2014/main" id="{FCB7D343-EB24-F585-3D2E-34B5E29D9972}"/>
                </a:ext>
              </a:extLst>
            </p:cNvPr>
            <p:cNvSpPr txBox="1">
              <a:spLocks noChangeArrowheads="1"/>
            </p:cNvSpPr>
            <p:nvPr/>
          </p:nvSpPr>
          <p:spPr bwMode="auto">
            <a:xfrm>
              <a:off x="2124" y="1686"/>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000"/>
            </a:p>
          </p:txBody>
        </p:sp>
        <p:sp>
          <p:nvSpPr>
            <p:cNvPr id="100368" name="Text Box 17">
              <a:extLst>
                <a:ext uri="{FF2B5EF4-FFF2-40B4-BE49-F238E27FC236}">
                  <a16:creationId xmlns:a16="http://schemas.microsoft.com/office/drawing/2014/main" id="{099A93F2-EF0C-3489-FA80-5E856FE18822}"/>
                </a:ext>
              </a:extLst>
            </p:cNvPr>
            <p:cNvSpPr txBox="1">
              <a:spLocks noChangeArrowheads="1"/>
            </p:cNvSpPr>
            <p:nvPr/>
          </p:nvSpPr>
          <p:spPr bwMode="auto">
            <a:xfrm>
              <a:off x="479" y="1860"/>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100369" name="Text Box 18">
              <a:extLst>
                <a:ext uri="{FF2B5EF4-FFF2-40B4-BE49-F238E27FC236}">
                  <a16:creationId xmlns:a16="http://schemas.microsoft.com/office/drawing/2014/main" id="{7E24ED5D-B03A-DDC5-30DE-B2DD30E3D0D5}"/>
                </a:ext>
              </a:extLst>
            </p:cNvPr>
            <p:cNvSpPr txBox="1">
              <a:spLocks noChangeArrowheads="1"/>
            </p:cNvSpPr>
            <p:nvPr/>
          </p:nvSpPr>
          <p:spPr bwMode="auto">
            <a:xfrm>
              <a:off x="193" y="223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100370" name="AutoShape 19">
              <a:extLst>
                <a:ext uri="{FF2B5EF4-FFF2-40B4-BE49-F238E27FC236}">
                  <a16:creationId xmlns:a16="http://schemas.microsoft.com/office/drawing/2014/main" id="{0B553B8D-A849-7663-F66A-0EFF35473E70}"/>
                </a:ext>
              </a:extLst>
            </p:cNvPr>
            <p:cNvSpPr>
              <a:spLocks noChangeArrowheads="1"/>
            </p:cNvSpPr>
            <p:nvPr/>
          </p:nvSpPr>
          <p:spPr bwMode="auto">
            <a:xfrm rot="-5400000">
              <a:off x="2750" y="2283"/>
              <a:ext cx="624"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chemeClr val="tx1"/>
              </a:solidFill>
              <a:miter lim="800000"/>
              <a:headEnd/>
              <a:tailEnd/>
            </a:ln>
          </p:spPr>
          <p:txBody>
            <a:bodyPr vert="eaVert" wrap="none" anchor="ctr"/>
            <a:lstStyle/>
            <a:p>
              <a:endParaRPr lang="en-US"/>
            </a:p>
          </p:txBody>
        </p:sp>
        <p:sp>
          <p:nvSpPr>
            <p:cNvPr id="100371" name="Text Box 20">
              <a:extLst>
                <a:ext uri="{FF2B5EF4-FFF2-40B4-BE49-F238E27FC236}">
                  <a16:creationId xmlns:a16="http://schemas.microsoft.com/office/drawing/2014/main" id="{36CD51DE-DE25-8673-9BB2-7DA35F62CF52}"/>
                </a:ext>
              </a:extLst>
            </p:cNvPr>
            <p:cNvSpPr txBox="1">
              <a:spLocks noChangeArrowheads="1"/>
            </p:cNvSpPr>
            <p:nvPr/>
          </p:nvSpPr>
          <p:spPr bwMode="auto">
            <a:xfrm>
              <a:off x="2925" y="2187"/>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0</a:t>
              </a:r>
              <a:endParaRPr lang="ru-RU" altLang="en-US" sz="1800" b="1" dirty="0">
                <a:solidFill>
                  <a:schemeClr val="bg2"/>
                </a:solidFill>
              </a:endParaRPr>
            </a:p>
          </p:txBody>
        </p:sp>
        <p:sp>
          <p:nvSpPr>
            <p:cNvPr id="100372" name="Text Box 21">
              <a:extLst>
                <a:ext uri="{FF2B5EF4-FFF2-40B4-BE49-F238E27FC236}">
                  <a16:creationId xmlns:a16="http://schemas.microsoft.com/office/drawing/2014/main" id="{8A5A6A53-0A87-54FD-AD9F-E83229BF2242}"/>
                </a:ext>
              </a:extLst>
            </p:cNvPr>
            <p:cNvSpPr txBox="1">
              <a:spLocks noChangeArrowheads="1"/>
            </p:cNvSpPr>
            <p:nvPr/>
          </p:nvSpPr>
          <p:spPr bwMode="auto">
            <a:xfrm>
              <a:off x="2925" y="2440"/>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1</a:t>
              </a:r>
              <a:endParaRPr lang="ru-RU" altLang="en-US" sz="1800" b="1" dirty="0">
                <a:solidFill>
                  <a:schemeClr val="bg2"/>
                </a:solidFill>
              </a:endParaRPr>
            </a:p>
          </p:txBody>
        </p:sp>
        <p:sp>
          <p:nvSpPr>
            <p:cNvPr id="100373" name="Line 22">
              <a:extLst>
                <a:ext uri="{FF2B5EF4-FFF2-40B4-BE49-F238E27FC236}">
                  <a16:creationId xmlns:a16="http://schemas.microsoft.com/office/drawing/2014/main" id="{A09CF920-433F-5F39-926B-0AF23C93D3CB}"/>
                </a:ext>
              </a:extLst>
            </p:cNvPr>
            <p:cNvSpPr>
              <a:spLocks noChangeShapeType="1"/>
            </p:cNvSpPr>
            <p:nvPr/>
          </p:nvSpPr>
          <p:spPr bwMode="auto">
            <a:xfrm>
              <a:off x="3213" y="2412"/>
              <a:ext cx="4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4" name="Line 23">
              <a:extLst>
                <a:ext uri="{FF2B5EF4-FFF2-40B4-BE49-F238E27FC236}">
                  <a16:creationId xmlns:a16="http://schemas.microsoft.com/office/drawing/2014/main" id="{65E92B4E-220C-BBA5-18D6-041218CE3710}"/>
                </a:ext>
              </a:extLst>
            </p:cNvPr>
            <p:cNvSpPr>
              <a:spLocks noChangeShapeType="1"/>
            </p:cNvSpPr>
            <p:nvPr/>
          </p:nvSpPr>
          <p:spPr bwMode="auto">
            <a:xfrm flipV="1">
              <a:off x="724" y="2348"/>
              <a:ext cx="7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5" name="Line 28">
              <a:extLst>
                <a:ext uri="{FF2B5EF4-FFF2-40B4-BE49-F238E27FC236}">
                  <a16:creationId xmlns:a16="http://schemas.microsoft.com/office/drawing/2014/main" id="{F37F7504-81FA-3DDD-EFD3-F8B212D7F196}"/>
                </a:ext>
              </a:extLst>
            </p:cNvPr>
            <p:cNvSpPr>
              <a:spLocks noChangeShapeType="1"/>
            </p:cNvSpPr>
            <p:nvPr/>
          </p:nvSpPr>
          <p:spPr bwMode="auto">
            <a:xfrm>
              <a:off x="1843" y="1646"/>
              <a:ext cx="612"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0376" name="Text Box 30">
              <a:extLst>
                <a:ext uri="{FF2B5EF4-FFF2-40B4-BE49-F238E27FC236}">
                  <a16:creationId xmlns:a16="http://schemas.microsoft.com/office/drawing/2014/main" id="{682D879C-67F3-B4C9-ED66-6B56B801DD8C}"/>
                </a:ext>
              </a:extLst>
            </p:cNvPr>
            <p:cNvSpPr txBox="1">
              <a:spLocks noChangeArrowheads="1"/>
            </p:cNvSpPr>
            <p:nvPr/>
          </p:nvSpPr>
          <p:spPr bwMode="auto">
            <a:xfrm>
              <a:off x="3613" y="2269"/>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a:t>
              </a:r>
              <a:endParaRPr lang="ru-RU" altLang="en-US" sz="2000"/>
            </a:p>
          </p:txBody>
        </p:sp>
        <p:sp>
          <p:nvSpPr>
            <p:cNvPr id="100377" name="AutoShape 6">
              <a:extLst>
                <a:ext uri="{FF2B5EF4-FFF2-40B4-BE49-F238E27FC236}">
                  <a16:creationId xmlns:a16="http://schemas.microsoft.com/office/drawing/2014/main" id="{5509DA97-194B-FCA3-A1F7-755A3B4DD0A1}"/>
                </a:ext>
              </a:extLst>
            </p:cNvPr>
            <p:cNvSpPr>
              <a:spLocks noChangeArrowheads="1"/>
            </p:cNvSpPr>
            <p:nvPr/>
          </p:nvSpPr>
          <p:spPr bwMode="auto">
            <a:xfrm rot="-5400000">
              <a:off x="1238" y="3013"/>
              <a:ext cx="624"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chemeClr val="tx1"/>
              </a:solidFill>
              <a:miter lim="800000"/>
              <a:headEnd/>
              <a:tailEnd/>
            </a:ln>
          </p:spPr>
          <p:txBody>
            <a:bodyPr vert="eaVert" wrap="none" anchor="ctr"/>
            <a:lstStyle/>
            <a:p>
              <a:endParaRPr lang="en-US"/>
            </a:p>
          </p:txBody>
        </p:sp>
        <p:sp>
          <p:nvSpPr>
            <p:cNvPr id="100378" name="Text Box 7">
              <a:extLst>
                <a:ext uri="{FF2B5EF4-FFF2-40B4-BE49-F238E27FC236}">
                  <a16:creationId xmlns:a16="http://schemas.microsoft.com/office/drawing/2014/main" id="{43F15A02-60DD-8D83-E26C-5CA7F48D28EC}"/>
                </a:ext>
              </a:extLst>
            </p:cNvPr>
            <p:cNvSpPr txBox="1">
              <a:spLocks noChangeArrowheads="1"/>
            </p:cNvSpPr>
            <p:nvPr/>
          </p:nvSpPr>
          <p:spPr bwMode="auto">
            <a:xfrm>
              <a:off x="1398" y="2893"/>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0</a:t>
              </a:r>
              <a:endParaRPr lang="ru-RU" altLang="en-US" sz="1800" b="1" dirty="0">
                <a:solidFill>
                  <a:schemeClr val="bg2"/>
                </a:solidFill>
              </a:endParaRPr>
            </a:p>
          </p:txBody>
        </p:sp>
        <p:sp>
          <p:nvSpPr>
            <p:cNvPr id="100379" name="Text Box 8">
              <a:extLst>
                <a:ext uri="{FF2B5EF4-FFF2-40B4-BE49-F238E27FC236}">
                  <a16:creationId xmlns:a16="http://schemas.microsoft.com/office/drawing/2014/main" id="{61D8DB5B-108E-A7AF-1FB2-13C59BC4E979}"/>
                </a:ext>
              </a:extLst>
            </p:cNvPr>
            <p:cNvSpPr txBox="1">
              <a:spLocks noChangeArrowheads="1"/>
            </p:cNvSpPr>
            <p:nvPr/>
          </p:nvSpPr>
          <p:spPr bwMode="auto">
            <a:xfrm>
              <a:off x="1390" y="3181"/>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1" dirty="0">
                  <a:solidFill>
                    <a:schemeClr val="bg2"/>
                  </a:solidFill>
                </a:rPr>
                <a:t>1</a:t>
              </a:r>
              <a:endParaRPr lang="ru-RU" altLang="en-US" sz="1800" b="1" dirty="0">
                <a:solidFill>
                  <a:schemeClr val="bg2"/>
                </a:solidFill>
              </a:endParaRPr>
            </a:p>
          </p:txBody>
        </p:sp>
        <p:sp>
          <p:nvSpPr>
            <p:cNvPr id="100380" name="Line 9">
              <a:extLst>
                <a:ext uri="{FF2B5EF4-FFF2-40B4-BE49-F238E27FC236}">
                  <a16:creationId xmlns:a16="http://schemas.microsoft.com/office/drawing/2014/main" id="{CB99A609-EE83-8DD0-D7A7-5C6A58E0A221}"/>
                </a:ext>
              </a:extLst>
            </p:cNvPr>
            <p:cNvSpPr>
              <a:spLocks noChangeShapeType="1"/>
            </p:cNvSpPr>
            <p:nvPr/>
          </p:nvSpPr>
          <p:spPr bwMode="auto">
            <a:xfrm>
              <a:off x="1694" y="3133"/>
              <a:ext cx="1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1" name="Line 10">
              <a:extLst>
                <a:ext uri="{FF2B5EF4-FFF2-40B4-BE49-F238E27FC236}">
                  <a16:creationId xmlns:a16="http://schemas.microsoft.com/office/drawing/2014/main" id="{543F22A7-0358-35E0-D63F-12D5395BC75A}"/>
                </a:ext>
              </a:extLst>
            </p:cNvPr>
            <p:cNvSpPr>
              <a:spLocks noChangeShapeType="1"/>
            </p:cNvSpPr>
            <p:nvPr/>
          </p:nvSpPr>
          <p:spPr bwMode="auto">
            <a:xfrm flipV="1">
              <a:off x="1550" y="3389"/>
              <a:ext cx="0" cy="259"/>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0382" name="Line 11">
              <a:extLst>
                <a:ext uri="{FF2B5EF4-FFF2-40B4-BE49-F238E27FC236}">
                  <a16:creationId xmlns:a16="http://schemas.microsoft.com/office/drawing/2014/main" id="{AD8844B3-7088-5033-1588-30D7735B45EB}"/>
                </a:ext>
              </a:extLst>
            </p:cNvPr>
            <p:cNvSpPr>
              <a:spLocks noChangeShapeType="1"/>
            </p:cNvSpPr>
            <p:nvPr/>
          </p:nvSpPr>
          <p:spPr bwMode="auto">
            <a:xfrm flipV="1">
              <a:off x="1886" y="2701"/>
              <a:ext cx="0" cy="4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3" name="Line 12">
              <a:extLst>
                <a:ext uri="{FF2B5EF4-FFF2-40B4-BE49-F238E27FC236}">
                  <a16:creationId xmlns:a16="http://schemas.microsoft.com/office/drawing/2014/main" id="{8B446057-2EEB-6002-8700-50A59BF09C5F}"/>
                </a:ext>
              </a:extLst>
            </p:cNvPr>
            <p:cNvSpPr>
              <a:spLocks noChangeShapeType="1"/>
            </p:cNvSpPr>
            <p:nvPr/>
          </p:nvSpPr>
          <p:spPr bwMode="auto">
            <a:xfrm flipH="1">
              <a:off x="1191" y="2701"/>
              <a:ext cx="70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4" name="Line 14">
              <a:extLst>
                <a:ext uri="{FF2B5EF4-FFF2-40B4-BE49-F238E27FC236}">
                  <a16:creationId xmlns:a16="http://schemas.microsoft.com/office/drawing/2014/main" id="{9B7AFE0E-8432-9138-0C3B-A886A294419B}"/>
                </a:ext>
              </a:extLst>
            </p:cNvPr>
            <p:cNvSpPr>
              <a:spLocks noChangeShapeType="1"/>
            </p:cNvSpPr>
            <p:nvPr/>
          </p:nvSpPr>
          <p:spPr bwMode="auto">
            <a:xfrm>
              <a:off x="1036" y="2989"/>
              <a:ext cx="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5" name="Line 15">
              <a:extLst>
                <a:ext uri="{FF2B5EF4-FFF2-40B4-BE49-F238E27FC236}">
                  <a16:creationId xmlns:a16="http://schemas.microsoft.com/office/drawing/2014/main" id="{ACAF0F42-4B6F-544B-86D5-522186D93703}"/>
                </a:ext>
              </a:extLst>
            </p:cNvPr>
            <p:cNvSpPr>
              <a:spLocks noChangeShapeType="1"/>
            </p:cNvSpPr>
            <p:nvPr/>
          </p:nvSpPr>
          <p:spPr bwMode="auto">
            <a:xfrm>
              <a:off x="1192" y="3277"/>
              <a:ext cx="2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6" name="Text Box 16">
              <a:extLst>
                <a:ext uri="{FF2B5EF4-FFF2-40B4-BE49-F238E27FC236}">
                  <a16:creationId xmlns:a16="http://schemas.microsoft.com/office/drawing/2014/main" id="{3E5E083F-1C5D-1338-162E-E8848938AE5B}"/>
                </a:ext>
              </a:extLst>
            </p:cNvPr>
            <p:cNvSpPr txBox="1">
              <a:spLocks noChangeArrowheads="1"/>
            </p:cNvSpPr>
            <p:nvPr/>
          </p:nvSpPr>
          <p:spPr bwMode="auto">
            <a:xfrm>
              <a:off x="2174" y="2989"/>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000"/>
            </a:p>
          </p:txBody>
        </p:sp>
        <p:sp>
          <p:nvSpPr>
            <p:cNvPr id="100387" name="Line 23">
              <a:extLst>
                <a:ext uri="{FF2B5EF4-FFF2-40B4-BE49-F238E27FC236}">
                  <a16:creationId xmlns:a16="http://schemas.microsoft.com/office/drawing/2014/main" id="{D217DC68-1730-CE61-2673-20C4A871B8E2}"/>
                </a:ext>
              </a:extLst>
            </p:cNvPr>
            <p:cNvSpPr>
              <a:spLocks noChangeShapeType="1"/>
            </p:cNvSpPr>
            <p:nvPr/>
          </p:nvSpPr>
          <p:spPr bwMode="auto">
            <a:xfrm flipV="1">
              <a:off x="920" y="3654"/>
              <a:ext cx="21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8" name="Line 24">
              <a:extLst>
                <a:ext uri="{FF2B5EF4-FFF2-40B4-BE49-F238E27FC236}">
                  <a16:creationId xmlns:a16="http://schemas.microsoft.com/office/drawing/2014/main" id="{B87051C9-180D-CED2-C6BC-20873EBA1E8B}"/>
                </a:ext>
              </a:extLst>
            </p:cNvPr>
            <p:cNvSpPr>
              <a:spLocks noChangeShapeType="1"/>
            </p:cNvSpPr>
            <p:nvPr/>
          </p:nvSpPr>
          <p:spPr bwMode="auto">
            <a:xfrm flipV="1">
              <a:off x="3094" y="2664"/>
              <a:ext cx="0" cy="9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9" name="Line 28">
              <a:extLst>
                <a:ext uri="{FF2B5EF4-FFF2-40B4-BE49-F238E27FC236}">
                  <a16:creationId xmlns:a16="http://schemas.microsoft.com/office/drawing/2014/main" id="{D06835C5-6482-E821-1223-42A118FA21FD}"/>
                </a:ext>
              </a:extLst>
            </p:cNvPr>
            <p:cNvSpPr>
              <a:spLocks noChangeShapeType="1"/>
            </p:cNvSpPr>
            <p:nvPr/>
          </p:nvSpPr>
          <p:spPr bwMode="auto">
            <a:xfrm>
              <a:off x="1884" y="2940"/>
              <a:ext cx="612"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cxnSp>
          <p:nvCxnSpPr>
            <p:cNvPr id="56" name="Прямая соединительная линия 55">
              <a:extLst>
                <a:ext uri="{FF2B5EF4-FFF2-40B4-BE49-F238E27FC236}">
                  <a16:creationId xmlns:a16="http://schemas.microsoft.com/office/drawing/2014/main" id="{A1B6AC09-F45E-4E8B-875B-21D964143A76}"/>
                </a:ext>
              </a:extLst>
            </p:cNvPr>
            <p:cNvCxnSpPr/>
            <p:nvPr/>
          </p:nvCxnSpPr>
          <p:spPr>
            <a:xfrm rot="16200000" flipV="1">
              <a:off x="513" y="2487"/>
              <a:ext cx="1020" cy="0"/>
            </a:xfrm>
            <a:prstGeom prst="line">
              <a:avLst/>
            </a:prstGeom>
            <a:ln w="28575">
              <a:solidFill>
                <a:srgbClr val="000000">
                  <a:alpha val="96078"/>
                </a:srgb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00391" name="Прямая соединительная линия 58">
              <a:extLst>
                <a:ext uri="{FF2B5EF4-FFF2-40B4-BE49-F238E27FC236}">
                  <a16:creationId xmlns:a16="http://schemas.microsoft.com/office/drawing/2014/main" id="{2C6F8957-2C9C-7B8A-72B0-75982BB77D8D}"/>
                </a:ext>
              </a:extLst>
            </p:cNvPr>
            <p:cNvCxnSpPr>
              <a:cxnSpLocks noChangeShapeType="1"/>
              <a:stCxn id="100383" idx="1"/>
              <a:endCxn id="100385" idx="0"/>
            </p:cNvCxnSpPr>
            <p:nvPr/>
          </p:nvCxnSpPr>
          <p:spPr bwMode="auto">
            <a:xfrm>
              <a:off x="1192" y="2709"/>
              <a:ext cx="0" cy="56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1" name="Прямая соединительная линия 60">
              <a:extLst>
                <a:ext uri="{FF2B5EF4-FFF2-40B4-BE49-F238E27FC236}">
                  <a16:creationId xmlns:a16="http://schemas.microsoft.com/office/drawing/2014/main" id="{7608CC9D-2BF4-4877-8DEF-0D136AF3CB00}"/>
                </a:ext>
              </a:extLst>
            </p:cNvPr>
            <p:cNvCxnSpPr/>
            <p:nvPr/>
          </p:nvCxnSpPr>
          <p:spPr>
            <a:xfrm rot="16200000" flipV="1">
              <a:off x="256" y="2993"/>
              <a:ext cx="1314" cy="13"/>
            </a:xfrm>
            <a:prstGeom prst="line">
              <a:avLst/>
            </a:prstGeom>
            <a:ln w="285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a:extLst>
                <a:ext uri="{FF2B5EF4-FFF2-40B4-BE49-F238E27FC236}">
                  <a16:creationId xmlns:a16="http://schemas.microsoft.com/office/drawing/2014/main" id="{7498700D-DEFA-4BC5-8114-5AA4E28C1175}"/>
                </a:ext>
              </a:extLst>
            </p:cNvPr>
            <p:cNvCxnSpPr/>
            <p:nvPr/>
          </p:nvCxnSpPr>
          <p:spPr>
            <a:xfrm rot="5400000">
              <a:off x="2151" y="1953"/>
              <a:ext cx="612"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a:extLst>
                <a:ext uri="{FF2B5EF4-FFF2-40B4-BE49-F238E27FC236}">
                  <a16:creationId xmlns:a16="http://schemas.microsoft.com/office/drawing/2014/main" id="{123F76AE-0603-41F7-B6B0-25EB998BF81A}"/>
                </a:ext>
              </a:extLst>
            </p:cNvPr>
            <p:cNvCxnSpPr/>
            <p:nvPr/>
          </p:nvCxnSpPr>
          <p:spPr>
            <a:xfrm flipV="1">
              <a:off x="2448" y="2255"/>
              <a:ext cx="46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a:extLst>
                <a:ext uri="{FF2B5EF4-FFF2-40B4-BE49-F238E27FC236}">
                  <a16:creationId xmlns:a16="http://schemas.microsoft.com/office/drawing/2014/main" id="{2B6AAB45-0DAF-45BE-8794-F1F3DE847117}"/>
                </a:ext>
              </a:extLst>
            </p:cNvPr>
            <p:cNvCxnSpPr/>
            <p:nvPr/>
          </p:nvCxnSpPr>
          <p:spPr>
            <a:xfrm rot="5400000" flipH="1" flipV="1">
              <a:off x="2324" y="2767"/>
              <a:ext cx="349"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itle 7">
            <a:extLst>
              <a:ext uri="{FF2B5EF4-FFF2-40B4-BE49-F238E27FC236}">
                <a16:creationId xmlns:a16="http://schemas.microsoft.com/office/drawing/2014/main" id="{36862CFC-DA00-F140-6D1C-D0A790105EF9}"/>
              </a:ext>
            </a:extLst>
          </p:cNvPr>
          <p:cNvSpPr>
            <a:spLocks noGrp="1"/>
          </p:cNvSpPr>
          <p:nvPr>
            <p:ph type="title"/>
          </p:nvPr>
        </p:nvSpPr>
        <p:spPr/>
        <p:txBody>
          <a:bodyPr>
            <a:normAutofit/>
          </a:bodyPr>
          <a:lstStyle/>
          <a:p>
            <a:r>
              <a:rPr lang="en-US" dirty="0"/>
              <a:t>Double-Edge-Triggered D Flip-Flop Using  MUXs</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133">
            <a:extLst>
              <a:ext uri="{FF2B5EF4-FFF2-40B4-BE49-F238E27FC236}">
                <a16:creationId xmlns:a16="http://schemas.microsoft.com/office/drawing/2014/main" id="{E5CFAE5C-D846-42A5-7ECF-968D1BEADD21}"/>
              </a:ext>
            </a:extLst>
          </p:cNvPr>
          <p:cNvSpPr txBox="1">
            <a:spLocks noChangeArrowheads="1"/>
          </p:cNvSpPr>
          <p:nvPr/>
        </p:nvSpPr>
        <p:spPr bwMode="auto">
          <a:xfrm>
            <a:off x="2030413" y="5334000"/>
            <a:ext cx="7848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50000"/>
              </a:spcBef>
            </a:pPr>
            <a:r>
              <a:rPr lang="en-US" altLang="en-US" sz="2000"/>
              <a:t>DET D flip-flop with asynchronous reset(preferred) and set inputs</a:t>
            </a:r>
            <a:endParaRPr lang="ru-RU" altLang="en-US" sz="2000"/>
          </a:p>
        </p:txBody>
      </p:sp>
      <p:sp>
        <p:nvSpPr>
          <p:cNvPr id="102403" name="Text Box 134">
            <a:extLst>
              <a:ext uri="{FF2B5EF4-FFF2-40B4-BE49-F238E27FC236}">
                <a16:creationId xmlns:a16="http://schemas.microsoft.com/office/drawing/2014/main" id="{4C16A7B2-6DCA-35C8-A065-75D69BFD55EB}"/>
              </a:ext>
            </a:extLst>
          </p:cNvPr>
          <p:cNvSpPr txBox="1">
            <a:spLocks noChangeArrowheads="1"/>
          </p:cNvSpPr>
          <p:nvPr/>
        </p:nvSpPr>
        <p:spPr bwMode="auto">
          <a:xfrm>
            <a:off x="3313114" y="1223963"/>
            <a:ext cx="19446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Truth Table</a:t>
            </a:r>
            <a:endParaRPr lang="ru-RU" altLang="en-US" sz="1800"/>
          </a:p>
        </p:txBody>
      </p:sp>
      <p:grpSp>
        <p:nvGrpSpPr>
          <p:cNvPr id="102404" name="Group 78">
            <a:extLst>
              <a:ext uri="{FF2B5EF4-FFF2-40B4-BE49-F238E27FC236}">
                <a16:creationId xmlns:a16="http://schemas.microsoft.com/office/drawing/2014/main" id="{37C40214-71BD-FC4C-7F68-EDED7E53AD07}"/>
              </a:ext>
            </a:extLst>
          </p:cNvPr>
          <p:cNvGrpSpPr>
            <a:grpSpLocks/>
          </p:cNvGrpSpPr>
          <p:nvPr/>
        </p:nvGrpSpPr>
        <p:grpSpPr bwMode="auto">
          <a:xfrm>
            <a:off x="8128001" y="2187576"/>
            <a:ext cx="1520825" cy="2741613"/>
            <a:chOff x="4595" y="1126"/>
            <a:chExt cx="1060" cy="1727"/>
          </a:xfrm>
        </p:grpSpPr>
        <p:sp>
          <p:nvSpPr>
            <p:cNvPr id="102478" name="Rectangle 84">
              <a:extLst>
                <a:ext uri="{FF2B5EF4-FFF2-40B4-BE49-F238E27FC236}">
                  <a16:creationId xmlns:a16="http://schemas.microsoft.com/office/drawing/2014/main" id="{E672D159-7003-F65F-F1F3-F7640AAC29E9}"/>
                </a:ext>
              </a:extLst>
            </p:cNvPr>
            <p:cNvSpPr>
              <a:spLocks noChangeArrowheads="1"/>
            </p:cNvSpPr>
            <p:nvPr/>
          </p:nvSpPr>
          <p:spPr bwMode="auto">
            <a:xfrm>
              <a:off x="4910" y="1611"/>
              <a:ext cx="528" cy="757"/>
            </a:xfrm>
            <a:prstGeom prst="rect">
              <a:avLst/>
            </a:prstGeom>
            <a:solidFill>
              <a:schemeClr val="accent1">
                <a:lumMod val="60000"/>
                <a:lumOff val="40000"/>
              </a:schemeClr>
            </a:solidFill>
            <a:ln w="2540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2479" name="Text Box 85">
              <a:extLst>
                <a:ext uri="{FF2B5EF4-FFF2-40B4-BE49-F238E27FC236}">
                  <a16:creationId xmlns:a16="http://schemas.microsoft.com/office/drawing/2014/main" id="{0E6FCA92-D2C4-934A-A80C-8B39705C808D}"/>
                </a:ext>
              </a:extLst>
            </p:cNvPr>
            <p:cNvSpPr txBox="1">
              <a:spLocks noChangeArrowheads="1"/>
            </p:cNvSpPr>
            <p:nvPr/>
          </p:nvSpPr>
          <p:spPr bwMode="auto">
            <a:xfrm>
              <a:off x="4964" y="1661"/>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102480" name="Text Box 86">
              <a:extLst>
                <a:ext uri="{FF2B5EF4-FFF2-40B4-BE49-F238E27FC236}">
                  <a16:creationId xmlns:a16="http://schemas.microsoft.com/office/drawing/2014/main" id="{17FEA40C-F312-C91C-80DE-B20C9C8B7DAC}"/>
                </a:ext>
              </a:extLst>
            </p:cNvPr>
            <p:cNvSpPr txBox="1">
              <a:spLocks noChangeArrowheads="1"/>
            </p:cNvSpPr>
            <p:nvPr/>
          </p:nvSpPr>
          <p:spPr bwMode="auto">
            <a:xfrm>
              <a:off x="5017" y="2016"/>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endParaRPr lang="ru-RU" altLang="en-US" sz="2000"/>
            </a:p>
          </p:txBody>
        </p:sp>
        <p:sp>
          <p:nvSpPr>
            <p:cNvPr id="102481" name="AutoShape 87">
              <a:extLst>
                <a:ext uri="{FF2B5EF4-FFF2-40B4-BE49-F238E27FC236}">
                  <a16:creationId xmlns:a16="http://schemas.microsoft.com/office/drawing/2014/main" id="{E356182F-420B-1141-7AA5-BC318B40237F}"/>
                </a:ext>
              </a:extLst>
            </p:cNvPr>
            <p:cNvSpPr>
              <a:spLocks noChangeArrowheads="1"/>
            </p:cNvSpPr>
            <p:nvPr/>
          </p:nvSpPr>
          <p:spPr bwMode="auto">
            <a:xfrm rot="5400000">
              <a:off x="4876" y="2101"/>
              <a:ext cx="175" cy="100"/>
            </a:xfrm>
            <a:prstGeom prst="triangle">
              <a:avLst>
                <a:gd name="adj" fmla="val 50000"/>
              </a:avLst>
            </a:prstGeom>
            <a:solidFill>
              <a:schemeClr val="accent1"/>
            </a:solidFill>
            <a:ln w="25400" algn="ctr">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02482" name="Line 88">
              <a:extLst>
                <a:ext uri="{FF2B5EF4-FFF2-40B4-BE49-F238E27FC236}">
                  <a16:creationId xmlns:a16="http://schemas.microsoft.com/office/drawing/2014/main" id="{2E0DA528-FA5F-D0AD-A118-5F0583338C2B}"/>
                </a:ext>
              </a:extLst>
            </p:cNvPr>
            <p:cNvSpPr>
              <a:spLocks noChangeShapeType="1"/>
            </p:cNvSpPr>
            <p:nvPr/>
          </p:nvSpPr>
          <p:spPr bwMode="auto">
            <a:xfrm>
              <a:off x="4598" y="1754"/>
              <a:ext cx="3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3" name="Line 89">
              <a:extLst>
                <a:ext uri="{FF2B5EF4-FFF2-40B4-BE49-F238E27FC236}">
                  <a16:creationId xmlns:a16="http://schemas.microsoft.com/office/drawing/2014/main" id="{EE8A2907-65C1-F066-7FEE-10A28F8ED316}"/>
                </a:ext>
              </a:extLst>
            </p:cNvPr>
            <p:cNvSpPr>
              <a:spLocks noChangeShapeType="1"/>
            </p:cNvSpPr>
            <p:nvPr/>
          </p:nvSpPr>
          <p:spPr bwMode="auto">
            <a:xfrm>
              <a:off x="4598" y="2100"/>
              <a:ext cx="3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4" name="Line 90">
              <a:extLst>
                <a:ext uri="{FF2B5EF4-FFF2-40B4-BE49-F238E27FC236}">
                  <a16:creationId xmlns:a16="http://schemas.microsoft.com/office/drawing/2014/main" id="{CECEA26D-D4D3-17A5-A46D-09C4D00C51A2}"/>
                </a:ext>
              </a:extLst>
            </p:cNvPr>
            <p:cNvSpPr>
              <a:spLocks noChangeShapeType="1"/>
            </p:cNvSpPr>
            <p:nvPr/>
          </p:nvSpPr>
          <p:spPr bwMode="auto">
            <a:xfrm flipV="1">
              <a:off x="5175" y="1344"/>
              <a:ext cx="0" cy="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5" name="Line 91">
              <a:extLst>
                <a:ext uri="{FF2B5EF4-FFF2-40B4-BE49-F238E27FC236}">
                  <a16:creationId xmlns:a16="http://schemas.microsoft.com/office/drawing/2014/main" id="{AF5F3049-B4DB-8B1D-CA9D-6DA56340CA63}"/>
                </a:ext>
              </a:extLst>
            </p:cNvPr>
            <p:cNvSpPr>
              <a:spLocks noChangeShapeType="1"/>
            </p:cNvSpPr>
            <p:nvPr/>
          </p:nvSpPr>
          <p:spPr bwMode="auto">
            <a:xfrm flipV="1">
              <a:off x="5166" y="2374"/>
              <a:ext cx="0" cy="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6" name="Text Box 123">
              <a:extLst>
                <a:ext uri="{FF2B5EF4-FFF2-40B4-BE49-F238E27FC236}">
                  <a16:creationId xmlns:a16="http://schemas.microsoft.com/office/drawing/2014/main" id="{07875B21-2185-61D0-EC9B-83CFFB68F00B}"/>
                </a:ext>
              </a:extLst>
            </p:cNvPr>
            <p:cNvSpPr txBox="1">
              <a:spLocks noChangeArrowheads="1"/>
            </p:cNvSpPr>
            <p:nvPr/>
          </p:nvSpPr>
          <p:spPr bwMode="auto">
            <a:xfrm>
              <a:off x="4947" y="1639"/>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000" dirty="0">
                <a:solidFill>
                  <a:schemeClr val="bg2"/>
                </a:solidFill>
              </a:endParaRPr>
            </a:p>
          </p:txBody>
        </p:sp>
        <p:sp>
          <p:nvSpPr>
            <p:cNvPr id="102487" name="Line 125">
              <a:extLst>
                <a:ext uri="{FF2B5EF4-FFF2-40B4-BE49-F238E27FC236}">
                  <a16:creationId xmlns:a16="http://schemas.microsoft.com/office/drawing/2014/main" id="{2E7EB255-8A95-48E5-0E79-4C13058526B4}"/>
                </a:ext>
              </a:extLst>
            </p:cNvPr>
            <p:cNvSpPr>
              <a:spLocks noChangeShapeType="1"/>
            </p:cNvSpPr>
            <p:nvPr/>
          </p:nvSpPr>
          <p:spPr bwMode="auto">
            <a:xfrm>
              <a:off x="5438" y="1752"/>
              <a:ext cx="2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8" name="Oval 127">
              <a:extLst>
                <a:ext uri="{FF2B5EF4-FFF2-40B4-BE49-F238E27FC236}">
                  <a16:creationId xmlns:a16="http://schemas.microsoft.com/office/drawing/2014/main" id="{17066697-05B2-4E3A-FA1F-F75B20A63941}"/>
                </a:ext>
              </a:extLst>
            </p:cNvPr>
            <p:cNvSpPr>
              <a:spLocks noChangeArrowheads="1"/>
            </p:cNvSpPr>
            <p:nvPr/>
          </p:nvSpPr>
          <p:spPr bwMode="auto">
            <a:xfrm>
              <a:off x="4828" y="2134"/>
              <a:ext cx="77" cy="77"/>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02489" name="Line 128">
              <a:extLst>
                <a:ext uri="{FF2B5EF4-FFF2-40B4-BE49-F238E27FC236}">
                  <a16:creationId xmlns:a16="http://schemas.microsoft.com/office/drawing/2014/main" id="{E4FF26AB-02A5-1192-F093-FEA0E16203B5}"/>
                </a:ext>
              </a:extLst>
            </p:cNvPr>
            <p:cNvSpPr>
              <a:spLocks noChangeShapeType="1"/>
            </p:cNvSpPr>
            <p:nvPr/>
          </p:nvSpPr>
          <p:spPr bwMode="auto">
            <a:xfrm>
              <a:off x="4595" y="2178"/>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90" name="Text Box 135">
              <a:extLst>
                <a:ext uri="{FF2B5EF4-FFF2-40B4-BE49-F238E27FC236}">
                  <a16:creationId xmlns:a16="http://schemas.microsoft.com/office/drawing/2014/main" id="{5564551B-5E3C-0950-C266-A47B21B91736}"/>
                </a:ext>
              </a:extLst>
            </p:cNvPr>
            <p:cNvSpPr txBox="1">
              <a:spLocks noChangeArrowheads="1"/>
            </p:cNvSpPr>
            <p:nvPr/>
          </p:nvSpPr>
          <p:spPr bwMode="auto">
            <a:xfrm>
              <a:off x="4655" y="1126"/>
              <a:ext cx="5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PRE</a:t>
              </a:r>
              <a:endParaRPr lang="ru-RU" altLang="en-US" sz="1800"/>
            </a:p>
          </p:txBody>
        </p:sp>
        <p:sp>
          <p:nvSpPr>
            <p:cNvPr id="102491" name="Text Box 136">
              <a:extLst>
                <a:ext uri="{FF2B5EF4-FFF2-40B4-BE49-F238E27FC236}">
                  <a16:creationId xmlns:a16="http://schemas.microsoft.com/office/drawing/2014/main" id="{014CBB77-A8D5-43E4-881E-4B7CE2F18BF7}"/>
                </a:ext>
              </a:extLst>
            </p:cNvPr>
            <p:cNvSpPr txBox="1">
              <a:spLocks noChangeArrowheads="1"/>
            </p:cNvSpPr>
            <p:nvPr/>
          </p:nvSpPr>
          <p:spPr bwMode="auto">
            <a:xfrm>
              <a:off x="4622" y="2622"/>
              <a:ext cx="5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CLR</a:t>
              </a:r>
              <a:endParaRPr lang="ru-RU" altLang="en-US" sz="1800"/>
            </a:p>
          </p:txBody>
        </p:sp>
      </p:grpSp>
      <p:graphicFrame>
        <p:nvGraphicFramePr>
          <p:cNvPr id="59497" name="Group 105">
            <a:extLst>
              <a:ext uri="{FF2B5EF4-FFF2-40B4-BE49-F238E27FC236}">
                <a16:creationId xmlns:a16="http://schemas.microsoft.com/office/drawing/2014/main" id="{E205D9A0-4AED-451D-856F-9BF42B9A135D}"/>
              </a:ext>
            </a:extLst>
          </p:cNvPr>
          <p:cNvGraphicFramePr>
            <a:graphicFrameLocks noGrp="1"/>
          </p:cNvGraphicFramePr>
          <p:nvPr>
            <p:extLst>
              <p:ext uri="{D42A27DB-BD31-4B8C-83A1-F6EECF244321}">
                <p14:modId xmlns:p14="http://schemas.microsoft.com/office/powerpoint/2010/main" val="1457982972"/>
              </p:ext>
            </p:extLst>
          </p:nvPr>
        </p:nvGraphicFramePr>
        <p:xfrm>
          <a:off x="1866900" y="1644651"/>
          <a:ext cx="6059488" cy="3565818"/>
        </p:xfrm>
        <a:graphic>
          <a:graphicData uri="http://schemas.openxmlformats.org/drawingml/2006/table">
            <a:tbl>
              <a:tblPr/>
              <a:tblGrid>
                <a:gridCol w="995363">
                  <a:extLst>
                    <a:ext uri="{9D8B030D-6E8A-4147-A177-3AD203B41FA5}">
                      <a16:colId xmlns:a16="http://schemas.microsoft.com/office/drawing/2014/main" val="20000"/>
                    </a:ext>
                  </a:extLst>
                </a:gridCol>
                <a:gridCol w="1204912">
                  <a:extLst>
                    <a:ext uri="{9D8B030D-6E8A-4147-A177-3AD203B41FA5}">
                      <a16:colId xmlns:a16="http://schemas.microsoft.com/office/drawing/2014/main" val="20001"/>
                    </a:ext>
                  </a:extLst>
                </a:gridCol>
                <a:gridCol w="704850">
                  <a:extLst>
                    <a:ext uri="{9D8B030D-6E8A-4147-A177-3AD203B41FA5}">
                      <a16:colId xmlns:a16="http://schemas.microsoft.com/office/drawing/2014/main" val="20002"/>
                    </a:ext>
                  </a:extLst>
                </a:gridCol>
                <a:gridCol w="746125">
                  <a:extLst>
                    <a:ext uri="{9D8B030D-6E8A-4147-A177-3AD203B41FA5}">
                      <a16:colId xmlns:a16="http://schemas.microsoft.com/office/drawing/2014/main" val="20003"/>
                    </a:ext>
                  </a:extLst>
                </a:gridCol>
                <a:gridCol w="803275">
                  <a:extLst>
                    <a:ext uri="{9D8B030D-6E8A-4147-A177-3AD203B41FA5}">
                      <a16:colId xmlns:a16="http://schemas.microsoft.com/office/drawing/2014/main" val="20004"/>
                    </a:ext>
                  </a:extLst>
                </a:gridCol>
                <a:gridCol w="1604963">
                  <a:extLst>
                    <a:ext uri="{9D8B030D-6E8A-4147-A177-3AD203B41FA5}">
                      <a16:colId xmlns:a16="http://schemas.microsoft.com/office/drawing/2014/main" val="20005"/>
                    </a:ext>
                  </a:extLst>
                </a:gridCol>
              </a:tblGrid>
              <a:tr h="63998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CLR(R)</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Preset (S)</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C</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D</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Q*</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mode</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569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 writing</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6569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 writing</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6569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 writing</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6569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 writing</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6569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Q</a:t>
                      </a:r>
                      <a:r>
                        <a:rPr kumimoji="0" lang="en-US" sz="1800" b="0" i="0" u="none" strike="noStrike" cap="none" normalizeH="0" baseline="-25000">
                          <a:ln>
                            <a:noFill/>
                          </a:ln>
                          <a:solidFill>
                            <a:schemeClr val="tx1"/>
                          </a:solidFill>
                          <a:effectLst/>
                          <a:latin typeface="Arial" pitchFamily="34" charset="0"/>
                          <a:cs typeface="Arial" pitchFamily="34" charset="0"/>
                        </a:rPr>
                        <a:t>last</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Hold</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6569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Q</a:t>
                      </a:r>
                      <a:r>
                        <a:rPr kumimoji="0" lang="en-US" sz="1800" b="0" i="0" u="none" strike="noStrike" cap="none" normalizeH="0" baseline="-25000">
                          <a:ln>
                            <a:noFill/>
                          </a:ln>
                          <a:solidFill>
                            <a:schemeClr val="tx1"/>
                          </a:solidFill>
                          <a:effectLst/>
                          <a:latin typeface="Arial" pitchFamily="34" charset="0"/>
                          <a:cs typeface="Arial" pitchFamily="34" charset="0"/>
                        </a:rPr>
                        <a:t>last</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Hold</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36569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Asynch. reset</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65693">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err="1">
                          <a:ln>
                            <a:noFill/>
                          </a:ln>
                          <a:solidFill>
                            <a:schemeClr val="tx1"/>
                          </a:solidFill>
                          <a:effectLst/>
                          <a:latin typeface="Arial" pitchFamily="34" charset="0"/>
                          <a:cs typeface="Arial" pitchFamily="34" charset="0"/>
                        </a:rPr>
                        <a:t>Asynch</a:t>
                      </a:r>
                      <a:r>
                        <a:rPr kumimoji="0" lang="en-US" sz="1800" b="0" i="0" u="none" strike="noStrike" cap="none" normalizeH="0" baseline="0" dirty="0">
                          <a:ln>
                            <a:noFill/>
                          </a:ln>
                          <a:solidFill>
                            <a:schemeClr val="tx1"/>
                          </a:solidFill>
                          <a:effectLst/>
                          <a:latin typeface="Arial" pitchFamily="34" charset="0"/>
                          <a:cs typeface="Arial" pitchFamily="34" charset="0"/>
                        </a:rPr>
                        <a:t>. set</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9" marR="91429" marT="45701" marB="45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
        <p:nvSpPr>
          <p:cNvPr id="8" name="Title 7">
            <a:extLst>
              <a:ext uri="{FF2B5EF4-FFF2-40B4-BE49-F238E27FC236}">
                <a16:creationId xmlns:a16="http://schemas.microsoft.com/office/drawing/2014/main" id="{4D0BFEF9-EACF-9BA6-32E3-DD209180CEF6}"/>
              </a:ext>
            </a:extLst>
          </p:cNvPr>
          <p:cNvSpPr>
            <a:spLocks noGrp="1"/>
          </p:cNvSpPr>
          <p:nvPr>
            <p:ph type="title"/>
          </p:nvPr>
        </p:nvSpPr>
        <p:spPr/>
        <p:txBody>
          <a:bodyPr>
            <a:normAutofit/>
          </a:bodyPr>
          <a:lstStyle/>
          <a:p>
            <a:r>
              <a:rPr lang="en-US" dirty="0"/>
              <a:t>Double-Edge-Triggered Flip-Flop</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110">
            <a:extLst>
              <a:ext uri="{FF2B5EF4-FFF2-40B4-BE49-F238E27FC236}">
                <a16:creationId xmlns:a16="http://schemas.microsoft.com/office/drawing/2014/main" id="{C1D4F082-85B9-5856-F342-C8C9382153C6}"/>
              </a:ext>
            </a:extLst>
          </p:cNvPr>
          <p:cNvSpPr txBox="1">
            <a:spLocks noChangeArrowheads="1"/>
          </p:cNvSpPr>
          <p:nvPr/>
        </p:nvSpPr>
        <p:spPr bwMode="auto">
          <a:xfrm>
            <a:off x="2052639" y="1155701"/>
            <a:ext cx="8307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DET D flip-flop with synchronous reset and set (preferred) inputs</a:t>
            </a:r>
            <a:endParaRPr lang="ru-RU" altLang="en-US" sz="2000"/>
          </a:p>
        </p:txBody>
      </p:sp>
      <p:grpSp>
        <p:nvGrpSpPr>
          <p:cNvPr id="104451" name="Group 92">
            <a:extLst>
              <a:ext uri="{FF2B5EF4-FFF2-40B4-BE49-F238E27FC236}">
                <a16:creationId xmlns:a16="http://schemas.microsoft.com/office/drawing/2014/main" id="{3F609DD6-2979-87AF-4A34-B20BC6B77896}"/>
              </a:ext>
            </a:extLst>
          </p:cNvPr>
          <p:cNvGrpSpPr>
            <a:grpSpLocks/>
          </p:cNvGrpSpPr>
          <p:nvPr/>
        </p:nvGrpSpPr>
        <p:grpSpPr bwMode="auto">
          <a:xfrm>
            <a:off x="8402638" y="2744788"/>
            <a:ext cx="1592262" cy="2741612"/>
            <a:chOff x="4622" y="1262"/>
            <a:chExt cx="1003" cy="1727"/>
          </a:xfrm>
        </p:grpSpPr>
        <p:sp>
          <p:nvSpPr>
            <p:cNvPr id="104539" name="Rectangle 112">
              <a:extLst>
                <a:ext uri="{FF2B5EF4-FFF2-40B4-BE49-F238E27FC236}">
                  <a16:creationId xmlns:a16="http://schemas.microsoft.com/office/drawing/2014/main" id="{F62EA2C8-349C-07C3-AC5F-BBD6C9948E66}"/>
                </a:ext>
              </a:extLst>
            </p:cNvPr>
            <p:cNvSpPr>
              <a:spLocks noChangeArrowheads="1"/>
            </p:cNvSpPr>
            <p:nvPr/>
          </p:nvSpPr>
          <p:spPr bwMode="auto">
            <a:xfrm>
              <a:off x="4885" y="1747"/>
              <a:ext cx="528" cy="757"/>
            </a:xfrm>
            <a:prstGeom prst="rect">
              <a:avLst/>
            </a:prstGeom>
            <a:solidFill>
              <a:schemeClr val="accent1">
                <a:lumMod val="60000"/>
                <a:lumOff val="40000"/>
              </a:schemeClr>
            </a:solidFill>
            <a:ln w="2540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4540" name="Text Box 113">
              <a:extLst>
                <a:ext uri="{FF2B5EF4-FFF2-40B4-BE49-F238E27FC236}">
                  <a16:creationId xmlns:a16="http://schemas.microsoft.com/office/drawing/2014/main" id="{5969A863-77D2-11A5-74AF-DE86E1DD81CE}"/>
                </a:ext>
              </a:extLst>
            </p:cNvPr>
            <p:cNvSpPr txBox="1">
              <a:spLocks noChangeArrowheads="1"/>
            </p:cNvSpPr>
            <p:nvPr/>
          </p:nvSpPr>
          <p:spPr bwMode="auto">
            <a:xfrm>
              <a:off x="4939" y="1797"/>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D</a:t>
              </a:r>
              <a:endParaRPr lang="ru-RU" altLang="en-US" sz="2000"/>
            </a:p>
          </p:txBody>
        </p:sp>
        <p:sp>
          <p:nvSpPr>
            <p:cNvPr id="104541" name="Text Box 114">
              <a:extLst>
                <a:ext uri="{FF2B5EF4-FFF2-40B4-BE49-F238E27FC236}">
                  <a16:creationId xmlns:a16="http://schemas.microsoft.com/office/drawing/2014/main" id="{B81D9325-1B11-1B1E-73BA-C672C2F4208E}"/>
                </a:ext>
              </a:extLst>
            </p:cNvPr>
            <p:cNvSpPr txBox="1">
              <a:spLocks noChangeArrowheads="1"/>
            </p:cNvSpPr>
            <p:nvPr/>
          </p:nvSpPr>
          <p:spPr bwMode="auto">
            <a:xfrm>
              <a:off x="4992" y="2152"/>
              <a:ext cx="3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endParaRPr lang="ru-RU" altLang="en-US" sz="2000"/>
            </a:p>
          </p:txBody>
        </p:sp>
        <p:sp>
          <p:nvSpPr>
            <p:cNvPr id="104542" name="AutoShape 115">
              <a:extLst>
                <a:ext uri="{FF2B5EF4-FFF2-40B4-BE49-F238E27FC236}">
                  <a16:creationId xmlns:a16="http://schemas.microsoft.com/office/drawing/2014/main" id="{1C767570-69E3-1B17-0DEF-647E8AC0C570}"/>
                </a:ext>
              </a:extLst>
            </p:cNvPr>
            <p:cNvSpPr>
              <a:spLocks noChangeArrowheads="1"/>
            </p:cNvSpPr>
            <p:nvPr/>
          </p:nvSpPr>
          <p:spPr bwMode="auto">
            <a:xfrm rot="5400000">
              <a:off x="4850" y="2244"/>
              <a:ext cx="175" cy="100"/>
            </a:xfrm>
            <a:prstGeom prst="triangle">
              <a:avLst>
                <a:gd name="adj" fmla="val 50000"/>
              </a:avLst>
            </a:prstGeom>
            <a:solidFill>
              <a:schemeClr val="accent1"/>
            </a:solidFill>
            <a:ln w="25400" algn="ctr">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04543" name="Line 117">
              <a:extLst>
                <a:ext uri="{FF2B5EF4-FFF2-40B4-BE49-F238E27FC236}">
                  <a16:creationId xmlns:a16="http://schemas.microsoft.com/office/drawing/2014/main" id="{C3235EF6-2904-6ACE-8A7F-79EE3DC0B1D2}"/>
                </a:ext>
              </a:extLst>
            </p:cNvPr>
            <p:cNvSpPr>
              <a:spLocks noChangeShapeType="1"/>
            </p:cNvSpPr>
            <p:nvPr/>
          </p:nvSpPr>
          <p:spPr bwMode="auto">
            <a:xfrm>
              <a:off x="4626" y="2221"/>
              <a:ext cx="2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44" name="Line 118">
              <a:extLst>
                <a:ext uri="{FF2B5EF4-FFF2-40B4-BE49-F238E27FC236}">
                  <a16:creationId xmlns:a16="http://schemas.microsoft.com/office/drawing/2014/main" id="{00C28075-0547-0391-2EBC-A3BB94E9F74E}"/>
                </a:ext>
              </a:extLst>
            </p:cNvPr>
            <p:cNvSpPr>
              <a:spLocks noChangeShapeType="1"/>
            </p:cNvSpPr>
            <p:nvPr/>
          </p:nvSpPr>
          <p:spPr bwMode="auto">
            <a:xfrm flipV="1">
              <a:off x="5150" y="1480"/>
              <a:ext cx="0" cy="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45" name="Line 119">
              <a:extLst>
                <a:ext uri="{FF2B5EF4-FFF2-40B4-BE49-F238E27FC236}">
                  <a16:creationId xmlns:a16="http://schemas.microsoft.com/office/drawing/2014/main" id="{B3EB46E7-C6B0-FFF9-4CDA-04D2828CF221}"/>
                </a:ext>
              </a:extLst>
            </p:cNvPr>
            <p:cNvSpPr>
              <a:spLocks noChangeShapeType="1"/>
            </p:cNvSpPr>
            <p:nvPr/>
          </p:nvSpPr>
          <p:spPr bwMode="auto">
            <a:xfrm flipV="1">
              <a:off x="5141" y="2510"/>
              <a:ext cx="0" cy="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46" name="Text Box 120">
              <a:extLst>
                <a:ext uri="{FF2B5EF4-FFF2-40B4-BE49-F238E27FC236}">
                  <a16:creationId xmlns:a16="http://schemas.microsoft.com/office/drawing/2014/main" id="{64E5EC9F-2B1C-FCA3-ABAC-C44DA2AB1997}"/>
                </a:ext>
              </a:extLst>
            </p:cNvPr>
            <p:cNvSpPr txBox="1">
              <a:spLocks noChangeArrowheads="1"/>
            </p:cNvSpPr>
            <p:nvPr/>
          </p:nvSpPr>
          <p:spPr bwMode="auto">
            <a:xfrm>
              <a:off x="5005" y="1752"/>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000"/>
            </a:p>
          </p:txBody>
        </p:sp>
        <p:sp>
          <p:nvSpPr>
            <p:cNvPr id="104547" name="Line 121">
              <a:extLst>
                <a:ext uri="{FF2B5EF4-FFF2-40B4-BE49-F238E27FC236}">
                  <a16:creationId xmlns:a16="http://schemas.microsoft.com/office/drawing/2014/main" id="{1B6E307B-B836-45E8-8E59-3296ACB04973}"/>
                </a:ext>
              </a:extLst>
            </p:cNvPr>
            <p:cNvSpPr>
              <a:spLocks noChangeShapeType="1"/>
            </p:cNvSpPr>
            <p:nvPr/>
          </p:nvSpPr>
          <p:spPr bwMode="auto">
            <a:xfrm>
              <a:off x="5413" y="1888"/>
              <a:ext cx="2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48" name="Oval 122">
              <a:extLst>
                <a:ext uri="{FF2B5EF4-FFF2-40B4-BE49-F238E27FC236}">
                  <a16:creationId xmlns:a16="http://schemas.microsoft.com/office/drawing/2014/main" id="{D90A7574-D61F-B500-2AB2-07DE1F88C396}"/>
                </a:ext>
              </a:extLst>
            </p:cNvPr>
            <p:cNvSpPr>
              <a:spLocks noChangeArrowheads="1"/>
            </p:cNvSpPr>
            <p:nvPr/>
          </p:nvSpPr>
          <p:spPr bwMode="auto">
            <a:xfrm>
              <a:off x="4803" y="2270"/>
              <a:ext cx="77" cy="77"/>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04549" name="Line 123">
              <a:extLst>
                <a:ext uri="{FF2B5EF4-FFF2-40B4-BE49-F238E27FC236}">
                  <a16:creationId xmlns:a16="http://schemas.microsoft.com/office/drawing/2014/main" id="{9CE169E6-8E38-AD48-C1AE-181B8EC582B3}"/>
                </a:ext>
              </a:extLst>
            </p:cNvPr>
            <p:cNvSpPr>
              <a:spLocks noChangeShapeType="1"/>
            </p:cNvSpPr>
            <p:nvPr/>
          </p:nvSpPr>
          <p:spPr bwMode="auto">
            <a:xfrm>
              <a:off x="4622" y="2314"/>
              <a:ext cx="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50" name="Text Box 124">
              <a:extLst>
                <a:ext uri="{FF2B5EF4-FFF2-40B4-BE49-F238E27FC236}">
                  <a16:creationId xmlns:a16="http://schemas.microsoft.com/office/drawing/2014/main" id="{790F254F-6037-440A-AD91-86CB08784E91}"/>
                </a:ext>
              </a:extLst>
            </p:cNvPr>
            <p:cNvSpPr txBox="1">
              <a:spLocks noChangeArrowheads="1"/>
            </p:cNvSpPr>
            <p:nvPr/>
          </p:nvSpPr>
          <p:spPr bwMode="auto">
            <a:xfrm>
              <a:off x="5005" y="1262"/>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a:t>
              </a:r>
              <a:endParaRPr lang="ru-RU" altLang="en-US" sz="1800"/>
            </a:p>
          </p:txBody>
        </p:sp>
        <p:sp>
          <p:nvSpPr>
            <p:cNvPr id="104551" name="Text Box 125">
              <a:extLst>
                <a:ext uri="{FF2B5EF4-FFF2-40B4-BE49-F238E27FC236}">
                  <a16:creationId xmlns:a16="http://schemas.microsoft.com/office/drawing/2014/main" id="{979BEB0F-58AA-A8DF-E15D-EE7FA3FFF41E}"/>
                </a:ext>
              </a:extLst>
            </p:cNvPr>
            <p:cNvSpPr txBox="1">
              <a:spLocks noChangeArrowheads="1"/>
            </p:cNvSpPr>
            <p:nvPr/>
          </p:nvSpPr>
          <p:spPr bwMode="auto">
            <a:xfrm>
              <a:off x="4951" y="2758"/>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R</a:t>
              </a:r>
              <a:endParaRPr lang="ru-RU" altLang="en-US" sz="1800"/>
            </a:p>
          </p:txBody>
        </p:sp>
        <p:sp>
          <p:nvSpPr>
            <p:cNvPr id="104552" name="Line 116">
              <a:extLst>
                <a:ext uri="{FF2B5EF4-FFF2-40B4-BE49-F238E27FC236}">
                  <a16:creationId xmlns:a16="http://schemas.microsoft.com/office/drawing/2014/main" id="{EEBF7D66-D24F-BD66-96BB-5A0D65B39921}"/>
                </a:ext>
              </a:extLst>
            </p:cNvPr>
            <p:cNvSpPr>
              <a:spLocks noChangeShapeType="1"/>
            </p:cNvSpPr>
            <p:nvPr/>
          </p:nvSpPr>
          <p:spPr bwMode="auto">
            <a:xfrm>
              <a:off x="4649" y="1890"/>
              <a:ext cx="2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aphicFrame>
        <p:nvGraphicFramePr>
          <p:cNvPr id="60544" name="Group 128">
            <a:extLst>
              <a:ext uri="{FF2B5EF4-FFF2-40B4-BE49-F238E27FC236}">
                <a16:creationId xmlns:a16="http://schemas.microsoft.com/office/drawing/2014/main" id="{0DEF271D-E7E1-4A5F-A705-112938AA46AF}"/>
              </a:ext>
            </a:extLst>
          </p:cNvPr>
          <p:cNvGraphicFramePr>
            <a:graphicFrameLocks noGrp="1"/>
          </p:cNvGraphicFramePr>
          <p:nvPr>
            <p:extLst>
              <p:ext uri="{D42A27DB-BD31-4B8C-83A1-F6EECF244321}">
                <p14:modId xmlns:p14="http://schemas.microsoft.com/office/powerpoint/2010/main" val="2835486443"/>
              </p:ext>
            </p:extLst>
          </p:nvPr>
        </p:nvGraphicFramePr>
        <p:xfrm>
          <a:off x="1885951" y="1674814"/>
          <a:ext cx="5700713" cy="4023030"/>
        </p:xfrm>
        <a:graphic>
          <a:graphicData uri="http://schemas.openxmlformats.org/drawingml/2006/table">
            <a:tbl>
              <a:tblPr/>
              <a:tblGrid>
                <a:gridCol w="763588">
                  <a:extLst>
                    <a:ext uri="{9D8B030D-6E8A-4147-A177-3AD203B41FA5}">
                      <a16:colId xmlns:a16="http://schemas.microsoft.com/office/drawing/2014/main" val="20000"/>
                    </a:ext>
                  </a:extLst>
                </a:gridCol>
                <a:gridCol w="957262">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gridCol w="633413">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gridCol w="1771650">
                  <a:extLst>
                    <a:ext uri="{9D8B030D-6E8A-4147-A177-3AD203B41FA5}">
                      <a16:colId xmlns:a16="http://schemas.microsoft.com/office/drawing/2014/main" val="20005"/>
                    </a:ext>
                  </a:extLst>
                </a:gridCol>
              </a:tblGrid>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CLR</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Preset </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C</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D</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Q*</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mode</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 writing</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 writing</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 writing</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 writing</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Q</a:t>
                      </a:r>
                      <a:r>
                        <a:rPr kumimoji="0" lang="en-US" sz="1800" b="0" i="0" u="none" strike="noStrike" cap="none" normalizeH="0" baseline="-25000">
                          <a:ln>
                            <a:noFill/>
                          </a:ln>
                          <a:solidFill>
                            <a:schemeClr val="tx1"/>
                          </a:solidFill>
                          <a:effectLst/>
                          <a:latin typeface="Arial" pitchFamily="34" charset="0"/>
                          <a:cs typeface="Arial" pitchFamily="34" charset="0"/>
                        </a:rPr>
                        <a:t>last</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Hold</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Q</a:t>
                      </a:r>
                      <a:r>
                        <a:rPr kumimoji="0" lang="en-US" sz="1800" b="0" i="0" u="none" strike="noStrike" cap="none" normalizeH="0" baseline="-25000">
                          <a:ln>
                            <a:noFill/>
                          </a:ln>
                          <a:solidFill>
                            <a:schemeClr val="tx1"/>
                          </a:solidFill>
                          <a:effectLst/>
                          <a:latin typeface="Arial" pitchFamily="34" charset="0"/>
                          <a:cs typeface="Arial" pitchFamily="34" charset="0"/>
                        </a:rPr>
                        <a:t>last</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Hold</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Synch. set</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Synch. set</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a:t>
                      </a: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Synch.reset</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657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ru-RU" sz="1800" b="0" i="0" u="none" strike="noStrike" cap="none" normalizeH="0" baseline="0">
                          <a:ln>
                            <a:noFill/>
                          </a:ln>
                          <a:solidFill>
                            <a:schemeClr val="tx1"/>
                          </a:solidFill>
                          <a:effectLst/>
                          <a:latin typeface="Arial" pitchFamily="34" charset="0"/>
                          <a:cs typeface="Arial" pitchFamily="34" charset="0"/>
                          <a:sym typeface="Symbol" pitchFamily="18" charset="2"/>
                        </a:rPr>
                        <a:t> </a:t>
                      </a: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x</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err="1">
                          <a:ln>
                            <a:noFill/>
                          </a:ln>
                          <a:solidFill>
                            <a:schemeClr val="tx1"/>
                          </a:solidFill>
                          <a:effectLst/>
                          <a:latin typeface="Arial" pitchFamily="34" charset="0"/>
                          <a:cs typeface="Arial" pitchFamily="34" charset="0"/>
                        </a:rPr>
                        <a:t>Synch.reset</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1428" marR="91428" marT="45705" marB="4570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8" name="Title 7">
            <a:extLst>
              <a:ext uri="{FF2B5EF4-FFF2-40B4-BE49-F238E27FC236}">
                <a16:creationId xmlns:a16="http://schemas.microsoft.com/office/drawing/2014/main" id="{F1F29363-CCA8-6DBE-497A-C1AD98239440}"/>
              </a:ext>
            </a:extLst>
          </p:cNvPr>
          <p:cNvSpPr>
            <a:spLocks noGrp="1"/>
          </p:cNvSpPr>
          <p:nvPr>
            <p:ph type="title"/>
          </p:nvPr>
        </p:nvSpPr>
        <p:spPr/>
        <p:txBody>
          <a:bodyPr>
            <a:normAutofit/>
          </a:bodyPr>
          <a:lstStyle/>
          <a:p>
            <a:r>
              <a:rPr lang="en-US" dirty="0"/>
              <a:t>Double-Edge-Triggered Flip-Flop</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Заголовок 1">
            <a:extLst>
              <a:ext uri="{FF2B5EF4-FFF2-40B4-BE49-F238E27FC236}">
                <a16:creationId xmlns:a16="http://schemas.microsoft.com/office/drawing/2014/main" id="{69D1D0D6-3482-DA0E-FFCC-78B8D0F642AC}"/>
              </a:ext>
            </a:extLst>
          </p:cNvPr>
          <p:cNvSpPr>
            <a:spLocks noGrp="1" noChangeArrowheads="1"/>
          </p:cNvSpPr>
          <p:nvPr>
            <p:ph type="title"/>
          </p:nvPr>
        </p:nvSpPr>
        <p:spPr/>
        <p:txBody>
          <a:bodyPr>
            <a:normAutofit/>
          </a:bodyPr>
          <a:lstStyle/>
          <a:p>
            <a:r>
              <a:rPr lang="en-US" altLang="en-US" dirty="0"/>
              <a:t>Sequence of Structural Synthesis of FSM</a:t>
            </a:r>
            <a:endParaRPr lang="ru-RU" altLang="en-US" dirty="0"/>
          </a:p>
        </p:txBody>
      </p:sp>
      <p:sp>
        <p:nvSpPr>
          <p:cNvPr id="3" name="Объект 2">
            <a:extLst>
              <a:ext uri="{FF2B5EF4-FFF2-40B4-BE49-F238E27FC236}">
                <a16:creationId xmlns:a16="http://schemas.microsoft.com/office/drawing/2014/main" id="{C0700A18-0086-4B0A-93BF-7EED7D860753}"/>
              </a:ext>
            </a:extLst>
          </p:cNvPr>
          <p:cNvSpPr>
            <a:spLocks noGrp="1"/>
          </p:cNvSpPr>
          <p:nvPr>
            <p:ph type="body" sz="quarter" idx="10"/>
          </p:nvPr>
        </p:nvSpPr>
        <p:spPr/>
        <p:txBody>
          <a:bodyPr/>
          <a:lstStyle/>
          <a:p>
            <a:r>
              <a:rPr lang="en-US"/>
              <a:t>Task of structural synthesis of FSM is designing FSM circuit</a:t>
            </a:r>
            <a:r>
              <a:rPr lang="ru-RU"/>
              <a:t> </a:t>
            </a:r>
            <a:r>
              <a:rPr lang="en-US"/>
              <a:t>according to its representation. </a:t>
            </a:r>
          </a:p>
          <a:p>
            <a:r>
              <a:rPr lang="en-US"/>
              <a:t>Sequence of structural synthesis</a:t>
            </a:r>
            <a:r>
              <a:rPr lang="ru-RU"/>
              <a:t>:</a:t>
            </a:r>
            <a:endParaRPr lang="en-US"/>
          </a:p>
          <a:p>
            <a:r>
              <a:rPr lang="en-US"/>
              <a:t>Determine the number of state variable</a:t>
            </a:r>
          </a:p>
          <a:p>
            <a:r>
              <a:rPr lang="en-US"/>
              <a:t>Coding of input and output signals of FSM;</a:t>
            </a:r>
          </a:p>
          <a:p>
            <a:r>
              <a:rPr lang="en-US"/>
              <a:t>State assignment</a:t>
            </a:r>
          </a:p>
          <a:p>
            <a:r>
              <a:rPr lang="en-US"/>
              <a:t>Definition  of excitation functions of flip-flops </a:t>
            </a:r>
          </a:p>
          <a:p>
            <a:r>
              <a:rPr lang="en-US"/>
              <a:t>Definition of output functions </a:t>
            </a:r>
          </a:p>
          <a:p>
            <a:r>
              <a:rPr lang="en-US"/>
              <a:t>Minimization of boolean functions</a:t>
            </a:r>
          </a:p>
          <a:p>
            <a:r>
              <a:rPr lang="en-US"/>
              <a:t>Designing of logic circuit</a:t>
            </a:r>
            <a:r>
              <a:rPr lang="ru-RU"/>
              <a:t>.</a:t>
            </a:r>
            <a:endParaRPr lang="en-US"/>
          </a:p>
          <a:p>
            <a:endParaRPr lang="ru-RU"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Заголовок 1">
            <a:extLst>
              <a:ext uri="{FF2B5EF4-FFF2-40B4-BE49-F238E27FC236}">
                <a16:creationId xmlns:a16="http://schemas.microsoft.com/office/drawing/2014/main" id="{98D6F993-FDC4-F4CD-84F0-386AABF30EB0}"/>
              </a:ext>
            </a:extLst>
          </p:cNvPr>
          <p:cNvSpPr>
            <a:spLocks noGrp="1" noChangeArrowheads="1"/>
          </p:cNvSpPr>
          <p:nvPr>
            <p:ph type="title"/>
          </p:nvPr>
        </p:nvSpPr>
        <p:spPr/>
        <p:txBody>
          <a:bodyPr>
            <a:normAutofit/>
          </a:bodyPr>
          <a:lstStyle/>
          <a:p>
            <a:r>
              <a:rPr lang="en-US" altLang="en-US" dirty="0"/>
              <a:t>Coding of Input and Output Signals of FSM</a:t>
            </a:r>
            <a:endParaRPr lang="ru-RU" altLang="en-US" dirty="0"/>
          </a:p>
        </p:txBody>
      </p:sp>
      <p:sp>
        <p:nvSpPr>
          <p:cNvPr id="107523" name="Объект 2">
            <a:extLst>
              <a:ext uri="{FF2B5EF4-FFF2-40B4-BE49-F238E27FC236}">
                <a16:creationId xmlns:a16="http://schemas.microsoft.com/office/drawing/2014/main" id="{31C6BA89-FF54-6F39-9206-70DB2BF5602A}"/>
              </a:ext>
            </a:extLst>
          </p:cNvPr>
          <p:cNvSpPr>
            <a:spLocks noGrp="1" noChangeArrowheads="1"/>
          </p:cNvSpPr>
          <p:nvPr>
            <p:ph type="body" sz="quarter" idx="10"/>
          </p:nvPr>
        </p:nvSpPr>
        <p:spPr/>
        <p:txBody>
          <a:bodyPr/>
          <a:lstStyle/>
          <a:p>
            <a:r>
              <a:rPr lang="en-US" altLang="en-US"/>
              <a:t>Given abstract FSM A = {X, Y, S, </a:t>
            </a:r>
            <a:r>
              <a:rPr lang="en-US" altLang="en-US">
                <a:sym typeface="Symbol" panose="05050102010706020507" pitchFamily="18" charset="2"/>
              </a:rPr>
              <a:t>, }</a:t>
            </a:r>
          </a:p>
          <a:p>
            <a:r>
              <a:rPr lang="en-US" altLang="en-US"/>
              <a:t>Determine the number of inputs and outputs of FSM. </a:t>
            </a:r>
          </a:p>
          <a:p>
            <a:r>
              <a:rPr lang="en-US" altLang="en-US"/>
              <a:t>The number of inputs m depend on M=|X| </a:t>
            </a:r>
            <a:r>
              <a:rPr lang="en-US" altLang="en-US">
                <a:sym typeface="Symbol" panose="05050102010706020507" pitchFamily="18" charset="2"/>
              </a:rPr>
              <a:t>[</a:t>
            </a:r>
            <a:r>
              <a:rPr lang="en-US" altLang="en-US"/>
              <a:t>log 2 M</a:t>
            </a:r>
            <a:r>
              <a:rPr lang="en-US" altLang="en-US">
                <a:sym typeface="Symbol" panose="05050102010706020507" pitchFamily="18" charset="2"/>
              </a:rPr>
              <a:t>]</a:t>
            </a:r>
            <a:r>
              <a:rPr lang="en-US" altLang="en-US"/>
              <a:t>  </a:t>
            </a:r>
            <a:r>
              <a:rPr lang="en-US" altLang="en-US">
                <a:sym typeface="Symbol" panose="05050102010706020507" pitchFamily="18" charset="2"/>
              </a:rPr>
              <a:t></a:t>
            </a:r>
            <a:r>
              <a:rPr lang="en-US" altLang="en-US"/>
              <a:t> m </a:t>
            </a:r>
            <a:r>
              <a:rPr lang="en-US" altLang="en-US">
                <a:sym typeface="Symbol" panose="05050102010706020507" pitchFamily="18" charset="2"/>
              </a:rPr>
              <a:t></a:t>
            </a:r>
            <a:r>
              <a:rPr lang="en-US" altLang="en-US"/>
              <a:t>M</a:t>
            </a:r>
          </a:p>
          <a:p>
            <a:r>
              <a:rPr lang="en-US" altLang="en-US"/>
              <a:t>Each symbol (letter) of input alphabet is put in accordance with a set of zeros and ones of input signals of FSM x</a:t>
            </a:r>
            <a:r>
              <a:rPr lang="ru-RU" altLang="en-US"/>
              <a:t>1,x2</a:t>
            </a:r>
            <a:r>
              <a:rPr lang="en-US" altLang="en-US"/>
              <a:t>..</a:t>
            </a:r>
            <a:r>
              <a:rPr lang="ru-RU" altLang="en-US"/>
              <a:t>.x</a:t>
            </a:r>
            <a:r>
              <a:rPr lang="en-US" altLang="en-US"/>
              <a:t>m</a:t>
            </a:r>
            <a:r>
              <a:rPr lang="ru-RU" altLang="en-US"/>
              <a:t>.</a:t>
            </a:r>
            <a:endParaRPr lang="en-US" altLang="en-US"/>
          </a:p>
          <a:p>
            <a:r>
              <a:rPr lang="en-US" altLang="en-US"/>
              <a:t>Number of output signals of FSM n</a:t>
            </a:r>
            <a:r>
              <a:rPr lang="ru-RU" altLang="en-US"/>
              <a:t> </a:t>
            </a:r>
            <a:r>
              <a:rPr lang="en-US" altLang="en-US"/>
              <a:t>depend on N=|Y| [log 2 N] </a:t>
            </a:r>
            <a:r>
              <a:rPr lang="en-US" altLang="en-US">
                <a:sym typeface="Symbol" panose="05050102010706020507" pitchFamily="18" charset="2"/>
              </a:rPr>
              <a:t></a:t>
            </a:r>
            <a:r>
              <a:rPr lang="en-US" altLang="en-US"/>
              <a:t> n </a:t>
            </a:r>
            <a:r>
              <a:rPr lang="en-US" altLang="en-US">
                <a:sym typeface="Symbol" panose="05050102010706020507" pitchFamily="18" charset="2"/>
              </a:rPr>
              <a:t></a:t>
            </a:r>
            <a:r>
              <a:rPr lang="en-US" altLang="en-US"/>
              <a:t>N</a:t>
            </a:r>
          </a:p>
          <a:p>
            <a:r>
              <a:rPr lang="en-US" altLang="en-US"/>
              <a:t>Each letter of output alphabet is put in accordance with a set of zeros and ones of output signals of FSM  y</a:t>
            </a:r>
            <a:r>
              <a:rPr lang="ru-RU" altLang="en-US"/>
              <a:t>1, y2 ... y</a:t>
            </a:r>
            <a:r>
              <a:rPr lang="en-US" altLang="en-US"/>
              <a:t>n</a:t>
            </a:r>
            <a:r>
              <a:rPr lang="ru-RU" altLang="en-US"/>
              <a:t>. </a:t>
            </a:r>
            <a:r>
              <a:rPr lang="en-US" altLang="en-US"/>
              <a:t>  </a:t>
            </a:r>
          </a:p>
          <a:p>
            <a:r>
              <a:rPr lang="en-US" altLang="en-US"/>
              <a:t> All the letters of input (output</a:t>
            </a:r>
            <a:r>
              <a:rPr lang="ru-RU" altLang="en-US"/>
              <a:t>)</a:t>
            </a:r>
            <a:r>
              <a:rPr lang="en-US" altLang="en-US"/>
              <a:t> alphabet are coded by different codes.</a:t>
            </a:r>
          </a:p>
          <a:p>
            <a:endParaRPr lang="ru-RU"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Заголовок 1">
            <a:extLst>
              <a:ext uri="{FF2B5EF4-FFF2-40B4-BE49-F238E27FC236}">
                <a16:creationId xmlns:a16="http://schemas.microsoft.com/office/drawing/2014/main" id="{DCA32E1F-AA9E-BA57-A613-848D3DFDD11C}"/>
              </a:ext>
            </a:extLst>
          </p:cNvPr>
          <p:cNvSpPr>
            <a:spLocks noGrp="1" noChangeArrowheads="1"/>
          </p:cNvSpPr>
          <p:nvPr>
            <p:ph type="title"/>
          </p:nvPr>
        </p:nvSpPr>
        <p:spPr/>
        <p:txBody>
          <a:bodyPr>
            <a:normAutofit/>
          </a:bodyPr>
          <a:lstStyle/>
          <a:p>
            <a:r>
              <a:rPr lang="en-US" altLang="en-US" dirty="0"/>
              <a:t>FSM States Assignment </a:t>
            </a:r>
            <a:endParaRPr lang="ru-RU" altLang="en-US" dirty="0"/>
          </a:p>
        </p:txBody>
      </p:sp>
      <p:sp>
        <p:nvSpPr>
          <p:cNvPr id="108547" name="Объект 2">
            <a:extLst>
              <a:ext uri="{FF2B5EF4-FFF2-40B4-BE49-F238E27FC236}">
                <a16:creationId xmlns:a16="http://schemas.microsoft.com/office/drawing/2014/main" id="{5A479A56-5AF3-1C09-4FF5-5C960DB8FA94}"/>
              </a:ext>
            </a:extLst>
          </p:cNvPr>
          <p:cNvSpPr>
            <a:spLocks noGrp="1" noChangeArrowheads="1"/>
          </p:cNvSpPr>
          <p:nvPr>
            <p:ph type="body" sz="quarter" idx="10"/>
          </p:nvPr>
        </p:nvSpPr>
        <p:spPr/>
        <p:txBody>
          <a:bodyPr/>
          <a:lstStyle/>
          <a:p>
            <a:r>
              <a:rPr lang="en-US" altLang="en-US"/>
              <a:t>State assignment significantly influences on the complexity of FSM.</a:t>
            </a:r>
          </a:p>
          <a:p>
            <a:r>
              <a:rPr lang="en-US" altLang="en-US"/>
              <a:t>Goals:</a:t>
            </a:r>
          </a:p>
          <a:p>
            <a:pPr lvl="1"/>
            <a:r>
              <a:rPr lang="en-US" altLang="en-US"/>
              <a:t>Assign a unique code to each state to produce a minimal binary logic level implementation. </a:t>
            </a:r>
          </a:p>
          <a:p>
            <a:pPr lvl="1"/>
            <a:r>
              <a:rPr lang="en-US" altLang="en-US"/>
              <a:t>The complexity of excitation functions depend on type of flip-flop.</a:t>
            </a:r>
          </a:p>
          <a:p>
            <a:pPr lvl="1"/>
            <a:r>
              <a:rPr lang="en-US" altLang="en-US"/>
              <a:t>The state variables is defined from the following ratio</a:t>
            </a:r>
            <a:r>
              <a:rPr lang="ru-RU" altLang="en-US"/>
              <a:t>:</a:t>
            </a:r>
            <a:r>
              <a:rPr lang="en-US" altLang="en-US"/>
              <a:t> </a:t>
            </a:r>
            <a:r>
              <a:rPr lang="en-US" altLang="en-US">
                <a:sym typeface="Symbol" panose="05050102010706020507" pitchFamily="18" charset="2"/>
              </a:rPr>
              <a:t>[</a:t>
            </a:r>
            <a:r>
              <a:rPr lang="en-US" altLang="en-US"/>
              <a:t>log2K]  </a:t>
            </a:r>
            <a:r>
              <a:rPr lang="en-US" altLang="en-US">
                <a:sym typeface="Symbol" panose="05050102010706020507" pitchFamily="18" charset="2"/>
              </a:rPr>
              <a:t></a:t>
            </a:r>
            <a:r>
              <a:rPr lang="en-US" altLang="en-US"/>
              <a:t>  k </a:t>
            </a:r>
            <a:r>
              <a:rPr lang="en-US" altLang="en-US">
                <a:sym typeface="Symbol" panose="05050102010706020507" pitchFamily="18" charset="2"/>
              </a:rPr>
              <a:t></a:t>
            </a:r>
            <a:r>
              <a:rPr lang="en-US" altLang="en-US"/>
              <a:t> K , where</a:t>
            </a:r>
            <a:r>
              <a:rPr lang="ru-RU" altLang="en-US"/>
              <a:t> </a:t>
            </a:r>
            <a:r>
              <a:rPr lang="en-US" altLang="en-US"/>
              <a:t>K=|S|</a:t>
            </a:r>
            <a:r>
              <a:rPr lang="ru-RU" altLang="en-US"/>
              <a:t> – </a:t>
            </a:r>
            <a:r>
              <a:rPr lang="en-US" altLang="en-US"/>
              <a:t>number of internal states of FSM</a:t>
            </a:r>
            <a:r>
              <a:rPr lang="ru-RU" altLang="en-US"/>
              <a:t>.</a:t>
            </a:r>
            <a:r>
              <a:rPr lang="en-US" altLang="en-US"/>
              <a:t> </a:t>
            </a:r>
          </a:p>
          <a:p>
            <a:pPr lvl="1"/>
            <a:r>
              <a:rPr lang="en-US" altLang="en-US"/>
              <a:t>Each state of FSM is put in accordance with k</a:t>
            </a:r>
            <a:r>
              <a:rPr lang="ru-RU" altLang="en-US"/>
              <a:t>-</a:t>
            </a:r>
            <a:r>
              <a:rPr lang="en-US" altLang="en-US"/>
              <a:t>bit set of zeros and ones so that none of two states has equal code. This procedure is called states assignment of FSM. </a:t>
            </a:r>
          </a:p>
          <a:p>
            <a:pPr lvl="1"/>
            <a:r>
              <a:rPr lang="en-US" altLang="en-US"/>
              <a:t>The simplest methods of coding: binary and unary.</a:t>
            </a:r>
          </a:p>
          <a:p>
            <a:endParaRPr lang="ru-RU"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Заголовок 1">
            <a:extLst>
              <a:ext uri="{FF2B5EF4-FFF2-40B4-BE49-F238E27FC236}">
                <a16:creationId xmlns:a16="http://schemas.microsoft.com/office/drawing/2014/main" id="{0F80F664-2E72-37EA-3253-8CC5F0A9440B}"/>
              </a:ext>
            </a:extLst>
          </p:cNvPr>
          <p:cNvSpPr>
            <a:spLocks noGrp="1" noChangeArrowheads="1"/>
          </p:cNvSpPr>
          <p:nvPr>
            <p:ph type="title"/>
          </p:nvPr>
        </p:nvSpPr>
        <p:spPr/>
        <p:txBody>
          <a:bodyPr>
            <a:normAutofit/>
          </a:bodyPr>
          <a:lstStyle/>
          <a:p>
            <a:r>
              <a:rPr lang="en-US" altLang="en-US" dirty="0"/>
              <a:t>State Assignment </a:t>
            </a:r>
            <a:endParaRPr lang="ru-RU" altLang="en-US" dirty="0"/>
          </a:p>
        </p:txBody>
      </p:sp>
      <p:sp>
        <p:nvSpPr>
          <p:cNvPr id="109571" name="Объект 2">
            <a:extLst>
              <a:ext uri="{FF2B5EF4-FFF2-40B4-BE49-F238E27FC236}">
                <a16:creationId xmlns:a16="http://schemas.microsoft.com/office/drawing/2014/main" id="{B169872E-635D-167B-BE1E-466F504BDAF5}"/>
              </a:ext>
            </a:extLst>
          </p:cNvPr>
          <p:cNvSpPr>
            <a:spLocks noGrp="1" noChangeArrowheads="1"/>
          </p:cNvSpPr>
          <p:nvPr>
            <p:ph type="body" sz="quarter" idx="10"/>
          </p:nvPr>
        </p:nvSpPr>
        <p:spPr/>
        <p:txBody>
          <a:bodyPr/>
          <a:lstStyle/>
          <a:p>
            <a:r>
              <a:rPr lang="en-US" altLang="en-US"/>
              <a:t>At binary coding the number of flip-flops is taken minimum k=</a:t>
            </a:r>
            <a:r>
              <a:rPr lang="en-US" altLang="en-US">
                <a:sym typeface="Symbol" panose="05050102010706020507" pitchFamily="18" charset="2"/>
              </a:rPr>
              <a:t>[</a:t>
            </a:r>
            <a:r>
              <a:rPr lang="en-US" altLang="en-US"/>
              <a:t>log</a:t>
            </a:r>
            <a:r>
              <a:rPr lang="ru-RU" altLang="en-US"/>
              <a:t>2 К</a:t>
            </a:r>
            <a:r>
              <a:rPr lang="en-US" altLang="en-US">
                <a:sym typeface="Symbol" panose="05050102010706020507" pitchFamily="18" charset="2"/>
              </a:rPr>
              <a:t>].</a:t>
            </a:r>
            <a:r>
              <a:rPr lang="ru-RU" altLang="en-US"/>
              <a:t> </a:t>
            </a:r>
            <a:endParaRPr lang="en-US" altLang="en-US"/>
          </a:p>
          <a:p>
            <a:r>
              <a:rPr lang="en-US" altLang="en-US"/>
              <a:t>May use the first K binary integers in binary counting order (this does not always lead to simplest excitation equations).</a:t>
            </a:r>
          </a:p>
          <a:p>
            <a:r>
              <a:rPr lang="en-US" altLang="en-US"/>
              <a:t>At unary coding (</a:t>
            </a:r>
            <a:r>
              <a:rPr lang="ru-RU" altLang="en-US"/>
              <a:t>“1 </a:t>
            </a:r>
            <a:r>
              <a:rPr lang="en-US" altLang="en-US"/>
              <a:t>from</a:t>
            </a:r>
            <a:r>
              <a:rPr lang="ru-RU" altLang="en-US"/>
              <a:t> К”</a:t>
            </a:r>
            <a:r>
              <a:rPr lang="en-US" altLang="en-US"/>
              <a:t>)</a:t>
            </a:r>
            <a:r>
              <a:rPr lang="ru-RU" altLang="en-US"/>
              <a:t> </a:t>
            </a:r>
            <a:r>
              <a:rPr lang="en-US" altLang="en-US"/>
              <a:t>the number of flip-flops is taken maximum</a:t>
            </a:r>
            <a:r>
              <a:rPr lang="ru-RU" altLang="en-US"/>
              <a:t> </a:t>
            </a:r>
            <a:r>
              <a:rPr lang="en-US" altLang="en-US"/>
              <a:t>(k=K): “one</a:t>
            </a:r>
            <a:r>
              <a:rPr lang="ru-RU" altLang="en-US"/>
              <a:t>–</a:t>
            </a:r>
            <a:r>
              <a:rPr lang="en-US" altLang="en-US"/>
              <a:t>hot”</a:t>
            </a:r>
            <a:r>
              <a:rPr lang="ru-RU" altLang="en-US"/>
              <a:t> </a:t>
            </a:r>
            <a:r>
              <a:rPr lang="en-US" altLang="en-US"/>
              <a:t>assignment</a:t>
            </a:r>
            <a:r>
              <a:rPr lang="ru-RU" altLang="en-US"/>
              <a:t>.</a:t>
            </a:r>
            <a:endParaRPr lang="en-US" altLang="en-US"/>
          </a:p>
          <a:p>
            <a:r>
              <a:rPr lang="en-US" altLang="en-US"/>
              <a:t>At this assignment the combinational circuit is minimal.</a:t>
            </a:r>
          </a:p>
          <a:p>
            <a:r>
              <a:rPr lang="en-US" altLang="en-US"/>
              <a:t>This structure is similar to shift register. Disadvantage: require many flip-flops.</a:t>
            </a:r>
          </a:p>
          <a:p>
            <a:r>
              <a:rPr lang="en-US" altLang="en-US"/>
              <a:t>If</a:t>
            </a:r>
            <a:r>
              <a:rPr lang="ru-RU" altLang="en-US"/>
              <a:t> </a:t>
            </a:r>
            <a:r>
              <a:rPr lang="en-US" altLang="en-US"/>
              <a:t>k</a:t>
            </a:r>
            <a:r>
              <a:rPr lang="ru-RU" altLang="en-US"/>
              <a:t> </a:t>
            </a:r>
            <a:r>
              <a:rPr lang="en-US" altLang="en-US"/>
              <a:t>internal variables is used and the FSM has K</a:t>
            </a:r>
            <a:r>
              <a:rPr lang="ru-RU" altLang="en-US"/>
              <a:t> </a:t>
            </a:r>
            <a:r>
              <a:rPr lang="en-US" altLang="en-US"/>
              <a:t>states</a:t>
            </a:r>
            <a:r>
              <a:rPr lang="ru-RU" altLang="en-US"/>
              <a:t>, </a:t>
            </a:r>
            <a:r>
              <a:rPr lang="en-US" altLang="en-US"/>
              <a:t>the number of variants of state assignment is defined by </a:t>
            </a:r>
            <a:r>
              <a:rPr lang="ru-RU" altLang="en-US"/>
              <a:t>2</a:t>
            </a:r>
            <a:r>
              <a:rPr lang="en-US" altLang="en-US"/>
              <a:t>k</a:t>
            </a:r>
            <a:r>
              <a:rPr lang="ru-RU" altLang="en-US"/>
              <a:t>!/ ((2</a:t>
            </a:r>
            <a:r>
              <a:rPr lang="en-US" altLang="en-US"/>
              <a:t>k</a:t>
            </a:r>
            <a:r>
              <a:rPr lang="ru-RU" altLang="en-US"/>
              <a:t> - К)!</a:t>
            </a:r>
            <a:r>
              <a:rPr lang="en-US" altLang="en-US"/>
              <a:t>k!</a:t>
            </a:r>
            <a:r>
              <a:rPr lang="ru-RU" altLang="en-US"/>
              <a:t>). </a:t>
            </a:r>
            <a:endParaRPr lang="en-US" altLang="en-US"/>
          </a:p>
          <a:p>
            <a:r>
              <a:rPr lang="en-US" altLang="en-US"/>
              <a:t>In order to find the best variant of assignment, it is necessary to try all the variants of assignment. Though it is huge work. </a:t>
            </a:r>
          </a:p>
          <a:p>
            <a:endParaRPr lang="ru-RU"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Заголовок 1">
            <a:extLst>
              <a:ext uri="{FF2B5EF4-FFF2-40B4-BE49-F238E27FC236}">
                <a16:creationId xmlns:a16="http://schemas.microsoft.com/office/drawing/2014/main" id="{90390404-B5C8-BCF4-09AE-6D5D1569DA00}"/>
              </a:ext>
            </a:extLst>
          </p:cNvPr>
          <p:cNvSpPr>
            <a:spLocks noGrp="1" noChangeArrowheads="1"/>
          </p:cNvSpPr>
          <p:nvPr>
            <p:ph type="title"/>
          </p:nvPr>
        </p:nvSpPr>
        <p:spPr/>
        <p:txBody>
          <a:bodyPr>
            <a:normAutofit/>
          </a:bodyPr>
          <a:lstStyle/>
          <a:p>
            <a:r>
              <a:rPr lang="en-US" altLang="en-US" dirty="0"/>
              <a:t>State Assignment (Total Approach) </a:t>
            </a:r>
            <a:endParaRPr lang="ru-RU" altLang="en-US" dirty="0"/>
          </a:p>
        </p:txBody>
      </p:sp>
      <p:sp>
        <p:nvSpPr>
          <p:cNvPr id="110595" name="Объект 2">
            <a:extLst>
              <a:ext uri="{FF2B5EF4-FFF2-40B4-BE49-F238E27FC236}">
                <a16:creationId xmlns:a16="http://schemas.microsoft.com/office/drawing/2014/main" id="{4E24194D-92B6-C6E1-6D7B-023F4FCB4385}"/>
              </a:ext>
            </a:extLst>
          </p:cNvPr>
          <p:cNvSpPr>
            <a:spLocks noGrp="1" noChangeArrowheads="1"/>
          </p:cNvSpPr>
          <p:nvPr>
            <p:ph type="body" sz="quarter" idx="10"/>
          </p:nvPr>
        </p:nvSpPr>
        <p:spPr/>
        <p:txBody>
          <a:bodyPr/>
          <a:lstStyle/>
          <a:p>
            <a:r>
              <a:rPr lang="en-US" altLang="en-US"/>
              <a:t>Initial  state S0 – 00…00 or 11…11.</a:t>
            </a:r>
          </a:p>
          <a:p>
            <a:r>
              <a:rPr lang="en-US" altLang="en-US"/>
              <a:t>Minimize the number of state variables that change on each transition.</a:t>
            </a:r>
          </a:p>
          <a:p>
            <a:r>
              <a:rPr lang="en-US" altLang="en-US"/>
              <a:t>Maximize the number of state variables that don’t change in a group of related states.</a:t>
            </a:r>
          </a:p>
          <a:p>
            <a:r>
              <a:rPr lang="en-US" altLang="en-US"/>
              <a:t>If there are unused states (K&lt;2k) then choose the most convenient state variables combinations.</a:t>
            </a:r>
          </a:p>
          <a:p>
            <a:r>
              <a:rPr lang="en-US" altLang="en-US"/>
              <a:t>The set of state variables decompose into individual bits or fields where each bit or field has a well-defined meanings with respect to the input effects or output behavior.</a:t>
            </a:r>
          </a:p>
          <a:p>
            <a:r>
              <a:rPr lang="en-US" altLang="en-US"/>
              <a:t>Consider more than the minimum number of state variables.</a:t>
            </a:r>
            <a:r>
              <a:rPr lang="ru-RU" altLang="en-US"/>
              <a:t> </a:t>
            </a:r>
            <a:endParaRPr lang="en-US" altLang="en-US"/>
          </a:p>
          <a:p>
            <a:endParaRPr lang="ru-RU"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Заголовок 1">
            <a:extLst>
              <a:ext uri="{FF2B5EF4-FFF2-40B4-BE49-F238E27FC236}">
                <a16:creationId xmlns:a16="http://schemas.microsoft.com/office/drawing/2014/main" id="{44D757CB-75C8-B6C2-A962-40E2DD7A1366}"/>
              </a:ext>
            </a:extLst>
          </p:cNvPr>
          <p:cNvSpPr>
            <a:spLocks noGrp="1" noChangeArrowheads="1"/>
          </p:cNvSpPr>
          <p:nvPr>
            <p:ph type="title"/>
          </p:nvPr>
        </p:nvSpPr>
        <p:spPr/>
        <p:txBody>
          <a:bodyPr>
            <a:normAutofit/>
          </a:bodyPr>
          <a:lstStyle/>
          <a:p>
            <a:r>
              <a:rPr lang="en-US" altLang="en-US" dirty="0"/>
              <a:t>Excitation and Output Functions Definition</a:t>
            </a:r>
            <a:endParaRPr lang="ru-RU" altLang="en-US" dirty="0"/>
          </a:p>
        </p:txBody>
      </p:sp>
      <p:sp>
        <p:nvSpPr>
          <p:cNvPr id="111619" name="Объект 2">
            <a:extLst>
              <a:ext uri="{FF2B5EF4-FFF2-40B4-BE49-F238E27FC236}">
                <a16:creationId xmlns:a16="http://schemas.microsoft.com/office/drawing/2014/main" id="{B24F09BA-6F01-02BC-F535-BFF9C31905FE}"/>
              </a:ext>
            </a:extLst>
          </p:cNvPr>
          <p:cNvSpPr>
            <a:spLocks noGrp="1" noChangeArrowheads="1"/>
          </p:cNvSpPr>
          <p:nvPr>
            <p:ph type="body" sz="quarter" idx="10"/>
          </p:nvPr>
        </p:nvSpPr>
        <p:spPr/>
        <p:txBody>
          <a:bodyPr/>
          <a:lstStyle/>
          <a:p>
            <a:r>
              <a:rPr lang="en-US" altLang="en-US" sz="2200" dirty="0"/>
              <a:t>Use coded transition and output table</a:t>
            </a:r>
            <a:r>
              <a:rPr lang="ru-RU" altLang="en-US" sz="2200" dirty="0"/>
              <a:t>.</a:t>
            </a:r>
            <a:endParaRPr lang="en-US" altLang="en-US" sz="2200" dirty="0"/>
          </a:p>
          <a:p>
            <a:r>
              <a:rPr lang="en-US" altLang="en-US" sz="2200" dirty="0"/>
              <a:t>Excitation functions is defined for each type of flip-flop in accordance with its matrix of excitation functions</a:t>
            </a:r>
            <a:r>
              <a:rPr lang="ru-RU" altLang="en-US" sz="2200" dirty="0"/>
              <a:t>. </a:t>
            </a:r>
            <a:endParaRPr lang="en-US" altLang="en-US" sz="2200" dirty="0"/>
          </a:p>
          <a:p>
            <a:r>
              <a:rPr lang="en-US" altLang="en-US" sz="2200" dirty="0"/>
              <a:t>Current and next state codes are compared. The values of functions is determined on each transition and written in the excitation table. </a:t>
            </a:r>
          </a:p>
          <a:p>
            <a:r>
              <a:rPr lang="en-US" altLang="en-US" sz="2200" dirty="0"/>
              <a:t>D flip-flop has the simplest characteristic equation D=Q*.Comparison is not needed.</a:t>
            </a:r>
          </a:p>
          <a:p>
            <a:r>
              <a:rPr lang="en-US" altLang="en-US" sz="2200" dirty="0"/>
              <a:t>Unused states:</a:t>
            </a:r>
          </a:p>
          <a:p>
            <a:r>
              <a:rPr lang="en-US" altLang="en-US" sz="2200" dirty="0"/>
              <a:t>Minimal cost:</a:t>
            </a:r>
          </a:p>
          <a:p>
            <a:pPr lvl="1"/>
            <a:r>
              <a:rPr lang="en-US" altLang="en-US" dirty="0"/>
              <a:t>Next state entries can be marked as “don’t cares”. This simplifies the excitation  and output logic.</a:t>
            </a:r>
          </a:p>
          <a:p>
            <a:r>
              <a:rPr lang="en-US" altLang="en-US" sz="2200" dirty="0"/>
              <a:t>Minimal risk.</a:t>
            </a:r>
          </a:p>
          <a:p>
            <a:pPr lvl="1"/>
            <a:r>
              <a:rPr lang="en-US" altLang="en-US" dirty="0"/>
              <a:t>Next state entries can be market as “0” (if initial state 00…00)</a:t>
            </a:r>
          </a:p>
          <a:p>
            <a:endParaRPr lang="ru-RU"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5">
            <a:extLst>
              <a:ext uri="{FF2B5EF4-FFF2-40B4-BE49-F238E27FC236}">
                <a16:creationId xmlns:a16="http://schemas.microsoft.com/office/drawing/2014/main" id="{5867FED3-5269-C269-4AFE-A1E01594AF2E}"/>
              </a:ext>
            </a:extLst>
          </p:cNvPr>
          <p:cNvSpPr txBox="1">
            <a:spLocks noChangeArrowheads="1"/>
          </p:cNvSpPr>
          <p:nvPr/>
        </p:nvSpPr>
        <p:spPr bwMode="auto">
          <a:xfrm>
            <a:off x="1993901" y="1598614"/>
            <a:ext cx="807561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Synthesize of sequence detector circuit </a:t>
            </a:r>
            <a:r>
              <a:rPr lang="ru-RU" altLang="en-US"/>
              <a:t> </a:t>
            </a:r>
            <a:r>
              <a:rPr lang="en-US" altLang="en-US"/>
              <a:t>for</a:t>
            </a:r>
            <a:r>
              <a:rPr lang="ru-RU" altLang="en-US"/>
              <a:t> </a:t>
            </a:r>
            <a:r>
              <a:rPr lang="en-US" altLang="en-US"/>
              <a:t> 001 or 101 sequences.</a:t>
            </a:r>
          </a:p>
          <a:p>
            <a:pPr eaLnBrk="1" hangingPunct="1"/>
            <a:r>
              <a:rPr lang="en-US" altLang="en-US"/>
              <a:t>Construct STG of detector</a:t>
            </a:r>
          </a:p>
          <a:p>
            <a:pPr eaLnBrk="1" hangingPunct="1"/>
            <a:endParaRPr lang="ru-RU" altLang="en-US"/>
          </a:p>
        </p:txBody>
      </p:sp>
      <p:grpSp>
        <p:nvGrpSpPr>
          <p:cNvPr id="112643" name="Group 31">
            <a:extLst>
              <a:ext uri="{FF2B5EF4-FFF2-40B4-BE49-F238E27FC236}">
                <a16:creationId xmlns:a16="http://schemas.microsoft.com/office/drawing/2014/main" id="{A18D138B-F642-B917-98F6-453A519D18B7}"/>
              </a:ext>
            </a:extLst>
          </p:cNvPr>
          <p:cNvGrpSpPr>
            <a:grpSpLocks/>
          </p:cNvGrpSpPr>
          <p:nvPr/>
        </p:nvGrpSpPr>
        <p:grpSpPr bwMode="auto">
          <a:xfrm>
            <a:off x="4090989" y="2878139"/>
            <a:ext cx="4321175" cy="2707059"/>
            <a:chOff x="1617" y="1748"/>
            <a:chExt cx="2722" cy="1885"/>
          </a:xfrm>
        </p:grpSpPr>
        <p:sp>
          <p:nvSpPr>
            <p:cNvPr id="112645" name="Oval 6">
              <a:extLst>
                <a:ext uri="{FF2B5EF4-FFF2-40B4-BE49-F238E27FC236}">
                  <a16:creationId xmlns:a16="http://schemas.microsoft.com/office/drawing/2014/main" id="{505D3AA7-EF2A-6685-E37D-DD4475B38F7A}"/>
                </a:ext>
              </a:extLst>
            </p:cNvPr>
            <p:cNvSpPr>
              <a:spLocks noChangeArrowheads="1"/>
            </p:cNvSpPr>
            <p:nvPr/>
          </p:nvSpPr>
          <p:spPr bwMode="auto">
            <a:xfrm>
              <a:off x="2851" y="1748"/>
              <a:ext cx="317" cy="31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1"/>
                  </a:solidFill>
                </a:rPr>
                <a:t>S</a:t>
              </a:r>
              <a:r>
                <a:rPr lang="en-US" altLang="en-US" sz="2000" baseline="-25000" dirty="0">
                  <a:solidFill>
                    <a:schemeClr val="bg1"/>
                  </a:solidFill>
                </a:rPr>
                <a:t>0</a:t>
              </a:r>
              <a:endParaRPr lang="ru-RU" altLang="en-US" sz="2000" dirty="0">
                <a:solidFill>
                  <a:schemeClr val="bg1"/>
                </a:solidFill>
              </a:endParaRPr>
            </a:p>
          </p:txBody>
        </p:sp>
        <p:sp>
          <p:nvSpPr>
            <p:cNvPr id="112646" name="Oval 7">
              <a:extLst>
                <a:ext uri="{FF2B5EF4-FFF2-40B4-BE49-F238E27FC236}">
                  <a16:creationId xmlns:a16="http://schemas.microsoft.com/office/drawing/2014/main" id="{49746444-77DE-B3F3-2E43-4CD7CE6C57CB}"/>
                </a:ext>
              </a:extLst>
            </p:cNvPr>
            <p:cNvSpPr>
              <a:spLocks noChangeArrowheads="1"/>
            </p:cNvSpPr>
            <p:nvPr/>
          </p:nvSpPr>
          <p:spPr bwMode="auto">
            <a:xfrm>
              <a:off x="2252" y="2337"/>
              <a:ext cx="317" cy="31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solidFill>
                    <a:schemeClr val="bg1"/>
                  </a:solidFill>
                </a:rPr>
                <a:t>S</a:t>
              </a:r>
              <a:r>
                <a:rPr lang="en-US" altLang="en-US" sz="2000" baseline="-25000">
                  <a:solidFill>
                    <a:schemeClr val="bg1"/>
                  </a:solidFill>
                </a:rPr>
                <a:t>1</a:t>
              </a:r>
              <a:endParaRPr lang="ru-RU" altLang="en-US" sz="2000">
                <a:solidFill>
                  <a:schemeClr val="bg1"/>
                </a:solidFill>
              </a:endParaRPr>
            </a:p>
          </p:txBody>
        </p:sp>
        <p:sp>
          <p:nvSpPr>
            <p:cNvPr id="112647" name="Oval 8">
              <a:extLst>
                <a:ext uri="{FF2B5EF4-FFF2-40B4-BE49-F238E27FC236}">
                  <a16:creationId xmlns:a16="http://schemas.microsoft.com/office/drawing/2014/main" id="{C37FCB86-4770-4ED3-DD12-C4B5C3B0D6EC}"/>
                </a:ext>
              </a:extLst>
            </p:cNvPr>
            <p:cNvSpPr>
              <a:spLocks noChangeArrowheads="1"/>
            </p:cNvSpPr>
            <p:nvPr/>
          </p:nvSpPr>
          <p:spPr bwMode="auto">
            <a:xfrm>
              <a:off x="3386" y="2337"/>
              <a:ext cx="317" cy="31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solidFill>
                    <a:schemeClr val="bg1"/>
                  </a:solidFill>
                </a:rPr>
                <a:t>S</a:t>
              </a:r>
              <a:r>
                <a:rPr lang="en-US" altLang="en-US" sz="2000" baseline="-25000">
                  <a:solidFill>
                    <a:schemeClr val="bg1"/>
                  </a:solidFill>
                </a:rPr>
                <a:t>3</a:t>
              </a:r>
              <a:endParaRPr lang="ru-RU" altLang="en-US" sz="2000">
                <a:solidFill>
                  <a:schemeClr val="bg1"/>
                </a:solidFill>
              </a:endParaRPr>
            </a:p>
          </p:txBody>
        </p:sp>
        <p:sp>
          <p:nvSpPr>
            <p:cNvPr id="112648" name="Oval 9">
              <a:extLst>
                <a:ext uri="{FF2B5EF4-FFF2-40B4-BE49-F238E27FC236}">
                  <a16:creationId xmlns:a16="http://schemas.microsoft.com/office/drawing/2014/main" id="{17B72F28-CA31-F67B-9F5C-88AD0DDC33BB}"/>
                </a:ext>
              </a:extLst>
            </p:cNvPr>
            <p:cNvSpPr>
              <a:spLocks noChangeArrowheads="1"/>
            </p:cNvSpPr>
            <p:nvPr/>
          </p:nvSpPr>
          <p:spPr bwMode="auto">
            <a:xfrm>
              <a:off x="2170" y="3063"/>
              <a:ext cx="317" cy="31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solidFill>
                    <a:schemeClr val="bg1"/>
                  </a:solidFill>
                </a:rPr>
                <a:t>S</a:t>
              </a:r>
              <a:r>
                <a:rPr lang="en-US" altLang="en-US" sz="2000" baseline="-25000">
                  <a:solidFill>
                    <a:schemeClr val="bg1"/>
                  </a:solidFill>
                </a:rPr>
                <a:t>2</a:t>
              </a:r>
              <a:endParaRPr lang="ru-RU" altLang="en-US" sz="2000">
                <a:solidFill>
                  <a:schemeClr val="bg1"/>
                </a:solidFill>
              </a:endParaRPr>
            </a:p>
          </p:txBody>
        </p:sp>
        <p:sp>
          <p:nvSpPr>
            <p:cNvPr id="112649" name="Oval 11">
              <a:extLst>
                <a:ext uri="{FF2B5EF4-FFF2-40B4-BE49-F238E27FC236}">
                  <a16:creationId xmlns:a16="http://schemas.microsoft.com/office/drawing/2014/main" id="{0CE3F707-3945-BF3F-827D-6C407CD83413}"/>
                </a:ext>
              </a:extLst>
            </p:cNvPr>
            <p:cNvSpPr>
              <a:spLocks noChangeArrowheads="1"/>
            </p:cNvSpPr>
            <p:nvPr/>
          </p:nvSpPr>
          <p:spPr bwMode="auto">
            <a:xfrm>
              <a:off x="3441" y="3054"/>
              <a:ext cx="317" cy="31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solidFill>
                    <a:schemeClr val="bg1"/>
                  </a:solidFill>
                </a:rPr>
                <a:t>S</a:t>
              </a:r>
              <a:r>
                <a:rPr lang="en-US" altLang="en-US" sz="2000" baseline="-25000">
                  <a:solidFill>
                    <a:schemeClr val="bg1"/>
                  </a:solidFill>
                </a:rPr>
                <a:t>4</a:t>
              </a:r>
              <a:endParaRPr lang="ru-RU" altLang="en-US" sz="2000">
                <a:solidFill>
                  <a:schemeClr val="bg1"/>
                </a:solidFill>
              </a:endParaRPr>
            </a:p>
          </p:txBody>
        </p:sp>
        <p:sp>
          <p:nvSpPr>
            <p:cNvPr id="112650" name="Line 12">
              <a:extLst>
                <a:ext uri="{FF2B5EF4-FFF2-40B4-BE49-F238E27FC236}">
                  <a16:creationId xmlns:a16="http://schemas.microsoft.com/office/drawing/2014/main" id="{51B4DEA0-7BF5-BD7B-D8E3-00B074B94E11}"/>
                </a:ext>
              </a:extLst>
            </p:cNvPr>
            <p:cNvSpPr>
              <a:spLocks noChangeShapeType="1"/>
            </p:cNvSpPr>
            <p:nvPr/>
          </p:nvSpPr>
          <p:spPr bwMode="auto">
            <a:xfrm flipH="1">
              <a:off x="2524" y="1998"/>
              <a:ext cx="339" cy="385"/>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51" name="Line 13">
              <a:extLst>
                <a:ext uri="{FF2B5EF4-FFF2-40B4-BE49-F238E27FC236}">
                  <a16:creationId xmlns:a16="http://schemas.microsoft.com/office/drawing/2014/main" id="{E3CA7B83-ADD2-1DC6-9C40-497DCFDF5B79}"/>
                </a:ext>
              </a:extLst>
            </p:cNvPr>
            <p:cNvSpPr>
              <a:spLocks noChangeShapeType="1"/>
            </p:cNvSpPr>
            <p:nvPr/>
          </p:nvSpPr>
          <p:spPr bwMode="auto">
            <a:xfrm>
              <a:off x="2569" y="2519"/>
              <a:ext cx="817"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52" name="Line 14">
              <a:extLst>
                <a:ext uri="{FF2B5EF4-FFF2-40B4-BE49-F238E27FC236}">
                  <a16:creationId xmlns:a16="http://schemas.microsoft.com/office/drawing/2014/main" id="{D3F8FE47-9F0E-BCB5-9DFD-1BDFDDB331D9}"/>
                </a:ext>
              </a:extLst>
            </p:cNvPr>
            <p:cNvSpPr>
              <a:spLocks noChangeShapeType="1"/>
            </p:cNvSpPr>
            <p:nvPr/>
          </p:nvSpPr>
          <p:spPr bwMode="auto">
            <a:xfrm>
              <a:off x="3156" y="1989"/>
              <a:ext cx="257" cy="412"/>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53" name="Line 16">
              <a:extLst>
                <a:ext uri="{FF2B5EF4-FFF2-40B4-BE49-F238E27FC236}">
                  <a16:creationId xmlns:a16="http://schemas.microsoft.com/office/drawing/2014/main" id="{700A0FDD-3515-E624-C563-04B9D01B007F}"/>
                </a:ext>
              </a:extLst>
            </p:cNvPr>
            <p:cNvSpPr>
              <a:spLocks noChangeShapeType="1"/>
            </p:cNvSpPr>
            <p:nvPr/>
          </p:nvSpPr>
          <p:spPr bwMode="auto">
            <a:xfrm flipH="1">
              <a:off x="2342" y="2655"/>
              <a:ext cx="46" cy="408"/>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54" name="Line 17">
              <a:extLst>
                <a:ext uri="{FF2B5EF4-FFF2-40B4-BE49-F238E27FC236}">
                  <a16:creationId xmlns:a16="http://schemas.microsoft.com/office/drawing/2014/main" id="{75A9F80B-4B9A-AC2D-CFC3-6B5E28AF2FEE}"/>
                </a:ext>
              </a:extLst>
            </p:cNvPr>
            <p:cNvSpPr>
              <a:spLocks noChangeShapeType="1"/>
            </p:cNvSpPr>
            <p:nvPr/>
          </p:nvSpPr>
          <p:spPr bwMode="auto">
            <a:xfrm>
              <a:off x="3567" y="2655"/>
              <a:ext cx="45" cy="408"/>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55" name="Arc 18">
              <a:extLst>
                <a:ext uri="{FF2B5EF4-FFF2-40B4-BE49-F238E27FC236}">
                  <a16:creationId xmlns:a16="http://schemas.microsoft.com/office/drawing/2014/main" id="{BEB0F24D-26BC-1935-13BD-A67E6033A838}"/>
                </a:ext>
              </a:extLst>
            </p:cNvPr>
            <p:cNvSpPr>
              <a:spLocks/>
            </p:cNvSpPr>
            <p:nvPr/>
          </p:nvSpPr>
          <p:spPr bwMode="auto">
            <a:xfrm flipV="1">
              <a:off x="3531" y="2203"/>
              <a:ext cx="355" cy="362"/>
            </a:xfrm>
            <a:custGeom>
              <a:avLst/>
              <a:gdLst>
                <a:gd name="T0" fmla="*/ 0 w 42134"/>
                <a:gd name="T1" fmla="*/ 0 h 43200"/>
                <a:gd name="T2" fmla="*/ 0 w 42134"/>
                <a:gd name="T3" fmla="*/ 0 h 43200"/>
                <a:gd name="T4" fmla="*/ 0 w 42134"/>
                <a:gd name="T5" fmla="*/ 0 h 43200"/>
                <a:gd name="T6" fmla="*/ 0 60000 65536"/>
                <a:gd name="T7" fmla="*/ 0 60000 65536"/>
                <a:gd name="T8" fmla="*/ 0 60000 65536"/>
                <a:gd name="T9" fmla="*/ 0 w 42134"/>
                <a:gd name="T10" fmla="*/ 0 h 43200"/>
                <a:gd name="T11" fmla="*/ 42134 w 42134"/>
                <a:gd name="T12" fmla="*/ 43200 h 43200"/>
              </a:gdLst>
              <a:ahLst/>
              <a:cxnLst>
                <a:cxn ang="T6">
                  <a:pos x="T0" y="T1"/>
                </a:cxn>
                <a:cxn ang="T7">
                  <a:pos x="T2" y="T3"/>
                </a:cxn>
                <a:cxn ang="T8">
                  <a:pos x="T4" y="T5"/>
                </a:cxn>
              </a:cxnLst>
              <a:rect l="T9" t="T10" r="T11" b="T12"/>
              <a:pathLst>
                <a:path w="42134" h="43200" fill="none" extrusionOk="0">
                  <a:moveTo>
                    <a:pt x="20533" y="0"/>
                  </a:moveTo>
                  <a:cubicBezTo>
                    <a:pt x="32463" y="0"/>
                    <a:pt x="42134" y="9670"/>
                    <a:pt x="42134" y="21600"/>
                  </a:cubicBezTo>
                  <a:cubicBezTo>
                    <a:pt x="42134" y="33529"/>
                    <a:pt x="32463" y="43200"/>
                    <a:pt x="20534" y="43200"/>
                  </a:cubicBezTo>
                  <a:cubicBezTo>
                    <a:pt x="11186" y="43200"/>
                    <a:pt x="2899" y="37187"/>
                    <a:pt x="-1" y="28301"/>
                  </a:cubicBezTo>
                </a:path>
                <a:path w="42134" h="43200" stroke="0" extrusionOk="0">
                  <a:moveTo>
                    <a:pt x="20533" y="0"/>
                  </a:moveTo>
                  <a:cubicBezTo>
                    <a:pt x="32463" y="0"/>
                    <a:pt x="42134" y="9670"/>
                    <a:pt x="42134" y="21600"/>
                  </a:cubicBezTo>
                  <a:cubicBezTo>
                    <a:pt x="42134" y="33529"/>
                    <a:pt x="32463" y="43200"/>
                    <a:pt x="20534" y="43200"/>
                  </a:cubicBezTo>
                  <a:cubicBezTo>
                    <a:pt x="11186" y="43200"/>
                    <a:pt x="2899" y="37187"/>
                    <a:pt x="-1" y="28301"/>
                  </a:cubicBezTo>
                  <a:lnTo>
                    <a:pt x="20534" y="21600"/>
                  </a:lnTo>
                  <a:lnTo>
                    <a:pt x="20533" y="0"/>
                  </a:lnTo>
                  <a:close/>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112656" name="Arc 19">
              <a:extLst>
                <a:ext uri="{FF2B5EF4-FFF2-40B4-BE49-F238E27FC236}">
                  <a16:creationId xmlns:a16="http://schemas.microsoft.com/office/drawing/2014/main" id="{E5107DE2-4519-FF30-18D7-9C96CC53E2CB}"/>
                </a:ext>
              </a:extLst>
            </p:cNvPr>
            <p:cNvSpPr>
              <a:spLocks/>
            </p:cNvSpPr>
            <p:nvPr/>
          </p:nvSpPr>
          <p:spPr bwMode="auto">
            <a:xfrm rot="867127" flipV="1">
              <a:off x="3531" y="2646"/>
              <a:ext cx="407" cy="558"/>
            </a:xfrm>
            <a:custGeom>
              <a:avLst/>
              <a:gdLst>
                <a:gd name="T0" fmla="*/ 0 w 21600"/>
                <a:gd name="T1" fmla="*/ 0 h 36788"/>
                <a:gd name="T2" fmla="*/ 0 w 21600"/>
                <a:gd name="T3" fmla="*/ 0 h 36788"/>
                <a:gd name="T4" fmla="*/ 0 w 21600"/>
                <a:gd name="T5" fmla="*/ 0 h 36788"/>
                <a:gd name="T6" fmla="*/ 0 60000 65536"/>
                <a:gd name="T7" fmla="*/ 0 60000 65536"/>
                <a:gd name="T8" fmla="*/ 0 60000 65536"/>
                <a:gd name="T9" fmla="*/ 0 w 21600"/>
                <a:gd name="T10" fmla="*/ 0 h 36788"/>
                <a:gd name="T11" fmla="*/ 21600 w 21600"/>
                <a:gd name="T12" fmla="*/ 36788 h 36788"/>
              </a:gdLst>
              <a:ahLst/>
              <a:cxnLst>
                <a:cxn ang="T6">
                  <a:pos x="T0" y="T1"/>
                </a:cxn>
                <a:cxn ang="T7">
                  <a:pos x="T2" y="T3"/>
                </a:cxn>
                <a:cxn ang="T8">
                  <a:pos x="T4" y="T5"/>
                </a:cxn>
              </a:cxnLst>
              <a:rect l="T9" t="T10" r="T11" b="T12"/>
              <a:pathLst>
                <a:path w="21600" h="36788" fill="none" extrusionOk="0">
                  <a:moveTo>
                    <a:pt x="15322" y="0"/>
                  </a:moveTo>
                  <a:cubicBezTo>
                    <a:pt x="19343" y="4046"/>
                    <a:pt x="21600" y="9519"/>
                    <a:pt x="21600" y="15224"/>
                  </a:cubicBezTo>
                  <a:cubicBezTo>
                    <a:pt x="21600" y="26670"/>
                    <a:pt x="12669" y="36130"/>
                    <a:pt x="1242" y="36788"/>
                  </a:cubicBezTo>
                </a:path>
                <a:path w="21600" h="36788" stroke="0" extrusionOk="0">
                  <a:moveTo>
                    <a:pt x="15322" y="0"/>
                  </a:moveTo>
                  <a:cubicBezTo>
                    <a:pt x="19343" y="4046"/>
                    <a:pt x="21600" y="9519"/>
                    <a:pt x="21600" y="15224"/>
                  </a:cubicBezTo>
                  <a:cubicBezTo>
                    <a:pt x="21600" y="26670"/>
                    <a:pt x="12669" y="36130"/>
                    <a:pt x="1242" y="36788"/>
                  </a:cubicBezTo>
                  <a:lnTo>
                    <a:pt x="0" y="15224"/>
                  </a:lnTo>
                  <a:lnTo>
                    <a:pt x="15322" y="0"/>
                  </a:lnTo>
                  <a:close/>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112657" name="Line 20">
              <a:extLst>
                <a:ext uri="{FF2B5EF4-FFF2-40B4-BE49-F238E27FC236}">
                  <a16:creationId xmlns:a16="http://schemas.microsoft.com/office/drawing/2014/main" id="{6A9D51DB-7AAB-C306-A2B5-92B93F5906DD}"/>
                </a:ext>
              </a:extLst>
            </p:cNvPr>
            <p:cNvSpPr>
              <a:spLocks noChangeShapeType="1"/>
            </p:cNvSpPr>
            <p:nvPr/>
          </p:nvSpPr>
          <p:spPr bwMode="auto">
            <a:xfrm flipV="1">
              <a:off x="2478" y="2610"/>
              <a:ext cx="953" cy="589"/>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58" name="Arc 22">
              <a:extLst>
                <a:ext uri="{FF2B5EF4-FFF2-40B4-BE49-F238E27FC236}">
                  <a16:creationId xmlns:a16="http://schemas.microsoft.com/office/drawing/2014/main" id="{07080D36-F3E0-E1F7-6C88-D8597B289C67}"/>
                </a:ext>
              </a:extLst>
            </p:cNvPr>
            <p:cNvSpPr>
              <a:spLocks/>
            </p:cNvSpPr>
            <p:nvPr/>
          </p:nvSpPr>
          <p:spPr bwMode="auto">
            <a:xfrm rot="-708424" flipH="1" flipV="1">
              <a:off x="2431" y="3209"/>
              <a:ext cx="1045" cy="363"/>
            </a:xfrm>
            <a:custGeom>
              <a:avLst/>
              <a:gdLst>
                <a:gd name="T0" fmla="*/ 0 w 39736"/>
                <a:gd name="T1" fmla="*/ 0 h 21600"/>
                <a:gd name="T2" fmla="*/ 0 w 39736"/>
                <a:gd name="T3" fmla="*/ 0 h 21600"/>
                <a:gd name="T4" fmla="*/ 0 w 39736"/>
                <a:gd name="T5" fmla="*/ 0 h 21600"/>
                <a:gd name="T6" fmla="*/ 0 60000 65536"/>
                <a:gd name="T7" fmla="*/ 0 60000 65536"/>
                <a:gd name="T8" fmla="*/ 0 60000 65536"/>
                <a:gd name="T9" fmla="*/ 0 w 39736"/>
                <a:gd name="T10" fmla="*/ 0 h 21600"/>
                <a:gd name="T11" fmla="*/ 39736 w 39736"/>
                <a:gd name="T12" fmla="*/ 21600 h 21600"/>
              </a:gdLst>
              <a:ahLst/>
              <a:cxnLst>
                <a:cxn ang="T6">
                  <a:pos x="T0" y="T1"/>
                </a:cxn>
                <a:cxn ang="T7">
                  <a:pos x="T2" y="T3"/>
                </a:cxn>
                <a:cxn ang="T8">
                  <a:pos x="T4" y="T5"/>
                </a:cxn>
              </a:cxnLst>
              <a:rect l="T9" t="T10" r="T11" b="T12"/>
              <a:pathLst>
                <a:path w="39736" h="21600" fill="none" extrusionOk="0">
                  <a:moveTo>
                    <a:pt x="-1" y="10232"/>
                  </a:moveTo>
                  <a:cubicBezTo>
                    <a:pt x="3936" y="3871"/>
                    <a:pt x="10885" y="-1"/>
                    <a:pt x="18367" y="0"/>
                  </a:cubicBezTo>
                  <a:cubicBezTo>
                    <a:pt x="29080" y="0"/>
                    <a:pt x="38174" y="7852"/>
                    <a:pt x="39736" y="18450"/>
                  </a:cubicBezTo>
                </a:path>
                <a:path w="39736" h="21600" stroke="0" extrusionOk="0">
                  <a:moveTo>
                    <a:pt x="-1" y="10232"/>
                  </a:moveTo>
                  <a:cubicBezTo>
                    <a:pt x="3936" y="3871"/>
                    <a:pt x="10885" y="-1"/>
                    <a:pt x="18367" y="0"/>
                  </a:cubicBezTo>
                  <a:cubicBezTo>
                    <a:pt x="29080" y="0"/>
                    <a:pt x="38174" y="7852"/>
                    <a:pt x="39736" y="18450"/>
                  </a:cubicBezTo>
                  <a:lnTo>
                    <a:pt x="18367" y="21600"/>
                  </a:lnTo>
                  <a:lnTo>
                    <a:pt x="-1" y="10232"/>
                  </a:lnTo>
                  <a:close/>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112659" name="Text Box 23">
              <a:extLst>
                <a:ext uri="{FF2B5EF4-FFF2-40B4-BE49-F238E27FC236}">
                  <a16:creationId xmlns:a16="http://schemas.microsoft.com/office/drawing/2014/main" id="{4D688DA6-65ED-42E5-66CD-8493878AFFEA}"/>
                </a:ext>
              </a:extLst>
            </p:cNvPr>
            <p:cNvSpPr txBox="1">
              <a:spLocks noChangeArrowheads="1"/>
            </p:cNvSpPr>
            <p:nvPr/>
          </p:nvSpPr>
          <p:spPr bwMode="auto">
            <a:xfrm>
              <a:off x="2451" y="1939"/>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112660" name="Text Box 24">
              <a:extLst>
                <a:ext uri="{FF2B5EF4-FFF2-40B4-BE49-F238E27FC236}">
                  <a16:creationId xmlns:a16="http://schemas.microsoft.com/office/drawing/2014/main" id="{3405B8C3-4D69-D2E9-C627-DC6D4E96CACE}"/>
                </a:ext>
              </a:extLst>
            </p:cNvPr>
            <p:cNvSpPr txBox="1">
              <a:spLocks noChangeArrowheads="1"/>
            </p:cNvSpPr>
            <p:nvPr/>
          </p:nvSpPr>
          <p:spPr bwMode="auto">
            <a:xfrm>
              <a:off x="3249" y="1956"/>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112661" name="Text Box 25">
              <a:extLst>
                <a:ext uri="{FF2B5EF4-FFF2-40B4-BE49-F238E27FC236}">
                  <a16:creationId xmlns:a16="http://schemas.microsoft.com/office/drawing/2014/main" id="{4EAB8B76-5A72-6E24-E6BF-801E67ECCEE4}"/>
                </a:ext>
              </a:extLst>
            </p:cNvPr>
            <p:cNvSpPr txBox="1">
              <a:spLocks noChangeArrowheads="1"/>
            </p:cNvSpPr>
            <p:nvPr/>
          </p:nvSpPr>
          <p:spPr bwMode="auto">
            <a:xfrm>
              <a:off x="3821" y="2191"/>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112662" name="Text Box 26">
              <a:extLst>
                <a:ext uri="{FF2B5EF4-FFF2-40B4-BE49-F238E27FC236}">
                  <a16:creationId xmlns:a16="http://schemas.microsoft.com/office/drawing/2014/main" id="{63BE8D6D-4C5F-EFE7-F5DF-C48F81FE0C06}"/>
                </a:ext>
              </a:extLst>
            </p:cNvPr>
            <p:cNvSpPr txBox="1">
              <a:spLocks noChangeArrowheads="1"/>
            </p:cNvSpPr>
            <p:nvPr/>
          </p:nvSpPr>
          <p:spPr bwMode="auto">
            <a:xfrm>
              <a:off x="3585" y="2746"/>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112663" name="Text Box 27">
              <a:extLst>
                <a:ext uri="{FF2B5EF4-FFF2-40B4-BE49-F238E27FC236}">
                  <a16:creationId xmlns:a16="http://schemas.microsoft.com/office/drawing/2014/main" id="{176ED03E-113C-C03D-CDE4-CF89C9BFD928}"/>
                </a:ext>
              </a:extLst>
            </p:cNvPr>
            <p:cNvSpPr txBox="1">
              <a:spLocks noChangeArrowheads="1"/>
            </p:cNvSpPr>
            <p:nvPr/>
          </p:nvSpPr>
          <p:spPr bwMode="auto">
            <a:xfrm>
              <a:off x="3885" y="2746"/>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112664" name="Text Box 28">
              <a:extLst>
                <a:ext uri="{FF2B5EF4-FFF2-40B4-BE49-F238E27FC236}">
                  <a16:creationId xmlns:a16="http://schemas.microsoft.com/office/drawing/2014/main" id="{4614BBBD-3874-F7C0-9785-B6DCE6836708}"/>
                </a:ext>
              </a:extLst>
            </p:cNvPr>
            <p:cNvSpPr txBox="1">
              <a:spLocks noChangeArrowheads="1"/>
            </p:cNvSpPr>
            <p:nvPr/>
          </p:nvSpPr>
          <p:spPr bwMode="auto">
            <a:xfrm>
              <a:off x="2796" y="3354"/>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112665" name="Text Box 29">
              <a:extLst>
                <a:ext uri="{FF2B5EF4-FFF2-40B4-BE49-F238E27FC236}">
                  <a16:creationId xmlns:a16="http://schemas.microsoft.com/office/drawing/2014/main" id="{0614F583-B2E5-22BD-2707-FFFEDD85D272}"/>
                </a:ext>
              </a:extLst>
            </p:cNvPr>
            <p:cNvSpPr txBox="1">
              <a:spLocks noChangeArrowheads="1"/>
            </p:cNvSpPr>
            <p:nvPr/>
          </p:nvSpPr>
          <p:spPr bwMode="auto">
            <a:xfrm>
              <a:off x="2705" y="2710"/>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112666" name="Text Box 30">
              <a:extLst>
                <a:ext uri="{FF2B5EF4-FFF2-40B4-BE49-F238E27FC236}">
                  <a16:creationId xmlns:a16="http://schemas.microsoft.com/office/drawing/2014/main" id="{2106F0AB-BEE7-BDA6-363C-9268CB21A79A}"/>
                </a:ext>
              </a:extLst>
            </p:cNvPr>
            <p:cNvSpPr txBox="1">
              <a:spLocks noChangeArrowheads="1"/>
            </p:cNvSpPr>
            <p:nvPr/>
          </p:nvSpPr>
          <p:spPr bwMode="auto">
            <a:xfrm>
              <a:off x="2796" y="2292"/>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112667" name="Text Box 32">
              <a:extLst>
                <a:ext uri="{FF2B5EF4-FFF2-40B4-BE49-F238E27FC236}">
                  <a16:creationId xmlns:a16="http://schemas.microsoft.com/office/drawing/2014/main" id="{9DB70E90-CCE4-D968-2EDC-597081782B7C}"/>
                </a:ext>
              </a:extLst>
            </p:cNvPr>
            <p:cNvSpPr txBox="1">
              <a:spLocks noChangeArrowheads="1"/>
            </p:cNvSpPr>
            <p:nvPr/>
          </p:nvSpPr>
          <p:spPr bwMode="auto">
            <a:xfrm>
              <a:off x="2034" y="2691"/>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112668" name="Arc 33">
              <a:extLst>
                <a:ext uri="{FF2B5EF4-FFF2-40B4-BE49-F238E27FC236}">
                  <a16:creationId xmlns:a16="http://schemas.microsoft.com/office/drawing/2014/main" id="{882188DD-7BCF-D2EE-1F49-D7D07940BE1B}"/>
                </a:ext>
              </a:extLst>
            </p:cNvPr>
            <p:cNvSpPr>
              <a:spLocks/>
            </p:cNvSpPr>
            <p:nvPr/>
          </p:nvSpPr>
          <p:spPr bwMode="auto">
            <a:xfrm rot="-2151253" flipH="1" flipV="1">
              <a:off x="1925" y="3053"/>
              <a:ext cx="357" cy="362"/>
            </a:xfrm>
            <a:custGeom>
              <a:avLst/>
              <a:gdLst>
                <a:gd name="T0" fmla="*/ 0 w 42378"/>
                <a:gd name="T1" fmla="*/ 0 h 43200"/>
                <a:gd name="T2" fmla="*/ 0 w 42378"/>
                <a:gd name="T3" fmla="*/ 0 h 43200"/>
                <a:gd name="T4" fmla="*/ 0 w 42378"/>
                <a:gd name="T5" fmla="*/ 0 h 43200"/>
                <a:gd name="T6" fmla="*/ 0 60000 65536"/>
                <a:gd name="T7" fmla="*/ 0 60000 65536"/>
                <a:gd name="T8" fmla="*/ 0 60000 65536"/>
                <a:gd name="T9" fmla="*/ 0 w 42378"/>
                <a:gd name="T10" fmla="*/ 0 h 43200"/>
                <a:gd name="T11" fmla="*/ 42378 w 42378"/>
                <a:gd name="T12" fmla="*/ 43200 h 43200"/>
              </a:gdLst>
              <a:ahLst/>
              <a:cxnLst>
                <a:cxn ang="T6">
                  <a:pos x="T0" y="T1"/>
                </a:cxn>
                <a:cxn ang="T7">
                  <a:pos x="T2" y="T3"/>
                </a:cxn>
                <a:cxn ang="T8">
                  <a:pos x="T4" y="T5"/>
                </a:cxn>
              </a:cxnLst>
              <a:rect l="T9" t="T10" r="T11" b="T12"/>
              <a:pathLst>
                <a:path w="42378" h="43200" fill="none" extrusionOk="0">
                  <a:moveTo>
                    <a:pt x="14600" y="902"/>
                  </a:moveTo>
                  <a:cubicBezTo>
                    <a:pt x="16604" y="303"/>
                    <a:pt x="18685" y="-1"/>
                    <a:pt x="20778" y="0"/>
                  </a:cubicBezTo>
                  <a:cubicBezTo>
                    <a:pt x="32707" y="0"/>
                    <a:pt x="42378" y="9670"/>
                    <a:pt x="42378" y="21600"/>
                  </a:cubicBezTo>
                  <a:cubicBezTo>
                    <a:pt x="42378" y="33529"/>
                    <a:pt x="32707" y="43200"/>
                    <a:pt x="20778" y="43200"/>
                  </a:cubicBezTo>
                  <a:cubicBezTo>
                    <a:pt x="11122" y="43200"/>
                    <a:pt x="2639" y="36791"/>
                    <a:pt x="0" y="27502"/>
                  </a:cubicBezTo>
                </a:path>
                <a:path w="42378" h="43200" stroke="0" extrusionOk="0">
                  <a:moveTo>
                    <a:pt x="14600" y="902"/>
                  </a:moveTo>
                  <a:cubicBezTo>
                    <a:pt x="16604" y="303"/>
                    <a:pt x="18685" y="-1"/>
                    <a:pt x="20778" y="0"/>
                  </a:cubicBezTo>
                  <a:cubicBezTo>
                    <a:pt x="32707" y="0"/>
                    <a:pt x="42378" y="9670"/>
                    <a:pt x="42378" y="21600"/>
                  </a:cubicBezTo>
                  <a:cubicBezTo>
                    <a:pt x="42378" y="33529"/>
                    <a:pt x="32707" y="43200"/>
                    <a:pt x="20778" y="43200"/>
                  </a:cubicBezTo>
                  <a:cubicBezTo>
                    <a:pt x="11122" y="43200"/>
                    <a:pt x="2639" y="36791"/>
                    <a:pt x="0" y="27502"/>
                  </a:cubicBezTo>
                  <a:lnTo>
                    <a:pt x="20778" y="21600"/>
                  </a:lnTo>
                  <a:lnTo>
                    <a:pt x="14600" y="902"/>
                  </a:lnTo>
                  <a:close/>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112669" name="Text Box 34">
              <a:extLst>
                <a:ext uri="{FF2B5EF4-FFF2-40B4-BE49-F238E27FC236}">
                  <a16:creationId xmlns:a16="http://schemas.microsoft.com/office/drawing/2014/main" id="{B861C2E0-9406-AA15-2E05-A90BED5FCDA1}"/>
                </a:ext>
              </a:extLst>
            </p:cNvPr>
            <p:cNvSpPr txBox="1">
              <a:spLocks noChangeArrowheads="1"/>
            </p:cNvSpPr>
            <p:nvPr/>
          </p:nvSpPr>
          <p:spPr bwMode="auto">
            <a:xfrm>
              <a:off x="1617" y="3063"/>
              <a:ext cx="45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grpSp>
      <p:sp>
        <p:nvSpPr>
          <p:cNvPr id="8" name="Title 7">
            <a:extLst>
              <a:ext uri="{FF2B5EF4-FFF2-40B4-BE49-F238E27FC236}">
                <a16:creationId xmlns:a16="http://schemas.microsoft.com/office/drawing/2014/main" id="{9900A571-B03C-D6B1-BBEE-8BB54633FB53}"/>
              </a:ext>
            </a:extLst>
          </p:cNvPr>
          <p:cNvSpPr>
            <a:spLocks noGrp="1"/>
          </p:cNvSpPr>
          <p:nvPr>
            <p:ph type="title"/>
          </p:nvPr>
        </p:nvSpPr>
        <p:spPr/>
        <p:txBody>
          <a:bodyPr>
            <a:normAutofit/>
          </a:bodyPr>
          <a:lstStyle/>
          <a:p>
            <a:r>
              <a:rPr lang="en-US" dirty="0"/>
              <a:t>Design of FSM. Example 1</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Заголовок 1">
            <a:extLst>
              <a:ext uri="{FF2B5EF4-FFF2-40B4-BE49-F238E27FC236}">
                <a16:creationId xmlns:a16="http://schemas.microsoft.com/office/drawing/2014/main" id="{CEE089D9-9BD9-4E75-A61F-CA4ACB453DE2}"/>
              </a:ext>
            </a:extLst>
          </p:cNvPr>
          <p:cNvSpPr>
            <a:spLocks noGrp="1" noChangeArrowheads="1"/>
          </p:cNvSpPr>
          <p:nvPr>
            <p:ph type="title"/>
          </p:nvPr>
        </p:nvSpPr>
        <p:spPr/>
        <p:txBody>
          <a:bodyPr>
            <a:normAutofit/>
          </a:bodyPr>
          <a:lstStyle/>
          <a:p>
            <a:r>
              <a:rPr lang="en-US" altLang="en-US" dirty="0"/>
              <a:t>State Minimization (Method of Successive Partitions)</a:t>
            </a:r>
            <a:endParaRPr lang="ru-RU" altLang="en-US" dirty="0"/>
          </a:p>
        </p:txBody>
      </p:sp>
      <p:graphicFrame>
        <p:nvGraphicFramePr>
          <p:cNvPr id="80977" name="Group 81">
            <a:extLst>
              <a:ext uri="{FF2B5EF4-FFF2-40B4-BE49-F238E27FC236}">
                <a16:creationId xmlns:a16="http://schemas.microsoft.com/office/drawing/2014/main" id="{63533AD2-4154-4ECB-861A-8985215B120D}"/>
              </a:ext>
            </a:extLst>
          </p:cNvPr>
          <p:cNvGraphicFramePr>
            <a:graphicFrameLocks noGrp="1"/>
          </p:cNvGraphicFramePr>
          <p:nvPr>
            <p:ph idx="4294967295"/>
            <p:extLst>
              <p:ext uri="{D42A27DB-BD31-4B8C-83A1-F6EECF244321}">
                <p14:modId xmlns:p14="http://schemas.microsoft.com/office/powerpoint/2010/main" val="1944622050"/>
              </p:ext>
            </p:extLst>
          </p:nvPr>
        </p:nvGraphicFramePr>
        <p:xfrm>
          <a:off x="1868487" y="1658939"/>
          <a:ext cx="2500313" cy="2090896"/>
        </p:xfrm>
        <a:graphic>
          <a:graphicData uri="http://schemas.openxmlformats.org/drawingml/2006/table">
            <a:tbl>
              <a:tblPr/>
              <a:tblGrid>
                <a:gridCol w="625475">
                  <a:extLst>
                    <a:ext uri="{9D8B030D-6E8A-4147-A177-3AD203B41FA5}">
                      <a16:colId xmlns:a16="http://schemas.microsoft.com/office/drawing/2014/main" val="20000"/>
                    </a:ext>
                  </a:extLst>
                </a:gridCol>
                <a:gridCol w="625475">
                  <a:extLst>
                    <a:ext uri="{9D8B030D-6E8A-4147-A177-3AD203B41FA5}">
                      <a16:colId xmlns:a16="http://schemas.microsoft.com/office/drawing/2014/main" val="20001"/>
                    </a:ext>
                  </a:extLst>
                </a:gridCol>
                <a:gridCol w="625475">
                  <a:extLst>
                    <a:ext uri="{9D8B030D-6E8A-4147-A177-3AD203B41FA5}">
                      <a16:colId xmlns:a16="http://schemas.microsoft.com/office/drawing/2014/main" val="20002"/>
                    </a:ext>
                  </a:extLst>
                </a:gridCol>
                <a:gridCol w="623888">
                  <a:extLst>
                    <a:ext uri="{9D8B030D-6E8A-4147-A177-3AD203B41FA5}">
                      <a16:colId xmlns:a16="http://schemas.microsoft.com/office/drawing/2014/main" val="20003"/>
                    </a:ext>
                  </a:extLst>
                </a:gridCol>
              </a:tblGrid>
              <a:tr h="627828">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 </a:t>
                      </a:r>
                      <a:r>
                        <a:rPr kumimoji="0" lang="en-US" sz="1600" b="0" i="0" u="none" strike="noStrike" cap="none" normalizeH="0" baseline="0" dirty="0">
                          <a:ln>
                            <a:noFill/>
                          </a:ln>
                          <a:solidFill>
                            <a:schemeClr val="bg1"/>
                          </a:solidFill>
                          <a:effectLst/>
                          <a:latin typeface="Arial" pitchFamily="34" charset="0"/>
                          <a:cs typeface="Arial" pitchFamily="34" charset="0"/>
                        </a:rPr>
                        <a:t>X</a:t>
                      </a:r>
                    </a:p>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tx1"/>
                          </a:solidFill>
                          <a:effectLst/>
                          <a:latin typeface="Arial" pitchFamily="34" charset="0"/>
                          <a:cs typeface="Arial" pitchFamily="34" charset="0"/>
                        </a:rPr>
                        <a:t> </a:t>
                      </a:r>
                      <a:r>
                        <a:rPr kumimoji="0" lang="en-US" sz="1600" b="0" i="0" u="none" strike="noStrike" cap="none" normalizeH="0" baseline="0" dirty="0">
                          <a:ln>
                            <a:noFill/>
                          </a:ln>
                          <a:solidFill>
                            <a:schemeClr val="bg1"/>
                          </a:solidFill>
                          <a:effectLst/>
                          <a:latin typeface="Arial" pitchFamily="34" charset="0"/>
                          <a:cs typeface="Arial" pitchFamily="34" charset="0"/>
                        </a:rPr>
                        <a:t>S</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0</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1</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462910">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0</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1</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2</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4</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1</a:t>
                      </a:r>
                      <a:r>
                        <a:rPr kumimoji="0" lang="en-US" sz="1800" b="0" i="0" u="none" strike="noStrike" cap="none" normalizeH="0" baseline="0">
                          <a:ln>
                            <a:noFill/>
                          </a:ln>
                          <a:solidFill>
                            <a:schemeClr val="tx1"/>
                          </a:solidFill>
                          <a:effectLst/>
                          <a:latin typeface="Arial" pitchFamily="34" charset="0"/>
                          <a:cs typeface="Arial" pitchFamily="34" charset="0"/>
                        </a:rPr>
                        <a:t>,0</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2</a:t>
                      </a:r>
                      <a:r>
                        <a:rPr kumimoji="0" lang="en-US" sz="1800" b="0" i="0" u="none" strike="noStrike" cap="none" normalizeH="0" baseline="0">
                          <a:ln>
                            <a:noFill/>
                          </a:ln>
                          <a:solidFill>
                            <a:schemeClr val="tx1"/>
                          </a:solidFill>
                          <a:effectLst/>
                          <a:latin typeface="Arial" pitchFamily="34" charset="0"/>
                          <a:cs typeface="Arial" pitchFamily="34" charset="0"/>
                        </a:rPr>
                        <a:t>,0</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2</a:t>
                      </a:r>
                      <a:r>
                        <a:rPr kumimoji="0" lang="en-US" sz="1800" b="0" i="0" u="none" strike="noStrike" cap="none" normalizeH="0" baseline="0">
                          <a:ln>
                            <a:noFill/>
                          </a:ln>
                          <a:solidFill>
                            <a:schemeClr val="tx1"/>
                          </a:solidFill>
                          <a:effectLst/>
                          <a:latin typeface="Arial" pitchFamily="34" charset="0"/>
                          <a:cs typeface="Arial" pitchFamily="34" charset="0"/>
                        </a:rPr>
                        <a:t>,0</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4</a:t>
                      </a:r>
                      <a:r>
                        <a:rPr kumimoji="0" lang="en-US" sz="1800" b="0" i="0" u="none" strike="noStrike" cap="none" normalizeH="0" baseline="0">
                          <a:ln>
                            <a:noFill/>
                          </a:ln>
                          <a:solidFill>
                            <a:schemeClr val="tx1"/>
                          </a:solidFill>
                          <a:effectLst/>
                          <a:latin typeface="Arial" pitchFamily="34" charset="0"/>
                          <a:cs typeface="Arial" pitchFamily="34" charset="0"/>
                        </a:rPr>
                        <a:t>,0</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2</a:t>
                      </a:r>
                      <a:r>
                        <a:rPr kumimoji="0" lang="en-US" sz="1800" b="0" i="0" u="none" strike="noStrike" cap="none" normalizeH="0" baseline="0">
                          <a:ln>
                            <a:noFill/>
                          </a:ln>
                          <a:solidFill>
                            <a:schemeClr val="tx1"/>
                          </a:solidFill>
                          <a:effectLst/>
                          <a:latin typeface="Arial" pitchFamily="34" charset="0"/>
                          <a:cs typeface="Arial" pitchFamily="34" charset="0"/>
                        </a:rPr>
                        <a:t>,0</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r>
                        <a:rPr kumimoji="0" lang="en-US" sz="1800" b="0" i="0" u="none" strike="noStrike" cap="none" normalizeH="0" baseline="0">
                          <a:ln>
                            <a:noFill/>
                          </a:ln>
                          <a:solidFill>
                            <a:schemeClr val="tx1"/>
                          </a:solidFill>
                          <a:effectLst/>
                          <a:latin typeface="Arial" pitchFamily="34" charset="0"/>
                          <a:cs typeface="Arial" pitchFamily="34" charset="0"/>
                        </a:rPr>
                        <a:t>,0</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r>
                        <a:rPr kumimoji="0" lang="en-US" sz="1800" b="0" i="0" u="none" strike="noStrike" cap="none" normalizeH="0" baseline="0">
                          <a:ln>
                            <a:noFill/>
                          </a:ln>
                          <a:solidFill>
                            <a:schemeClr val="tx1"/>
                          </a:solidFill>
                          <a:effectLst/>
                          <a:latin typeface="Arial" pitchFamily="34" charset="0"/>
                          <a:cs typeface="Arial" pitchFamily="34" charset="0"/>
                        </a:rPr>
                        <a:t>,0</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r>
                        <a:rPr kumimoji="0" lang="en-US" sz="1800" b="0" i="0" u="none" strike="noStrike" cap="none" normalizeH="0" baseline="0">
                          <a:ln>
                            <a:noFill/>
                          </a:ln>
                          <a:solidFill>
                            <a:schemeClr val="tx1"/>
                          </a:solidFill>
                          <a:effectLst/>
                          <a:latin typeface="Arial" pitchFamily="34" charset="0"/>
                          <a:cs typeface="Arial" pitchFamily="34" charset="0"/>
                        </a:rPr>
                        <a:t>,1</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r>
                        <a:rPr kumimoji="0" lang="en-US" sz="1800" b="0" i="0" u="none" strike="noStrike" cap="none" normalizeH="0" baseline="0">
                          <a:ln>
                            <a:noFill/>
                          </a:ln>
                          <a:solidFill>
                            <a:schemeClr val="tx1"/>
                          </a:solidFill>
                          <a:effectLst/>
                          <a:latin typeface="Arial" pitchFamily="34" charset="0"/>
                          <a:cs typeface="Arial" pitchFamily="34" charset="0"/>
                        </a:rPr>
                        <a:t>,0</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r>
                        <a:rPr kumimoji="0" lang="en-US" sz="1800" b="0" i="0" u="none" strike="noStrike" cap="none" normalizeH="0" baseline="0">
                          <a:ln>
                            <a:noFill/>
                          </a:ln>
                          <a:solidFill>
                            <a:schemeClr val="tx1"/>
                          </a:solidFill>
                          <a:effectLst/>
                          <a:latin typeface="Arial" pitchFamily="34" charset="0"/>
                          <a:cs typeface="Arial" pitchFamily="34" charset="0"/>
                        </a:rPr>
                        <a:t>,1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A1</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err="1">
                          <a:ln>
                            <a:noFill/>
                          </a:ln>
                          <a:solidFill>
                            <a:schemeClr val="tx1"/>
                          </a:solidFill>
                          <a:effectLst/>
                          <a:latin typeface="Arial" pitchFamily="34" charset="0"/>
                          <a:cs typeface="Arial" pitchFamily="34" charset="0"/>
                        </a:rPr>
                        <a:t>A1</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B1</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A1</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B1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bl>
          </a:graphicData>
        </a:graphic>
      </p:graphicFrame>
      <p:graphicFrame>
        <p:nvGraphicFramePr>
          <p:cNvPr id="80981" name="Group 85">
            <a:extLst>
              <a:ext uri="{FF2B5EF4-FFF2-40B4-BE49-F238E27FC236}">
                <a16:creationId xmlns:a16="http://schemas.microsoft.com/office/drawing/2014/main" id="{76FA24F1-89EE-432F-B28C-D76F22950D3E}"/>
              </a:ext>
            </a:extLst>
          </p:cNvPr>
          <p:cNvGraphicFramePr>
            <a:graphicFrameLocks noGrp="1"/>
          </p:cNvGraphicFramePr>
          <p:nvPr>
            <p:ph idx="4294967295"/>
            <p:extLst>
              <p:ext uri="{D42A27DB-BD31-4B8C-83A1-F6EECF244321}">
                <p14:modId xmlns:p14="http://schemas.microsoft.com/office/powerpoint/2010/main" val="129709873"/>
              </p:ext>
            </p:extLst>
          </p:nvPr>
        </p:nvGraphicFramePr>
        <p:xfrm>
          <a:off x="2072143" y="4306208"/>
          <a:ext cx="2654300" cy="2133600"/>
        </p:xfrm>
        <a:graphic>
          <a:graphicData uri="http://schemas.openxmlformats.org/drawingml/2006/table">
            <a:tbl>
              <a:tblPr/>
              <a:tblGrid>
                <a:gridCol w="665162">
                  <a:extLst>
                    <a:ext uri="{9D8B030D-6E8A-4147-A177-3AD203B41FA5}">
                      <a16:colId xmlns:a16="http://schemas.microsoft.com/office/drawing/2014/main" val="20000"/>
                    </a:ext>
                  </a:extLst>
                </a:gridCol>
                <a:gridCol w="646567">
                  <a:extLst>
                    <a:ext uri="{9D8B030D-6E8A-4147-A177-3AD203B41FA5}">
                      <a16:colId xmlns:a16="http://schemas.microsoft.com/office/drawing/2014/main" val="20001"/>
                    </a:ext>
                  </a:extLst>
                </a:gridCol>
                <a:gridCol w="680583">
                  <a:extLst>
                    <a:ext uri="{9D8B030D-6E8A-4147-A177-3AD203B41FA5}">
                      <a16:colId xmlns:a16="http://schemas.microsoft.com/office/drawing/2014/main" val="20002"/>
                    </a:ext>
                  </a:extLst>
                </a:gridCol>
                <a:gridCol w="661988">
                  <a:extLst>
                    <a:ext uri="{9D8B030D-6E8A-4147-A177-3AD203B41FA5}">
                      <a16:colId xmlns:a16="http://schemas.microsoft.com/office/drawing/2014/main" val="20003"/>
                    </a:ext>
                  </a:extLst>
                </a:gridCol>
              </a:tblGrid>
              <a:tr h="357188">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a:ln>
                            <a:noFill/>
                          </a:ln>
                          <a:solidFill>
                            <a:schemeClr val="bg1"/>
                          </a:solidFill>
                          <a:effectLst/>
                          <a:latin typeface="Arial" pitchFamily="34" charset="0"/>
                          <a:cs typeface="Arial" pitchFamily="34" charset="0"/>
                        </a:rPr>
                        <a:t>      X   S   </a:t>
                      </a:r>
                      <a:endParaRPr kumimoji="0" lang="ru-RU" sz="1600" b="0" i="0" u="none" strike="noStrike" cap="none" normalizeH="0" baseline="0">
                        <a:ln>
                          <a:noFill/>
                        </a:ln>
                        <a:solidFill>
                          <a:schemeClr val="bg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0</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1</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endParaRPr kumimoji="0" lang="ru-RU" sz="16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36588">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0</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1</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A1</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B1</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B1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A1</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err="1">
                          <a:ln>
                            <a:noFill/>
                          </a:ln>
                          <a:solidFill>
                            <a:schemeClr val="tx1"/>
                          </a:solidFill>
                          <a:effectLst/>
                          <a:latin typeface="Arial" pitchFamily="34" charset="0"/>
                          <a:cs typeface="Arial" pitchFamily="34" charset="0"/>
                        </a:rPr>
                        <a:t>A1</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err="1">
                          <a:ln>
                            <a:noFill/>
                          </a:ln>
                          <a:solidFill>
                            <a:schemeClr val="tx1"/>
                          </a:solidFill>
                          <a:effectLst/>
                          <a:latin typeface="Arial" pitchFamily="34" charset="0"/>
                          <a:cs typeface="Arial" pitchFamily="34" charset="0"/>
                        </a:rPr>
                        <a:t>A1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A2</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B2</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B2</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514350">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2</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4</a:t>
                      </a:r>
                      <a:endParaRPr kumimoji="0" lang="ru-RU" sz="1800" b="0" i="0" u="none" strike="noStrike" cap="none" normalizeH="0" baseline="-2500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B1</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B1</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A1</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err="1">
                          <a:ln>
                            <a:noFill/>
                          </a:ln>
                          <a:solidFill>
                            <a:schemeClr val="tx1"/>
                          </a:solidFill>
                          <a:effectLst/>
                          <a:latin typeface="Arial" pitchFamily="34" charset="0"/>
                          <a:cs typeface="Arial" pitchFamily="34" charset="0"/>
                        </a:rPr>
                        <a:t>A1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C2</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err="1">
                          <a:ln>
                            <a:noFill/>
                          </a:ln>
                          <a:solidFill>
                            <a:schemeClr val="tx1"/>
                          </a:solidFill>
                          <a:effectLst/>
                          <a:latin typeface="Arial" pitchFamily="34" charset="0"/>
                          <a:cs typeface="Arial" pitchFamily="34" charset="0"/>
                        </a:rPr>
                        <a:t>C2</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bl>
          </a:graphicData>
        </a:graphic>
      </p:graphicFrame>
      <p:graphicFrame>
        <p:nvGraphicFramePr>
          <p:cNvPr id="80985" name="Group 89">
            <a:extLst>
              <a:ext uri="{FF2B5EF4-FFF2-40B4-BE49-F238E27FC236}">
                <a16:creationId xmlns:a16="http://schemas.microsoft.com/office/drawing/2014/main" id="{AB62C454-161F-4969-A3F0-93D143F63053}"/>
              </a:ext>
            </a:extLst>
          </p:cNvPr>
          <p:cNvGraphicFramePr>
            <a:graphicFrameLocks noGrp="1"/>
          </p:cNvGraphicFramePr>
          <p:nvPr>
            <p:ph idx="4294967295"/>
            <p:extLst>
              <p:ext uri="{D42A27DB-BD31-4B8C-83A1-F6EECF244321}">
                <p14:modId xmlns:p14="http://schemas.microsoft.com/office/powerpoint/2010/main" val="1673266131"/>
              </p:ext>
            </p:extLst>
          </p:nvPr>
        </p:nvGraphicFramePr>
        <p:xfrm>
          <a:off x="6390483" y="2263774"/>
          <a:ext cx="2865438" cy="2225675"/>
        </p:xfrm>
        <a:graphic>
          <a:graphicData uri="http://schemas.openxmlformats.org/drawingml/2006/table">
            <a:tbl>
              <a:tblPr/>
              <a:tblGrid>
                <a:gridCol w="717550">
                  <a:extLst>
                    <a:ext uri="{9D8B030D-6E8A-4147-A177-3AD203B41FA5}">
                      <a16:colId xmlns:a16="http://schemas.microsoft.com/office/drawing/2014/main" val="20000"/>
                    </a:ext>
                  </a:extLst>
                </a:gridCol>
                <a:gridCol w="715963">
                  <a:extLst>
                    <a:ext uri="{9D8B030D-6E8A-4147-A177-3AD203B41FA5}">
                      <a16:colId xmlns:a16="http://schemas.microsoft.com/office/drawing/2014/main" val="20001"/>
                    </a:ext>
                  </a:extLst>
                </a:gridCol>
                <a:gridCol w="715962">
                  <a:extLst>
                    <a:ext uri="{9D8B030D-6E8A-4147-A177-3AD203B41FA5}">
                      <a16:colId xmlns:a16="http://schemas.microsoft.com/office/drawing/2014/main" val="20002"/>
                    </a:ext>
                  </a:extLst>
                </a:gridCol>
                <a:gridCol w="715963">
                  <a:extLst>
                    <a:ext uri="{9D8B030D-6E8A-4147-A177-3AD203B41FA5}">
                      <a16:colId xmlns:a16="http://schemas.microsoft.com/office/drawing/2014/main" val="20003"/>
                    </a:ext>
                  </a:extLst>
                </a:gridCol>
              </a:tblGrid>
              <a:tr h="579296">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      S   X   </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0</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1</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34" marB="4573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5857">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0</a:t>
                      </a:r>
                      <a:endParaRPr kumimoji="0" lang="ru-RU" sz="1800" b="0" i="0" u="none" strike="noStrike" cap="none" normalizeH="0" baseline="-2500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A3</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640261">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1</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3</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C2</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C2</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B2</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B2</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B3</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B3</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r h="640261">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2</a:t>
                      </a:r>
                      <a:br>
                        <a:rPr kumimoji="0" lang="en-US" sz="1800" b="0" i="0" u="none" strike="noStrike" cap="none" normalizeH="0" baseline="-2500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S</a:t>
                      </a:r>
                      <a:r>
                        <a:rPr kumimoji="0" lang="en-US" sz="1800" b="0" i="0" u="none" strike="noStrike" cap="none" normalizeH="0" baseline="-25000">
                          <a:ln>
                            <a:noFill/>
                          </a:ln>
                          <a:solidFill>
                            <a:schemeClr val="tx1"/>
                          </a:solidFill>
                          <a:effectLst/>
                          <a:latin typeface="Arial" pitchFamily="34" charset="0"/>
                          <a:cs typeface="Arial" pitchFamily="34" charset="0"/>
                        </a:rPr>
                        <a:t>4</a:t>
                      </a:r>
                      <a:endParaRPr kumimoji="0" lang="ru-RU" sz="1800" b="0" i="0" u="none" strike="noStrike" cap="none" normalizeH="0" baseline="-2500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C2</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C2</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tx1"/>
                          </a:solidFill>
                          <a:effectLst/>
                          <a:latin typeface="Arial" pitchFamily="34" charset="0"/>
                          <a:cs typeface="Arial" pitchFamily="34" charset="0"/>
                        </a:rPr>
                        <a:t>B2</a:t>
                      </a:r>
                      <a:br>
                        <a:rPr kumimoji="0" lang="en-US" sz="1800" b="0" i="0" u="none" strike="noStrike" cap="none" normalizeH="0" baseline="0">
                          <a:ln>
                            <a:noFill/>
                          </a:ln>
                          <a:solidFill>
                            <a:schemeClr val="tx1"/>
                          </a:solidFill>
                          <a:effectLst/>
                          <a:latin typeface="Arial" pitchFamily="34" charset="0"/>
                          <a:cs typeface="Arial" pitchFamily="34" charset="0"/>
                        </a:rPr>
                      </a:br>
                      <a:r>
                        <a:rPr kumimoji="0" lang="en-US" sz="1800" b="0" i="0" u="none" strike="noStrike" cap="none" normalizeH="0" baseline="0">
                          <a:ln>
                            <a:noFill/>
                          </a:ln>
                          <a:solidFill>
                            <a:schemeClr val="tx1"/>
                          </a:solidFill>
                          <a:effectLst/>
                          <a:latin typeface="Arial" pitchFamily="34" charset="0"/>
                          <a:cs typeface="Arial" pitchFamily="34" charset="0"/>
                        </a:rPr>
                        <a:t>B2</a:t>
                      </a:r>
                      <a:endParaRPr kumimoji="0" lang="ru-RU" sz="1800" b="0" i="0" u="none" strike="noStrike" cap="none" normalizeH="0" baseline="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cs typeface="Arial" pitchFamily="34" charset="0"/>
                        </a:rPr>
                        <a:t>C3</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err="1">
                          <a:ln>
                            <a:noFill/>
                          </a:ln>
                          <a:solidFill>
                            <a:schemeClr val="tx1"/>
                          </a:solidFill>
                          <a:effectLst/>
                          <a:latin typeface="Arial" pitchFamily="34" charset="0"/>
                          <a:cs typeface="Arial" pitchFamily="34" charset="0"/>
                        </a:rPr>
                        <a:t>C3</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3"/>
                  </a:ext>
                </a:extLst>
              </a:tr>
            </a:tbl>
          </a:graphicData>
        </a:graphic>
      </p:graphicFrame>
      <p:sp>
        <p:nvSpPr>
          <p:cNvPr id="114760" name="Text Box 122">
            <a:extLst>
              <a:ext uri="{FF2B5EF4-FFF2-40B4-BE49-F238E27FC236}">
                <a16:creationId xmlns:a16="http://schemas.microsoft.com/office/drawing/2014/main" id="{F676B8A2-14D6-15D5-E041-E966C82A3D67}"/>
              </a:ext>
            </a:extLst>
          </p:cNvPr>
          <p:cNvSpPr txBox="1">
            <a:spLocks noChangeArrowheads="1"/>
          </p:cNvSpPr>
          <p:nvPr/>
        </p:nvSpPr>
        <p:spPr bwMode="auto">
          <a:xfrm>
            <a:off x="4879976" y="1658939"/>
            <a:ext cx="4621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P1={A1,B1}; A1={S</a:t>
            </a:r>
            <a:r>
              <a:rPr lang="en-US" altLang="en-US" sz="2000" baseline="-25000"/>
              <a:t>0</a:t>
            </a:r>
            <a:r>
              <a:rPr lang="en-US" altLang="en-US" sz="2000"/>
              <a:t>,S</a:t>
            </a:r>
            <a:r>
              <a:rPr lang="en-US" altLang="en-US" sz="2000" baseline="-25000"/>
              <a:t>1</a:t>
            </a:r>
            <a:r>
              <a:rPr lang="en-US" altLang="en-US" sz="2000"/>
              <a:t>,S</a:t>
            </a:r>
            <a:r>
              <a:rPr lang="en-US" altLang="en-US" sz="2000" baseline="-25000"/>
              <a:t>3</a:t>
            </a:r>
            <a:r>
              <a:rPr lang="en-US" altLang="en-US" sz="2000"/>
              <a:t>}; B1={S</a:t>
            </a:r>
            <a:r>
              <a:rPr lang="en-US" altLang="en-US" sz="2000" baseline="-25000"/>
              <a:t>2</a:t>
            </a:r>
            <a:r>
              <a:rPr lang="en-US" altLang="en-US" sz="2000"/>
              <a:t>,S</a:t>
            </a:r>
            <a:r>
              <a:rPr lang="en-US" altLang="en-US" sz="2000" baseline="-25000"/>
              <a:t>4</a:t>
            </a:r>
            <a:r>
              <a:rPr lang="en-US" altLang="en-US" sz="2000"/>
              <a:t>}</a:t>
            </a:r>
            <a:endParaRPr lang="ru-RU" altLang="en-US" sz="2000"/>
          </a:p>
        </p:txBody>
      </p:sp>
      <p:sp>
        <p:nvSpPr>
          <p:cNvPr id="114761" name="Text Box 120">
            <a:extLst>
              <a:ext uri="{FF2B5EF4-FFF2-40B4-BE49-F238E27FC236}">
                <a16:creationId xmlns:a16="http://schemas.microsoft.com/office/drawing/2014/main" id="{1C2F1CDB-CADD-B3C3-A055-459DF2534E84}"/>
              </a:ext>
            </a:extLst>
          </p:cNvPr>
          <p:cNvSpPr txBox="1">
            <a:spLocks noChangeArrowheads="1"/>
          </p:cNvSpPr>
          <p:nvPr/>
        </p:nvSpPr>
        <p:spPr bwMode="auto">
          <a:xfrm>
            <a:off x="5089524" y="5373008"/>
            <a:ext cx="37449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P2={A2,B2,C2};</a:t>
            </a:r>
          </a:p>
          <a:p>
            <a:pPr eaLnBrk="1" hangingPunct="1"/>
            <a:r>
              <a:rPr lang="en-US" altLang="en-US" sz="2000" dirty="0"/>
              <a:t>A2 =S</a:t>
            </a:r>
            <a:r>
              <a:rPr lang="en-US" altLang="en-US" sz="2000" baseline="-25000" dirty="0"/>
              <a:t>0</a:t>
            </a:r>
            <a:r>
              <a:rPr lang="en-US" altLang="en-US" sz="2000" dirty="0"/>
              <a:t>; B2={S</a:t>
            </a:r>
            <a:r>
              <a:rPr lang="en-US" altLang="en-US" sz="2000" baseline="-25000" dirty="0"/>
              <a:t>1</a:t>
            </a:r>
            <a:r>
              <a:rPr lang="en-US" altLang="en-US" sz="2000" dirty="0"/>
              <a:t>,S</a:t>
            </a:r>
            <a:r>
              <a:rPr lang="en-US" altLang="en-US" sz="2000" baseline="-25000" dirty="0"/>
              <a:t>3</a:t>
            </a:r>
            <a:r>
              <a:rPr lang="en-US" altLang="en-US" sz="2000" dirty="0"/>
              <a:t>}; C2={S</a:t>
            </a:r>
            <a:r>
              <a:rPr lang="en-US" altLang="en-US" sz="2000" baseline="-25000" dirty="0"/>
              <a:t>2</a:t>
            </a:r>
            <a:r>
              <a:rPr lang="en-US" altLang="en-US" sz="2000" dirty="0"/>
              <a:t>,S</a:t>
            </a:r>
            <a:r>
              <a:rPr lang="en-US" altLang="en-US" sz="2000" baseline="-25000" dirty="0"/>
              <a:t>4</a:t>
            </a:r>
            <a:r>
              <a:rPr lang="en-US" altLang="en-US" sz="2000" dirty="0"/>
              <a:t>}</a:t>
            </a:r>
          </a:p>
        </p:txBody>
      </p:sp>
      <p:sp>
        <p:nvSpPr>
          <p:cNvPr id="114762" name="Text Box 121">
            <a:extLst>
              <a:ext uri="{FF2B5EF4-FFF2-40B4-BE49-F238E27FC236}">
                <a16:creationId xmlns:a16="http://schemas.microsoft.com/office/drawing/2014/main" id="{8E104B89-FC6C-59A6-FC2C-4AEECADD2027}"/>
              </a:ext>
            </a:extLst>
          </p:cNvPr>
          <p:cNvSpPr txBox="1">
            <a:spLocks noChangeArrowheads="1"/>
          </p:cNvSpPr>
          <p:nvPr/>
        </p:nvSpPr>
        <p:spPr bwMode="auto">
          <a:xfrm>
            <a:off x="1045369" y="1589880"/>
            <a:ext cx="1030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t>PO</a:t>
            </a:r>
            <a:endParaRPr lang="ru-RU" altLang="en-US" sz="2000" dirty="0"/>
          </a:p>
        </p:txBody>
      </p:sp>
      <p:sp>
        <p:nvSpPr>
          <p:cNvPr id="114763" name="Text Box 86">
            <a:extLst>
              <a:ext uri="{FF2B5EF4-FFF2-40B4-BE49-F238E27FC236}">
                <a16:creationId xmlns:a16="http://schemas.microsoft.com/office/drawing/2014/main" id="{23CC7735-EB8F-48F2-2D2C-12C7056C43FF}"/>
              </a:ext>
            </a:extLst>
          </p:cNvPr>
          <p:cNvSpPr txBox="1">
            <a:spLocks noChangeArrowheads="1"/>
          </p:cNvSpPr>
          <p:nvPr/>
        </p:nvSpPr>
        <p:spPr bwMode="auto">
          <a:xfrm>
            <a:off x="9483725" y="2798083"/>
            <a:ext cx="37004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P2 = P3 = P</a:t>
            </a:r>
            <a:r>
              <a:rPr lang="en-US" altLang="en-US" sz="2000" baseline="-25000"/>
              <a:t>Fin</a:t>
            </a:r>
          </a:p>
          <a:p>
            <a:pPr eaLnBrk="1" hangingPunct="1"/>
            <a:r>
              <a:rPr lang="en-US" altLang="en-US" sz="2000"/>
              <a:t>S1</a:t>
            </a:r>
            <a:r>
              <a:rPr lang="en-US" altLang="en-US" sz="2000">
                <a:sym typeface="Symbol" panose="05050102010706020507" pitchFamily="18" charset="2"/>
              </a:rPr>
              <a:t>S3=S13</a:t>
            </a:r>
          </a:p>
          <a:p>
            <a:pPr eaLnBrk="1" hangingPunct="1"/>
            <a:r>
              <a:rPr lang="en-US" altLang="en-US" sz="2000">
                <a:sym typeface="Symbol" panose="05050102010706020507" pitchFamily="18" charset="2"/>
              </a:rPr>
              <a:t>S2  S4=S24</a:t>
            </a:r>
            <a:endParaRPr lang="ru-RU" altLang="en-US" sz="2000"/>
          </a:p>
        </p:txBody>
      </p:sp>
      <p:sp>
        <p:nvSpPr>
          <p:cNvPr id="114764" name="Text Box 121">
            <a:extLst>
              <a:ext uri="{FF2B5EF4-FFF2-40B4-BE49-F238E27FC236}">
                <a16:creationId xmlns:a16="http://schemas.microsoft.com/office/drawing/2014/main" id="{0500801B-B34B-18F7-8740-B1AA55E8EAF7}"/>
              </a:ext>
            </a:extLst>
          </p:cNvPr>
          <p:cNvSpPr txBox="1">
            <a:spLocks noChangeArrowheads="1"/>
          </p:cNvSpPr>
          <p:nvPr/>
        </p:nvSpPr>
        <p:spPr bwMode="auto">
          <a:xfrm>
            <a:off x="9077325" y="4508501"/>
            <a:ext cx="1030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P2</a:t>
            </a:r>
            <a:endParaRPr lang="ru-RU" altLang="en-US" sz="20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Группа 1">
            <a:extLst>
              <a:ext uri="{FF2B5EF4-FFF2-40B4-BE49-F238E27FC236}">
                <a16:creationId xmlns:a16="http://schemas.microsoft.com/office/drawing/2014/main" id="{C5AC6E27-7D33-D429-CB43-64B593752024}"/>
              </a:ext>
            </a:extLst>
          </p:cNvPr>
          <p:cNvGrpSpPr>
            <a:grpSpLocks/>
          </p:cNvGrpSpPr>
          <p:nvPr/>
        </p:nvGrpSpPr>
        <p:grpSpPr bwMode="auto">
          <a:xfrm>
            <a:off x="5999163" y="1492250"/>
            <a:ext cx="1871662" cy="3392488"/>
            <a:chOff x="6627813" y="1962150"/>
            <a:chExt cx="1871662" cy="3392488"/>
          </a:xfrm>
        </p:grpSpPr>
        <p:sp>
          <p:nvSpPr>
            <p:cNvPr id="115739" name="Oval 6">
              <a:extLst>
                <a:ext uri="{FF2B5EF4-FFF2-40B4-BE49-F238E27FC236}">
                  <a16:creationId xmlns:a16="http://schemas.microsoft.com/office/drawing/2014/main" id="{BD1B5777-4C31-B0B1-5213-B428844A7358}"/>
                </a:ext>
              </a:extLst>
            </p:cNvPr>
            <p:cNvSpPr>
              <a:spLocks noChangeArrowheads="1"/>
            </p:cNvSpPr>
            <p:nvPr/>
          </p:nvSpPr>
          <p:spPr bwMode="auto">
            <a:xfrm>
              <a:off x="7246938" y="2139950"/>
              <a:ext cx="503237" cy="503238"/>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2"/>
                  </a:solidFill>
                </a:rPr>
                <a:t>S</a:t>
              </a:r>
              <a:r>
                <a:rPr lang="en-US" altLang="en-US" sz="2000" baseline="-25000" dirty="0">
                  <a:solidFill>
                    <a:schemeClr val="bg2"/>
                  </a:solidFill>
                </a:rPr>
                <a:t>0</a:t>
              </a:r>
              <a:endParaRPr lang="ru-RU" altLang="en-US" sz="2000" dirty="0">
                <a:solidFill>
                  <a:schemeClr val="bg2"/>
                </a:solidFill>
              </a:endParaRPr>
            </a:p>
          </p:txBody>
        </p:sp>
        <p:sp>
          <p:nvSpPr>
            <p:cNvPr id="115740" name="Oval 7">
              <a:extLst>
                <a:ext uri="{FF2B5EF4-FFF2-40B4-BE49-F238E27FC236}">
                  <a16:creationId xmlns:a16="http://schemas.microsoft.com/office/drawing/2014/main" id="{5EA1D709-3E0B-D4DC-B331-D9DF69CC6003}"/>
                </a:ext>
              </a:extLst>
            </p:cNvPr>
            <p:cNvSpPr>
              <a:spLocks noChangeArrowheads="1"/>
            </p:cNvSpPr>
            <p:nvPr/>
          </p:nvSpPr>
          <p:spPr bwMode="auto">
            <a:xfrm>
              <a:off x="7226300" y="3271838"/>
              <a:ext cx="503238" cy="503237"/>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2"/>
                  </a:solidFill>
                </a:rPr>
                <a:t>S</a:t>
              </a:r>
              <a:r>
                <a:rPr lang="en-US" altLang="en-US" sz="2000" baseline="-25000" dirty="0">
                  <a:solidFill>
                    <a:schemeClr val="bg2"/>
                  </a:solidFill>
                </a:rPr>
                <a:t>13</a:t>
              </a:r>
              <a:endParaRPr lang="ru-RU" altLang="en-US" sz="2000" dirty="0">
                <a:solidFill>
                  <a:schemeClr val="bg2"/>
                </a:solidFill>
              </a:endParaRPr>
            </a:p>
          </p:txBody>
        </p:sp>
        <p:sp>
          <p:nvSpPr>
            <p:cNvPr id="115741" name="Oval 10">
              <a:extLst>
                <a:ext uri="{FF2B5EF4-FFF2-40B4-BE49-F238E27FC236}">
                  <a16:creationId xmlns:a16="http://schemas.microsoft.com/office/drawing/2014/main" id="{ADB0F461-7CF3-B753-FE63-F67F075F23B0}"/>
                </a:ext>
              </a:extLst>
            </p:cNvPr>
            <p:cNvSpPr>
              <a:spLocks noChangeArrowheads="1"/>
            </p:cNvSpPr>
            <p:nvPr/>
          </p:nvSpPr>
          <p:spPr bwMode="auto">
            <a:xfrm>
              <a:off x="7248525" y="4381500"/>
              <a:ext cx="503238" cy="503238"/>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solidFill>
                    <a:schemeClr val="bg2"/>
                  </a:solidFill>
                </a:rPr>
                <a:t>S</a:t>
              </a:r>
              <a:r>
                <a:rPr lang="en-US" altLang="en-US" sz="2000" baseline="-25000" dirty="0">
                  <a:solidFill>
                    <a:schemeClr val="bg2"/>
                  </a:solidFill>
                </a:rPr>
                <a:t>24</a:t>
              </a:r>
              <a:endParaRPr lang="ru-RU" altLang="en-US" sz="2000" dirty="0">
                <a:solidFill>
                  <a:schemeClr val="bg2"/>
                </a:solidFill>
              </a:endParaRPr>
            </a:p>
          </p:txBody>
        </p:sp>
        <p:sp>
          <p:nvSpPr>
            <p:cNvPr id="115742" name="Line 11">
              <a:extLst>
                <a:ext uri="{FF2B5EF4-FFF2-40B4-BE49-F238E27FC236}">
                  <a16:creationId xmlns:a16="http://schemas.microsoft.com/office/drawing/2014/main" id="{945CBFCE-1C7E-2B97-1F17-FD186BE5C535}"/>
                </a:ext>
              </a:extLst>
            </p:cNvPr>
            <p:cNvSpPr>
              <a:spLocks noChangeShapeType="1"/>
            </p:cNvSpPr>
            <p:nvPr/>
          </p:nvSpPr>
          <p:spPr bwMode="auto">
            <a:xfrm>
              <a:off x="7485063" y="2652713"/>
              <a:ext cx="0" cy="6350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5743" name="Arc 16">
              <a:extLst>
                <a:ext uri="{FF2B5EF4-FFF2-40B4-BE49-F238E27FC236}">
                  <a16:creationId xmlns:a16="http://schemas.microsoft.com/office/drawing/2014/main" id="{11A40DFF-FB08-7255-D8AB-9B25915009F0}"/>
                </a:ext>
              </a:extLst>
            </p:cNvPr>
            <p:cNvSpPr>
              <a:spLocks/>
            </p:cNvSpPr>
            <p:nvPr/>
          </p:nvSpPr>
          <p:spPr bwMode="auto">
            <a:xfrm rot="20805209" flipV="1">
              <a:off x="7604125" y="3243263"/>
              <a:ext cx="427038" cy="428625"/>
            </a:xfrm>
            <a:custGeom>
              <a:avLst/>
              <a:gdLst>
                <a:gd name="T0" fmla="*/ 0 w 31933"/>
                <a:gd name="T1" fmla="*/ 2147483646 h 43200"/>
                <a:gd name="T2" fmla="*/ 2147483646 w 31933"/>
                <a:gd name="T3" fmla="*/ 2147483646 h 43200"/>
                <a:gd name="T4" fmla="*/ 2147483646 w 31933"/>
                <a:gd name="T5" fmla="*/ 2147483646 h 43200"/>
                <a:gd name="T6" fmla="*/ 0 60000 65536"/>
                <a:gd name="T7" fmla="*/ 0 60000 65536"/>
                <a:gd name="T8" fmla="*/ 0 60000 65536"/>
                <a:gd name="T9" fmla="*/ 0 w 31933"/>
                <a:gd name="T10" fmla="*/ 0 h 43200"/>
                <a:gd name="T11" fmla="*/ 31933 w 31933"/>
                <a:gd name="T12" fmla="*/ 43200 h 43200"/>
              </a:gdLst>
              <a:ahLst/>
              <a:cxnLst>
                <a:cxn ang="T6">
                  <a:pos x="T0" y="T1"/>
                </a:cxn>
                <a:cxn ang="T7">
                  <a:pos x="T2" y="T3"/>
                </a:cxn>
                <a:cxn ang="T8">
                  <a:pos x="T4" y="T5"/>
                </a:cxn>
              </a:cxnLst>
              <a:rect l="T9" t="T10" r="T11" b="T12"/>
              <a:pathLst>
                <a:path w="31933" h="43200" fill="none" extrusionOk="0">
                  <a:moveTo>
                    <a:pt x="-1" y="2631"/>
                  </a:moveTo>
                  <a:cubicBezTo>
                    <a:pt x="3170" y="904"/>
                    <a:pt x="6722" y="-1"/>
                    <a:pt x="10333" y="0"/>
                  </a:cubicBezTo>
                  <a:cubicBezTo>
                    <a:pt x="22262" y="0"/>
                    <a:pt x="31933" y="9670"/>
                    <a:pt x="31933" y="21600"/>
                  </a:cubicBezTo>
                  <a:cubicBezTo>
                    <a:pt x="31933" y="33529"/>
                    <a:pt x="22262" y="43200"/>
                    <a:pt x="10333" y="43200"/>
                  </a:cubicBezTo>
                  <a:cubicBezTo>
                    <a:pt x="7913" y="43200"/>
                    <a:pt x="5510" y="42793"/>
                    <a:pt x="3225" y="41996"/>
                  </a:cubicBezTo>
                </a:path>
                <a:path w="31933" h="43200" stroke="0" extrusionOk="0">
                  <a:moveTo>
                    <a:pt x="-1" y="2631"/>
                  </a:moveTo>
                  <a:cubicBezTo>
                    <a:pt x="3170" y="904"/>
                    <a:pt x="6722" y="-1"/>
                    <a:pt x="10333" y="0"/>
                  </a:cubicBezTo>
                  <a:cubicBezTo>
                    <a:pt x="22262" y="0"/>
                    <a:pt x="31933" y="9670"/>
                    <a:pt x="31933" y="21600"/>
                  </a:cubicBezTo>
                  <a:cubicBezTo>
                    <a:pt x="31933" y="33529"/>
                    <a:pt x="22262" y="43200"/>
                    <a:pt x="10333" y="43200"/>
                  </a:cubicBezTo>
                  <a:cubicBezTo>
                    <a:pt x="7913" y="43200"/>
                    <a:pt x="5510" y="42793"/>
                    <a:pt x="3225" y="41996"/>
                  </a:cubicBezTo>
                  <a:lnTo>
                    <a:pt x="10333" y="21600"/>
                  </a:lnTo>
                  <a:lnTo>
                    <a:pt x="-1" y="2631"/>
                  </a:lnTo>
                  <a:close/>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5744" name="Text Box 21">
              <a:extLst>
                <a:ext uri="{FF2B5EF4-FFF2-40B4-BE49-F238E27FC236}">
                  <a16:creationId xmlns:a16="http://schemas.microsoft.com/office/drawing/2014/main" id="{D04D06E7-149B-D73C-5C5F-17BB21FB694C}"/>
                </a:ext>
              </a:extLst>
            </p:cNvPr>
            <p:cNvSpPr txBox="1">
              <a:spLocks noChangeArrowheads="1"/>
            </p:cNvSpPr>
            <p:nvPr/>
          </p:nvSpPr>
          <p:spPr bwMode="auto">
            <a:xfrm>
              <a:off x="6980238" y="2652713"/>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x/0</a:t>
              </a:r>
              <a:endParaRPr lang="ru-RU" altLang="en-US" sz="2000"/>
            </a:p>
          </p:txBody>
        </p:sp>
        <p:sp>
          <p:nvSpPr>
            <p:cNvPr id="115745" name="Text Box 22">
              <a:extLst>
                <a:ext uri="{FF2B5EF4-FFF2-40B4-BE49-F238E27FC236}">
                  <a16:creationId xmlns:a16="http://schemas.microsoft.com/office/drawing/2014/main" id="{AF11C1C7-881F-BE96-66E2-F6E0D3D200F1}"/>
                </a:ext>
              </a:extLst>
            </p:cNvPr>
            <p:cNvSpPr txBox="1">
              <a:spLocks noChangeArrowheads="1"/>
            </p:cNvSpPr>
            <p:nvPr/>
          </p:nvSpPr>
          <p:spPr bwMode="auto">
            <a:xfrm>
              <a:off x="7556500" y="2868613"/>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115746" name="Text Box 24">
              <a:extLst>
                <a:ext uri="{FF2B5EF4-FFF2-40B4-BE49-F238E27FC236}">
                  <a16:creationId xmlns:a16="http://schemas.microsoft.com/office/drawing/2014/main" id="{B4DA4E72-9AD4-628B-7B40-C49656EF1109}"/>
                </a:ext>
              </a:extLst>
            </p:cNvPr>
            <p:cNvSpPr txBox="1">
              <a:spLocks noChangeArrowheads="1"/>
            </p:cNvSpPr>
            <p:nvPr/>
          </p:nvSpPr>
          <p:spPr bwMode="auto">
            <a:xfrm>
              <a:off x="7778750" y="3805238"/>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115747" name="Text Box 26">
              <a:extLst>
                <a:ext uri="{FF2B5EF4-FFF2-40B4-BE49-F238E27FC236}">
                  <a16:creationId xmlns:a16="http://schemas.microsoft.com/office/drawing/2014/main" id="{0619775B-CE73-D825-A58D-3E34F0996A9A}"/>
                </a:ext>
              </a:extLst>
            </p:cNvPr>
            <p:cNvSpPr txBox="1">
              <a:spLocks noChangeArrowheads="1"/>
            </p:cNvSpPr>
            <p:nvPr/>
          </p:nvSpPr>
          <p:spPr bwMode="auto">
            <a:xfrm>
              <a:off x="6627813" y="3805238"/>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115748" name="Arc 66">
              <a:extLst>
                <a:ext uri="{FF2B5EF4-FFF2-40B4-BE49-F238E27FC236}">
                  <a16:creationId xmlns:a16="http://schemas.microsoft.com/office/drawing/2014/main" id="{08520780-A5F6-8F9C-AA08-D2E68C6C43F6}"/>
                </a:ext>
              </a:extLst>
            </p:cNvPr>
            <p:cNvSpPr>
              <a:spLocks/>
            </p:cNvSpPr>
            <p:nvPr/>
          </p:nvSpPr>
          <p:spPr bwMode="auto">
            <a:xfrm rot="19712556" flipH="1">
              <a:off x="7134225" y="3813175"/>
              <a:ext cx="406400" cy="563563"/>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lg" len="lg"/>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5749" name="Arc 67">
              <a:extLst>
                <a:ext uri="{FF2B5EF4-FFF2-40B4-BE49-F238E27FC236}">
                  <a16:creationId xmlns:a16="http://schemas.microsoft.com/office/drawing/2014/main" id="{6E9D411F-6502-85BD-1FED-31A9182DB519}"/>
                </a:ext>
              </a:extLst>
            </p:cNvPr>
            <p:cNvSpPr>
              <a:spLocks/>
            </p:cNvSpPr>
            <p:nvPr/>
          </p:nvSpPr>
          <p:spPr bwMode="auto">
            <a:xfrm rot="8465836" flipH="1">
              <a:off x="7421563" y="3805238"/>
              <a:ext cx="406400" cy="563562"/>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lg" len="lg"/>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5750" name="Line 68">
              <a:extLst>
                <a:ext uri="{FF2B5EF4-FFF2-40B4-BE49-F238E27FC236}">
                  <a16:creationId xmlns:a16="http://schemas.microsoft.com/office/drawing/2014/main" id="{AACC9261-B3E8-4570-80B9-F42ED5D9C1A4}"/>
                </a:ext>
              </a:extLst>
            </p:cNvPr>
            <p:cNvSpPr>
              <a:spLocks noChangeShapeType="1"/>
            </p:cNvSpPr>
            <p:nvPr/>
          </p:nvSpPr>
          <p:spPr bwMode="auto">
            <a:xfrm>
              <a:off x="7204075" y="1962150"/>
              <a:ext cx="144463"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5751" name="Arc 70">
              <a:extLst>
                <a:ext uri="{FF2B5EF4-FFF2-40B4-BE49-F238E27FC236}">
                  <a16:creationId xmlns:a16="http://schemas.microsoft.com/office/drawing/2014/main" id="{CBF88239-62E6-5D73-717E-02EC98513299}"/>
                </a:ext>
              </a:extLst>
            </p:cNvPr>
            <p:cNvSpPr>
              <a:spLocks/>
            </p:cNvSpPr>
            <p:nvPr/>
          </p:nvSpPr>
          <p:spPr bwMode="auto">
            <a:xfrm rot="4762596" flipV="1">
              <a:off x="7352507" y="4782344"/>
              <a:ext cx="427037" cy="428625"/>
            </a:xfrm>
            <a:custGeom>
              <a:avLst/>
              <a:gdLst>
                <a:gd name="T0" fmla="*/ 0 w 31933"/>
                <a:gd name="T1" fmla="*/ 2147483646 h 43200"/>
                <a:gd name="T2" fmla="*/ 2147483646 w 31933"/>
                <a:gd name="T3" fmla="*/ 2147483646 h 43200"/>
                <a:gd name="T4" fmla="*/ 2147483646 w 31933"/>
                <a:gd name="T5" fmla="*/ 2147483646 h 43200"/>
                <a:gd name="T6" fmla="*/ 0 60000 65536"/>
                <a:gd name="T7" fmla="*/ 0 60000 65536"/>
                <a:gd name="T8" fmla="*/ 0 60000 65536"/>
                <a:gd name="T9" fmla="*/ 0 w 31933"/>
                <a:gd name="T10" fmla="*/ 0 h 43200"/>
                <a:gd name="T11" fmla="*/ 31933 w 31933"/>
                <a:gd name="T12" fmla="*/ 43200 h 43200"/>
              </a:gdLst>
              <a:ahLst/>
              <a:cxnLst>
                <a:cxn ang="T6">
                  <a:pos x="T0" y="T1"/>
                </a:cxn>
                <a:cxn ang="T7">
                  <a:pos x="T2" y="T3"/>
                </a:cxn>
                <a:cxn ang="T8">
                  <a:pos x="T4" y="T5"/>
                </a:cxn>
              </a:cxnLst>
              <a:rect l="T9" t="T10" r="T11" b="T12"/>
              <a:pathLst>
                <a:path w="31933" h="43200" fill="none" extrusionOk="0">
                  <a:moveTo>
                    <a:pt x="-1" y="2631"/>
                  </a:moveTo>
                  <a:cubicBezTo>
                    <a:pt x="3170" y="904"/>
                    <a:pt x="6722" y="-1"/>
                    <a:pt x="10333" y="0"/>
                  </a:cubicBezTo>
                  <a:cubicBezTo>
                    <a:pt x="22262" y="0"/>
                    <a:pt x="31933" y="9670"/>
                    <a:pt x="31933" y="21600"/>
                  </a:cubicBezTo>
                  <a:cubicBezTo>
                    <a:pt x="31933" y="33529"/>
                    <a:pt x="22262" y="43200"/>
                    <a:pt x="10333" y="43200"/>
                  </a:cubicBezTo>
                  <a:cubicBezTo>
                    <a:pt x="7913" y="43200"/>
                    <a:pt x="5510" y="42793"/>
                    <a:pt x="3225" y="41996"/>
                  </a:cubicBezTo>
                </a:path>
                <a:path w="31933" h="43200" stroke="0" extrusionOk="0">
                  <a:moveTo>
                    <a:pt x="-1" y="2631"/>
                  </a:moveTo>
                  <a:cubicBezTo>
                    <a:pt x="3170" y="904"/>
                    <a:pt x="6722" y="-1"/>
                    <a:pt x="10333" y="0"/>
                  </a:cubicBezTo>
                  <a:cubicBezTo>
                    <a:pt x="22262" y="0"/>
                    <a:pt x="31933" y="9670"/>
                    <a:pt x="31933" y="21600"/>
                  </a:cubicBezTo>
                  <a:cubicBezTo>
                    <a:pt x="31933" y="33529"/>
                    <a:pt x="22262" y="43200"/>
                    <a:pt x="10333" y="43200"/>
                  </a:cubicBezTo>
                  <a:cubicBezTo>
                    <a:pt x="7913" y="43200"/>
                    <a:pt x="5510" y="42793"/>
                    <a:pt x="3225" y="41996"/>
                  </a:cubicBezTo>
                  <a:lnTo>
                    <a:pt x="10333" y="21600"/>
                  </a:lnTo>
                  <a:lnTo>
                    <a:pt x="-1" y="2631"/>
                  </a:lnTo>
                  <a:close/>
                </a:path>
              </a:pathLst>
            </a:custGeom>
            <a:noFill/>
            <a:ln w="95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5752" name="Text Box 71">
              <a:extLst>
                <a:ext uri="{FF2B5EF4-FFF2-40B4-BE49-F238E27FC236}">
                  <a16:creationId xmlns:a16="http://schemas.microsoft.com/office/drawing/2014/main" id="{EF60863B-EFE9-A5EA-1002-B4AD762D9F4F}"/>
                </a:ext>
              </a:extLst>
            </p:cNvPr>
            <p:cNvSpPr txBox="1">
              <a:spLocks noChangeArrowheads="1"/>
            </p:cNvSpPr>
            <p:nvPr/>
          </p:nvSpPr>
          <p:spPr bwMode="auto">
            <a:xfrm>
              <a:off x="6902450" y="4957763"/>
              <a:ext cx="72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grpSp>
      <p:graphicFrame>
        <p:nvGraphicFramePr>
          <p:cNvPr id="18" name="Объект 3">
            <a:extLst>
              <a:ext uri="{FF2B5EF4-FFF2-40B4-BE49-F238E27FC236}">
                <a16:creationId xmlns:a16="http://schemas.microsoft.com/office/drawing/2014/main" id="{2EC16494-E603-4D0A-A37E-D39B80D6A527}"/>
              </a:ext>
            </a:extLst>
          </p:cNvPr>
          <p:cNvGraphicFramePr>
            <a:graphicFrameLocks noGrp="1"/>
          </p:cNvGraphicFramePr>
          <p:nvPr>
            <p:extLst>
              <p:ext uri="{D42A27DB-BD31-4B8C-83A1-F6EECF244321}">
                <p14:modId xmlns:p14="http://schemas.microsoft.com/office/powerpoint/2010/main" val="1078626536"/>
              </p:ext>
            </p:extLst>
          </p:nvPr>
        </p:nvGraphicFramePr>
        <p:xfrm>
          <a:off x="1992313" y="2117726"/>
          <a:ext cx="3268662" cy="1952626"/>
        </p:xfrm>
        <a:graphic>
          <a:graphicData uri="http://schemas.openxmlformats.org/drawingml/2006/table">
            <a:tbl>
              <a:tblPr/>
              <a:tblGrid>
                <a:gridCol w="1090612">
                  <a:extLst>
                    <a:ext uri="{9D8B030D-6E8A-4147-A177-3AD203B41FA5}">
                      <a16:colId xmlns:a16="http://schemas.microsoft.com/office/drawing/2014/main" val="20000"/>
                    </a:ext>
                  </a:extLst>
                </a:gridCol>
                <a:gridCol w="1087438">
                  <a:extLst>
                    <a:ext uri="{9D8B030D-6E8A-4147-A177-3AD203B41FA5}">
                      <a16:colId xmlns:a16="http://schemas.microsoft.com/office/drawing/2014/main" val="20001"/>
                    </a:ext>
                  </a:extLst>
                </a:gridCol>
                <a:gridCol w="1090612">
                  <a:extLst>
                    <a:ext uri="{9D8B030D-6E8A-4147-A177-3AD203B41FA5}">
                      <a16:colId xmlns:a16="http://schemas.microsoft.com/office/drawing/2014/main" val="20002"/>
                    </a:ext>
                  </a:extLst>
                </a:gridCol>
              </a:tblGrid>
              <a:tr h="695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X   </a:t>
                      </a:r>
                    </a:p>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S</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0</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1</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100">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a:t>
                      </a:r>
                      <a:r>
                        <a:rPr kumimoji="0" lang="en-US" sz="2000" b="0" i="0" u="none" strike="noStrike" cap="none" normalizeH="0" baseline="-25000">
                          <a:ln>
                            <a:noFill/>
                          </a:ln>
                          <a:solidFill>
                            <a:schemeClr val="tx1"/>
                          </a:solidFill>
                          <a:effectLst/>
                          <a:latin typeface="Arial" pitchFamily="34" charset="0"/>
                          <a:cs typeface="Arial" pitchFamily="34" charset="0"/>
                        </a:rPr>
                        <a:t>0</a:t>
                      </a:r>
                      <a:endParaRPr kumimoji="0" lang="ru-RU" sz="2000" b="0" i="0" u="none" strike="noStrike" cap="none" normalizeH="0" baseline="-2500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a:t>
                      </a:r>
                      <a:r>
                        <a:rPr kumimoji="0" lang="en-US" sz="2000" b="0" i="0" u="none" strike="noStrike" cap="none" normalizeH="0" baseline="-25000">
                          <a:ln>
                            <a:noFill/>
                          </a:ln>
                          <a:solidFill>
                            <a:schemeClr val="tx1"/>
                          </a:solidFill>
                          <a:effectLst/>
                          <a:latin typeface="Arial" pitchFamily="34" charset="0"/>
                          <a:cs typeface="Arial" pitchFamily="34" charset="0"/>
                        </a:rPr>
                        <a:t>13</a:t>
                      </a: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a:t>
                      </a:r>
                      <a:r>
                        <a:rPr kumimoji="0" lang="en-US" sz="2000" b="0" i="0" u="none" strike="noStrike" cap="none" normalizeH="0" baseline="-25000">
                          <a:ln>
                            <a:noFill/>
                          </a:ln>
                          <a:solidFill>
                            <a:schemeClr val="tx1"/>
                          </a:solidFill>
                          <a:effectLst/>
                          <a:latin typeface="Arial" pitchFamily="34" charset="0"/>
                          <a:cs typeface="Arial" pitchFamily="34" charset="0"/>
                        </a:rPr>
                        <a:t>13</a:t>
                      </a: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2500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1751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a:t>
                      </a:r>
                      <a:r>
                        <a:rPr kumimoji="0" lang="en-US" sz="2000" b="0" i="0" u="none" strike="noStrike" cap="none" normalizeH="0" baseline="-25000">
                          <a:ln>
                            <a:noFill/>
                          </a:ln>
                          <a:solidFill>
                            <a:schemeClr val="tx1"/>
                          </a:solidFill>
                          <a:effectLst/>
                          <a:latin typeface="Arial" pitchFamily="34" charset="0"/>
                          <a:cs typeface="Arial" pitchFamily="34" charset="0"/>
                        </a:rPr>
                        <a:t>13</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a:t>
                      </a:r>
                      <a:r>
                        <a:rPr kumimoji="0" lang="en-US" sz="2000" b="0" i="0" u="none" strike="noStrike" cap="none" normalizeH="0" baseline="-25000">
                          <a:ln>
                            <a:noFill/>
                          </a:ln>
                          <a:solidFill>
                            <a:schemeClr val="tx1"/>
                          </a:solidFill>
                          <a:effectLst/>
                          <a:latin typeface="Arial" pitchFamily="34" charset="0"/>
                          <a:cs typeface="Arial" pitchFamily="34" charset="0"/>
                        </a:rPr>
                        <a:t>24</a:t>
                      </a: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a:t>
                      </a:r>
                      <a:r>
                        <a:rPr kumimoji="0" lang="en-US" sz="2000" b="0" i="0" u="none" strike="noStrike" cap="none" normalizeH="0" baseline="-25000">
                          <a:ln>
                            <a:noFill/>
                          </a:ln>
                          <a:solidFill>
                            <a:schemeClr val="tx1"/>
                          </a:solidFill>
                          <a:effectLst/>
                          <a:latin typeface="Arial" pitchFamily="34" charset="0"/>
                          <a:cs typeface="Arial" pitchFamily="34" charset="0"/>
                        </a:rPr>
                        <a:t>13</a:t>
                      </a: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20688">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a:t>
                      </a:r>
                      <a:r>
                        <a:rPr kumimoji="0" lang="en-US" sz="2000" b="0" i="0" u="none" strike="noStrike" cap="none" normalizeH="0" baseline="-25000">
                          <a:ln>
                            <a:noFill/>
                          </a:ln>
                          <a:solidFill>
                            <a:schemeClr val="tx1"/>
                          </a:solidFill>
                          <a:effectLst/>
                          <a:latin typeface="Arial" pitchFamily="34" charset="0"/>
                          <a:cs typeface="Arial" pitchFamily="34" charset="0"/>
                        </a:rPr>
                        <a:t>24</a:t>
                      </a:r>
                      <a:endParaRPr kumimoji="0" lang="ru-RU" sz="2000" b="0" i="0" u="none" strike="noStrike" cap="none" normalizeH="0" baseline="-2500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a:t>
                      </a:r>
                      <a:r>
                        <a:rPr kumimoji="0" lang="en-US" sz="2000" b="0" i="0" u="none" strike="noStrike" cap="none" normalizeH="0" baseline="-25000">
                          <a:ln>
                            <a:noFill/>
                          </a:ln>
                          <a:solidFill>
                            <a:schemeClr val="tx1"/>
                          </a:solidFill>
                          <a:effectLst/>
                          <a:latin typeface="Arial" pitchFamily="34" charset="0"/>
                          <a:cs typeface="Arial" pitchFamily="34" charset="0"/>
                        </a:rPr>
                        <a:t>24</a:t>
                      </a: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S</a:t>
                      </a:r>
                      <a:r>
                        <a:rPr kumimoji="0" lang="en-US" sz="2000" b="0" i="0" u="none" strike="noStrike" cap="none" normalizeH="0" baseline="-25000" dirty="0">
                          <a:ln>
                            <a:noFill/>
                          </a:ln>
                          <a:solidFill>
                            <a:schemeClr val="tx1"/>
                          </a:solidFill>
                          <a:effectLst/>
                          <a:latin typeface="Arial" pitchFamily="34" charset="0"/>
                          <a:cs typeface="Arial" pitchFamily="34" charset="0"/>
                        </a:rPr>
                        <a:t>13</a:t>
                      </a: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8" name="Title 7">
            <a:extLst>
              <a:ext uri="{FF2B5EF4-FFF2-40B4-BE49-F238E27FC236}">
                <a16:creationId xmlns:a16="http://schemas.microsoft.com/office/drawing/2014/main" id="{F7D45F80-6A66-4141-BFC4-8977EC32EC51}"/>
              </a:ext>
            </a:extLst>
          </p:cNvPr>
          <p:cNvSpPr>
            <a:spLocks noGrp="1"/>
          </p:cNvSpPr>
          <p:nvPr>
            <p:ph type="title"/>
          </p:nvPr>
        </p:nvSpPr>
        <p:spPr/>
        <p:txBody>
          <a:bodyPr>
            <a:normAutofit/>
          </a:bodyPr>
          <a:lstStyle/>
          <a:p>
            <a:r>
              <a:rPr lang="en-US" dirty="0"/>
              <a:t>State Minimized Sequence Detector for 001 or 101</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Заголовок 1">
            <a:extLst>
              <a:ext uri="{FF2B5EF4-FFF2-40B4-BE49-F238E27FC236}">
                <a16:creationId xmlns:a16="http://schemas.microsoft.com/office/drawing/2014/main" id="{1C5B9AC8-5C8B-3737-A98B-871294FC987B}"/>
              </a:ext>
            </a:extLst>
          </p:cNvPr>
          <p:cNvSpPr>
            <a:spLocks noGrp="1" noChangeArrowheads="1"/>
          </p:cNvSpPr>
          <p:nvPr>
            <p:ph type="title"/>
          </p:nvPr>
        </p:nvSpPr>
        <p:spPr/>
        <p:txBody>
          <a:bodyPr>
            <a:normAutofit/>
          </a:bodyPr>
          <a:lstStyle/>
          <a:p>
            <a:r>
              <a:rPr lang="en-US" altLang="en-US" dirty="0"/>
              <a:t>Synthesis Using D Flip-Flops</a:t>
            </a:r>
            <a:endParaRPr lang="ru-RU" altLang="en-US" dirty="0"/>
          </a:p>
        </p:txBody>
      </p:sp>
      <p:sp>
        <p:nvSpPr>
          <p:cNvPr id="3" name="Объект 2">
            <a:extLst>
              <a:ext uri="{FF2B5EF4-FFF2-40B4-BE49-F238E27FC236}">
                <a16:creationId xmlns:a16="http://schemas.microsoft.com/office/drawing/2014/main" id="{0667EA76-852F-48EB-BBB9-D03D6C6D68E0}"/>
              </a:ext>
            </a:extLst>
          </p:cNvPr>
          <p:cNvSpPr>
            <a:spLocks noGrp="1"/>
          </p:cNvSpPr>
          <p:nvPr>
            <p:ph type="body" sz="quarter" idx="10"/>
          </p:nvPr>
        </p:nvSpPr>
        <p:spPr/>
        <p:txBody>
          <a:bodyPr/>
          <a:lstStyle/>
          <a:p>
            <a:r>
              <a:rPr lang="en-US"/>
              <a:t>State Assignment:</a:t>
            </a:r>
          </a:p>
          <a:p>
            <a:r>
              <a:rPr lang="en-US"/>
              <a:t>The simplest next-state logic:</a:t>
            </a:r>
          </a:p>
          <a:p>
            <a:r>
              <a:rPr lang="en-US"/>
              <a:t>States which have the same next state for a given input should have unit-distant assignment.</a:t>
            </a:r>
          </a:p>
          <a:p>
            <a:r>
              <a:rPr lang="en-US"/>
              <a:t>The simplest output logic:</a:t>
            </a:r>
          </a:p>
          <a:p>
            <a:r>
              <a:rPr lang="en-US"/>
              <a:t>States which have the same output for a given input should have unit-distant assignment.</a:t>
            </a:r>
          </a:p>
          <a:p>
            <a:endParaRPr lang="en-US"/>
          </a:p>
          <a:p>
            <a:endParaRPr lang="ru-RU"/>
          </a:p>
          <a:p>
            <a:endParaRPr lang="ru-RU"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6EAD7B3-909B-B196-8F48-D1AE08101BF9}"/>
              </a:ext>
            </a:extLst>
          </p:cNvPr>
          <p:cNvSpPr>
            <a:spLocks noGrp="1"/>
          </p:cNvSpPr>
          <p:nvPr>
            <p:ph type="body" sz="quarter" idx="10"/>
          </p:nvPr>
        </p:nvSpPr>
        <p:spPr/>
        <p:txBody>
          <a:bodyPr/>
          <a:lstStyle/>
          <a:p>
            <a:r>
              <a:rPr lang="en-US" dirty="0"/>
              <a:t>The number of flip-flops is taken minimum: k = [log23] =2</a:t>
            </a:r>
          </a:p>
          <a:p>
            <a:r>
              <a:rPr lang="en-US" dirty="0"/>
              <a:t>State assignment</a:t>
            </a:r>
          </a:p>
          <a:p>
            <a:endParaRPr lang="en-US" dirty="0"/>
          </a:p>
        </p:txBody>
      </p:sp>
      <p:graphicFrame>
        <p:nvGraphicFramePr>
          <p:cNvPr id="2" name="Таблица 1">
            <a:extLst>
              <a:ext uri="{FF2B5EF4-FFF2-40B4-BE49-F238E27FC236}">
                <a16:creationId xmlns:a16="http://schemas.microsoft.com/office/drawing/2014/main" id="{BA554EAB-D573-475C-A8CD-A7B014750643}"/>
              </a:ext>
            </a:extLst>
          </p:cNvPr>
          <p:cNvGraphicFramePr>
            <a:graphicFrameLocks noGrp="1"/>
          </p:cNvGraphicFramePr>
          <p:nvPr>
            <p:extLst>
              <p:ext uri="{D42A27DB-BD31-4B8C-83A1-F6EECF244321}">
                <p14:modId xmlns:p14="http://schemas.microsoft.com/office/powerpoint/2010/main" val="103107077"/>
              </p:ext>
            </p:extLst>
          </p:nvPr>
        </p:nvGraphicFramePr>
        <p:xfrm>
          <a:off x="3035300" y="2792414"/>
          <a:ext cx="6527800" cy="3087688"/>
        </p:xfrm>
        <a:graphic>
          <a:graphicData uri="http://schemas.openxmlformats.org/drawingml/2006/table">
            <a:tbl>
              <a:tblPr firstRow="1" bandRow="1">
                <a:tableStyleId>{5C22544A-7EE6-4342-B048-85BDC9FD1C3A}</a:tableStyleId>
              </a:tblPr>
              <a:tblGrid>
                <a:gridCol w="3263900">
                  <a:extLst>
                    <a:ext uri="{9D8B030D-6E8A-4147-A177-3AD203B41FA5}">
                      <a16:colId xmlns:a16="http://schemas.microsoft.com/office/drawing/2014/main" val="20000"/>
                    </a:ext>
                  </a:extLst>
                </a:gridCol>
                <a:gridCol w="3263900">
                  <a:extLst>
                    <a:ext uri="{9D8B030D-6E8A-4147-A177-3AD203B41FA5}">
                      <a16:colId xmlns:a16="http://schemas.microsoft.com/office/drawing/2014/main" val="20001"/>
                    </a:ext>
                  </a:extLst>
                </a:gridCol>
              </a:tblGrid>
              <a:tr h="77192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State</a:t>
                      </a:r>
                      <a:endParaRPr kumimoji="0" lang="ru-RU" sz="2000" b="0" i="0" u="none" strike="noStrike" cap="none" normalizeH="0" baseline="0" dirty="0">
                        <a:ln>
                          <a:noFill/>
                        </a:ln>
                        <a:solidFill>
                          <a:schemeClr val="bg2"/>
                        </a:solidFill>
                        <a:effectLst/>
                        <a:latin typeface="Arial" pitchFamily="34" charset="0"/>
                      </a:endParaRPr>
                    </a:p>
                  </a:txBody>
                  <a:tcPr marT="45688" marB="45688"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rPr>
                        <a:t>q</a:t>
                      </a:r>
                      <a:r>
                        <a:rPr kumimoji="0" lang="en-US" sz="2000" b="0" i="0" u="none" strike="noStrike" cap="none" normalizeH="0" baseline="-25000" dirty="0">
                          <a:ln>
                            <a:noFill/>
                          </a:ln>
                          <a:solidFill>
                            <a:schemeClr val="bg2"/>
                          </a:solidFill>
                          <a:effectLst/>
                          <a:latin typeface="Arial" pitchFamily="34" charset="0"/>
                        </a:rPr>
                        <a:t>1</a:t>
                      </a:r>
                      <a:r>
                        <a:rPr kumimoji="0" lang="en-US" sz="2000" b="0" i="0" u="none" strike="noStrike" cap="none" normalizeH="0" baseline="0" dirty="0">
                          <a:ln>
                            <a:noFill/>
                          </a:ln>
                          <a:solidFill>
                            <a:schemeClr val="bg2"/>
                          </a:solidFill>
                          <a:effectLst/>
                          <a:latin typeface="Arial" pitchFamily="34" charset="0"/>
                        </a:rPr>
                        <a:t>q</a:t>
                      </a:r>
                      <a:r>
                        <a:rPr kumimoji="0" lang="en-US" sz="2000" b="0" i="0" u="none" strike="noStrike" cap="none" normalizeH="0" baseline="-25000" dirty="0">
                          <a:ln>
                            <a:noFill/>
                          </a:ln>
                          <a:solidFill>
                            <a:schemeClr val="bg2"/>
                          </a:solidFill>
                          <a:effectLst/>
                          <a:latin typeface="Arial" pitchFamily="34" charset="0"/>
                        </a:rPr>
                        <a:t>2</a:t>
                      </a:r>
                      <a:endParaRPr kumimoji="0" lang="ru-RU" sz="2000" b="0" i="0" u="none" strike="noStrike" cap="none" normalizeH="0" baseline="0" dirty="0">
                        <a:ln>
                          <a:noFill/>
                        </a:ln>
                        <a:solidFill>
                          <a:schemeClr val="bg2"/>
                        </a:solidFill>
                        <a:effectLst/>
                        <a:latin typeface="Arial" pitchFamily="34" charset="0"/>
                      </a:endParaRPr>
                    </a:p>
                  </a:txBody>
                  <a:tcPr marT="45688" marB="45688" horzOverflow="overflow"/>
                </a:tc>
                <a:extLst>
                  <a:ext uri="{0D108BD9-81ED-4DB2-BD59-A6C34878D82A}">
                    <a16:rowId xmlns:a16="http://schemas.microsoft.com/office/drawing/2014/main" val="10000"/>
                  </a:ext>
                </a:extLst>
              </a:tr>
              <a:tr h="77192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S</a:t>
                      </a:r>
                      <a:r>
                        <a:rPr kumimoji="0" lang="en-US" sz="2000" b="0" i="0" u="none" strike="noStrike" cap="none" normalizeH="0" baseline="-25000" dirty="0">
                          <a:ln>
                            <a:noFill/>
                          </a:ln>
                          <a:solidFill>
                            <a:schemeClr val="tx1"/>
                          </a:solidFill>
                          <a:effectLst/>
                          <a:latin typeface="Arial" pitchFamily="34" charset="0"/>
                        </a:rPr>
                        <a:t>0</a:t>
                      </a:r>
                      <a:endParaRPr kumimoji="0" lang="ru-RU" sz="2000" b="0" i="0" u="none" strike="noStrike" cap="none" normalizeH="0" baseline="0" dirty="0">
                        <a:ln>
                          <a:noFill/>
                        </a:ln>
                        <a:solidFill>
                          <a:schemeClr val="tx1"/>
                        </a:solidFill>
                        <a:effectLst/>
                        <a:latin typeface="Arial" pitchFamily="34" charset="0"/>
                      </a:endParaRPr>
                    </a:p>
                  </a:txBody>
                  <a:tcPr marT="45688" marB="45688"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0  0</a:t>
                      </a:r>
                      <a:endParaRPr kumimoji="0" lang="ru-RU" sz="2000" b="0" i="0" u="none" strike="noStrike" cap="none" normalizeH="0" baseline="0">
                        <a:ln>
                          <a:noFill/>
                        </a:ln>
                        <a:solidFill>
                          <a:schemeClr val="tx1"/>
                        </a:solidFill>
                        <a:effectLst/>
                        <a:latin typeface="Arial" pitchFamily="34" charset="0"/>
                      </a:endParaRPr>
                    </a:p>
                  </a:txBody>
                  <a:tcPr marT="45688" marB="45688" horzOverflow="overflow"/>
                </a:tc>
                <a:extLst>
                  <a:ext uri="{0D108BD9-81ED-4DB2-BD59-A6C34878D82A}">
                    <a16:rowId xmlns:a16="http://schemas.microsoft.com/office/drawing/2014/main" val="10001"/>
                  </a:ext>
                </a:extLst>
              </a:tr>
              <a:tr h="77192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S</a:t>
                      </a:r>
                      <a:r>
                        <a:rPr kumimoji="0" lang="en-US" sz="2000" b="0" i="0" u="none" strike="noStrike" cap="none" normalizeH="0" baseline="-25000" dirty="0">
                          <a:ln>
                            <a:noFill/>
                          </a:ln>
                          <a:solidFill>
                            <a:schemeClr val="tx1"/>
                          </a:solidFill>
                          <a:effectLst/>
                          <a:latin typeface="Arial" pitchFamily="34" charset="0"/>
                        </a:rPr>
                        <a:t>1</a:t>
                      </a:r>
                      <a:endParaRPr kumimoji="0" lang="ru-RU" sz="2000" b="0" i="0" u="none" strike="noStrike" cap="none" normalizeH="0" baseline="0">
                        <a:ln>
                          <a:noFill/>
                        </a:ln>
                        <a:solidFill>
                          <a:schemeClr val="tx1"/>
                        </a:solidFill>
                        <a:effectLst/>
                        <a:latin typeface="Arial" pitchFamily="34" charset="0"/>
                      </a:endParaRPr>
                    </a:p>
                  </a:txBody>
                  <a:tcPr marT="45688" marB="45688"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0  1</a:t>
                      </a:r>
                      <a:endParaRPr kumimoji="0" lang="ru-RU" sz="2000" b="0" i="0" u="none" strike="noStrike" cap="none" normalizeH="0" baseline="0">
                        <a:ln>
                          <a:noFill/>
                        </a:ln>
                        <a:solidFill>
                          <a:schemeClr val="tx1"/>
                        </a:solidFill>
                        <a:effectLst/>
                        <a:latin typeface="Arial" pitchFamily="34" charset="0"/>
                      </a:endParaRPr>
                    </a:p>
                  </a:txBody>
                  <a:tcPr marT="45688" marB="45688" horzOverflow="overflow"/>
                </a:tc>
                <a:extLst>
                  <a:ext uri="{0D108BD9-81ED-4DB2-BD59-A6C34878D82A}">
                    <a16:rowId xmlns:a16="http://schemas.microsoft.com/office/drawing/2014/main" val="10002"/>
                  </a:ext>
                </a:extLst>
              </a:tr>
              <a:tr h="77192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S</a:t>
                      </a:r>
                      <a:r>
                        <a:rPr kumimoji="0" lang="en-US" sz="2000" b="0" i="0" u="none" strike="noStrike" cap="none" normalizeH="0" baseline="-25000" dirty="0">
                          <a:ln>
                            <a:noFill/>
                          </a:ln>
                          <a:solidFill>
                            <a:schemeClr val="tx1"/>
                          </a:solidFill>
                          <a:effectLst/>
                          <a:latin typeface="Arial" pitchFamily="34" charset="0"/>
                        </a:rPr>
                        <a:t>2</a:t>
                      </a:r>
                      <a:endParaRPr kumimoji="0" lang="ru-RU" sz="2000" b="0" i="0" u="none" strike="noStrike" cap="none" normalizeH="0" baseline="0" dirty="0">
                        <a:ln>
                          <a:noFill/>
                        </a:ln>
                        <a:solidFill>
                          <a:schemeClr val="tx1"/>
                        </a:solidFill>
                        <a:effectLst/>
                        <a:latin typeface="Arial" pitchFamily="34" charset="0"/>
                      </a:endParaRPr>
                    </a:p>
                  </a:txBody>
                  <a:tcPr marT="45688" marB="45688"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rPr>
                        <a:t>1  1</a:t>
                      </a:r>
                      <a:endParaRPr kumimoji="0" lang="ru-RU" sz="2000" b="0" i="0" u="none" strike="noStrike" cap="none" normalizeH="0" baseline="0" dirty="0">
                        <a:ln>
                          <a:noFill/>
                        </a:ln>
                        <a:solidFill>
                          <a:schemeClr val="tx1"/>
                        </a:solidFill>
                        <a:effectLst/>
                        <a:latin typeface="Arial" pitchFamily="34" charset="0"/>
                      </a:endParaRPr>
                    </a:p>
                  </a:txBody>
                  <a:tcPr marT="45688" marB="45688" horzOverflow="overflow"/>
                </a:tc>
                <a:extLst>
                  <a:ext uri="{0D108BD9-81ED-4DB2-BD59-A6C34878D82A}">
                    <a16:rowId xmlns:a16="http://schemas.microsoft.com/office/drawing/2014/main" val="10003"/>
                  </a:ext>
                </a:extLst>
              </a:tr>
            </a:tbl>
          </a:graphicData>
        </a:graphic>
      </p:graphicFrame>
      <p:sp>
        <p:nvSpPr>
          <p:cNvPr id="10" name="Title 9">
            <a:extLst>
              <a:ext uri="{FF2B5EF4-FFF2-40B4-BE49-F238E27FC236}">
                <a16:creationId xmlns:a16="http://schemas.microsoft.com/office/drawing/2014/main" id="{F1D7C305-36A5-F340-18C0-8DCBF31FF589}"/>
              </a:ext>
            </a:extLst>
          </p:cNvPr>
          <p:cNvSpPr>
            <a:spLocks noGrp="1"/>
          </p:cNvSpPr>
          <p:nvPr>
            <p:ph type="title"/>
          </p:nvPr>
        </p:nvSpPr>
        <p:spPr/>
        <p:txBody>
          <a:bodyPr>
            <a:normAutofit/>
          </a:bodyPr>
          <a:lstStyle/>
          <a:p>
            <a:r>
              <a:rPr lang="en-US" dirty="0"/>
              <a:t>Synthesis Using D Flip-Flops</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834" name="Group 89">
            <a:extLst>
              <a:ext uri="{FF2B5EF4-FFF2-40B4-BE49-F238E27FC236}">
                <a16:creationId xmlns:a16="http://schemas.microsoft.com/office/drawing/2014/main" id="{B088CCDC-6DC0-9912-57F8-147057F3123F}"/>
              </a:ext>
            </a:extLst>
          </p:cNvPr>
          <p:cNvGrpSpPr>
            <a:grpSpLocks/>
          </p:cNvGrpSpPr>
          <p:nvPr/>
        </p:nvGrpSpPr>
        <p:grpSpPr bwMode="auto">
          <a:xfrm>
            <a:off x="2390775" y="1293814"/>
            <a:ext cx="7670800" cy="4256087"/>
            <a:chOff x="323850" y="973138"/>
            <a:chExt cx="8621873" cy="5019675"/>
          </a:xfrm>
        </p:grpSpPr>
        <p:sp>
          <p:nvSpPr>
            <p:cNvPr id="120836" name="Text Box 12">
              <a:extLst>
                <a:ext uri="{FF2B5EF4-FFF2-40B4-BE49-F238E27FC236}">
                  <a16:creationId xmlns:a16="http://schemas.microsoft.com/office/drawing/2014/main" id="{0F8046CA-41A0-7303-3544-6D324F19604C}"/>
                </a:ext>
              </a:extLst>
            </p:cNvPr>
            <p:cNvSpPr txBox="1">
              <a:spLocks noChangeArrowheads="1"/>
            </p:cNvSpPr>
            <p:nvPr/>
          </p:nvSpPr>
          <p:spPr bwMode="auto">
            <a:xfrm>
              <a:off x="1403368" y="1261474"/>
              <a:ext cx="826144"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q</a:t>
              </a:r>
              <a:r>
                <a:rPr lang="en-US" altLang="en-US" sz="1800" baseline="-25000"/>
                <a:t>1</a:t>
              </a:r>
              <a:r>
                <a:rPr lang="en-US" altLang="en-US" sz="1800"/>
                <a:t>q</a:t>
              </a:r>
              <a:r>
                <a:rPr lang="en-US" altLang="en-US" sz="1800" baseline="-25000"/>
                <a:t>2</a:t>
              </a:r>
              <a:endParaRPr lang="ru-RU" altLang="en-US" sz="1800"/>
            </a:p>
          </p:txBody>
        </p:sp>
        <p:sp>
          <p:nvSpPr>
            <p:cNvPr id="120837" name="Rectangle 5">
              <a:extLst>
                <a:ext uri="{FF2B5EF4-FFF2-40B4-BE49-F238E27FC236}">
                  <a16:creationId xmlns:a16="http://schemas.microsoft.com/office/drawing/2014/main" id="{F3A99447-5E36-E8BC-EAC5-D070F1EAB989}"/>
                </a:ext>
              </a:extLst>
            </p:cNvPr>
            <p:cNvSpPr>
              <a:spLocks noChangeArrowheads="1"/>
            </p:cNvSpPr>
            <p:nvPr/>
          </p:nvSpPr>
          <p:spPr bwMode="auto">
            <a:xfrm>
              <a:off x="2081213" y="1401763"/>
              <a:ext cx="1562100" cy="1587500"/>
            </a:xfrm>
            <a:prstGeom prst="rect">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solidFill>
                  <a:schemeClr val="bg1"/>
                </a:solidFill>
              </a:endParaRPr>
            </a:p>
          </p:txBody>
        </p:sp>
        <p:sp>
          <p:nvSpPr>
            <p:cNvPr id="120838" name="Line 6">
              <a:extLst>
                <a:ext uri="{FF2B5EF4-FFF2-40B4-BE49-F238E27FC236}">
                  <a16:creationId xmlns:a16="http://schemas.microsoft.com/office/drawing/2014/main" id="{8EFF33DC-2B62-A182-CED0-9BAAEA2DADF6}"/>
                </a:ext>
              </a:extLst>
            </p:cNvPr>
            <p:cNvSpPr>
              <a:spLocks noChangeShapeType="1"/>
            </p:cNvSpPr>
            <p:nvPr/>
          </p:nvSpPr>
          <p:spPr bwMode="auto">
            <a:xfrm>
              <a:off x="2894013" y="1401763"/>
              <a:ext cx="0" cy="1587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39" name="Line 7">
              <a:extLst>
                <a:ext uri="{FF2B5EF4-FFF2-40B4-BE49-F238E27FC236}">
                  <a16:creationId xmlns:a16="http://schemas.microsoft.com/office/drawing/2014/main" id="{1279781A-7E48-6E46-5B8A-06ED24DF7CCC}"/>
                </a:ext>
              </a:extLst>
            </p:cNvPr>
            <p:cNvSpPr>
              <a:spLocks noChangeShapeType="1"/>
            </p:cNvSpPr>
            <p:nvPr/>
          </p:nvSpPr>
          <p:spPr bwMode="auto">
            <a:xfrm>
              <a:off x="2081213" y="1930400"/>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0" name="Line 8">
              <a:extLst>
                <a:ext uri="{FF2B5EF4-FFF2-40B4-BE49-F238E27FC236}">
                  <a16:creationId xmlns:a16="http://schemas.microsoft.com/office/drawing/2014/main" id="{88164838-B3E5-844D-8D8B-05CA038EDB3E}"/>
                </a:ext>
              </a:extLst>
            </p:cNvPr>
            <p:cNvSpPr>
              <a:spLocks noChangeShapeType="1"/>
            </p:cNvSpPr>
            <p:nvPr/>
          </p:nvSpPr>
          <p:spPr bwMode="auto">
            <a:xfrm>
              <a:off x="2081213" y="2444750"/>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1" name="Line 10">
              <a:extLst>
                <a:ext uri="{FF2B5EF4-FFF2-40B4-BE49-F238E27FC236}">
                  <a16:creationId xmlns:a16="http://schemas.microsoft.com/office/drawing/2014/main" id="{A44814DB-75F5-E93C-8B88-540AEB2E82BE}"/>
                </a:ext>
              </a:extLst>
            </p:cNvPr>
            <p:cNvSpPr>
              <a:spLocks noChangeShapeType="1"/>
            </p:cNvSpPr>
            <p:nvPr/>
          </p:nvSpPr>
          <p:spPr bwMode="auto">
            <a:xfrm flipH="1" flipV="1">
              <a:off x="1706563" y="1155700"/>
              <a:ext cx="374650" cy="2460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2" name="Text Box 11">
              <a:extLst>
                <a:ext uri="{FF2B5EF4-FFF2-40B4-BE49-F238E27FC236}">
                  <a16:creationId xmlns:a16="http://schemas.microsoft.com/office/drawing/2014/main" id="{D347D14F-3428-7470-BB6E-BCA327E44204}"/>
                </a:ext>
              </a:extLst>
            </p:cNvPr>
            <p:cNvSpPr txBox="1">
              <a:spLocks noChangeArrowheads="1"/>
            </p:cNvSpPr>
            <p:nvPr/>
          </p:nvSpPr>
          <p:spPr bwMode="auto">
            <a:xfrm>
              <a:off x="1831607" y="973138"/>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X</a:t>
              </a:r>
              <a:endParaRPr lang="ru-RU" altLang="en-US" sz="1800"/>
            </a:p>
          </p:txBody>
        </p:sp>
        <p:sp>
          <p:nvSpPr>
            <p:cNvPr id="120843" name="Text Box 13">
              <a:extLst>
                <a:ext uri="{FF2B5EF4-FFF2-40B4-BE49-F238E27FC236}">
                  <a16:creationId xmlns:a16="http://schemas.microsoft.com/office/drawing/2014/main" id="{00138E1C-6266-45F5-E9A1-9BFB6A545E30}"/>
                </a:ext>
              </a:extLst>
            </p:cNvPr>
            <p:cNvSpPr txBox="1">
              <a:spLocks noChangeArrowheads="1"/>
            </p:cNvSpPr>
            <p:nvPr/>
          </p:nvSpPr>
          <p:spPr bwMode="auto">
            <a:xfrm>
              <a:off x="2302670" y="1094838"/>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a:t>
              </a:r>
              <a:endParaRPr lang="ru-RU" altLang="en-US" sz="1800"/>
            </a:p>
          </p:txBody>
        </p:sp>
        <p:sp>
          <p:nvSpPr>
            <p:cNvPr id="120844" name="Text Box 14">
              <a:extLst>
                <a:ext uri="{FF2B5EF4-FFF2-40B4-BE49-F238E27FC236}">
                  <a16:creationId xmlns:a16="http://schemas.microsoft.com/office/drawing/2014/main" id="{7B042424-0EC6-FA76-B745-B932337F9B3B}"/>
                </a:ext>
              </a:extLst>
            </p:cNvPr>
            <p:cNvSpPr txBox="1">
              <a:spLocks noChangeArrowheads="1"/>
            </p:cNvSpPr>
            <p:nvPr/>
          </p:nvSpPr>
          <p:spPr bwMode="auto">
            <a:xfrm>
              <a:off x="2943244" y="1094838"/>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sp>
          <p:nvSpPr>
            <p:cNvPr id="120845" name="Text Box 15">
              <a:extLst>
                <a:ext uri="{FF2B5EF4-FFF2-40B4-BE49-F238E27FC236}">
                  <a16:creationId xmlns:a16="http://schemas.microsoft.com/office/drawing/2014/main" id="{0316A7AE-673E-06CE-1ACA-D3B5AA7B980B}"/>
                </a:ext>
              </a:extLst>
            </p:cNvPr>
            <p:cNvSpPr txBox="1">
              <a:spLocks noChangeArrowheads="1"/>
            </p:cNvSpPr>
            <p:nvPr/>
          </p:nvSpPr>
          <p:spPr bwMode="auto">
            <a:xfrm>
              <a:off x="1581801" y="1583513"/>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00</a:t>
              </a:r>
              <a:endParaRPr lang="ru-RU" altLang="en-US" sz="1800"/>
            </a:p>
          </p:txBody>
        </p:sp>
        <p:sp>
          <p:nvSpPr>
            <p:cNvPr id="120846" name="Text Box 16">
              <a:extLst>
                <a:ext uri="{FF2B5EF4-FFF2-40B4-BE49-F238E27FC236}">
                  <a16:creationId xmlns:a16="http://schemas.microsoft.com/office/drawing/2014/main" id="{CA838516-89BC-28BF-D025-A0FDD9385ADB}"/>
                </a:ext>
              </a:extLst>
            </p:cNvPr>
            <p:cNvSpPr txBox="1">
              <a:spLocks noChangeArrowheads="1"/>
            </p:cNvSpPr>
            <p:nvPr/>
          </p:nvSpPr>
          <p:spPr bwMode="auto">
            <a:xfrm>
              <a:off x="1581801" y="2012273"/>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01</a:t>
              </a:r>
              <a:endParaRPr lang="ru-RU" altLang="en-US" sz="1800"/>
            </a:p>
          </p:txBody>
        </p:sp>
        <p:sp>
          <p:nvSpPr>
            <p:cNvPr id="120847" name="Text Box 17">
              <a:extLst>
                <a:ext uri="{FF2B5EF4-FFF2-40B4-BE49-F238E27FC236}">
                  <a16:creationId xmlns:a16="http://schemas.microsoft.com/office/drawing/2014/main" id="{55447245-B122-0676-CCF6-F4B933D5EAE4}"/>
                </a:ext>
              </a:extLst>
            </p:cNvPr>
            <p:cNvSpPr txBox="1">
              <a:spLocks noChangeArrowheads="1"/>
            </p:cNvSpPr>
            <p:nvPr/>
          </p:nvSpPr>
          <p:spPr bwMode="auto">
            <a:xfrm>
              <a:off x="1581801" y="2500947"/>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11</a:t>
              </a:r>
              <a:endParaRPr lang="ru-RU" altLang="en-US" sz="1800"/>
            </a:p>
          </p:txBody>
        </p:sp>
        <p:sp>
          <p:nvSpPr>
            <p:cNvPr id="120848" name="Text Box 18">
              <a:extLst>
                <a:ext uri="{FF2B5EF4-FFF2-40B4-BE49-F238E27FC236}">
                  <a16:creationId xmlns:a16="http://schemas.microsoft.com/office/drawing/2014/main" id="{20640ED8-C9A8-38B4-C774-44B61DC858D1}"/>
                </a:ext>
              </a:extLst>
            </p:cNvPr>
            <p:cNvSpPr txBox="1">
              <a:spLocks noChangeArrowheads="1"/>
            </p:cNvSpPr>
            <p:nvPr/>
          </p:nvSpPr>
          <p:spPr bwMode="auto">
            <a:xfrm>
              <a:off x="2225944" y="1461812"/>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01</a:t>
              </a:r>
              <a:endParaRPr lang="ru-RU" altLang="en-US" sz="1800">
                <a:solidFill>
                  <a:schemeClr val="bg1"/>
                </a:solidFill>
              </a:endParaRPr>
            </a:p>
          </p:txBody>
        </p:sp>
        <p:sp>
          <p:nvSpPr>
            <p:cNvPr id="120849" name="Text Box 19">
              <a:extLst>
                <a:ext uri="{FF2B5EF4-FFF2-40B4-BE49-F238E27FC236}">
                  <a16:creationId xmlns:a16="http://schemas.microsoft.com/office/drawing/2014/main" id="{CD175C79-D8A9-D2FA-0EC6-271AA6FB94F2}"/>
                </a:ext>
              </a:extLst>
            </p:cNvPr>
            <p:cNvSpPr txBox="1">
              <a:spLocks noChangeArrowheads="1"/>
            </p:cNvSpPr>
            <p:nvPr/>
          </p:nvSpPr>
          <p:spPr bwMode="auto">
            <a:xfrm>
              <a:off x="3009264" y="1461812"/>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01</a:t>
              </a:r>
              <a:endParaRPr lang="ru-RU" altLang="en-US" sz="1800">
                <a:solidFill>
                  <a:schemeClr val="bg1"/>
                </a:solidFill>
              </a:endParaRPr>
            </a:p>
          </p:txBody>
        </p:sp>
        <p:sp>
          <p:nvSpPr>
            <p:cNvPr id="120850" name="Text Box 20">
              <a:extLst>
                <a:ext uri="{FF2B5EF4-FFF2-40B4-BE49-F238E27FC236}">
                  <a16:creationId xmlns:a16="http://schemas.microsoft.com/office/drawing/2014/main" id="{A2F46AEE-7797-B4AF-8A64-633EB340000D}"/>
                </a:ext>
              </a:extLst>
            </p:cNvPr>
            <p:cNvSpPr txBox="1">
              <a:spLocks noChangeArrowheads="1"/>
            </p:cNvSpPr>
            <p:nvPr/>
          </p:nvSpPr>
          <p:spPr bwMode="auto">
            <a:xfrm>
              <a:off x="2206316" y="2012273"/>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11</a:t>
              </a:r>
              <a:endParaRPr lang="ru-RU" altLang="en-US" sz="1800">
                <a:solidFill>
                  <a:schemeClr val="bg1"/>
                </a:solidFill>
              </a:endParaRPr>
            </a:p>
          </p:txBody>
        </p:sp>
        <p:sp>
          <p:nvSpPr>
            <p:cNvPr id="120851" name="Text Box 21">
              <a:extLst>
                <a:ext uri="{FF2B5EF4-FFF2-40B4-BE49-F238E27FC236}">
                  <a16:creationId xmlns:a16="http://schemas.microsoft.com/office/drawing/2014/main" id="{6213595E-AA7A-9805-7B51-3BCBF67B82D3}"/>
                </a:ext>
              </a:extLst>
            </p:cNvPr>
            <p:cNvSpPr txBox="1">
              <a:spLocks noChangeArrowheads="1"/>
            </p:cNvSpPr>
            <p:nvPr/>
          </p:nvSpPr>
          <p:spPr bwMode="auto">
            <a:xfrm>
              <a:off x="3030676" y="2012273"/>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01</a:t>
              </a:r>
              <a:endParaRPr lang="ru-RU" altLang="en-US" sz="1800">
                <a:solidFill>
                  <a:schemeClr val="bg1"/>
                </a:solidFill>
              </a:endParaRPr>
            </a:p>
          </p:txBody>
        </p:sp>
        <p:sp>
          <p:nvSpPr>
            <p:cNvPr id="120852" name="Text Box 22">
              <a:extLst>
                <a:ext uri="{FF2B5EF4-FFF2-40B4-BE49-F238E27FC236}">
                  <a16:creationId xmlns:a16="http://schemas.microsoft.com/office/drawing/2014/main" id="{C4074DB3-4E0E-9141-AF3E-2A253351C80E}"/>
                </a:ext>
              </a:extLst>
            </p:cNvPr>
            <p:cNvSpPr txBox="1">
              <a:spLocks noChangeArrowheads="1"/>
            </p:cNvSpPr>
            <p:nvPr/>
          </p:nvSpPr>
          <p:spPr bwMode="auto">
            <a:xfrm>
              <a:off x="2245571" y="2560861"/>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11</a:t>
              </a:r>
              <a:endParaRPr lang="ru-RU" altLang="en-US" sz="1800">
                <a:solidFill>
                  <a:schemeClr val="bg1"/>
                </a:solidFill>
              </a:endParaRPr>
            </a:p>
          </p:txBody>
        </p:sp>
        <p:sp>
          <p:nvSpPr>
            <p:cNvPr id="120853" name="Text Box 23">
              <a:extLst>
                <a:ext uri="{FF2B5EF4-FFF2-40B4-BE49-F238E27FC236}">
                  <a16:creationId xmlns:a16="http://schemas.microsoft.com/office/drawing/2014/main" id="{ECF0DA4B-3B50-BA8C-321B-8193A335B090}"/>
                </a:ext>
              </a:extLst>
            </p:cNvPr>
            <p:cNvSpPr txBox="1">
              <a:spLocks noChangeArrowheads="1"/>
            </p:cNvSpPr>
            <p:nvPr/>
          </p:nvSpPr>
          <p:spPr bwMode="auto">
            <a:xfrm>
              <a:off x="3030676" y="2560861"/>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01</a:t>
              </a:r>
              <a:endParaRPr lang="ru-RU" altLang="en-US" sz="1800">
                <a:solidFill>
                  <a:schemeClr val="bg1"/>
                </a:solidFill>
              </a:endParaRPr>
            </a:p>
          </p:txBody>
        </p:sp>
        <p:sp>
          <p:nvSpPr>
            <p:cNvPr id="120854" name="Text Box 101">
              <a:extLst>
                <a:ext uri="{FF2B5EF4-FFF2-40B4-BE49-F238E27FC236}">
                  <a16:creationId xmlns:a16="http://schemas.microsoft.com/office/drawing/2014/main" id="{E398639F-DC38-F047-0F0F-E2E4E40ADCFD}"/>
                </a:ext>
              </a:extLst>
            </p:cNvPr>
            <p:cNvSpPr txBox="1">
              <a:spLocks noChangeArrowheads="1"/>
            </p:cNvSpPr>
            <p:nvPr/>
          </p:nvSpPr>
          <p:spPr bwMode="auto">
            <a:xfrm>
              <a:off x="2771948" y="3811567"/>
              <a:ext cx="826144"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q</a:t>
              </a:r>
              <a:r>
                <a:rPr lang="en-US" altLang="en-US" sz="1800" baseline="-25000"/>
                <a:t>1</a:t>
              </a:r>
              <a:r>
                <a:rPr lang="en-US" altLang="en-US" sz="1800"/>
                <a:t>q</a:t>
              </a:r>
              <a:r>
                <a:rPr lang="en-US" altLang="en-US" sz="1800" baseline="-25000"/>
                <a:t>2</a:t>
              </a:r>
              <a:endParaRPr lang="ru-RU" altLang="en-US" sz="1800"/>
            </a:p>
          </p:txBody>
        </p:sp>
        <p:sp>
          <p:nvSpPr>
            <p:cNvPr id="120855" name="Rectangle 102">
              <a:extLst>
                <a:ext uri="{FF2B5EF4-FFF2-40B4-BE49-F238E27FC236}">
                  <a16:creationId xmlns:a16="http://schemas.microsoft.com/office/drawing/2014/main" id="{40BAE47B-2B21-A4F3-06FE-F50D1AC1E10C}"/>
                </a:ext>
              </a:extLst>
            </p:cNvPr>
            <p:cNvSpPr>
              <a:spLocks noChangeArrowheads="1"/>
            </p:cNvSpPr>
            <p:nvPr/>
          </p:nvSpPr>
          <p:spPr bwMode="auto">
            <a:xfrm>
              <a:off x="3449638" y="4037013"/>
              <a:ext cx="1562100" cy="1906587"/>
            </a:xfrm>
            <a:prstGeom prst="rect">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solidFill>
                  <a:schemeClr val="bg1"/>
                </a:solidFill>
              </a:endParaRPr>
            </a:p>
          </p:txBody>
        </p:sp>
        <p:sp>
          <p:nvSpPr>
            <p:cNvPr id="120856" name="Line 103">
              <a:extLst>
                <a:ext uri="{FF2B5EF4-FFF2-40B4-BE49-F238E27FC236}">
                  <a16:creationId xmlns:a16="http://schemas.microsoft.com/office/drawing/2014/main" id="{A01950E4-2ED3-F545-4220-65C6E87F826C}"/>
                </a:ext>
              </a:extLst>
            </p:cNvPr>
            <p:cNvSpPr>
              <a:spLocks noChangeShapeType="1"/>
            </p:cNvSpPr>
            <p:nvPr/>
          </p:nvSpPr>
          <p:spPr bwMode="auto">
            <a:xfrm flipH="1">
              <a:off x="4222750" y="4037013"/>
              <a:ext cx="0" cy="1906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7" name="Line 104">
              <a:extLst>
                <a:ext uri="{FF2B5EF4-FFF2-40B4-BE49-F238E27FC236}">
                  <a16:creationId xmlns:a16="http://schemas.microsoft.com/office/drawing/2014/main" id="{7A12E4D7-FF97-0969-39DA-47E742FDB7F3}"/>
                </a:ext>
              </a:extLst>
            </p:cNvPr>
            <p:cNvSpPr>
              <a:spLocks noChangeShapeType="1"/>
            </p:cNvSpPr>
            <p:nvPr/>
          </p:nvSpPr>
          <p:spPr bwMode="auto">
            <a:xfrm>
              <a:off x="3449638" y="4494213"/>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8" name="Line 105">
              <a:extLst>
                <a:ext uri="{FF2B5EF4-FFF2-40B4-BE49-F238E27FC236}">
                  <a16:creationId xmlns:a16="http://schemas.microsoft.com/office/drawing/2014/main" id="{2E1421A7-F233-F898-73C0-7639DFDE9864}"/>
                </a:ext>
              </a:extLst>
            </p:cNvPr>
            <p:cNvSpPr>
              <a:spLocks noChangeShapeType="1"/>
            </p:cNvSpPr>
            <p:nvPr/>
          </p:nvSpPr>
          <p:spPr bwMode="auto">
            <a:xfrm>
              <a:off x="3449638" y="4965700"/>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9" name="Line 106">
              <a:extLst>
                <a:ext uri="{FF2B5EF4-FFF2-40B4-BE49-F238E27FC236}">
                  <a16:creationId xmlns:a16="http://schemas.microsoft.com/office/drawing/2014/main" id="{9EB58DEF-9075-F925-CD79-616B771BCEE9}"/>
                </a:ext>
              </a:extLst>
            </p:cNvPr>
            <p:cNvSpPr>
              <a:spLocks noChangeShapeType="1"/>
            </p:cNvSpPr>
            <p:nvPr/>
          </p:nvSpPr>
          <p:spPr bwMode="auto">
            <a:xfrm flipH="1" flipV="1">
              <a:off x="3074988" y="3790950"/>
              <a:ext cx="374650" cy="2460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0" name="Text Box 107">
              <a:extLst>
                <a:ext uri="{FF2B5EF4-FFF2-40B4-BE49-F238E27FC236}">
                  <a16:creationId xmlns:a16="http://schemas.microsoft.com/office/drawing/2014/main" id="{60F110A7-D768-8630-AB72-147550696F65}"/>
                </a:ext>
              </a:extLst>
            </p:cNvPr>
            <p:cNvSpPr txBox="1">
              <a:spLocks noChangeArrowheads="1"/>
            </p:cNvSpPr>
            <p:nvPr/>
          </p:nvSpPr>
          <p:spPr bwMode="auto">
            <a:xfrm>
              <a:off x="3200187" y="3607484"/>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X</a:t>
              </a:r>
              <a:endParaRPr lang="ru-RU" altLang="en-US" sz="1800"/>
            </a:p>
          </p:txBody>
        </p:sp>
        <p:sp>
          <p:nvSpPr>
            <p:cNvPr id="120861" name="Text Box 108">
              <a:extLst>
                <a:ext uri="{FF2B5EF4-FFF2-40B4-BE49-F238E27FC236}">
                  <a16:creationId xmlns:a16="http://schemas.microsoft.com/office/drawing/2014/main" id="{F7AA52DF-C3F2-9B54-036D-F83CC1823480}"/>
                </a:ext>
              </a:extLst>
            </p:cNvPr>
            <p:cNvSpPr txBox="1">
              <a:spLocks noChangeArrowheads="1"/>
            </p:cNvSpPr>
            <p:nvPr/>
          </p:nvSpPr>
          <p:spPr bwMode="auto">
            <a:xfrm>
              <a:off x="3669464" y="3687994"/>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a:t>
              </a:r>
              <a:endParaRPr lang="ru-RU" altLang="en-US" sz="1800"/>
            </a:p>
          </p:txBody>
        </p:sp>
        <p:sp>
          <p:nvSpPr>
            <p:cNvPr id="120862" name="Text Box 109">
              <a:extLst>
                <a:ext uri="{FF2B5EF4-FFF2-40B4-BE49-F238E27FC236}">
                  <a16:creationId xmlns:a16="http://schemas.microsoft.com/office/drawing/2014/main" id="{41A04B72-5A21-A373-66EE-AD0EE07B4EDA}"/>
                </a:ext>
              </a:extLst>
            </p:cNvPr>
            <p:cNvSpPr txBox="1">
              <a:spLocks noChangeArrowheads="1"/>
            </p:cNvSpPr>
            <p:nvPr/>
          </p:nvSpPr>
          <p:spPr bwMode="auto">
            <a:xfrm>
              <a:off x="4368922" y="3673015"/>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sp>
          <p:nvSpPr>
            <p:cNvPr id="120863" name="Text Box 110">
              <a:extLst>
                <a:ext uri="{FF2B5EF4-FFF2-40B4-BE49-F238E27FC236}">
                  <a16:creationId xmlns:a16="http://schemas.microsoft.com/office/drawing/2014/main" id="{EF600616-F815-24FA-7FA7-E1D60FBAF034}"/>
                </a:ext>
              </a:extLst>
            </p:cNvPr>
            <p:cNvSpPr txBox="1">
              <a:spLocks noChangeArrowheads="1"/>
            </p:cNvSpPr>
            <p:nvPr/>
          </p:nvSpPr>
          <p:spPr bwMode="auto">
            <a:xfrm>
              <a:off x="2950381" y="4148582"/>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00</a:t>
              </a:r>
              <a:endParaRPr lang="ru-RU" altLang="en-US" sz="1800"/>
            </a:p>
          </p:txBody>
        </p:sp>
        <p:sp>
          <p:nvSpPr>
            <p:cNvPr id="120864" name="Text Box 111">
              <a:extLst>
                <a:ext uri="{FF2B5EF4-FFF2-40B4-BE49-F238E27FC236}">
                  <a16:creationId xmlns:a16="http://schemas.microsoft.com/office/drawing/2014/main" id="{A3419893-3213-EEA3-9EE5-2D3410B631F1}"/>
                </a:ext>
              </a:extLst>
            </p:cNvPr>
            <p:cNvSpPr txBox="1">
              <a:spLocks noChangeArrowheads="1"/>
            </p:cNvSpPr>
            <p:nvPr/>
          </p:nvSpPr>
          <p:spPr bwMode="auto">
            <a:xfrm>
              <a:off x="2950381" y="4588577"/>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01</a:t>
              </a:r>
              <a:endParaRPr lang="ru-RU" altLang="en-US" sz="1800"/>
            </a:p>
          </p:txBody>
        </p:sp>
        <p:sp>
          <p:nvSpPr>
            <p:cNvPr id="120865" name="Text Box 112">
              <a:extLst>
                <a:ext uri="{FF2B5EF4-FFF2-40B4-BE49-F238E27FC236}">
                  <a16:creationId xmlns:a16="http://schemas.microsoft.com/office/drawing/2014/main" id="{CEF1B655-586E-509C-D915-3DBCFF81464C}"/>
                </a:ext>
              </a:extLst>
            </p:cNvPr>
            <p:cNvSpPr txBox="1">
              <a:spLocks noChangeArrowheads="1"/>
            </p:cNvSpPr>
            <p:nvPr/>
          </p:nvSpPr>
          <p:spPr bwMode="auto">
            <a:xfrm>
              <a:off x="2950381" y="4978018"/>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11</a:t>
              </a:r>
              <a:endParaRPr lang="ru-RU" altLang="en-US" sz="1800"/>
            </a:p>
          </p:txBody>
        </p:sp>
        <p:sp>
          <p:nvSpPr>
            <p:cNvPr id="120866" name="Text Box 113">
              <a:extLst>
                <a:ext uri="{FF2B5EF4-FFF2-40B4-BE49-F238E27FC236}">
                  <a16:creationId xmlns:a16="http://schemas.microsoft.com/office/drawing/2014/main" id="{D76E41E4-94B7-D937-E8A0-43614BF722B1}"/>
                </a:ext>
              </a:extLst>
            </p:cNvPr>
            <p:cNvSpPr txBox="1">
              <a:spLocks noChangeArrowheads="1"/>
            </p:cNvSpPr>
            <p:nvPr/>
          </p:nvSpPr>
          <p:spPr bwMode="auto">
            <a:xfrm>
              <a:off x="3594523" y="4109264"/>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dirty="0">
                  <a:solidFill>
                    <a:schemeClr val="bg1"/>
                  </a:solidFill>
                </a:rPr>
                <a:t>1</a:t>
              </a:r>
              <a:endParaRPr lang="ru-RU" altLang="en-US" sz="1800" dirty="0">
                <a:solidFill>
                  <a:schemeClr val="bg1"/>
                </a:solidFill>
              </a:endParaRPr>
            </a:p>
          </p:txBody>
        </p:sp>
        <p:sp>
          <p:nvSpPr>
            <p:cNvPr id="120867" name="Text Box 114">
              <a:extLst>
                <a:ext uri="{FF2B5EF4-FFF2-40B4-BE49-F238E27FC236}">
                  <a16:creationId xmlns:a16="http://schemas.microsoft.com/office/drawing/2014/main" id="{104BBFB6-E8C4-CE13-1EDC-DAEEE95DBFC6}"/>
                </a:ext>
              </a:extLst>
            </p:cNvPr>
            <p:cNvSpPr txBox="1">
              <a:spLocks noChangeArrowheads="1"/>
            </p:cNvSpPr>
            <p:nvPr/>
          </p:nvSpPr>
          <p:spPr bwMode="auto">
            <a:xfrm>
              <a:off x="3598092" y="4966785"/>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a:t>
              </a:r>
              <a:endParaRPr lang="ru-RU" altLang="en-US" sz="1800">
                <a:solidFill>
                  <a:schemeClr val="bg1"/>
                </a:solidFill>
              </a:endParaRPr>
            </a:p>
          </p:txBody>
        </p:sp>
        <p:sp>
          <p:nvSpPr>
            <p:cNvPr id="120868" name="Line 115">
              <a:extLst>
                <a:ext uri="{FF2B5EF4-FFF2-40B4-BE49-F238E27FC236}">
                  <a16:creationId xmlns:a16="http://schemas.microsoft.com/office/drawing/2014/main" id="{91A25D9F-3EF5-C5E8-1107-F1D388975643}"/>
                </a:ext>
              </a:extLst>
            </p:cNvPr>
            <p:cNvSpPr>
              <a:spLocks noChangeShapeType="1"/>
            </p:cNvSpPr>
            <p:nvPr/>
          </p:nvSpPr>
          <p:spPr bwMode="auto">
            <a:xfrm>
              <a:off x="3459163" y="5438775"/>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9" name="Text Box 116">
              <a:extLst>
                <a:ext uri="{FF2B5EF4-FFF2-40B4-BE49-F238E27FC236}">
                  <a16:creationId xmlns:a16="http://schemas.microsoft.com/office/drawing/2014/main" id="{6637818C-42D8-51AB-EE06-6B2997E02A71}"/>
                </a:ext>
              </a:extLst>
            </p:cNvPr>
            <p:cNvSpPr txBox="1">
              <a:spLocks noChangeArrowheads="1"/>
            </p:cNvSpPr>
            <p:nvPr/>
          </p:nvSpPr>
          <p:spPr bwMode="auto">
            <a:xfrm>
              <a:off x="2953950" y="5438608"/>
              <a:ext cx="499611"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10</a:t>
              </a:r>
              <a:endParaRPr lang="ru-RU" altLang="en-US" sz="1800"/>
            </a:p>
          </p:txBody>
        </p:sp>
        <p:sp>
          <p:nvSpPr>
            <p:cNvPr id="120870" name="Text Box 117">
              <a:extLst>
                <a:ext uri="{FF2B5EF4-FFF2-40B4-BE49-F238E27FC236}">
                  <a16:creationId xmlns:a16="http://schemas.microsoft.com/office/drawing/2014/main" id="{4834D5F8-47B3-5E1F-C20C-D909A04E4E2F}"/>
                </a:ext>
              </a:extLst>
            </p:cNvPr>
            <p:cNvSpPr txBox="1">
              <a:spLocks noChangeArrowheads="1"/>
            </p:cNvSpPr>
            <p:nvPr/>
          </p:nvSpPr>
          <p:spPr bwMode="auto">
            <a:xfrm>
              <a:off x="3574896" y="5483543"/>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sym typeface="Symbol" panose="05050102010706020507" pitchFamily="18" charset="2"/>
                </a:rPr>
                <a:t></a:t>
              </a:r>
              <a:r>
                <a:rPr lang="en-US" altLang="en-US" sz="1800">
                  <a:solidFill>
                    <a:schemeClr val="bg1"/>
                  </a:solidFill>
                </a:rPr>
                <a:t>  </a:t>
              </a:r>
              <a:endParaRPr lang="ru-RU" altLang="en-US" sz="1800">
                <a:solidFill>
                  <a:schemeClr val="bg1"/>
                </a:solidFill>
              </a:endParaRPr>
            </a:p>
          </p:txBody>
        </p:sp>
        <p:sp>
          <p:nvSpPr>
            <p:cNvPr id="120871" name="Text Box 118">
              <a:extLst>
                <a:ext uri="{FF2B5EF4-FFF2-40B4-BE49-F238E27FC236}">
                  <a16:creationId xmlns:a16="http://schemas.microsoft.com/office/drawing/2014/main" id="{3C8289BA-A14F-01CB-CA35-04D07F496966}"/>
                </a:ext>
              </a:extLst>
            </p:cNvPr>
            <p:cNvSpPr txBox="1">
              <a:spLocks noChangeArrowheads="1"/>
            </p:cNvSpPr>
            <p:nvPr/>
          </p:nvSpPr>
          <p:spPr bwMode="auto">
            <a:xfrm>
              <a:off x="4367137" y="5455459"/>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sym typeface="Symbol" panose="05050102010706020507" pitchFamily="18" charset="2"/>
                </a:rPr>
                <a:t></a:t>
              </a:r>
              <a:r>
                <a:rPr lang="en-US" altLang="en-US" sz="1800">
                  <a:solidFill>
                    <a:schemeClr val="bg1"/>
                  </a:solidFill>
                </a:rPr>
                <a:t>  </a:t>
              </a:r>
              <a:endParaRPr lang="ru-RU" altLang="en-US" sz="1800">
                <a:solidFill>
                  <a:schemeClr val="bg1"/>
                </a:solidFill>
              </a:endParaRPr>
            </a:p>
          </p:txBody>
        </p:sp>
        <p:sp>
          <p:nvSpPr>
            <p:cNvPr id="120872" name="Text Box 120">
              <a:extLst>
                <a:ext uri="{FF2B5EF4-FFF2-40B4-BE49-F238E27FC236}">
                  <a16:creationId xmlns:a16="http://schemas.microsoft.com/office/drawing/2014/main" id="{A333D75B-E107-9806-0543-25E7B1404E8F}"/>
                </a:ext>
              </a:extLst>
            </p:cNvPr>
            <p:cNvSpPr txBox="1">
              <a:spLocks noChangeArrowheads="1"/>
            </p:cNvSpPr>
            <p:nvPr/>
          </p:nvSpPr>
          <p:spPr bwMode="auto">
            <a:xfrm>
              <a:off x="4313607" y="3388424"/>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d2</a:t>
              </a:r>
              <a:endParaRPr lang="ru-RU" altLang="en-US" sz="1800"/>
            </a:p>
          </p:txBody>
        </p:sp>
        <p:sp>
          <p:nvSpPr>
            <p:cNvPr id="120873" name="Text Box 121">
              <a:extLst>
                <a:ext uri="{FF2B5EF4-FFF2-40B4-BE49-F238E27FC236}">
                  <a16:creationId xmlns:a16="http://schemas.microsoft.com/office/drawing/2014/main" id="{56318F80-9131-1567-857E-47960C3BCB92}"/>
                </a:ext>
              </a:extLst>
            </p:cNvPr>
            <p:cNvSpPr txBox="1">
              <a:spLocks noChangeArrowheads="1"/>
            </p:cNvSpPr>
            <p:nvPr/>
          </p:nvSpPr>
          <p:spPr bwMode="auto">
            <a:xfrm>
              <a:off x="4313607" y="4109264"/>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a:t>
              </a:r>
              <a:endParaRPr lang="ru-RU" altLang="en-US" sz="1800">
                <a:solidFill>
                  <a:schemeClr val="bg1"/>
                </a:solidFill>
              </a:endParaRPr>
            </a:p>
          </p:txBody>
        </p:sp>
        <p:sp>
          <p:nvSpPr>
            <p:cNvPr id="120874" name="Text Box 122">
              <a:extLst>
                <a:ext uri="{FF2B5EF4-FFF2-40B4-BE49-F238E27FC236}">
                  <a16:creationId xmlns:a16="http://schemas.microsoft.com/office/drawing/2014/main" id="{0BD62427-E48E-1617-574C-0CD7B2C16EAE}"/>
                </a:ext>
              </a:extLst>
            </p:cNvPr>
            <p:cNvSpPr txBox="1">
              <a:spLocks noChangeArrowheads="1"/>
            </p:cNvSpPr>
            <p:nvPr/>
          </p:nvSpPr>
          <p:spPr bwMode="auto">
            <a:xfrm>
              <a:off x="3594523" y="4541769"/>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a:t>
              </a:r>
              <a:endParaRPr lang="ru-RU" altLang="en-US" sz="1800">
                <a:solidFill>
                  <a:schemeClr val="bg1"/>
                </a:solidFill>
              </a:endParaRPr>
            </a:p>
          </p:txBody>
        </p:sp>
        <p:sp>
          <p:nvSpPr>
            <p:cNvPr id="120875" name="Text Box 123">
              <a:extLst>
                <a:ext uri="{FF2B5EF4-FFF2-40B4-BE49-F238E27FC236}">
                  <a16:creationId xmlns:a16="http://schemas.microsoft.com/office/drawing/2014/main" id="{4CE61235-A7B5-DD84-A325-A89692C4B1EF}"/>
                </a:ext>
              </a:extLst>
            </p:cNvPr>
            <p:cNvSpPr txBox="1">
              <a:spLocks noChangeArrowheads="1"/>
            </p:cNvSpPr>
            <p:nvPr/>
          </p:nvSpPr>
          <p:spPr bwMode="auto">
            <a:xfrm>
              <a:off x="4313607" y="4541769"/>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a:t>
              </a:r>
              <a:endParaRPr lang="ru-RU" altLang="en-US" sz="1800">
                <a:solidFill>
                  <a:schemeClr val="bg1"/>
                </a:solidFill>
              </a:endParaRPr>
            </a:p>
          </p:txBody>
        </p:sp>
        <p:sp>
          <p:nvSpPr>
            <p:cNvPr id="120876" name="Text Box 124">
              <a:extLst>
                <a:ext uri="{FF2B5EF4-FFF2-40B4-BE49-F238E27FC236}">
                  <a16:creationId xmlns:a16="http://schemas.microsoft.com/office/drawing/2014/main" id="{2E010456-481F-4B8E-7704-DD8F822AC278}"/>
                </a:ext>
              </a:extLst>
            </p:cNvPr>
            <p:cNvSpPr txBox="1">
              <a:spLocks noChangeArrowheads="1"/>
            </p:cNvSpPr>
            <p:nvPr/>
          </p:nvSpPr>
          <p:spPr bwMode="auto">
            <a:xfrm>
              <a:off x="4313607" y="4974274"/>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a:t>
              </a:r>
              <a:endParaRPr lang="ru-RU" altLang="en-US" sz="1800">
                <a:solidFill>
                  <a:schemeClr val="bg1"/>
                </a:solidFill>
              </a:endParaRPr>
            </a:p>
          </p:txBody>
        </p:sp>
        <p:sp>
          <p:nvSpPr>
            <p:cNvPr id="120877" name="Text Box 125">
              <a:extLst>
                <a:ext uri="{FF2B5EF4-FFF2-40B4-BE49-F238E27FC236}">
                  <a16:creationId xmlns:a16="http://schemas.microsoft.com/office/drawing/2014/main" id="{8EBD3FED-5FB0-7F61-D207-27037C3CA176}"/>
                </a:ext>
              </a:extLst>
            </p:cNvPr>
            <p:cNvSpPr txBox="1">
              <a:spLocks noChangeArrowheads="1"/>
            </p:cNvSpPr>
            <p:nvPr/>
          </p:nvSpPr>
          <p:spPr bwMode="auto">
            <a:xfrm>
              <a:off x="7429044" y="3841524"/>
              <a:ext cx="1516679" cy="1415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d1=q</a:t>
              </a:r>
              <a:r>
                <a:rPr lang="en-US" altLang="en-US" sz="1800" baseline="-25000"/>
                <a:t>2</a:t>
              </a:r>
              <a:r>
                <a:rPr lang="en-US" altLang="en-US" sz="1800">
                  <a:sym typeface="Symbol" panose="05050102010706020507" pitchFamily="18" charset="2"/>
                </a:rPr>
                <a:t>x;</a:t>
              </a:r>
            </a:p>
            <a:p>
              <a:pPr eaLnBrk="1" hangingPunct="1">
                <a:spcBef>
                  <a:spcPct val="50000"/>
                </a:spcBef>
              </a:pPr>
              <a:r>
                <a:rPr lang="en-US" altLang="en-US" sz="1800">
                  <a:sym typeface="Symbol" panose="05050102010706020507" pitchFamily="18" charset="2"/>
                </a:rPr>
                <a:t>d2 = 1;</a:t>
              </a:r>
            </a:p>
            <a:p>
              <a:pPr eaLnBrk="1" hangingPunct="1">
                <a:spcBef>
                  <a:spcPct val="50000"/>
                </a:spcBef>
              </a:pPr>
              <a:r>
                <a:rPr lang="en-US" altLang="en-US" sz="1800">
                  <a:sym typeface="Symbol" panose="05050102010706020507" pitchFamily="18" charset="2"/>
                </a:rPr>
                <a:t>y = q</a:t>
              </a:r>
              <a:r>
                <a:rPr lang="en-US" altLang="en-US" sz="1800" baseline="-25000">
                  <a:sym typeface="Symbol" panose="05050102010706020507" pitchFamily="18" charset="2"/>
                </a:rPr>
                <a:t>1</a:t>
              </a:r>
              <a:r>
                <a:rPr lang="en-US" altLang="en-US" sz="1800">
                  <a:sym typeface="Symbol" panose="05050102010706020507" pitchFamily="18" charset="2"/>
                </a:rPr>
                <a:t>x</a:t>
              </a:r>
            </a:p>
          </p:txBody>
        </p:sp>
        <p:sp>
          <p:nvSpPr>
            <p:cNvPr id="120878" name="Text Box 119">
              <a:extLst>
                <a:ext uri="{FF2B5EF4-FFF2-40B4-BE49-F238E27FC236}">
                  <a16:creationId xmlns:a16="http://schemas.microsoft.com/office/drawing/2014/main" id="{3CEB852C-F41E-46AC-9292-8FAB42D488B2}"/>
                </a:ext>
              </a:extLst>
            </p:cNvPr>
            <p:cNvSpPr txBox="1">
              <a:spLocks noChangeArrowheads="1"/>
            </p:cNvSpPr>
            <p:nvPr/>
          </p:nvSpPr>
          <p:spPr bwMode="auto">
            <a:xfrm>
              <a:off x="1403368" y="3326637"/>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d1</a:t>
              </a:r>
              <a:endParaRPr lang="ru-RU" altLang="en-US" sz="1800"/>
            </a:p>
          </p:txBody>
        </p:sp>
        <p:sp>
          <p:nvSpPr>
            <p:cNvPr id="120879" name="Text Box 61">
              <a:extLst>
                <a:ext uri="{FF2B5EF4-FFF2-40B4-BE49-F238E27FC236}">
                  <a16:creationId xmlns:a16="http://schemas.microsoft.com/office/drawing/2014/main" id="{39C46ECF-9B42-BF34-5E3A-74E45820A356}"/>
                </a:ext>
              </a:extLst>
            </p:cNvPr>
            <p:cNvSpPr txBox="1">
              <a:spLocks noChangeArrowheads="1"/>
            </p:cNvSpPr>
            <p:nvPr/>
          </p:nvSpPr>
          <p:spPr bwMode="auto">
            <a:xfrm>
              <a:off x="323850" y="3860247"/>
              <a:ext cx="826144"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q</a:t>
              </a:r>
              <a:r>
                <a:rPr lang="en-US" altLang="en-US" sz="1800" baseline="-25000"/>
                <a:t>1</a:t>
              </a:r>
              <a:r>
                <a:rPr lang="en-US" altLang="en-US" sz="1800"/>
                <a:t>q</a:t>
              </a:r>
              <a:r>
                <a:rPr lang="en-US" altLang="en-US" sz="1800" baseline="-25000"/>
                <a:t>2</a:t>
              </a:r>
              <a:endParaRPr lang="ru-RU" altLang="en-US" sz="1800"/>
            </a:p>
          </p:txBody>
        </p:sp>
        <p:sp>
          <p:nvSpPr>
            <p:cNvPr id="120880" name="Rectangle 62">
              <a:extLst>
                <a:ext uri="{FF2B5EF4-FFF2-40B4-BE49-F238E27FC236}">
                  <a16:creationId xmlns:a16="http://schemas.microsoft.com/office/drawing/2014/main" id="{D582B1E5-B728-A5C3-2E27-55C4DC7874F3}"/>
                </a:ext>
              </a:extLst>
            </p:cNvPr>
            <p:cNvSpPr>
              <a:spLocks noChangeArrowheads="1"/>
            </p:cNvSpPr>
            <p:nvPr/>
          </p:nvSpPr>
          <p:spPr bwMode="auto">
            <a:xfrm>
              <a:off x="1001713" y="4086225"/>
              <a:ext cx="1562100" cy="1906588"/>
            </a:xfrm>
            <a:prstGeom prst="rect">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0881" name="Line 63">
              <a:extLst>
                <a:ext uri="{FF2B5EF4-FFF2-40B4-BE49-F238E27FC236}">
                  <a16:creationId xmlns:a16="http://schemas.microsoft.com/office/drawing/2014/main" id="{DE018832-C504-8BFD-D735-6640208BD2F5}"/>
                </a:ext>
              </a:extLst>
            </p:cNvPr>
            <p:cNvSpPr>
              <a:spLocks noChangeShapeType="1"/>
            </p:cNvSpPr>
            <p:nvPr/>
          </p:nvSpPr>
          <p:spPr bwMode="auto">
            <a:xfrm flipH="1">
              <a:off x="1774825" y="4086225"/>
              <a:ext cx="0" cy="1906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2" name="Line 64">
              <a:extLst>
                <a:ext uri="{FF2B5EF4-FFF2-40B4-BE49-F238E27FC236}">
                  <a16:creationId xmlns:a16="http://schemas.microsoft.com/office/drawing/2014/main" id="{C964222D-87F6-F1EB-F187-9F6008DDB463}"/>
                </a:ext>
              </a:extLst>
            </p:cNvPr>
            <p:cNvSpPr>
              <a:spLocks noChangeShapeType="1"/>
            </p:cNvSpPr>
            <p:nvPr/>
          </p:nvSpPr>
          <p:spPr bwMode="auto">
            <a:xfrm>
              <a:off x="1001713" y="4543425"/>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3" name="Line 65">
              <a:extLst>
                <a:ext uri="{FF2B5EF4-FFF2-40B4-BE49-F238E27FC236}">
                  <a16:creationId xmlns:a16="http://schemas.microsoft.com/office/drawing/2014/main" id="{0FA855D7-7E56-451F-5F0B-EB97CDFA6159}"/>
                </a:ext>
              </a:extLst>
            </p:cNvPr>
            <p:cNvSpPr>
              <a:spLocks noChangeShapeType="1"/>
            </p:cNvSpPr>
            <p:nvPr/>
          </p:nvSpPr>
          <p:spPr bwMode="auto">
            <a:xfrm>
              <a:off x="1001713" y="5014913"/>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4" name="Line 66">
              <a:extLst>
                <a:ext uri="{FF2B5EF4-FFF2-40B4-BE49-F238E27FC236}">
                  <a16:creationId xmlns:a16="http://schemas.microsoft.com/office/drawing/2014/main" id="{93EE3CEA-7F21-D277-0E77-10DB211ED982}"/>
                </a:ext>
              </a:extLst>
            </p:cNvPr>
            <p:cNvSpPr>
              <a:spLocks noChangeShapeType="1"/>
            </p:cNvSpPr>
            <p:nvPr/>
          </p:nvSpPr>
          <p:spPr bwMode="auto">
            <a:xfrm flipH="1" flipV="1">
              <a:off x="627063" y="3840163"/>
              <a:ext cx="374650" cy="2460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5" name="Text Box 67">
              <a:extLst>
                <a:ext uri="{FF2B5EF4-FFF2-40B4-BE49-F238E27FC236}">
                  <a16:creationId xmlns:a16="http://schemas.microsoft.com/office/drawing/2014/main" id="{8C29755E-96D5-A8E6-45D8-17ABE46B8845}"/>
                </a:ext>
              </a:extLst>
            </p:cNvPr>
            <p:cNvSpPr txBox="1">
              <a:spLocks noChangeArrowheads="1"/>
            </p:cNvSpPr>
            <p:nvPr/>
          </p:nvSpPr>
          <p:spPr bwMode="auto">
            <a:xfrm>
              <a:off x="752089" y="3658037"/>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X</a:t>
              </a:r>
              <a:endParaRPr lang="ru-RU" altLang="en-US" sz="1800"/>
            </a:p>
          </p:txBody>
        </p:sp>
        <p:sp>
          <p:nvSpPr>
            <p:cNvPr id="120886" name="Text Box 68">
              <a:extLst>
                <a:ext uri="{FF2B5EF4-FFF2-40B4-BE49-F238E27FC236}">
                  <a16:creationId xmlns:a16="http://schemas.microsoft.com/office/drawing/2014/main" id="{93EDB122-B976-525A-C406-FAC965CD3166}"/>
                </a:ext>
              </a:extLst>
            </p:cNvPr>
            <p:cNvSpPr txBox="1">
              <a:spLocks noChangeArrowheads="1"/>
            </p:cNvSpPr>
            <p:nvPr/>
          </p:nvSpPr>
          <p:spPr bwMode="auto">
            <a:xfrm>
              <a:off x="1223151" y="3736674"/>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a:t>
              </a:r>
              <a:endParaRPr lang="ru-RU" altLang="en-US" sz="1800"/>
            </a:p>
          </p:txBody>
        </p:sp>
        <p:sp>
          <p:nvSpPr>
            <p:cNvPr id="120887" name="Text Box 69">
              <a:extLst>
                <a:ext uri="{FF2B5EF4-FFF2-40B4-BE49-F238E27FC236}">
                  <a16:creationId xmlns:a16="http://schemas.microsoft.com/office/drawing/2014/main" id="{9A88C332-0A6D-C679-5C57-687F6DB646BF}"/>
                </a:ext>
              </a:extLst>
            </p:cNvPr>
            <p:cNvSpPr txBox="1">
              <a:spLocks noChangeArrowheads="1"/>
            </p:cNvSpPr>
            <p:nvPr/>
          </p:nvSpPr>
          <p:spPr bwMode="auto">
            <a:xfrm>
              <a:off x="1920824" y="3723568"/>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sp>
          <p:nvSpPr>
            <p:cNvPr id="120888" name="Text Box 70">
              <a:extLst>
                <a:ext uri="{FF2B5EF4-FFF2-40B4-BE49-F238E27FC236}">
                  <a16:creationId xmlns:a16="http://schemas.microsoft.com/office/drawing/2014/main" id="{CA56DB01-1181-C6F6-EDC8-E13D93E88B3A}"/>
                </a:ext>
              </a:extLst>
            </p:cNvPr>
            <p:cNvSpPr txBox="1">
              <a:spLocks noChangeArrowheads="1"/>
            </p:cNvSpPr>
            <p:nvPr/>
          </p:nvSpPr>
          <p:spPr bwMode="auto">
            <a:xfrm>
              <a:off x="502283" y="4197263"/>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00</a:t>
              </a:r>
              <a:endParaRPr lang="ru-RU" altLang="en-US" sz="1800"/>
            </a:p>
          </p:txBody>
        </p:sp>
        <p:sp>
          <p:nvSpPr>
            <p:cNvPr id="120889" name="Text Box 71">
              <a:extLst>
                <a:ext uri="{FF2B5EF4-FFF2-40B4-BE49-F238E27FC236}">
                  <a16:creationId xmlns:a16="http://schemas.microsoft.com/office/drawing/2014/main" id="{7EE96B1E-F683-29FD-A25D-C637A2B0E523}"/>
                </a:ext>
              </a:extLst>
            </p:cNvPr>
            <p:cNvSpPr txBox="1">
              <a:spLocks noChangeArrowheads="1"/>
            </p:cNvSpPr>
            <p:nvPr/>
          </p:nvSpPr>
          <p:spPr bwMode="auto">
            <a:xfrm>
              <a:off x="502283" y="4639130"/>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01</a:t>
              </a:r>
              <a:endParaRPr lang="ru-RU" altLang="en-US" sz="1800"/>
            </a:p>
          </p:txBody>
        </p:sp>
        <p:sp>
          <p:nvSpPr>
            <p:cNvPr id="120890" name="Text Box 72">
              <a:extLst>
                <a:ext uri="{FF2B5EF4-FFF2-40B4-BE49-F238E27FC236}">
                  <a16:creationId xmlns:a16="http://schemas.microsoft.com/office/drawing/2014/main" id="{4F131C58-8147-21A2-556A-CDD1611AD438}"/>
                </a:ext>
              </a:extLst>
            </p:cNvPr>
            <p:cNvSpPr txBox="1">
              <a:spLocks noChangeArrowheads="1"/>
            </p:cNvSpPr>
            <p:nvPr/>
          </p:nvSpPr>
          <p:spPr bwMode="auto">
            <a:xfrm>
              <a:off x="502283" y="5026699"/>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11</a:t>
              </a:r>
              <a:endParaRPr lang="ru-RU" altLang="en-US" sz="1800"/>
            </a:p>
          </p:txBody>
        </p:sp>
        <p:sp>
          <p:nvSpPr>
            <p:cNvPr id="120891" name="Text Box 75">
              <a:extLst>
                <a:ext uri="{FF2B5EF4-FFF2-40B4-BE49-F238E27FC236}">
                  <a16:creationId xmlns:a16="http://schemas.microsoft.com/office/drawing/2014/main" id="{3644DDD6-ECFE-0B03-8C50-074A5C741759}"/>
                </a:ext>
              </a:extLst>
            </p:cNvPr>
            <p:cNvSpPr txBox="1">
              <a:spLocks noChangeArrowheads="1"/>
            </p:cNvSpPr>
            <p:nvPr/>
          </p:nvSpPr>
          <p:spPr bwMode="auto">
            <a:xfrm>
              <a:off x="1155347" y="4609173"/>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a:t>
              </a:r>
              <a:endParaRPr lang="ru-RU" altLang="en-US" sz="1800">
                <a:solidFill>
                  <a:schemeClr val="bg1"/>
                </a:solidFill>
              </a:endParaRPr>
            </a:p>
          </p:txBody>
        </p:sp>
        <p:sp>
          <p:nvSpPr>
            <p:cNvPr id="120892" name="Text Box 77">
              <a:extLst>
                <a:ext uri="{FF2B5EF4-FFF2-40B4-BE49-F238E27FC236}">
                  <a16:creationId xmlns:a16="http://schemas.microsoft.com/office/drawing/2014/main" id="{97A0F56C-485A-16AC-97A1-EC16AF3DF661}"/>
                </a:ext>
              </a:extLst>
            </p:cNvPr>
            <p:cNvSpPr txBox="1">
              <a:spLocks noChangeArrowheads="1"/>
            </p:cNvSpPr>
            <p:nvPr/>
          </p:nvSpPr>
          <p:spPr bwMode="auto">
            <a:xfrm>
              <a:off x="1151778" y="5017336"/>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rPr>
                <a:t>1</a:t>
              </a:r>
              <a:endParaRPr lang="ru-RU" altLang="en-US" sz="1800">
                <a:solidFill>
                  <a:schemeClr val="bg1"/>
                </a:solidFill>
              </a:endParaRPr>
            </a:p>
          </p:txBody>
        </p:sp>
        <p:sp>
          <p:nvSpPr>
            <p:cNvPr id="120893" name="Line 97">
              <a:extLst>
                <a:ext uri="{FF2B5EF4-FFF2-40B4-BE49-F238E27FC236}">
                  <a16:creationId xmlns:a16="http://schemas.microsoft.com/office/drawing/2014/main" id="{F983F741-7226-0A00-FF30-C81C5D0E0E16}"/>
                </a:ext>
              </a:extLst>
            </p:cNvPr>
            <p:cNvSpPr>
              <a:spLocks noChangeShapeType="1"/>
            </p:cNvSpPr>
            <p:nvPr/>
          </p:nvSpPr>
          <p:spPr bwMode="auto">
            <a:xfrm>
              <a:off x="1011238" y="5487988"/>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4" name="Text Box 98">
              <a:extLst>
                <a:ext uri="{FF2B5EF4-FFF2-40B4-BE49-F238E27FC236}">
                  <a16:creationId xmlns:a16="http://schemas.microsoft.com/office/drawing/2014/main" id="{F3D9EF0E-DE87-3BA5-37C2-C1B77D7EA48C}"/>
                </a:ext>
              </a:extLst>
            </p:cNvPr>
            <p:cNvSpPr txBox="1">
              <a:spLocks noChangeArrowheads="1"/>
            </p:cNvSpPr>
            <p:nvPr/>
          </p:nvSpPr>
          <p:spPr bwMode="auto">
            <a:xfrm>
              <a:off x="505851" y="5487288"/>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10</a:t>
              </a:r>
              <a:endParaRPr lang="ru-RU" altLang="en-US" sz="1800"/>
            </a:p>
          </p:txBody>
        </p:sp>
        <p:sp>
          <p:nvSpPr>
            <p:cNvPr id="120895" name="Text Box 99">
              <a:extLst>
                <a:ext uri="{FF2B5EF4-FFF2-40B4-BE49-F238E27FC236}">
                  <a16:creationId xmlns:a16="http://schemas.microsoft.com/office/drawing/2014/main" id="{3B8C6055-A713-C165-EE0A-82564D6229EA}"/>
                </a:ext>
              </a:extLst>
            </p:cNvPr>
            <p:cNvSpPr txBox="1">
              <a:spLocks noChangeArrowheads="1"/>
            </p:cNvSpPr>
            <p:nvPr/>
          </p:nvSpPr>
          <p:spPr bwMode="auto">
            <a:xfrm>
              <a:off x="1126798" y="5532224"/>
              <a:ext cx="499611"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dirty="0">
                  <a:solidFill>
                    <a:schemeClr val="bg1"/>
                  </a:solidFill>
                  <a:sym typeface="Symbol" panose="05050102010706020507" pitchFamily="18" charset="2"/>
                </a:rPr>
                <a:t></a:t>
              </a:r>
              <a:r>
                <a:rPr lang="en-US" altLang="en-US" sz="1800" dirty="0">
                  <a:solidFill>
                    <a:schemeClr val="bg1"/>
                  </a:solidFill>
                </a:rPr>
                <a:t>  </a:t>
              </a:r>
              <a:endParaRPr lang="ru-RU" altLang="en-US" sz="1800" dirty="0">
                <a:solidFill>
                  <a:schemeClr val="bg1"/>
                </a:solidFill>
              </a:endParaRPr>
            </a:p>
          </p:txBody>
        </p:sp>
        <p:sp>
          <p:nvSpPr>
            <p:cNvPr id="120896" name="Text Box 100">
              <a:extLst>
                <a:ext uri="{FF2B5EF4-FFF2-40B4-BE49-F238E27FC236}">
                  <a16:creationId xmlns:a16="http://schemas.microsoft.com/office/drawing/2014/main" id="{DA695A8B-180F-4AFF-5FE8-E475AB70942D}"/>
                </a:ext>
              </a:extLst>
            </p:cNvPr>
            <p:cNvSpPr txBox="1">
              <a:spLocks noChangeArrowheads="1"/>
            </p:cNvSpPr>
            <p:nvPr/>
          </p:nvSpPr>
          <p:spPr bwMode="auto">
            <a:xfrm>
              <a:off x="1919039" y="5504139"/>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sym typeface="Symbol" panose="05050102010706020507" pitchFamily="18" charset="2"/>
                </a:rPr>
                <a:t></a:t>
              </a:r>
              <a:r>
                <a:rPr lang="en-US" altLang="en-US" sz="1800">
                  <a:solidFill>
                    <a:schemeClr val="bg1"/>
                  </a:solidFill>
                </a:rPr>
                <a:t>  </a:t>
              </a:r>
              <a:endParaRPr lang="ru-RU" altLang="en-US" sz="1800">
                <a:solidFill>
                  <a:schemeClr val="bg1"/>
                </a:solidFill>
              </a:endParaRPr>
            </a:p>
          </p:txBody>
        </p:sp>
        <p:sp>
          <p:nvSpPr>
            <p:cNvPr id="120897" name="AutoShape 126">
              <a:extLst>
                <a:ext uri="{FF2B5EF4-FFF2-40B4-BE49-F238E27FC236}">
                  <a16:creationId xmlns:a16="http://schemas.microsoft.com/office/drawing/2014/main" id="{67D81733-0F80-349F-8C68-752F914EC8CE}"/>
                </a:ext>
              </a:extLst>
            </p:cNvPr>
            <p:cNvSpPr>
              <a:spLocks noChangeArrowheads="1"/>
            </p:cNvSpPr>
            <p:nvPr/>
          </p:nvSpPr>
          <p:spPr bwMode="auto">
            <a:xfrm>
              <a:off x="1141413" y="4581525"/>
              <a:ext cx="431800" cy="865188"/>
            </a:xfrm>
            <a:prstGeom prst="roundRect">
              <a:avLst>
                <a:gd name="adj" fmla="val 16667"/>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0898" name="Rectangle 128">
              <a:extLst>
                <a:ext uri="{FF2B5EF4-FFF2-40B4-BE49-F238E27FC236}">
                  <a16:creationId xmlns:a16="http://schemas.microsoft.com/office/drawing/2014/main" id="{F15CC7A5-0A91-0C89-1D2F-2487DA88E3E1}"/>
                </a:ext>
              </a:extLst>
            </p:cNvPr>
            <p:cNvSpPr>
              <a:spLocks noChangeArrowheads="1"/>
            </p:cNvSpPr>
            <p:nvPr/>
          </p:nvSpPr>
          <p:spPr bwMode="auto">
            <a:xfrm>
              <a:off x="5508625" y="1670314"/>
              <a:ext cx="1511300" cy="1435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0-0	0</a:t>
              </a:r>
            </a:p>
            <a:p>
              <a:pPr eaLnBrk="1" hangingPunct="1"/>
              <a:r>
                <a:rPr lang="en-US" altLang="en-US" sz="1800"/>
                <a:t>0-1	1</a:t>
              </a:r>
            </a:p>
            <a:p>
              <a:pPr eaLnBrk="1" hangingPunct="1"/>
              <a:r>
                <a:rPr lang="en-US" altLang="en-US" sz="1800"/>
                <a:t>1-0	0</a:t>
              </a:r>
            </a:p>
            <a:p>
              <a:pPr eaLnBrk="1" hangingPunct="1"/>
              <a:r>
                <a:rPr lang="en-US" altLang="en-US" sz="1800"/>
                <a:t>1-1	1</a:t>
              </a:r>
              <a:endParaRPr lang="ru-RU" altLang="en-US" sz="1800"/>
            </a:p>
          </p:txBody>
        </p:sp>
        <p:sp>
          <p:nvSpPr>
            <p:cNvPr id="120899" name="Line 129">
              <a:extLst>
                <a:ext uri="{FF2B5EF4-FFF2-40B4-BE49-F238E27FC236}">
                  <a16:creationId xmlns:a16="http://schemas.microsoft.com/office/drawing/2014/main" id="{48D11011-A8F1-18EA-7CE9-7A75C5B1EE92}"/>
                </a:ext>
              </a:extLst>
            </p:cNvPr>
            <p:cNvSpPr>
              <a:spLocks noChangeShapeType="1"/>
            </p:cNvSpPr>
            <p:nvPr/>
          </p:nvSpPr>
          <p:spPr bwMode="auto">
            <a:xfrm>
              <a:off x="6156325" y="1671638"/>
              <a:ext cx="0" cy="14398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0" name="Text Box 131">
              <a:extLst>
                <a:ext uri="{FF2B5EF4-FFF2-40B4-BE49-F238E27FC236}">
                  <a16:creationId xmlns:a16="http://schemas.microsoft.com/office/drawing/2014/main" id="{5059C166-8A36-90E3-308F-4282EE6F9BBC}"/>
                </a:ext>
              </a:extLst>
            </p:cNvPr>
            <p:cNvSpPr txBox="1">
              <a:spLocks noChangeArrowheads="1"/>
            </p:cNvSpPr>
            <p:nvPr/>
          </p:nvSpPr>
          <p:spPr bwMode="auto">
            <a:xfrm>
              <a:off x="6506195" y="1285063"/>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a:t>
              </a:r>
              <a:endParaRPr lang="ru-RU" altLang="en-US" sz="1800"/>
            </a:p>
          </p:txBody>
        </p:sp>
        <p:sp>
          <p:nvSpPr>
            <p:cNvPr id="120901" name="Text Box 135">
              <a:extLst>
                <a:ext uri="{FF2B5EF4-FFF2-40B4-BE49-F238E27FC236}">
                  <a16:creationId xmlns:a16="http://schemas.microsoft.com/office/drawing/2014/main" id="{51BC0C78-AF55-BC4F-C734-78479C8E2347}"/>
                </a:ext>
              </a:extLst>
            </p:cNvPr>
            <p:cNvSpPr txBox="1">
              <a:spLocks noChangeArrowheads="1"/>
            </p:cNvSpPr>
            <p:nvPr/>
          </p:nvSpPr>
          <p:spPr bwMode="auto">
            <a:xfrm>
              <a:off x="5143321" y="3798460"/>
              <a:ext cx="826144"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q</a:t>
              </a:r>
              <a:r>
                <a:rPr lang="en-US" altLang="en-US" sz="1800" baseline="-25000"/>
                <a:t>1</a:t>
              </a:r>
              <a:r>
                <a:rPr lang="en-US" altLang="en-US" sz="1800"/>
                <a:t>q</a:t>
              </a:r>
              <a:r>
                <a:rPr lang="en-US" altLang="en-US" sz="1800" baseline="-25000"/>
                <a:t>2</a:t>
              </a:r>
              <a:endParaRPr lang="ru-RU" altLang="en-US" sz="1800"/>
            </a:p>
          </p:txBody>
        </p:sp>
        <p:sp>
          <p:nvSpPr>
            <p:cNvPr id="120902" name="Rectangle 136">
              <a:extLst>
                <a:ext uri="{FF2B5EF4-FFF2-40B4-BE49-F238E27FC236}">
                  <a16:creationId xmlns:a16="http://schemas.microsoft.com/office/drawing/2014/main" id="{B69FC5EC-5098-B0C1-9E09-A24841F03E49}"/>
                </a:ext>
              </a:extLst>
            </p:cNvPr>
            <p:cNvSpPr>
              <a:spLocks noChangeArrowheads="1"/>
            </p:cNvSpPr>
            <p:nvPr/>
          </p:nvSpPr>
          <p:spPr bwMode="auto">
            <a:xfrm>
              <a:off x="5808663" y="4014788"/>
              <a:ext cx="1562100" cy="1906587"/>
            </a:xfrm>
            <a:prstGeom prst="rect">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0903" name="Line 137">
              <a:extLst>
                <a:ext uri="{FF2B5EF4-FFF2-40B4-BE49-F238E27FC236}">
                  <a16:creationId xmlns:a16="http://schemas.microsoft.com/office/drawing/2014/main" id="{4292F94D-EDAB-AE1D-B9C2-6FB97A2F72B3}"/>
                </a:ext>
              </a:extLst>
            </p:cNvPr>
            <p:cNvSpPr>
              <a:spLocks noChangeShapeType="1"/>
            </p:cNvSpPr>
            <p:nvPr/>
          </p:nvSpPr>
          <p:spPr bwMode="auto">
            <a:xfrm flipH="1">
              <a:off x="6581775" y="4014788"/>
              <a:ext cx="0" cy="1906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4" name="Line 138">
              <a:extLst>
                <a:ext uri="{FF2B5EF4-FFF2-40B4-BE49-F238E27FC236}">
                  <a16:creationId xmlns:a16="http://schemas.microsoft.com/office/drawing/2014/main" id="{4D173145-4A24-1F95-E389-3E1325EE172C}"/>
                </a:ext>
              </a:extLst>
            </p:cNvPr>
            <p:cNvSpPr>
              <a:spLocks noChangeShapeType="1"/>
            </p:cNvSpPr>
            <p:nvPr/>
          </p:nvSpPr>
          <p:spPr bwMode="auto">
            <a:xfrm>
              <a:off x="5808663" y="4471988"/>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5" name="Line 139">
              <a:extLst>
                <a:ext uri="{FF2B5EF4-FFF2-40B4-BE49-F238E27FC236}">
                  <a16:creationId xmlns:a16="http://schemas.microsoft.com/office/drawing/2014/main" id="{0C587C28-ABC3-3BFC-BF05-9CE2AB5CE9E0}"/>
                </a:ext>
              </a:extLst>
            </p:cNvPr>
            <p:cNvSpPr>
              <a:spLocks noChangeShapeType="1"/>
            </p:cNvSpPr>
            <p:nvPr/>
          </p:nvSpPr>
          <p:spPr bwMode="auto">
            <a:xfrm>
              <a:off x="5808663" y="4943475"/>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6" name="Line 140">
              <a:extLst>
                <a:ext uri="{FF2B5EF4-FFF2-40B4-BE49-F238E27FC236}">
                  <a16:creationId xmlns:a16="http://schemas.microsoft.com/office/drawing/2014/main" id="{AC529606-11AF-CF00-6ABF-A30DB0284CEB}"/>
                </a:ext>
              </a:extLst>
            </p:cNvPr>
            <p:cNvSpPr>
              <a:spLocks noChangeShapeType="1"/>
            </p:cNvSpPr>
            <p:nvPr/>
          </p:nvSpPr>
          <p:spPr bwMode="auto">
            <a:xfrm flipH="1" flipV="1">
              <a:off x="5434013" y="3768725"/>
              <a:ext cx="374650" cy="2460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7" name="Text Box 141">
              <a:extLst>
                <a:ext uri="{FF2B5EF4-FFF2-40B4-BE49-F238E27FC236}">
                  <a16:creationId xmlns:a16="http://schemas.microsoft.com/office/drawing/2014/main" id="{6E701C74-2B02-16A8-5E51-F33709CE711A}"/>
                </a:ext>
              </a:extLst>
            </p:cNvPr>
            <p:cNvSpPr txBox="1">
              <a:spLocks noChangeArrowheads="1"/>
            </p:cNvSpPr>
            <p:nvPr/>
          </p:nvSpPr>
          <p:spPr bwMode="auto">
            <a:xfrm>
              <a:off x="5559068" y="3586889"/>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X</a:t>
              </a:r>
              <a:endParaRPr lang="ru-RU" altLang="en-US" sz="1800"/>
            </a:p>
          </p:txBody>
        </p:sp>
        <p:sp>
          <p:nvSpPr>
            <p:cNvPr id="120908" name="Text Box 142">
              <a:extLst>
                <a:ext uri="{FF2B5EF4-FFF2-40B4-BE49-F238E27FC236}">
                  <a16:creationId xmlns:a16="http://schemas.microsoft.com/office/drawing/2014/main" id="{88FCE255-A633-63E3-2FFC-15785FEE7978}"/>
                </a:ext>
              </a:extLst>
            </p:cNvPr>
            <p:cNvSpPr txBox="1">
              <a:spLocks noChangeArrowheads="1"/>
            </p:cNvSpPr>
            <p:nvPr/>
          </p:nvSpPr>
          <p:spPr bwMode="auto">
            <a:xfrm>
              <a:off x="6030131" y="3665526"/>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a:t>
              </a:r>
              <a:endParaRPr lang="ru-RU" altLang="en-US" sz="1800"/>
            </a:p>
          </p:txBody>
        </p:sp>
        <p:sp>
          <p:nvSpPr>
            <p:cNvPr id="120909" name="Text Box 143">
              <a:extLst>
                <a:ext uri="{FF2B5EF4-FFF2-40B4-BE49-F238E27FC236}">
                  <a16:creationId xmlns:a16="http://schemas.microsoft.com/office/drawing/2014/main" id="{144CA1DA-55EC-3A94-E6F2-CA212DBA31F9}"/>
                </a:ext>
              </a:extLst>
            </p:cNvPr>
            <p:cNvSpPr txBox="1">
              <a:spLocks noChangeArrowheads="1"/>
            </p:cNvSpPr>
            <p:nvPr/>
          </p:nvSpPr>
          <p:spPr bwMode="auto">
            <a:xfrm>
              <a:off x="6727803" y="3650548"/>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sp>
          <p:nvSpPr>
            <p:cNvPr id="120910" name="Text Box 144">
              <a:extLst>
                <a:ext uri="{FF2B5EF4-FFF2-40B4-BE49-F238E27FC236}">
                  <a16:creationId xmlns:a16="http://schemas.microsoft.com/office/drawing/2014/main" id="{3047B1DD-7E23-8146-A19D-37AA1EE425F4}"/>
                </a:ext>
              </a:extLst>
            </p:cNvPr>
            <p:cNvSpPr txBox="1">
              <a:spLocks noChangeArrowheads="1"/>
            </p:cNvSpPr>
            <p:nvPr/>
          </p:nvSpPr>
          <p:spPr bwMode="auto">
            <a:xfrm>
              <a:off x="5282498" y="4126116"/>
              <a:ext cx="499611"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00</a:t>
              </a:r>
              <a:endParaRPr lang="ru-RU" altLang="en-US" sz="1800"/>
            </a:p>
          </p:txBody>
        </p:sp>
        <p:sp>
          <p:nvSpPr>
            <p:cNvPr id="120911" name="Text Box 145">
              <a:extLst>
                <a:ext uri="{FF2B5EF4-FFF2-40B4-BE49-F238E27FC236}">
                  <a16:creationId xmlns:a16="http://schemas.microsoft.com/office/drawing/2014/main" id="{475C60F2-7CCC-361C-182E-E296DC5DB3C5}"/>
                </a:ext>
              </a:extLst>
            </p:cNvPr>
            <p:cNvSpPr txBox="1">
              <a:spLocks noChangeArrowheads="1"/>
            </p:cNvSpPr>
            <p:nvPr/>
          </p:nvSpPr>
          <p:spPr bwMode="auto">
            <a:xfrm>
              <a:off x="5309262" y="4567982"/>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01</a:t>
              </a:r>
              <a:endParaRPr lang="ru-RU" altLang="en-US" sz="1800"/>
            </a:p>
          </p:txBody>
        </p:sp>
        <p:sp>
          <p:nvSpPr>
            <p:cNvPr id="120912" name="Text Box 146">
              <a:extLst>
                <a:ext uri="{FF2B5EF4-FFF2-40B4-BE49-F238E27FC236}">
                  <a16:creationId xmlns:a16="http://schemas.microsoft.com/office/drawing/2014/main" id="{7ACB2CFF-793C-3557-85EA-632F6155AE79}"/>
                </a:ext>
              </a:extLst>
            </p:cNvPr>
            <p:cNvSpPr txBox="1">
              <a:spLocks noChangeArrowheads="1"/>
            </p:cNvSpPr>
            <p:nvPr/>
          </p:nvSpPr>
          <p:spPr bwMode="auto">
            <a:xfrm>
              <a:off x="5309262" y="4955551"/>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11</a:t>
              </a:r>
              <a:endParaRPr lang="ru-RU" altLang="en-US" sz="1800"/>
            </a:p>
          </p:txBody>
        </p:sp>
        <p:sp>
          <p:nvSpPr>
            <p:cNvPr id="120913" name="Line 149">
              <a:extLst>
                <a:ext uri="{FF2B5EF4-FFF2-40B4-BE49-F238E27FC236}">
                  <a16:creationId xmlns:a16="http://schemas.microsoft.com/office/drawing/2014/main" id="{8763B28D-62E8-0347-BADA-B219736996C8}"/>
                </a:ext>
              </a:extLst>
            </p:cNvPr>
            <p:cNvSpPr>
              <a:spLocks noChangeShapeType="1"/>
            </p:cNvSpPr>
            <p:nvPr/>
          </p:nvSpPr>
          <p:spPr bwMode="auto">
            <a:xfrm>
              <a:off x="5818188" y="5416550"/>
              <a:ext cx="1562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14" name="Text Box 150">
              <a:extLst>
                <a:ext uri="{FF2B5EF4-FFF2-40B4-BE49-F238E27FC236}">
                  <a16:creationId xmlns:a16="http://schemas.microsoft.com/office/drawing/2014/main" id="{DE2B58F0-5798-27A6-9382-E068E17EBA73}"/>
                </a:ext>
              </a:extLst>
            </p:cNvPr>
            <p:cNvSpPr txBox="1">
              <a:spLocks noChangeArrowheads="1"/>
            </p:cNvSpPr>
            <p:nvPr/>
          </p:nvSpPr>
          <p:spPr bwMode="auto">
            <a:xfrm>
              <a:off x="5312831" y="5416140"/>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10</a:t>
              </a:r>
              <a:endParaRPr lang="ru-RU" altLang="en-US" sz="1800"/>
            </a:p>
          </p:txBody>
        </p:sp>
        <p:sp>
          <p:nvSpPr>
            <p:cNvPr id="120915" name="Text Box 151">
              <a:extLst>
                <a:ext uri="{FF2B5EF4-FFF2-40B4-BE49-F238E27FC236}">
                  <a16:creationId xmlns:a16="http://schemas.microsoft.com/office/drawing/2014/main" id="{82B7DC01-4E3C-1B46-8A35-1FACBF1F9B37}"/>
                </a:ext>
              </a:extLst>
            </p:cNvPr>
            <p:cNvSpPr txBox="1">
              <a:spLocks noChangeArrowheads="1"/>
            </p:cNvSpPr>
            <p:nvPr/>
          </p:nvSpPr>
          <p:spPr bwMode="auto">
            <a:xfrm>
              <a:off x="5933777" y="5461076"/>
              <a:ext cx="499612"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sym typeface="Symbol" panose="05050102010706020507" pitchFamily="18" charset="2"/>
                </a:rPr>
                <a:t></a:t>
              </a:r>
              <a:r>
                <a:rPr lang="en-US" altLang="en-US" sz="1800">
                  <a:solidFill>
                    <a:schemeClr val="bg1"/>
                  </a:solidFill>
                </a:rPr>
                <a:t>  </a:t>
              </a:r>
              <a:endParaRPr lang="ru-RU" altLang="en-US" sz="1800">
                <a:solidFill>
                  <a:schemeClr val="bg1"/>
                </a:solidFill>
              </a:endParaRPr>
            </a:p>
          </p:txBody>
        </p:sp>
        <p:sp>
          <p:nvSpPr>
            <p:cNvPr id="120916" name="Text Box 152">
              <a:extLst>
                <a:ext uri="{FF2B5EF4-FFF2-40B4-BE49-F238E27FC236}">
                  <a16:creationId xmlns:a16="http://schemas.microsoft.com/office/drawing/2014/main" id="{5714CA89-A09E-8FFF-4BA4-0E697524C788}"/>
                </a:ext>
              </a:extLst>
            </p:cNvPr>
            <p:cNvSpPr txBox="1">
              <a:spLocks noChangeArrowheads="1"/>
            </p:cNvSpPr>
            <p:nvPr/>
          </p:nvSpPr>
          <p:spPr bwMode="auto">
            <a:xfrm>
              <a:off x="6726019" y="5432992"/>
              <a:ext cx="497827"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chemeClr val="bg1"/>
                  </a:solidFill>
                  <a:sym typeface="Symbol" panose="05050102010706020507" pitchFamily="18" charset="2"/>
                </a:rPr>
                <a:t></a:t>
              </a:r>
              <a:r>
                <a:rPr lang="en-US" altLang="en-US" sz="1800">
                  <a:solidFill>
                    <a:schemeClr val="bg1"/>
                  </a:solidFill>
                </a:rPr>
                <a:t>  </a:t>
              </a:r>
              <a:endParaRPr lang="ru-RU" altLang="en-US" sz="1800">
                <a:solidFill>
                  <a:schemeClr val="bg1"/>
                </a:solidFill>
              </a:endParaRPr>
            </a:p>
          </p:txBody>
        </p:sp>
        <p:sp>
          <p:nvSpPr>
            <p:cNvPr id="120917" name="Text Box 153">
              <a:extLst>
                <a:ext uri="{FF2B5EF4-FFF2-40B4-BE49-F238E27FC236}">
                  <a16:creationId xmlns:a16="http://schemas.microsoft.com/office/drawing/2014/main" id="{7F38BF44-D8FD-4171-3AF3-541519ED2662}"/>
                </a:ext>
              </a:extLst>
            </p:cNvPr>
            <p:cNvSpPr txBox="1">
              <a:spLocks noChangeArrowheads="1"/>
            </p:cNvSpPr>
            <p:nvPr/>
          </p:nvSpPr>
          <p:spPr bwMode="auto">
            <a:xfrm>
              <a:off x="6672489" y="3367828"/>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y</a:t>
              </a:r>
              <a:endParaRPr lang="ru-RU" altLang="en-US" sz="1800"/>
            </a:p>
          </p:txBody>
        </p:sp>
        <p:sp>
          <p:nvSpPr>
            <p:cNvPr id="120918" name="Text Box 157">
              <a:extLst>
                <a:ext uri="{FF2B5EF4-FFF2-40B4-BE49-F238E27FC236}">
                  <a16:creationId xmlns:a16="http://schemas.microsoft.com/office/drawing/2014/main" id="{A299E991-EF15-14D3-244A-E10DDAF9B56B}"/>
                </a:ext>
              </a:extLst>
            </p:cNvPr>
            <p:cNvSpPr txBox="1">
              <a:spLocks noChangeArrowheads="1"/>
            </p:cNvSpPr>
            <p:nvPr/>
          </p:nvSpPr>
          <p:spPr bwMode="auto">
            <a:xfrm>
              <a:off x="6755109" y="4989178"/>
              <a:ext cx="497828"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dirty="0">
                  <a:solidFill>
                    <a:schemeClr val="bg1"/>
                  </a:solidFill>
                </a:rPr>
                <a:t>1</a:t>
              </a:r>
              <a:endParaRPr lang="ru-RU" altLang="en-US" sz="1800" dirty="0">
                <a:solidFill>
                  <a:schemeClr val="bg1"/>
                </a:solidFill>
              </a:endParaRPr>
            </a:p>
          </p:txBody>
        </p:sp>
        <p:sp>
          <p:nvSpPr>
            <p:cNvPr id="120919" name="Text Box 158">
              <a:extLst>
                <a:ext uri="{FF2B5EF4-FFF2-40B4-BE49-F238E27FC236}">
                  <a16:creationId xmlns:a16="http://schemas.microsoft.com/office/drawing/2014/main" id="{0575E1F5-34A8-2C84-547C-9DADA9FFA6CE}"/>
                </a:ext>
              </a:extLst>
            </p:cNvPr>
            <p:cNvSpPr txBox="1">
              <a:spLocks noChangeArrowheads="1"/>
            </p:cNvSpPr>
            <p:nvPr/>
          </p:nvSpPr>
          <p:spPr bwMode="auto">
            <a:xfrm>
              <a:off x="8074077" y="5265746"/>
              <a:ext cx="431809" cy="43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1800">
                <a:solidFill>
                  <a:schemeClr val="bg1"/>
                </a:solidFill>
              </a:endParaRPr>
            </a:p>
          </p:txBody>
        </p:sp>
        <p:sp>
          <p:nvSpPr>
            <p:cNvPr id="86104" name="AutoShape 159">
              <a:extLst>
                <a:ext uri="{FF2B5EF4-FFF2-40B4-BE49-F238E27FC236}">
                  <a16:creationId xmlns:a16="http://schemas.microsoft.com/office/drawing/2014/main" id="{934E4282-D60A-4071-8780-C9540D1BBDC2}"/>
                </a:ext>
              </a:extLst>
            </p:cNvPr>
            <p:cNvSpPr>
              <a:spLocks noChangeArrowheads="1"/>
            </p:cNvSpPr>
            <p:nvPr/>
          </p:nvSpPr>
          <p:spPr bwMode="auto">
            <a:xfrm>
              <a:off x="6733156" y="4979891"/>
              <a:ext cx="431807" cy="865009"/>
            </a:xfrm>
            <a:prstGeom prst="roundRect">
              <a:avLst>
                <a:gd name="adj" fmla="val 16667"/>
              </a:avLst>
            </a:prstGeom>
            <a:noFill/>
            <a:ln w="25400">
              <a:solidFill>
                <a:schemeClr val="accent1">
                  <a:lumMod val="20000"/>
                  <a:lumOff val="80000"/>
                </a:schemeClr>
              </a:solidFill>
              <a:round/>
              <a:headEnd/>
              <a:tailEnd/>
            </a:ln>
          </p:spPr>
          <p:txBody>
            <a:bodyPr wrap="none" anchor="ctr"/>
            <a:lstStyle/>
            <a:p>
              <a:pPr eaLnBrk="1" hangingPunct="1">
                <a:defRPr/>
              </a:pPr>
              <a:endParaRPr lang="ru-RU"/>
            </a:p>
          </p:txBody>
        </p:sp>
      </p:grpSp>
      <p:sp>
        <p:nvSpPr>
          <p:cNvPr id="8" name="Title 7">
            <a:extLst>
              <a:ext uri="{FF2B5EF4-FFF2-40B4-BE49-F238E27FC236}">
                <a16:creationId xmlns:a16="http://schemas.microsoft.com/office/drawing/2014/main" id="{5BC298BB-31E6-0036-C686-12AD04968BB0}"/>
              </a:ext>
            </a:extLst>
          </p:cNvPr>
          <p:cNvSpPr>
            <a:spLocks noGrp="1"/>
          </p:cNvSpPr>
          <p:nvPr>
            <p:ph type="title"/>
          </p:nvPr>
        </p:nvSpPr>
        <p:spPr/>
        <p:txBody>
          <a:bodyPr>
            <a:normAutofit/>
          </a:bodyPr>
          <a:lstStyle/>
          <a:p>
            <a:r>
              <a:rPr lang="en-US" dirty="0"/>
              <a:t>Determine Excitation  Functions</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82" name="Group 64">
            <a:extLst>
              <a:ext uri="{FF2B5EF4-FFF2-40B4-BE49-F238E27FC236}">
                <a16:creationId xmlns:a16="http://schemas.microsoft.com/office/drawing/2014/main" id="{5C0CD69C-254B-AFC9-F174-B9FE37136130}"/>
              </a:ext>
            </a:extLst>
          </p:cNvPr>
          <p:cNvGrpSpPr>
            <a:grpSpLocks/>
          </p:cNvGrpSpPr>
          <p:nvPr/>
        </p:nvGrpSpPr>
        <p:grpSpPr bwMode="auto">
          <a:xfrm>
            <a:off x="2320926" y="1822451"/>
            <a:ext cx="7248525" cy="3451225"/>
            <a:chOff x="916112" y="1779204"/>
            <a:chExt cx="7249988" cy="3451380"/>
          </a:xfrm>
        </p:grpSpPr>
        <p:sp>
          <p:nvSpPr>
            <p:cNvPr id="122884" name="Rectangle 78">
              <a:extLst>
                <a:ext uri="{FF2B5EF4-FFF2-40B4-BE49-F238E27FC236}">
                  <a16:creationId xmlns:a16="http://schemas.microsoft.com/office/drawing/2014/main" id="{F5C19377-B21C-8037-DE22-F17B1AD48BDD}"/>
                </a:ext>
              </a:extLst>
            </p:cNvPr>
            <p:cNvSpPr>
              <a:spLocks noChangeArrowheads="1"/>
            </p:cNvSpPr>
            <p:nvPr/>
          </p:nvSpPr>
          <p:spPr bwMode="auto">
            <a:xfrm>
              <a:off x="3484563" y="2333596"/>
              <a:ext cx="838200" cy="1414838"/>
            </a:xfrm>
            <a:prstGeom prst="rect">
              <a:avLst/>
            </a:prstGeom>
            <a:solidFill>
              <a:schemeClr val="accent1"/>
            </a:solidFill>
            <a:ln w="2540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2885" name="Text Box 79">
              <a:extLst>
                <a:ext uri="{FF2B5EF4-FFF2-40B4-BE49-F238E27FC236}">
                  <a16:creationId xmlns:a16="http://schemas.microsoft.com/office/drawing/2014/main" id="{D3A1ADAA-20A9-62B1-4685-D221D98A2EA0}"/>
                </a:ext>
              </a:extLst>
            </p:cNvPr>
            <p:cNvSpPr txBox="1">
              <a:spLocks noChangeArrowheads="1"/>
            </p:cNvSpPr>
            <p:nvPr/>
          </p:nvSpPr>
          <p:spPr bwMode="auto">
            <a:xfrm>
              <a:off x="3541713" y="2447273"/>
              <a:ext cx="596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dirty="0">
                  <a:solidFill>
                    <a:schemeClr val="bg1"/>
                  </a:solidFill>
                </a:rPr>
                <a:t>D</a:t>
              </a:r>
              <a:endParaRPr lang="ru-RU" altLang="en-US" sz="1800" dirty="0">
                <a:solidFill>
                  <a:schemeClr val="bg1"/>
                </a:solidFill>
              </a:endParaRPr>
            </a:p>
          </p:txBody>
        </p:sp>
        <p:sp>
          <p:nvSpPr>
            <p:cNvPr id="122886" name="Text Box 80">
              <a:extLst>
                <a:ext uri="{FF2B5EF4-FFF2-40B4-BE49-F238E27FC236}">
                  <a16:creationId xmlns:a16="http://schemas.microsoft.com/office/drawing/2014/main" id="{3AB2F379-686B-F312-47F1-2261B612405D}"/>
                </a:ext>
              </a:extLst>
            </p:cNvPr>
            <p:cNvSpPr txBox="1">
              <a:spLocks noChangeArrowheads="1"/>
            </p:cNvSpPr>
            <p:nvPr/>
          </p:nvSpPr>
          <p:spPr bwMode="auto">
            <a:xfrm>
              <a:off x="3570288" y="3153817"/>
              <a:ext cx="596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solidFill>
                    <a:schemeClr val="bg1"/>
                  </a:solidFill>
                </a:rPr>
                <a:t>C</a:t>
              </a:r>
              <a:endParaRPr lang="ru-RU" altLang="en-US" sz="1800">
                <a:solidFill>
                  <a:schemeClr val="bg1"/>
                </a:solidFill>
              </a:endParaRPr>
            </a:p>
          </p:txBody>
        </p:sp>
        <p:sp>
          <p:nvSpPr>
            <p:cNvPr id="122887" name="AutoShape 81">
              <a:extLst>
                <a:ext uri="{FF2B5EF4-FFF2-40B4-BE49-F238E27FC236}">
                  <a16:creationId xmlns:a16="http://schemas.microsoft.com/office/drawing/2014/main" id="{E3BBD1A8-6000-A1E4-AC93-F82D0072EC07}"/>
                </a:ext>
              </a:extLst>
            </p:cNvPr>
            <p:cNvSpPr>
              <a:spLocks noChangeArrowheads="1"/>
            </p:cNvSpPr>
            <p:nvPr/>
          </p:nvSpPr>
          <p:spPr bwMode="auto">
            <a:xfrm rot="5400000">
              <a:off x="3420476" y="3306936"/>
              <a:ext cx="253586" cy="122237"/>
            </a:xfrm>
            <a:prstGeom prst="triangle">
              <a:avLst>
                <a:gd name="adj" fmla="val 50000"/>
              </a:avLst>
            </a:prstGeom>
            <a:solidFill>
              <a:schemeClr val="accent1"/>
            </a:solidFill>
            <a:ln w="19050" algn="ctr">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2888" name="Oval 83">
              <a:extLst>
                <a:ext uri="{FF2B5EF4-FFF2-40B4-BE49-F238E27FC236}">
                  <a16:creationId xmlns:a16="http://schemas.microsoft.com/office/drawing/2014/main" id="{0B503F4E-F8CD-CEF2-89BE-424744EB27F1}"/>
                </a:ext>
              </a:extLst>
            </p:cNvPr>
            <p:cNvSpPr>
              <a:spLocks noChangeArrowheads="1"/>
            </p:cNvSpPr>
            <p:nvPr/>
          </p:nvSpPr>
          <p:spPr bwMode="auto">
            <a:xfrm>
              <a:off x="3830638" y="3758927"/>
              <a:ext cx="158750" cy="174887"/>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2889" name="Line 84">
              <a:extLst>
                <a:ext uri="{FF2B5EF4-FFF2-40B4-BE49-F238E27FC236}">
                  <a16:creationId xmlns:a16="http://schemas.microsoft.com/office/drawing/2014/main" id="{9B2622F3-FF17-EFA1-83E4-9DABA9A735BD}"/>
                </a:ext>
              </a:extLst>
            </p:cNvPr>
            <p:cNvSpPr>
              <a:spLocks noChangeShapeType="1"/>
            </p:cNvSpPr>
            <p:nvPr/>
          </p:nvSpPr>
          <p:spPr bwMode="auto">
            <a:xfrm>
              <a:off x="2886137" y="2544195"/>
              <a:ext cx="5852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0" name="Line 85">
              <a:extLst>
                <a:ext uri="{FF2B5EF4-FFF2-40B4-BE49-F238E27FC236}">
                  <a16:creationId xmlns:a16="http://schemas.microsoft.com/office/drawing/2014/main" id="{EB447970-9775-C02C-7525-C586188D5B3E}"/>
                </a:ext>
              </a:extLst>
            </p:cNvPr>
            <p:cNvSpPr>
              <a:spLocks noChangeShapeType="1"/>
            </p:cNvSpPr>
            <p:nvPr/>
          </p:nvSpPr>
          <p:spPr bwMode="auto">
            <a:xfrm>
              <a:off x="3081338" y="3351440"/>
              <a:ext cx="3952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1" name="Line 86">
              <a:extLst>
                <a:ext uri="{FF2B5EF4-FFF2-40B4-BE49-F238E27FC236}">
                  <a16:creationId xmlns:a16="http://schemas.microsoft.com/office/drawing/2014/main" id="{A6EB46D6-4F18-75FF-B752-97F967057A38}"/>
                </a:ext>
              </a:extLst>
            </p:cNvPr>
            <p:cNvSpPr>
              <a:spLocks noChangeShapeType="1"/>
            </p:cNvSpPr>
            <p:nvPr/>
          </p:nvSpPr>
          <p:spPr bwMode="auto">
            <a:xfrm>
              <a:off x="4332288" y="2632654"/>
              <a:ext cx="3952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2" name="Line 88">
              <a:extLst>
                <a:ext uri="{FF2B5EF4-FFF2-40B4-BE49-F238E27FC236}">
                  <a16:creationId xmlns:a16="http://schemas.microsoft.com/office/drawing/2014/main" id="{EF33801A-FC87-6028-EFC5-DEAF9FC85A63}"/>
                </a:ext>
              </a:extLst>
            </p:cNvPr>
            <p:cNvSpPr>
              <a:spLocks noChangeShapeType="1"/>
            </p:cNvSpPr>
            <p:nvPr/>
          </p:nvSpPr>
          <p:spPr bwMode="auto">
            <a:xfrm flipV="1">
              <a:off x="3917950" y="3916326"/>
              <a:ext cx="0" cy="237847"/>
            </a:xfrm>
            <a:prstGeom prst="line">
              <a:avLst/>
            </a:prstGeom>
            <a:noFill/>
            <a:ln w="25400">
              <a:solidFill>
                <a:schemeClr val="tx1"/>
              </a:solidFill>
              <a:round/>
              <a:headEnd type="oval" w="med" len="med"/>
              <a:tailEnd type="none" w="lg" len="lg"/>
            </a:ln>
            <a:extLst>
              <a:ext uri="{909E8E84-426E-40DD-AFC4-6F175D3DCCD1}">
                <a14:hiddenFill xmlns:a14="http://schemas.microsoft.com/office/drawing/2010/main">
                  <a:noFill/>
                </a14:hiddenFill>
              </a:ext>
            </a:extLst>
          </p:spPr>
          <p:txBody>
            <a:bodyPr/>
            <a:lstStyle/>
            <a:p>
              <a:endParaRPr lang="en-US"/>
            </a:p>
          </p:txBody>
        </p:sp>
        <p:sp>
          <p:nvSpPr>
            <p:cNvPr id="122893" name="Text Box 90">
              <a:extLst>
                <a:ext uri="{FF2B5EF4-FFF2-40B4-BE49-F238E27FC236}">
                  <a16:creationId xmlns:a16="http://schemas.microsoft.com/office/drawing/2014/main" id="{08F9F197-A34C-53E9-6DC8-7F7A7B455813}"/>
                </a:ext>
              </a:extLst>
            </p:cNvPr>
            <p:cNvSpPr txBox="1">
              <a:spLocks noChangeArrowheads="1"/>
            </p:cNvSpPr>
            <p:nvPr/>
          </p:nvSpPr>
          <p:spPr bwMode="auto">
            <a:xfrm>
              <a:off x="3743325" y="3395162"/>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solidFill>
                    <a:schemeClr val="bg1"/>
                  </a:solidFill>
                </a:rPr>
                <a:t>R</a:t>
              </a:r>
              <a:endParaRPr lang="ru-RU" altLang="en-US" sz="1800">
                <a:solidFill>
                  <a:schemeClr val="bg1"/>
                </a:solidFill>
              </a:endParaRPr>
            </a:p>
          </p:txBody>
        </p:sp>
        <p:sp>
          <p:nvSpPr>
            <p:cNvPr id="122894" name="Text Box 91">
              <a:extLst>
                <a:ext uri="{FF2B5EF4-FFF2-40B4-BE49-F238E27FC236}">
                  <a16:creationId xmlns:a16="http://schemas.microsoft.com/office/drawing/2014/main" id="{3176EAF5-0E6B-FBF9-0BA5-E792814230CE}"/>
                </a:ext>
              </a:extLst>
            </p:cNvPr>
            <p:cNvSpPr txBox="1">
              <a:spLocks noChangeArrowheads="1"/>
            </p:cNvSpPr>
            <p:nvPr/>
          </p:nvSpPr>
          <p:spPr bwMode="auto">
            <a:xfrm>
              <a:off x="2836863" y="2094001"/>
              <a:ext cx="576262"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d1</a:t>
              </a:r>
              <a:endParaRPr lang="ru-RU" altLang="en-US" sz="1800"/>
            </a:p>
          </p:txBody>
        </p:sp>
        <p:sp>
          <p:nvSpPr>
            <p:cNvPr id="122895" name="Text Box 96">
              <a:extLst>
                <a:ext uri="{FF2B5EF4-FFF2-40B4-BE49-F238E27FC236}">
                  <a16:creationId xmlns:a16="http://schemas.microsoft.com/office/drawing/2014/main" id="{E91E5805-AD02-01B4-4587-9D50BC3A9BCE}"/>
                </a:ext>
              </a:extLst>
            </p:cNvPr>
            <p:cNvSpPr txBox="1">
              <a:spLocks noChangeArrowheads="1"/>
            </p:cNvSpPr>
            <p:nvPr/>
          </p:nvSpPr>
          <p:spPr bwMode="auto">
            <a:xfrm>
              <a:off x="4421188" y="2015302"/>
              <a:ext cx="576262"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q1</a:t>
              </a:r>
              <a:endParaRPr lang="ru-RU" altLang="en-US" sz="1800"/>
            </a:p>
          </p:txBody>
        </p:sp>
        <p:sp>
          <p:nvSpPr>
            <p:cNvPr id="122896" name="Rectangle 78">
              <a:extLst>
                <a:ext uri="{FF2B5EF4-FFF2-40B4-BE49-F238E27FC236}">
                  <a16:creationId xmlns:a16="http://schemas.microsoft.com/office/drawing/2014/main" id="{41078172-5B84-6396-8B1D-8A22B06E0F41}"/>
                </a:ext>
              </a:extLst>
            </p:cNvPr>
            <p:cNvSpPr>
              <a:spLocks noChangeArrowheads="1"/>
            </p:cNvSpPr>
            <p:nvPr/>
          </p:nvSpPr>
          <p:spPr bwMode="auto">
            <a:xfrm>
              <a:off x="6437313" y="2333596"/>
              <a:ext cx="838200" cy="1414838"/>
            </a:xfrm>
            <a:prstGeom prst="rect">
              <a:avLst/>
            </a:prstGeom>
            <a:solidFill>
              <a:schemeClr val="accent1"/>
            </a:solidFill>
            <a:ln w="2540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solidFill>
                  <a:schemeClr val="bg1"/>
                </a:solidFill>
              </a:endParaRPr>
            </a:p>
          </p:txBody>
        </p:sp>
        <p:sp>
          <p:nvSpPr>
            <p:cNvPr id="122897" name="Text Box 79">
              <a:extLst>
                <a:ext uri="{FF2B5EF4-FFF2-40B4-BE49-F238E27FC236}">
                  <a16:creationId xmlns:a16="http://schemas.microsoft.com/office/drawing/2014/main" id="{BC6082ED-A380-ACD5-D4E4-ABDA435D4104}"/>
                </a:ext>
              </a:extLst>
            </p:cNvPr>
            <p:cNvSpPr txBox="1">
              <a:spLocks noChangeArrowheads="1"/>
            </p:cNvSpPr>
            <p:nvPr/>
          </p:nvSpPr>
          <p:spPr bwMode="auto">
            <a:xfrm>
              <a:off x="6494463" y="2447273"/>
              <a:ext cx="596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dirty="0">
                  <a:solidFill>
                    <a:schemeClr val="bg1"/>
                  </a:solidFill>
                </a:rPr>
                <a:t>D</a:t>
              </a:r>
              <a:endParaRPr lang="ru-RU" altLang="en-US" sz="1800" dirty="0">
                <a:solidFill>
                  <a:schemeClr val="bg1"/>
                </a:solidFill>
              </a:endParaRPr>
            </a:p>
          </p:txBody>
        </p:sp>
        <p:sp>
          <p:nvSpPr>
            <p:cNvPr id="122898" name="Text Box 80">
              <a:extLst>
                <a:ext uri="{FF2B5EF4-FFF2-40B4-BE49-F238E27FC236}">
                  <a16:creationId xmlns:a16="http://schemas.microsoft.com/office/drawing/2014/main" id="{B8A5B30E-C286-21F3-1AEE-BDB529C707D4}"/>
                </a:ext>
              </a:extLst>
            </p:cNvPr>
            <p:cNvSpPr txBox="1">
              <a:spLocks noChangeArrowheads="1"/>
            </p:cNvSpPr>
            <p:nvPr/>
          </p:nvSpPr>
          <p:spPr bwMode="auto">
            <a:xfrm>
              <a:off x="6523038" y="3153817"/>
              <a:ext cx="596900" cy="369332"/>
            </a:xfrm>
            <a:prstGeom prst="rect">
              <a:avLst/>
            </a:prstGeom>
            <a:solidFill>
              <a:schemeClr val="accent1"/>
            </a:solidFill>
            <a:ln>
              <a:noFill/>
            </a:ln>
            <a:extLs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solidFill>
                    <a:schemeClr val="bg1"/>
                  </a:solidFill>
                </a:rPr>
                <a:t>C</a:t>
              </a:r>
              <a:endParaRPr lang="ru-RU" altLang="en-US" sz="1800">
                <a:solidFill>
                  <a:schemeClr val="bg1"/>
                </a:solidFill>
              </a:endParaRPr>
            </a:p>
          </p:txBody>
        </p:sp>
        <p:sp>
          <p:nvSpPr>
            <p:cNvPr id="122899" name="AutoShape 81">
              <a:extLst>
                <a:ext uri="{FF2B5EF4-FFF2-40B4-BE49-F238E27FC236}">
                  <a16:creationId xmlns:a16="http://schemas.microsoft.com/office/drawing/2014/main" id="{88FFCD7A-E7D3-5BE8-2F6A-D41CDB6DF66F}"/>
                </a:ext>
              </a:extLst>
            </p:cNvPr>
            <p:cNvSpPr>
              <a:spLocks noChangeArrowheads="1"/>
            </p:cNvSpPr>
            <p:nvPr/>
          </p:nvSpPr>
          <p:spPr bwMode="auto">
            <a:xfrm rot="5400000">
              <a:off x="6373226" y="3306936"/>
              <a:ext cx="253586" cy="122237"/>
            </a:xfrm>
            <a:prstGeom prst="triangle">
              <a:avLst>
                <a:gd name="adj" fmla="val 50000"/>
              </a:avLst>
            </a:prstGeom>
            <a:solidFill>
              <a:schemeClr val="accent1"/>
            </a:solidFill>
            <a:ln w="19050" algn="ctr">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2900" name="Oval 83">
              <a:extLst>
                <a:ext uri="{FF2B5EF4-FFF2-40B4-BE49-F238E27FC236}">
                  <a16:creationId xmlns:a16="http://schemas.microsoft.com/office/drawing/2014/main" id="{2C2315B1-C4A8-C5B8-4C86-ED3CA3B5085D}"/>
                </a:ext>
              </a:extLst>
            </p:cNvPr>
            <p:cNvSpPr>
              <a:spLocks noChangeArrowheads="1"/>
            </p:cNvSpPr>
            <p:nvPr/>
          </p:nvSpPr>
          <p:spPr bwMode="auto">
            <a:xfrm>
              <a:off x="6783388" y="3758927"/>
              <a:ext cx="158750" cy="174887"/>
            </a:xfrm>
            <a:prstGeom prst="ellipse">
              <a:avLst/>
            </a:prstGeom>
            <a:solidFill>
              <a:schemeClr val="accent1"/>
            </a:solidFill>
            <a:ln w="22225">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2901" name="Line 84">
              <a:extLst>
                <a:ext uri="{FF2B5EF4-FFF2-40B4-BE49-F238E27FC236}">
                  <a16:creationId xmlns:a16="http://schemas.microsoft.com/office/drawing/2014/main" id="{C779B855-7A7E-6203-7181-F7A042DF2DA2}"/>
                </a:ext>
              </a:extLst>
            </p:cNvPr>
            <p:cNvSpPr>
              <a:spLocks noChangeShapeType="1"/>
            </p:cNvSpPr>
            <p:nvPr/>
          </p:nvSpPr>
          <p:spPr bwMode="auto">
            <a:xfrm>
              <a:off x="5862638" y="2567945"/>
              <a:ext cx="5746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2" name="Line 85">
              <a:extLst>
                <a:ext uri="{FF2B5EF4-FFF2-40B4-BE49-F238E27FC236}">
                  <a16:creationId xmlns:a16="http://schemas.microsoft.com/office/drawing/2014/main" id="{5600DF9C-3404-F9EE-58A0-82675E56C378}"/>
                </a:ext>
              </a:extLst>
            </p:cNvPr>
            <p:cNvSpPr>
              <a:spLocks noChangeShapeType="1"/>
            </p:cNvSpPr>
            <p:nvPr/>
          </p:nvSpPr>
          <p:spPr bwMode="auto">
            <a:xfrm>
              <a:off x="5862638" y="3335700"/>
              <a:ext cx="5746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3" name="Line 86">
              <a:extLst>
                <a:ext uri="{FF2B5EF4-FFF2-40B4-BE49-F238E27FC236}">
                  <a16:creationId xmlns:a16="http://schemas.microsoft.com/office/drawing/2014/main" id="{DB101134-3624-46EE-C98D-16DDFB732E95}"/>
                </a:ext>
              </a:extLst>
            </p:cNvPr>
            <p:cNvSpPr>
              <a:spLocks noChangeShapeType="1"/>
            </p:cNvSpPr>
            <p:nvPr/>
          </p:nvSpPr>
          <p:spPr bwMode="auto">
            <a:xfrm>
              <a:off x="7285038" y="2632654"/>
              <a:ext cx="5746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4" name="Line 88">
              <a:extLst>
                <a:ext uri="{FF2B5EF4-FFF2-40B4-BE49-F238E27FC236}">
                  <a16:creationId xmlns:a16="http://schemas.microsoft.com/office/drawing/2014/main" id="{E17F2371-E337-D819-26F5-7F596CF5BF1F}"/>
                </a:ext>
              </a:extLst>
            </p:cNvPr>
            <p:cNvSpPr>
              <a:spLocks noChangeShapeType="1"/>
            </p:cNvSpPr>
            <p:nvPr/>
          </p:nvSpPr>
          <p:spPr bwMode="auto">
            <a:xfrm flipV="1">
              <a:off x="6870700" y="3916326"/>
              <a:ext cx="0" cy="2378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5" name="Text Box 91">
              <a:extLst>
                <a:ext uri="{FF2B5EF4-FFF2-40B4-BE49-F238E27FC236}">
                  <a16:creationId xmlns:a16="http://schemas.microsoft.com/office/drawing/2014/main" id="{CC167775-7345-92DF-19CC-4AF32DD54469}"/>
                </a:ext>
              </a:extLst>
            </p:cNvPr>
            <p:cNvSpPr txBox="1">
              <a:spLocks noChangeArrowheads="1"/>
            </p:cNvSpPr>
            <p:nvPr/>
          </p:nvSpPr>
          <p:spPr bwMode="auto">
            <a:xfrm>
              <a:off x="5861050" y="2132476"/>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d2</a:t>
              </a:r>
              <a:endParaRPr lang="ru-RU" altLang="en-US" sz="1800"/>
            </a:p>
          </p:txBody>
        </p:sp>
        <p:sp>
          <p:nvSpPr>
            <p:cNvPr id="122906" name="Text Box 96">
              <a:extLst>
                <a:ext uri="{FF2B5EF4-FFF2-40B4-BE49-F238E27FC236}">
                  <a16:creationId xmlns:a16="http://schemas.microsoft.com/office/drawing/2014/main" id="{D084BC96-B803-D1CC-5E1D-F6E9D8768F26}"/>
                </a:ext>
              </a:extLst>
            </p:cNvPr>
            <p:cNvSpPr txBox="1">
              <a:spLocks noChangeArrowheads="1"/>
            </p:cNvSpPr>
            <p:nvPr/>
          </p:nvSpPr>
          <p:spPr bwMode="auto">
            <a:xfrm>
              <a:off x="7373938" y="2188440"/>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q2</a:t>
              </a:r>
              <a:endParaRPr lang="ru-RU" altLang="en-US" sz="1800"/>
            </a:p>
          </p:txBody>
        </p:sp>
        <p:sp>
          <p:nvSpPr>
            <p:cNvPr id="122907" name="Text Box 91">
              <a:extLst>
                <a:ext uri="{FF2B5EF4-FFF2-40B4-BE49-F238E27FC236}">
                  <a16:creationId xmlns:a16="http://schemas.microsoft.com/office/drawing/2014/main" id="{DE618D12-1D2F-3063-FB83-E5D50028C1F2}"/>
                </a:ext>
              </a:extLst>
            </p:cNvPr>
            <p:cNvSpPr txBox="1">
              <a:spLocks noChangeArrowheads="1"/>
            </p:cNvSpPr>
            <p:nvPr/>
          </p:nvSpPr>
          <p:spPr bwMode="auto">
            <a:xfrm>
              <a:off x="5429250" y="2094001"/>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“1”</a:t>
              </a:r>
              <a:endParaRPr lang="ru-RU" altLang="en-US" sz="1800"/>
            </a:p>
          </p:txBody>
        </p:sp>
        <p:sp>
          <p:nvSpPr>
            <p:cNvPr id="122908" name="Line 42">
              <a:extLst>
                <a:ext uri="{FF2B5EF4-FFF2-40B4-BE49-F238E27FC236}">
                  <a16:creationId xmlns:a16="http://schemas.microsoft.com/office/drawing/2014/main" id="{2A1F6BEE-CE2E-46E1-C962-B37CAE4E4FE4}"/>
                </a:ext>
              </a:extLst>
            </p:cNvPr>
            <p:cNvSpPr>
              <a:spLocks noChangeShapeType="1"/>
            </p:cNvSpPr>
            <p:nvPr/>
          </p:nvSpPr>
          <p:spPr bwMode="auto">
            <a:xfrm>
              <a:off x="5861050" y="3330454"/>
              <a:ext cx="0" cy="11887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09" name="Line 43">
              <a:extLst>
                <a:ext uri="{FF2B5EF4-FFF2-40B4-BE49-F238E27FC236}">
                  <a16:creationId xmlns:a16="http://schemas.microsoft.com/office/drawing/2014/main" id="{391D96BC-D4AF-6511-FECF-CE246E31B3A4}"/>
                </a:ext>
              </a:extLst>
            </p:cNvPr>
            <p:cNvSpPr>
              <a:spLocks noChangeShapeType="1"/>
            </p:cNvSpPr>
            <p:nvPr/>
          </p:nvSpPr>
          <p:spPr bwMode="auto">
            <a:xfrm flipV="1">
              <a:off x="1849375" y="4539832"/>
              <a:ext cx="40338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0" name="Text Box 90">
              <a:extLst>
                <a:ext uri="{FF2B5EF4-FFF2-40B4-BE49-F238E27FC236}">
                  <a16:creationId xmlns:a16="http://schemas.microsoft.com/office/drawing/2014/main" id="{3F80EC54-7C5B-03DB-FCC4-CCEC65EFDD5A}"/>
                </a:ext>
              </a:extLst>
            </p:cNvPr>
            <p:cNvSpPr txBox="1">
              <a:spLocks noChangeArrowheads="1"/>
            </p:cNvSpPr>
            <p:nvPr/>
          </p:nvSpPr>
          <p:spPr bwMode="auto">
            <a:xfrm>
              <a:off x="6724650" y="3379422"/>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dirty="0">
                  <a:solidFill>
                    <a:schemeClr val="bg1"/>
                  </a:solidFill>
                </a:rPr>
                <a:t>R</a:t>
              </a:r>
              <a:endParaRPr lang="ru-RU" altLang="en-US" sz="1800" dirty="0">
                <a:solidFill>
                  <a:schemeClr val="bg1"/>
                </a:solidFill>
              </a:endParaRPr>
            </a:p>
          </p:txBody>
        </p:sp>
        <p:sp>
          <p:nvSpPr>
            <p:cNvPr id="122911" name="Line 46">
              <a:extLst>
                <a:ext uri="{FF2B5EF4-FFF2-40B4-BE49-F238E27FC236}">
                  <a16:creationId xmlns:a16="http://schemas.microsoft.com/office/drawing/2014/main" id="{7EE60277-5049-52CB-CB75-BCB424A48DCD}"/>
                </a:ext>
              </a:extLst>
            </p:cNvPr>
            <p:cNvSpPr>
              <a:spLocks noChangeShapeType="1"/>
            </p:cNvSpPr>
            <p:nvPr/>
          </p:nvSpPr>
          <p:spPr bwMode="auto">
            <a:xfrm>
              <a:off x="3083750" y="3347942"/>
              <a:ext cx="0" cy="118872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22912" name="Line 52">
              <a:extLst>
                <a:ext uri="{FF2B5EF4-FFF2-40B4-BE49-F238E27FC236}">
                  <a16:creationId xmlns:a16="http://schemas.microsoft.com/office/drawing/2014/main" id="{8F732A98-AE94-521E-205C-A96E8A3CF8A3}"/>
                </a:ext>
              </a:extLst>
            </p:cNvPr>
            <p:cNvSpPr>
              <a:spLocks noChangeShapeType="1"/>
            </p:cNvSpPr>
            <p:nvPr/>
          </p:nvSpPr>
          <p:spPr bwMode="auto">
            <a:xfrm flipV="1">
              <a:off x="7862888" y="1805437"/>
              <a:ext cx="0" cy="8237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3" name="Line 57">
              <a:extLst>
                <a:ext uri="{FF2B5EF4-FFF2-40B4-BE49-F238E27FC236}">
                  <a16:creationId xmlns:a16="http://schemas.microsoft.com/office/drawing/2014/main" id="{32E540B0-C8DB-7747-ACB3-D49E71FFE72B}"/>
                </a:ext>
              </a:extLst>
            </p:cNvPr>
            <p:cNvSpPr>
              <a:spLocks noChangeShapeType="1"/>
            </p:cNvSpPr>
            <p:nvPr/>
          </p:nvSpPr>
          <p:spPr bwMode="auto">
            <a:xfrm flipH="1">
              <a:off x="2116138" y="1791446"/>
              <a:ext cx="57610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4" name="Line 58">
              <a:extLst>
                <a:ext uri="{FF2B5EF4-FFF2-40B4-BE49-F238E27FC236}">
                  <a16:creationId xmlns:a16="http://schemas.microsoft.com/office/drawing/2014/main" id="{F4773421-9AA8-D70D-2254-087E61B00762}"/>
                </a:ext>
              </a:extLst>
            </p:cNvPr>
            <p:cNvSpPr>
              <a:spLocks noChangeShapeType="1"/>
            </p:cNvSpPr>
            <p:nvPr/>
          </p:nvSpPr>
          <p:spPr bwMode="auto">
            <a:xfrm>
              <a:off x="2116138" y="1779204"/>
              <a:ext cx="0" cy="54914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5" name="Line 59">
              <a:extLst>
                <a:ext uri="{FF2B5EF4-FFF2-40B4-BE49-F238E27FC236}">
                  <a16:creationId xmlns:a16="http://schemas.microsoft.com/office/drawing/2014/main" id="{37DDDE31-A5B7-B8E5-AB5C-C610BEB4F86F}"/>
                </a:ext>
              </a:extLst>
            </p:cNvPr>
            <p:cNvSpPr>
              <a:spLocks noChangeShapeType="1"/>
            </p:cNvSpPr>
            <p:nvPr/>
          </p:nvSpPr>
          <p:spPr bwMode="auto">
            <a:xfrm>
              <a:off x="2116138" y="2331848"/>
              <a:ext cx="288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311">
              <a:extLst>
                <a:ext uri="{FF2B5EF4-FFF2-40B4-BE49-F238E27FC236}">
                  <a16:creationId xmlns:a16="http://schemas.microsoft.com/office/drawing/2014/main" id="{D0EF343C-4C60-4956-8D51-6FAC9BBA55D3}"/>
                </a:ext>
              </a:extLst>
            </p:cNvPr>
            <p:cNvGrpSpPr>
              <a:grpSpLocks/>
            </p:cNvGrpSpPr>
            <p:nvPr/>
          </p:nvGrpSpPr>
          <p:grpSpPr bwMode="auto">
            <a:xfrm>
              <a:off x="1699263" y="2426567"/>
              <a:ext cx="457200" cy="457200"/>
              <a:chOff x="894" y="2432"/>
              <a:chExt cx="337" cy="326"/>
            </a:xfrm>
            <a:solidFill>
              <a:schemeClr val="accent1"/>
            </a:solidFill>
          </p:grpSpPr>
          <p:sp>
            <p:nvSpPr>
              <p:cNvPr id="87103" name="AutoShape 312">
                <a:extLst>
                  <a:ext uri="{FF2B5EF4-FFF2-40B4-BE49-F238E27FC236}">
                    <a16:creationId xmlns:a16="http://schemas.microsoft.com/office/drawing/2014/main" id="{E0032B56-0C7A-4855-B77F-23237D93BCB9}"/>
                  </a:ext>
                </a:extLst>
              </p:cNvPr>
              <p:cNvSpPr>
                <a:spLocks noChangeArrowheads="1"/>
              </p:cNvSpPr>
              <p:nvPr/>
            </p:nvSpPr>
            <p:spPr bwMode="auto">
              <a:xfrm rot="5400000">
                <a:off x="860" y="2466"/>
                <a:ext cx="326" cy="258"/>
              </a:xfrm>
              <a:prstGeom prst="triangle">
                <a:avLst>
                  <a:gd name="adj" fmla="val 50000"/>
                </a:avLst>
              </a:prstGeom>
              <a:grpFill/>
              <a:ln w="25400">
                <a:solidFill>
                  <a:schemeClr val="tx1"/>
                </a:solidFill>
                <a:miter lim="800000"/>
                <a:headEnd/>
                <a:tailEnd/>
              </a:ln>
            </p:spPr>
            <p:txBody>
              <a:bodyPr rot="10800000" vert="eaVert" wrap="none" anchor="ctr"/>
              <a:lstStyle/>
              <a:p>
                <a:pPr eaLnBrk="1" hangingPunct="1">
                  <a:defRPr/>
                </a:pPr>
                <a:endParaRPr lang="ru-RU"/>
              </a:p>
            </p:txBody>
          </p:sp>
          <p:sp>
            <p:nvSpPr>
              <p:cNvPr id="87104" name="Oval 313">
                <a:extLst>
                  <a:ext uri="{FF2B5EF4-FFF2-40B4-BE49-F238E27FC236}">
                    <a16:creationId xmlns:a16="http://schemas.microsoft.com/office/drawing/2014/main" id="{3C0B8A3B-5871-47B2-B1DC-68E6EC470682}"/>
                  </a:ext>
                </a:extLst>
              </p:cNvPr>
              <p:cNvSpPr>
                <a:spLocks noChangeArrowheads="1"/>
              </p:cNvSpPr>
              <p:nvPr/>
            </p:nvSpPr>
            <p:spPr bwMode="auto">
              <a:xfrm>
                <a:off x="1154" y="2558"/>
                <a:ext cx="77" cy="77"/>
              </a:xfrm>
              <a:prstGeom prst="ellipse">
                <a:avLst/>
              </a:prstGeom>
              <a:grpFill/>
              <a:ln w="28575">
                <a:solidFill>
                  <a:schemeClr val="tx1"/>
                </a:solidFill>
                <a:round/>
                <a:headEnd/>
                <a:tailEnd/>
              </a:ln>
            </p:spPr>
            <p:txBody>
              <a:bodyPr wrap="none" anchor="ctr"/>
              <a:lstStyle/>
              <a:p>
                <a:pPr eaLnBrk="1" hangingPunct="1">
                  <a:defRPr/>
                </a:pPr>
                <a:endParaRPr lang="ru-RU"/>
              </a:p>
            </p:txBody>
          </p:sp>
        </p:grpSp>
        <p:sp>
          <p:nvSpPr>
            <p:cNvPr id="122917" name="Line 63">
              <a:extLst>
                <a:ext uri="{FF2B5EF4-FFF2-40B4-BE49-F238E27FC236}">
                  <a16:creationId xmlns:a16="http://schemas.microsoft.com/office/drawing/2014/main" id="{56496CEE-72FE-947A-656C-E1B4757E402C}"/>
                </a:ext>
              </a:extLst>
            </p:cNvPr>
            <p:cNvSpPr>
              <a:spLocks noChangeShapeType="1"/>
            </p:cNvSpPr>
            <p:nvPr/>
          </p:nvSpPr>
          <p:spPr bwMode="auto">
            <a:xfrm>
              <a:off x="2165413" y="2648393"/>
              <a:ext cx="246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8" name="Line 64">
              <a:extLst>
                <a:ext uri="{FF2B5EF4-FFF2-40B4-BE49-F238E27FC236}">
                  <a16:creationId xmlns:a16="http://schemas.microsoft.com/office/drawing/2014/main" id="{9819F72D-905C-CD12-4AAF-AB0AC32D9125}"/>
                </a:ext>
              </a:extLst>
            </p:cNvPr>
            <p:cNvSpPr>
              <a:spLocks noChangeShapeType="1"/>
            </p:cNvSpPr>
            <p:nvPr/>
          </p:nvSpPr>
          <p:spPr bwMode="auto">
            <a:xfrm>
              <a:off x="1138613" y="2648393"/>
              <a:ext cx="5486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19" name="Text Box 65">
              <a:extLst>
                <a:ext uri="{FF2B5EF4-FFF2-40B4-BE49-F238E27FC236}">
                  <a16:creationId xmlns:a16="http://schemas.microsoft.com/office/drawing/2014/main" id="{6451F8E7-D808-5E5F-CF11-B9103A895F53}"/>
                </a:ext>
              </a:extLst>
            </p:cNvPr>
            <p:cNvSpPr txBox="1">
              <a:spLocks noChangeArrowheads="1"/>
            </p:cNvSpPr>
            <p:nvPr/>
          </p:nvSpPr>
          <p:spPr bwMode="auto">
            <a:xfrm>
              <a:off x="916112" y="2279578"/>
              <a:ext cx="576262"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x</a:t>
              </a:r>
              <a:endParaRPr lang="ru-RU" altLang="en-US" sz="1800"/>
            </a:p>
          </p:txBody>
        </p:sp>
        <p:sp>
          <p:nvSpPr>
            <p:cNvPr id="122920" name="Text Box 66">
              <a:extLst>
                <a:ext uri="{FF2B5EF4-FFF2-40B4-BE49-F238E27FC236}">
                  <a16:creationId xmlns:a16="http://schemas.microsoft.com/office/drawing/2014/main" id="{AE64257F-A831-FCAF-AB83-ECE633B7BF78}"/>
                </a:ext>
              </a:extLst>
            </p:cNvPr>
            <p:cNvSpPr txBox="1">
              <a:spLocks noChangeArrowheads="1"/>
            </p:cNvSpPr>
            <p:nvPr/>
          </p:nvSpPr>
          <p:spPr bwMode="auto">
            <a:xfrm>
              <a:off x="1828800" y="4203227"/>
              <a:ext cx="10080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Clock</a:t>
              </a:r>
              <a:endParaRPr lang="ru-RU" altLang="en-US" sz="1800"/>
            </a:p>
          </p:txBody>
        </p:sp>
        <p:sp>
          <p:nvSpPr>
            <p:cNvPr id="122921" name="Line 67">
              <a:extLst>
                <a:ext uri="{FF2B5EF4-FFF2-40B4-BE49-F238E27FC236}">
                  <a16:creationId xmlns:a16="http://schemas.microsoft.com/office/drawing/2014/main" id="{0F0EF127-6621-9718-C4ED-B90EEE8D704C}"/>
                </a:ext>
              </a:extLst>
            </p:cNvPr>
            <p:cNvSpPr>
              <a:spLocks noChangeShapeType="1"/>
            </p:cNvSpPr>
            <p:nvPr/>
          </p:nvSpPr>
          <p:spPr bwMode="auto">
            <a:xfrm flipV="1">
              <a:off x="1825625" y="4155921"/>
              <a:ext cx="5041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22" name="Text Box 68">
              <a:extLst>
                <a:ext uri="{FF2B5EF4-FFF2-40B4-BE49-F238E27FC236}">
                  <a16:creationId xmlns:a16="http://schemas.microsoft.com/office/drawing/2014/main" id="{36747136-B4D0-8945-5986-67C4E8D36A8B}"/>
                </a:ext>
              </a:extLst>
            </p:cNvPr>
            <p:cNvSpPr txBox="1">
              <a:spLocks noChangeArrowheads="1"/>
            </p:cNvSpPr>
            <p:nvPr/>
          </p:nvSpPr>
          <p:spPr bwMode="auto">
            <a:xfrm>
              <a:off x="1828800" y="3799151"/>
              <a:ext cx="10080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Reset</a:t>
              </a:r>
              <a:endParaRPr lang="ru-RU" altLang="en-US" sz="1800"/>
            </a:p>
          </p:txBody>
        </p:sp>
        <p:sp>
          <p:nvSpPr>
            <p:cNvPr id="122923" name="Line 74">
              <a:extLst>
                <a:ext uri="{FF2B5EF4-FFF2-40B4-BE49-F238E27FC236}">
                  <a16:creationId xmlns:a16="http://schemas.microsoft.com/office/drawing/2014/main" id="{6B880C93-DF58-4EF6-3C4B-13C660D3311A}"/>
                </a:ext>
              </a:extLst>
            </p:cNvPr>
            <p:cNvSpPr>
              <a:spLocks noChangeShapeType="1"/>
            </p:cNvSpPr>
            <p:nvPr/>
          </p:nvSpPr>
          <p:spPr bwMode="auto">
            <a:xfrm>
              <a:off x="4720400" y="2648393"/>
              <a:ext cx="0" cy="21945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24" name="Line 75">
              <a:extLst>
                <a:ext uri="{FF2B5EF4-FFF2-40B4-BE49-F238E27FC236}">
                  <a16:creationId xmlns:a16="http://schemas.microsoft.com/office/drawing/2014/main" id="{7D12A392-BF0B-A678-6267-6F7A5634FA87}"/>
                </a:ext>
              </a:extLst>
            </p:cNvPr>
            <p:cNvSpPr>
              <a:spLocks noChangeShapeType="1"/>
            </p:cNvSpPr>
            <p:nvPr/>
          </p:nvSpPr>
          <p:spPr bwMode="auto">
            <a:xfrm>
              <a:off x="4708525" y="4850483"/>
              <a:ext cx="323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25" name="Line 76">
              <a:extLst>
                <a:ext uri="{FF2B5EF4-FFF2-40B4-BE49-F238E27FC236}">
                  <a16:creationId xmlns:a16="http://schemas.microsoft.com/office/drawing/2014/main" id="{B3044592-595C-0CB0-8294-1E8D235655E5}"/>
                </a:ext>
              </a:extLst>
            </p:cNvPr>
            <p:cNvSpPr>
              <a:spLocks noChangeShapeType="1"/>
            </p:cNvSpPr>
            <p:nvPr/>
          </p:nvSpPr>
          <p:spPr bwMode="auto">
            <a:xfrm>
              <a:off x="1439863" y="2648393"/>
              <a:ext cx="0" cy="242316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22926" name="Line 77">
              <a:extLst>
                <a:ext uri="{FF2B5EF4-FFF2-40B4-BE49-F238E27FC236}">
                  <a16:creationId xmlns:a16="http://schemas.microsoft.com/office/drawing/2014/main" id="{BA438823-86CB-0CCA-9905-6FF2B045ED2F}"/>
                </a:ext>
              </a:extLst>
            </p:cNvPr>
            <p:cNvSpPr>
              <a:spLocks noChangeShapeType="1"/>
            </p:cNvSpPr>
            <p:nvPr/>
          </p:nvSpPr>
          <p:spPr bwMode="auto">
            <a:xfrm>
              <a:off x="1439863" y="5080039"/>
              <a:ext cx="35623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27" name="Line 78">
              <a:extLst>
                <a:ext uri="{FF2B5EF4-FFF2-40B4-BE49-F238E27FC236}">
                  <a16:creationId xmlns:a16="http://schemas.microsoft.com/office/drawing/2014/main" id="{F045AC14-93D6-0748-CCA4-94709C68566F}"/>
                </a:ext>
              </a:extLst>
            </p:cNvPr>
            <p:cNvSpPr>
              <a:spLocks noChangeShapeType="1"/>
            </p:cNvSpPr>
            <p:nvPr/>
          </p:nvSpPr>
          <p:spPr bwMode="auto">
            <a:xfrm>
              <a:off x="5462713" y="4954121"/>
              <a:ext cx="20161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28" name="Text Box 79">
              <a:extLst>
                <a:ext uri="{FF2B5EF4-FFF2-40B4-BE49-F238E27FC236}">
                  <a16:creationId xmlns:a16="http://schemas.microsoft.com/office/drawing/2014/main" id="{4EE9758A-CD5A-C607-971F-88B19CF3EAEE}"/>
                </a:ext>
              </a:extLst>
            </p:cNvPr>
            <p:cNvSpPr txBox="1">
              <a:spLocks noChangeArrowheads="1"/>
            </p:cNvSpPr>
            <p:nvPr/>
          </p:nvSpPr>
          <p:spPr bwMode="auto">
            <a:xfrm>
              <a:off x="7589838" y="4758808"/>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y</a:t>
              </a:r>
              <a:endParaRPr lang="ru-RU" altLang="en-US" sz="1800"/>
            </a:p>
          </p:txBody>
        </p:sp>
        <p:sp>
          <p:nvSpPr>
            <p:cNvPr id="122929" name="AutoShape 64">
              <a:extLst>
                <a:ext uri="{FF2B5EF4-FFF2-40B4-BE49-F238E27FC236}">
                  <a16:creationId xmlns:a16="http://schemas.microsoft.com/office/drawing/2014/main" id="{68165A1B-CA3F-C50F-2D02-968F260DC009}"/>
                </a:ext>
              </a:extLst>
            </p:cNvPr>
            <p:cNvSpPr>
              <a:spLocks noChangeArrowheads="1"/>
            </p:cNvSpPr>
            <p:nvPr/>
          </p:nvSpPr>
          <p:spPr bwMode="auto">
            <a:xfrm>
              <a:off x="4979988" y="4681944"/>
              <a:ext cx="457200" cy="548640"/>
            </a:xfrm>
            <a:prstGeom prst="flowChartDelay">
              <a:avLst/>
            </a:prstGeom>
            <a:solidFill>
              <a:schemeClr val="accent1"/>
            </a:solidFill>
            <a:ln w="222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22930" name="AutoShape 65">
              <a:extLst>
                <a:ext uri="{FF2B5EF4-FFF2-40B4-BE49-F238E27FC236}">
                  <a16:creationId xmlns:a16="http://schemas.microsoft.com/office/drawing/2014/main" id="{44E8E86B-322E-BDEA-710E-60E5E8732E57}"/>
                </a:ext>
              </a:extLst>
            </p:cNvPr>
            <p:cNvSpPr>
              <a:spLocks noChangeArrowheads="1"/>
            </p:cNvSpPr>
            <p:nvPr/>
          </p:nvSpPr>
          <p:spPr bwMode="auto">
            <a:xfrm>
              <a:off x="2413000" y="2237408"/>
              <a:ext cx="457200" cy="548640"/>
            </a:xfrm>
            <a:prstGeom prst="flowChartDelay">
              <a:avLst/>
            </a:prstGeom>
            <a:solidFill>
              <a:schemeClr val="accent1"/>
            </a:solidFill>
            <a:ln w="222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9" name="Title 8">
            <a:extLst>
              <a:ext uri="{FF2B5EF4-FFF2-40B4-BE49-F238E27FC236}">
                <a16:creationId xmlns:a16="http://schemas.microsoft.com/office/drawing/2014/main" id="{5CCE62C1-C104-B2ED-A66D-E11668A225AA}"/>
              </a:ext>
            </a:extLst>
          </p:cNvPr>
          <p:cNvSpPr>
            <a:spLocks noGrp="1"/>
          </p:cNvSpPr>
          <p:nvPr>
            <p:ph type="title"/>
          </p:nvPr>
        </p:nvSpPr>
        <p:spPr/>
        <p:txBody>
          <a:bodyPr>
            <a:normAutofit/>
          </a:bodyPr>
          <a:lstStyle/>
          <a:p>
            <a:r>
              <a:rPr lang="en-US" dirty="0"/>
              <a:t>The circuit of FSM</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3">
            <a:extLst>
              <a:ext uri="{FF2B5EF4-FFF2-40B4-BE49-F238E27FC236}">
                <a16:creationId xmlns:a16="http://schemas.microsoft.com/office/drawing/2014/main" id="{5D34F19E-9B32-C74C-FC52-28E4DB70A004}"/>
              </a:ext>
            </a:extLst>
          </p:cNvPr>
          <p:cNvSpPr txBox="1">
            <a:spLocks noChangeArrowheads="1"/>
          </p:cNvSpPr>
          <p:nvPr/>
        </p:nvSpPr>
        <p:spPr bwMode="auto">
          <a:xfrm>
            <a:off x="2560638" y="1598613"/>
            <a:ext cx="70786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a:t>Consider the design of linear adder. </a:t>
            </a:r>
          </a:p>
        </p:txBody>
      </p:sp>
      <p:grpSp>
        <p:nvGrpSpPr>
          <p:cNvPr id="124931" name="Group 27">
            <a:extLst>
              <a:ext uri="{FF2B5EF4-FFF2-40B4-BE49-F238E27FC236}">
                <a16:creationId xmlns:a16="http://schemas.microsoft.com/office/drawing/2014/main" id="{66617F94-F8CF-8DB6-F877-949EBDC36CED}"/>
              </a:ext>
            </a:extLst>
          </p:cNvPr>
          <p:cNvGrpSpPr>
            <a:grpSpLocks/>
          </p:cNvGrpSpPr>
          <p:nvPr/>
        </p:nvGrpSpPr>
        <p:grpSpPr bwMode="auto">
          <a:xfrm>
            <a:off x="2589214" y="2251075"/>
            <a:ext cx="6994525" cy="1436688"/>
            <a:chOff x="615" y="1488"/>
            <a:chExt cx="4406" cy="905"/>
          </a:xfrm>
        </p:grpSpPr>
        <p:sp>
          <p:nvSpPr>
            <p:cNvPr id="65543" name="Oval 5">
              <a:extLst>
                <a:ext uri="{FF2B5EF4-FFF2-40B4-BE49-F238E27FC236}">
                  <a16:creationId xmlns:a16="http://schemas.microsoft.com/office/drawing/2014/main" id="{42E2308E-2916-4E36-93DB-EC81B9EC8232}"/>
                </a:ext>
              </a:extLst>
            </p:cNvPr>
            <p:cNvSpPr>
              <a:spLocks noChangeArrowheads="1"/>
            </p:cNvSpPr>
            <p:nvPr/>
          </p:nvSpPr>
          <p:spPr bwMode="auto">
            <a:xfrm>
              <a:off x="615" y="1646"/>
              <a:ext cx="380" cy="384"/>
            </a:xfrm>
            <a:prstGeom prst="ellipse">
              <a:avLst/>
            </a:prstGeom>
            <a:solidFill>
              <a:schemeClr val="accent1"/>
            </a:solidFill>
            <a:ln w="34925">
              <a:solidFill>
                <a:srgbClr val="000000"/>
              </a:solidFill>
              <a:round/>
              <a:headEnd/>
              <a:tailEnd/>
            </a:ln>
          </p:spPr>
          <p:txBody>
            <a:bodyPr/>
            <a:lstStyle/>
            <a:p>
              <a:pPr>
                <a:defRPr/>
              </a:pPr>
              <a:r>
                <a:rPr lang="en-US" dirty="0">
                  <a:solidFill>
                    <a:schemeClr val="bg1"/>
                  </a:solidFill>
                </a:rPr>
                <a:t>S</a:t>
              </a:r>
              <a:r>
                <a:rPr lang="en-US" baseline="-25000" dirty="0">
                  <a:solidFill>
                    <a:schemeClr val="bg1"/>
                  </a:solidFill>
                </a:rPr>
                <a:t>1</a:t>
              </a:r>
              <a:endParaRPr lang="en-US" dirty="0">
                <a:solidFill>
                  <a:schemeClr val="bg1"/>
                </a:solidFill>
              </a:endParaRPr>
            </a:p>
            <a:p>
              <a:pPr>
                <a:defRPr/>
              </a:pPr>
              <a:endParaRPr lang="en-US" dirty="0">
                <a:solidFill>
                  <a:schemeClr val="bg1"/>
                </a:solidFill>
              </a:endParaRPr>
            </a:p>
          </p:txBody>
        </p:sp>
        <p:sp>
          <p:nvSpPr>
            <p:cNvPr id="65544" name="Oval 6">
              <a:extLst>
                <a:ext uri="{FF2B5EF4-FFF2-40B4-BE49-F238E27FC236}">
                  <a16:creationId xmlns:a16="http://schemas.microsoft.com/office/drawing/2014/main" id="{9AB5F6AA-FE28-404A-80B1-419E9B4D77EC}"/>
                </a:ext>
              </a:extLst>
            </p:cNvPr>
            <p:cNvSpPr>
              <a:spLocks noChangeArrowheads="1"/>
            </p:cNvSpPr>
            <p:nvPr/>
          </p:nvSpPr>
          <p:spPr bwMode="auto">
            <a:xfrm>
              <a:off x="1582" y="1642"/>
              <a:ext cx="393" cy="384"/>
            </a:xfrm>
            <a:prstGeom prst="ellipse">
              <a:avLst/>
            </a:prstGeom>
            <a:solidFill>
              <a:schemeClr val="accent1"/>
            </a:solidFill>
            <a:ln w="34925">
              <a:solidFill>
                <a:srgbClr val="000000"/>
              </a:solidFill>
              <a:round/>
              <a:headEnd/>
              <a:tailEnd/>
            </a:ln>
          </p:spPr>
          <p:txBody>
            <a:bodyPr/>
            <a:lstStyle/>
            <a:p>
              <a:pPr>
                <a:defRPr/>
              </a:pPr>
              <a:r>
                <a:rPr lang="en-US" dirty="0">
                  <a:solidFill>
                    <a:schemeClr val="bg1"/>
                  </a:solidFill>
                </a:rPr>
                <a:t>S</a:t>
              </a:r>
              <a:r>
                <a:rPr lang="en-US" baseline="-25000" dirty="0">
                  <a:solidFill>
                    <a:schemeClr val="bg1"/>
                  </a:solidFill>
                </a:rPr>
                <a:t>0</a:t>
              </a:r>
              <a:endParaRPr lang="en-US" dirty="0">
                <a:solidFill>
                  <a:schemeClr val="bg1"/>
                </a:solidFill>
              </a:endParaRPr>
            </a:p>
            <a:p>
              <a:pPr>
                <a:defRPr/>
              </a:pPr>
              <a:endParaRPr lang="en-US" dirty="0">
                <a:solidFill>
                  <a:schemeClr val="bg1"/>
                </a:solidFill>
              </a:endParaRPr>
            </a:p>
          </p:txBody>
        </p:sp>
        <p:sp>
          <p:nvSpPr>
            <p:cNvPr id="65545" name="Oval 7">
              <a:extLst>
                <a:ext uri="{FF2B5EF4-FFF2-40B4-BE49-F238E27FC236}">
                  <a16:creationId xmlns:a16="http://schemas.microsoft.com/office/drawing/2014/main" id="{05059E79-B61F-4E4A-9B7D-11B41137B744}"/>
                </a:ext>
              </a:extLst>
            </p:cNvPr>
            <p:cNvSpPr>
              <a:spLocks noChangeArrowheads="1"/>
            </p:cNvSpPr>
            <p:nvPr/>
          </p:nvSpPr>
          <p:spPr bwMode="auto">
            <a:xfrm>
              <a:off x="2568" y="1642"/>
              <a:ext cx="402" cy="384"/>
            </a:xfrm>
            <a:prstGeom prst="ellipse">
              <a:avLst/>
            </a:prstGeom>
            <a:solidFill>
              <a:schemeClr val="accent1"/>
            </a:solidFill>
            <a:ln w="34925">
              <a:solidFill>
                <a:srgbClr val="000000"/>
              </a:solidFill>
              <a:round/>
              <a:headEnd/>
              <a:tailEnd/>
            </a:ln>
          </p:spPr>
          <p:txBody>
            <a:bodyPr/>
            <a:lstStyle/>
            <a:p>
              <a:pPr>
                <a:defRPr/>
              </a:pPr>
              <a:r>
                <a:rPr lang="en-US" dirty="0">
                  <a:solidFill>
                    <a:schemeClr val="bg1"/>
                  </a:solidFill>
                </a:rPr>
                <a:t>S</a:t>
              </a:r>
              <a:r>
                <a:rPr lang="en-US" baseline="-25000" dirty="0">
                  <a:solidFill>
                    <a:schemeClr val="bg1"/>
                  </a:solidFill>
                </a:rPr>
                <a:t>2</a:t>
              </a:r>
            </a:p>
            <a:p>
              <a:pPr>
                <a:defRPr/>
              </a:pPr>
              <a:endParaRPr lang="en-US" dirty="0">
                <a:solidFill>
                  <a:schemeClr val="bg1"/>
                </a:solidFill>
              </a:endParaRPr>
            </a:p>
          </p:txBody>
        </p:sp>
        <p:sp>
          <p:nvSpPr>
            <p:cNvPr id="65546" name="Oval 8">
              <a:extLst>
                <a:ext uri="{FF2B5EF4-FFF2-40B4-BE49-F238E27FC236}">
                  <a16:creationId xmlns:a16="http://schemas.microsoft.com/office/drawing/2014/main" id="{11591F2A-6375-47AE-9808-E37FE8C6C704}"/>
                </a:ext>
              </a:extLst>
            </p:cNvPr>
            <p:cNvSpPr>
              <a:spLocks noChangeArrowheads="1"/>
            </p:cNvSpPr>
            <p:nvPr/>
          </p:nvSpPr>
          <p:spPr bwMode="auto">
            <a:xfrm>
              <a:off x="3633" y="1642"/>
              <a:ext cx="383" cy="384"/>
            </a:xfrm>
            <a:prstGeom prst="ellipse">
              <a:avLst/>
            </a:prstGeom>
            <a:solidFill>
              <a:schemeClr val="accent1"/>
            </a:solidFill>
            <a:ln w="34925">
              <a:solidFill>
                <a:srgbClr val="000000"/>
              </a:solidFill>
              <a:round/>
              <a:headEnd/>
              <a:tailEnd/>
            </a:ln>
          </p:spPr>
          <p:txBody>
            <a:bodyPr/>
            <a:lstStyle/>
            <a:p>
              <a:pPr>
                <a:defRPr/>
              </a:pPr>
              <a:r>
                <a:rPr lang="en-US" dirty="0">
                  <a:solidFill>
                    <a:schemeClr val="bg1"/>
                  </a:solidFill>
                </a:rPr>
                <a:t>S</a:t>
              </a:r>
              <a:r>
                <a:rPr lang="en-US" baseline="-25000" dirty="0">
                  <a:solidFill>
                    <a:schemeClr val="bg1"/>
                  </a:solidFill>
                </a:rPr>
                <a:t>3</a:t>
              </a:r>
              <a:endParaRPr lang="en-US" dirty="0">
                <a:solidFill>
                  <a:schemeClr val="bg1"/>
                </a:solidFill>
              </a:endParaRPr>
            </a:p>
            <a:p>
              <a:pPr>
                <a:defRPr/>
              </a:pPr>
              <a:endParaRPr lang="en-US" dirty="0">
                <a:solidFill>
                  <a:schemeClr val="bg1"/>
                </a:solidFill>
              </a:endParaRPr>
            </a:p>
          </p:txBody>
        </p:sp>
        <p:sp>
          <p:nvSpPr>
            <p:cNvPr id="65547" name="Oval 9">
              <a:extLst>
                <a:ext uri="{FF2B5EF4-FFF2-40B4-BE49-F238E27FC236}">
                  <a16:creationId xmlns:a16="http://schemas.microsoft.com/office/drawing/2014/main" id="{1A29109C-6DDA-45EE-8EE1-4A93752E7F23}"/>
                </a:ext>
              </a:extLst>
            </p:cNvPr>
            <p:cNvSpPr>
              <a:spLocks noChangeArrowheads="1"/>
            </p:cNvSpPr>
            <p:nvPr/>
          </p:nvSpPr>
          <p:spPr bwMode="auto">
            <a:xfrm>
              <a:off x="4629" y="1642"/>
              <a:ext cx="392" cy="384"/>
            </a:xfrm>
            <a:prstGeom prst="ellipse">
              <a:avLst/>
            </a:prstGeom>
            <a:solidFill>
              <a:schemeClr val="accent1"/>
            </a:solidFill>
            <a:ln w="34925">
              <a:solidFill>
                <a:srgbClr val="000000"/>
              </a:solidFill>
              <a:round/>
              <a:headEnd/>
              <a:tailEnd/>
            </a:ln>
          </p:spPr>
          <p:txBody>
            <a:bodyPr/>
            <a:lstStyle/>
            <a:p>
              <a:pPr>
                <a:defRPr/>
              </a:pPr>
              <a:r>
                <a:rPr lang="en-US" dirty="0">
                  <a:solidFill>
                    <a:schemeClr val="bg1"/>
                  </a:solidFill>
                </a:rPr>
                <a:t>S</a:t>
              </a:r>
              <a:r>
                <a:rPr lang="en-US" baseline="-25000" dirty="0">
                  <a:solidFill>
                    <a:schemeClr val="bg1"/>
                  </a:solidFill>
                </a:rPr>
                <a:t>4</a:t>
              </a:r>
              <a:endParaRPr lang="en-US" dirty="0">
                <a:solidFill>
                  <a:schemeClr val="bg1"/>
                </a:solidFill>
              </a:endParaRPr>
            </a:p>
            <a:p>
              <a:pPr>
                <a:defRPr/>
              </a:pPr>
              <a:endParaRPr lang="en-US" dirty="0">
                <a:solidFill>
                  <a:schemeClr val="bg1"/>
                </a:solidFill>
              </a:endParaRPr>
            </a:p>
          </p:txBody>
        </p:sp>
        <p:sp>
          <p:nvSpPr>
            <p:cNvPr id="65548" name="Line 10">
              <a:extLst>
                <a:ext uri="{FF2B5EF4-FFF2-40B4-BE49-F238E27FC236}">
                  <a16:creationId xmlns:a16="http://schemas.microsoft.com/office/drawing/2014/main" id="{3618494B-C422-473E-8F40-3B1D7E496935}"/>
                </a:ext>
              </a:extLst>
            </p:cNvPr>
            <p:cNvSpPr>
              <a:spLocks noChangeShapeType="1"/>
            </p:cNvSpPr>
            <p:nvPr/>
          </p:nvSpPr>
          <p:spPr bwMode="auto">
            <a:xfrm>
              <a:off x="955" y="1930"/>
              <a:ext cx="627" cy="0"/>
            </a:xfrm>
            <a:prstGeom prst="line">
              <a:avLst/>
            </a:prstGeom>
            <a:noFill/>
            <a:ln w="34925">
              <a:solidFill>
                <a:srgbClr val="000000"/>
              </a:solidFill>
              <a:round/>
              <a:headEnd/>
              <a:tailEnd type="triangle" w="med" len="med"/>
            </a:ln>
          </p:spPr>
          <p:txBody>
            <a:bodyPr/>
            <a:lstStyle/>
            <a:p>
              <a:pPr eaLnBrk="1" hangingPunct="1">
                <a:defRPr/>
              </a:pPr>
              <a:endParaRPr lang="en-US" dirty="0"/>
            </a:p>
          </p:txBody>
        </p:sp>
        <p:sp>
          <p:nvSpPr>
            <p:cNvPr id="65549" name="Line 11">
              <a:extLst>
                <a:ext uri="{FF2B5EF4-FFF2-40B4-BE49-F238E27FC236}">
                  <a16:creationId xmlns:a16="http://schemas.microsoft.com/office/drawing/2014/main" id="{1FE106E9-DB68-42EB-8BA2-4050F8F37BF3}"/>
                </a:ext>
              </a:extLst>
            </p:cNvPr>
            <p:cNvSpPr>
              <a:spLocks noChangeShapeType="1"/>
            </p:cNvSpPr>
            <p:nvPr/>
          </p:nvSpPr>
          <p:spPr bwMode="auto">
            <a:xfrm flipH="1">
              <a:off x="955" y="1738"/>
              <a:ext cx="627" cy="0"/>
            </a:xfrm>
            <a:prstGeom prst="line">
              <a:avLst/>
            </a:prstGeom>
            <a:noFill/>
            <a:ln w="34925">
              <a:solidFill>
                <a:srgbClr val="000000"/>
              </a:solidFill>
              <a:round/>
              <a:headEnd/>
              <a:tailEnd type="triangle" w="med" len="med"/>
            </a:ln>
          </p:spPr>
          <p:txBody>
            <a:bodyPr/>
            <a:lstStyle/>
            <a:p>
              <a:pPr eaLnBrk="1" hangingPunct="1">
                <a:defRPr/>
              </a:pPr>
              <a:endParaRPr lang="en-US" dirty="0"/>
            </a:p>
          </p:txBody>
        </p:sp>
        <p:sp>
          <p:nvSpPr>
            <p:cNvPr id="65550" name="Line 12">
              <a:extLst>
                <a:ext uri="{FF2B5EF4-FFF2-40B4-BE49-F238E27FC236}">
                  <a16:creationId xmlns:a16="http://schemas.microsoft.com/office/drawing/2014/main" id="{A4B3FC30-1A0F-4F5E-8E70-0D7631EB5509}"/>
                </a:ext>
              </a:extLst>
            </p:cNvPr>
            <p:cNvSpPr>
              <a:spLocks noChangeShapeType="1"/>
            </p:cNvSpPr>
            <p:nvPr/>
          </p:nvSpPr>
          <p:spPr bwMode="auto">
            <a:xfrm>
              <a:off x="1941" y="1738"/>
              <a:ext cx="627" cy="0"/>
            </a:xfrm>
            <a:prstGeom prst="line">
              <a:avLst/>
            </a:prstGeom>
            <a:noFill/>
            <a:ln w="34925">
              <a:solidFill>
                <a:srgbClr val="000000"/>
              </a:solidFill>
              <a:round/>
              <a:headEnd/>
              <a:tailEnd type="triangle" w="med" len="med"/>
            </a:ln>
          </p:spPr>
          <p:txBody>
            <a:bodyPr/>
            <a:lstStyle/>
            <a:p>
              <a:pPr eaLnBrk="1" hangingPunct="1">
                <a:defRPr/>
              </a:pPr>
              <a:endParaRPr lang="en-US" dirty="0"/>
            </a:p>
          </p:txBody>
        </p:sp>
        <p:sp>
          <p:nvSpPr>
            <p:cNvPr id="65551" name="Line 13">
              <a:extLst>
                <a:ext uri="{FF2B5EF4-FFF2-40B4-BE49-F238E27FC236}">
                  <a16:creationId xmlns:a16="http://schemas.microsoft.com/office/drawing/2014/main" id="{E30E78BF-0644-40F2-A518-C1060C93184F}"/>
                </a:ext>
              </a:extLst>
            </p:cNvPr>
            <p:cNvSpPr>
              <a:spLocks noChangeShapeType="1"/>
            </p:cNvSpPr>
            <p:nvPr/>
          </p:nvSpPr>
          <p:spPr bwMode="auto">
            <a:xfrm flipH="1">
              <a:off x="1941" y="1930"/>
              <a:ext cx="627" cy="0"/>
            </a:xfrm>
            <a:prstGeom prst="line">
              <a:avLst/>
            </a:prstGeom>
            <a:noFill/>
            <a:ln w="34925">
              <a:solidFill>
                <a:srgbClr val="000000"/>
              </a:solidFill>
              <a:round/>
              <a:headEnd/>
              <a:tailEnd type="triangle" w="med" len="med"/>
            </a:ln>
          </p:spPr>
          <p:txBody>
            <a:bodyPr/>
            <a:lstStyle/>
            <a:p>
              <a:pPr eaLnBrk="1" hangingPunct="1">
                <a:defRPr/>
              </a:pPr>
              <a:endParaRPr lang="en-US" dirty="0"/>
            </a:p>
          </p:txBody>
        </p:sp>
        <p:sp>
          <p:nvSpPr>
            <p:cNvPr id="65552" name="Line 14">
              <a:extLst>
                <a:ext uri="{FF2B5EF4-FFF2-40B4-BE49-F238E27FC236}">
                  <a16:creationId xmlns:a16="http://schemas.microsoft.com/office/drawing/2014/main" id="{71F00D44-F04D-4FF7-BF85-D092285BA8B9}"/>
                </a:ext>
              </a:extLst>
            </p:cNvPr>
            <p:cNvSpPr>
              <a:spLocks noChangeShapeType="1"/>
            </p:cNvSpPr>
            <p:nvPr/>
          </p:nvSpPr>
          <p:spPr bwMode="auto">
            <a:xfrm>
              <a:off x="2926" y="1738"/>
              <a:ext cx="717" cy="0"/>
            </a:xfrm>
            <a:prstGeom prst="line">
              <a:avLst/>
            </a:prstGeom>
            <a:noFill/>
            <a:ln w="34925">
              <a:solidFill>
                <a:srgbClr val="000000"/>
              </a:solidFill>
              <a:round/>
              <a:headEnd/>
              <a:tailEnd type="triangle" w="med" len="med"/>
            </a:ln>
          </p:spPr>
          <p:txBody>
            <a:bodyPr/>
            <a:lstStyle/>
            <a:p>
              <a:pPr eaLnBrk="1" hangingPunct="1">
                <a:defRPr/>
              </a:pPr>
              <a:endParaRPr lang="en-US" dirty="0"/>
            </a:p>
          </p:txBody>
        </p:sp>
        <p:sp>
          <p:nvSpPr>
            <p:cNvPr id="65553" name="Line 15">
              <a:extLst>
                <a:ext uri="{FF2B5EF4-FFF2-40B4-BE49-F238E27FC236}">
                  <a16:creationId xmlns:a16="http://schemas.microsoft.com/office/drawing/2014/main" id="{5660CD04-24C2-4F62-9E01-7DDF65A93F4D}"/>
                </a:ext>
              </a:extLst>
            </p:cNvPr>
            <p:cNvSpPr>
              <a:spLocks noChangeShapeType="1"/>
            </p:cNvSpPr>
            <p:nvPr/>
          </p:nvSpPr>
          <p:spPr bwMode="auto">
            <a:xfrm flipH="1">
              <a:off x="2926" y="1930"/>
              <a:ext cx="717" cy="0"/>
            </a:xfrm>
            <a:prstGeom prst="line">
              <a:avLst/>
            </a:prstGeom>
            <a:noFill/>
            <a:ln w="34925">
              <a:solidFill>
                <a:srgbClr val="000000"/>
              </a:solidFill>
              <a:round/>
              <a:headEnd/>
              <a:tailEnd type="triangle" w="med" len="med"/>
            </a:ln>
          </p:spPr>
          <p:txBody>
            <a:bodyPr/>
            <a:lstStyle/>
            <a:p>
              <a:pPr eaLnBrk="1" hangingPunct="1">
                <a:defRPr/>
              </a:pPr>
              <a:endParaRPr lang="en-US" dirty="0"/>
            </a:p>
          </p:txBody>
        </p:sp>
        <p:sp>
          <p:nvSpPr>
            <p:cNvPr id="65554" name="Line 16">
              <a:extLst>
                <a:ext uri="{FF2B5EF4-FFF2-40B4-BE49-F238E27FC236}">
                  <a16:creationId xmlns:a16="http://schemas.microsoft.com/office/drawing/2014/main" id="{30B0A34B-F078-48E1-B469-8249F4107BAA}"/>
                </a:ext>
              </a:extLst>
            </p:cNvPr>
            <p:cNvSpPr>
              <a:spLocks noChangeShapeType="1"/>
            </p:cNvSpPr>
            <p:nvPr/>
          </p:nvSpPr>
          <p:spPr bwMode="auto">
            <a:xfrm>
              <a:off x="4001" y="1738"/>
              <a:ext cx="628" cy="0"/>
            </a:xfrm>
            <a:prstGeom prst="line">
              <a:avLst/>
            </a:prstGeom>
            <a:noFill/>
            <a:ln w="34925">
              <a:solidFill>
                <a:srgbClr val="000000"/>
              </a:solidFill>
              <a:round/>
              <a:headEnd/>
              <a:tailEnd type="triangle" w="med" len="med"/>
            </a:ln>
          </p:spPr>
          <p:txBody>
            <a:bodyPr/>
            <a:lstStyle/>
            <a:p>
              <a:pPr eaLnBrk="1" hangingPunct="1">
                <a:defRPr/>
              </a:pPr>
              <a:endParaRPr lang="en-US" dirty="0"/>
            </a:p>
          </p:txBody>
        </p:sp>
        <p:sp>
          <p:nvSpPr>
            <p:cNvPr id="65555" name="Line 17">
              <a:extLst>
                <a:ext uri="{FF2B5EF4-FFF2-40B4-BE49-F238E27FC236}">
                  <a16:creationId xmlns:a16="http://schemas.microsoft.com/office/drawing/2014/main" id="{06CE81D8-81C0-4E06-A12B-E664CB148DA5}"/>
                </a:ext>
              </a:extLst>
            </p:cNvPr>
            <p:cNvSpPr>
              <a:spLocks noChangeShapeType="1"/>
            </p:cNvSpPr>
            <p:nvPr/>
          </p:nvSpPr>
          <p:spPr bwMode="auto">
            <a:xfrm flipH="1">
              <a:off x="4001" y="1930"/>
              <a:ext cx="628" cy="0"/>
            </a:xfrm>
            <a:prstGeom prst="line">
              <a:avLst/>
            </a:prstGeom>
            <a:noFill/>
            <a:ln w="34925">
              <a:solidFill>
                <a:srgbClr val="000000"/>
              </a:solidFill>
              <a:round/>
              <a:headEnd/>
              <a:tailEnd type="triangle" w="med" len="med"/>
            </a:ln>
          </p:spPr>
          <p:txBody>
            <a:bodyPr/>
            <a:lstStyle/>
            <a:p>
              <a:pPr eaLnBrk="1" hangingPunct="1">
                <a:defRPr/>
              </a:pPr>
              <a:endParaRPr lang="en-US" dirty="0"/>
            </a:p>
          </p:txBody>
        </p:sp>
        <p:sp>
          <p:nvSpPr>
            <p:cNvPr id="65556" name="Text Box 18">
              <a:extLst>
                <a:ext uri="{FF2B5EF4-FFF2-40B4-BE49-F238E27FC236}">
                  <a16:creationId xmlns:a16="http://schemas.microsoft.com/office/drawing/2014/main" id="{85F51BBC-CF36-4460-85BA-0B7EBB61E0AD}"/>
                </a:ext>
              </a:extLst>
            </p:cNvPr>
            <p:cNvSpPr txBox="1">
              <a:spLocks noChangeArrowheads="1"/>
            </p:cNvSpPr>
            <p:nvPr/>
          </p:nvSpPr>
          <p:spPr bwMode="auto">
            <a:xfrm>
              <a:off x="1134" y="1488"/>
              <a:ext cx="480" cy="250"/>
            </a:xfrm>
            <a:prstGeom prst="rect">
              <a:avLst/>
            </a:prstGeom>
            <a:noFill/>
            <a:ln w="9525">
              <a:noFill/>
              <a:miter lim="800000"/>
              <a:headEnd/>
              <a:tailEnd/>
            </a:ln>
          </p:spPr>
          <p:txBody>
            <a:bodyPr>
              <a:spAutoFit/>
            </a:bodyPr>
            <a:lstStyle/>
            <a:p>
              <a:pPr eaLnBrk="1" hangingPunct="1">
                <a:spcBef>
                  <a:spcPct val="50000"/>
                </a:spcBef>
                <a:defRPr/>
              </a:pPr>
              <a:r>
                <a:rPr lang="en-US" sz="2000" dirty="0"/>
                <a:t>0/-</a:t>
              </a:r>
            </a:p>
          </p:txBody>
        </p:sp>
        <p:sp>
          <p:nvSpPr>
            <p:cNvPr id="65557" name="Text Box 19">
              <a:extLst>
                <a:ext uri="{FF2B5EF4-FFF2-40B4-BE49-F238E27FC236}">
                  <a16:creationId xmlns:a16="http://schemas.microsoft.com/office/drawing/2014/main" id="{F263ECEC-9A9D-4D19-A217-3F6B6D85B466}"/>
                </a:ext>
              </a:extLst>
            </p:cNvPr>
            <p:cNvSpPr txBox="1">
              <a:spLocks noChangeArrowheads="1"/>
            </p:cNvSpPr>
            <p:nvPr/>
          </p:nvSpPr>
          <p:spPr bwMode="auto">
            <a:xfrm>
              <a:off x="2058" y="1488"/>
              <a:ext cx="480" cy="250"/>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65558" name="Text Box 20">
              <a:extLst>
                <a:ext uri="{FF2B5EF4-FFF2-40B4-BE49-F238E27FC236}">
                  <a16:creationId xmlns:a16="http://schemas.microsoft.com/office/drawing/2014/main" id="{F0BB6EB2-A527-48D1-B0AC-E7AF37E674C3}"/>
                </a:ext>
              </a:extLst>
            </p:cNvPr>
            <p:cNvSpPr txBox="1">
              <a:spLocks noChangeArrowheads="1"/>
            </p:cNvSpPr>
            <p:nvPr/>
          </p:nvSpPr>
          <p:spPr bwMode="auto">
            <a:xfrm>
              <a:off x="1113" y="1951"/>
              <a:ext cx="480" cy="442"/>
            </a:xfrm>
            <a:prstGeom prst="rect">
              <a:avLst/>
            </a:prstGeom>
            <a:noFill/>
            <a:ln w="9525">
              <a:noFill/>
              <a:miter lim="800000"/>
              <a:headEnd/>
              <a:tailEnd/>
            </a:ln>
          </p:spPr>
          <p:txBody>
            <a:bodyPr>
              <a:spAutoFit/>
            </a:bodyPr>
            <a:lstStyle/>
            <a:p>
              <a:pPr eaLnBrk="1" hangingPunct="1">
                <a:defRPr/>
              </a:pPr>
              <a:r>
                <a:rPr lang="en-US" sz="2000" dirty="0"/>
                <a:t>0/0</a:t>
              </a:r>
            </a:p>
            <a:p>
              <a:pPr eaLnBrk="1" hangingPunct="1">
                <a:defRPr/>
              </a:pPr>
              <a:r>
                <a:rPr lang="en-US" sz="2000" dirty="0"/>
                <a:t>1/1</a:t>
              </a:r>
            </a:p>
          </p:txBody>
        </p:sp>
        <p:sp>
          <p:nvSpPr>
            <p:cNvPr id="65559" name="Text Box 21">
              <a:extLst>
                <a:ext uri="{FF2B5EF4-FFF2-40B4-BE49-F238E27FC236}">
                  <a16:creationId xmlns:a16="http://schemas.microsoft.com/office/drawing/2014/main" id="{5BEA7127-89DD-4BB2-8485-5EEFB74DA9D7}"/>
                </a:ext>
              </a:extLst>
            </p:cNvPr>
            <p:cNvSpPr txBox="1">
              <a:spLocks noChangeArrowheads="1"/>
            </p:cNvSpPr>
            <p:nvPr/>
          </p:nvSpPr>
          <p:spPr bwMode="auto">
            <a:xfrm>
              <a:off x="2139" y="2007"/>
              <a:ext cx="480" cy="250"/>
            </a:xfrm>
            <a:prstGeom prst="rect">
              <a:avLst/>
            </a:prstGeom>
            <a:noFill/>
            <a:ln w="9525">
              <a:noFill/>
              <a:miter lim="800000"/>
              <a:headEnd/>
              <a:tailEnd/>
            </a:ln>
          </p:spPr>
          <p:txBody>
            <a:bodyPr>
              <a:spAutoFit/>
            </a:bodyPr>
            <a:lstStyle/>
            <a:p>
              <a:pPr eaLnBrk="1" hangingPunct="1">
                <a:spcBef>
                  <a:spcPct val="50000"/>
                </a:spcBef>
                <a:defRPr/>
              </a:pPr>
              <a:r>
                <a:rPr lang="en-US" sz="2000" dirty="0"/>
                <a:t>0/1</a:t>
              </a:r>
            </a:p>
          </p:txBody>
        </p:sp>
        <p:sp>
          <p:nvSpPr>
            <p:cNvPr id="65560" name="Text Box 22">
              <a:extLst>
                <a:ext uri="{FF2B5EF4-FFF2-40B4-BE49-F238E27FC236}">
                  <a16:creationId xmlns:a16="http://schemas.microsoft.com/office/drawing/2014/main" id="{1A61B664-733C-4488-BD37-C12B9F2B7AC4}"/>
                </a:ext>
              </a:extLst>
            </p:cNvPr>
            <p:cNvSpPr txBox="1">
              <a:spLocks noChangeArrowheads="1"/>
            </p:cNvSpPr>
            <p:nvPr/>
          </p:nvSpPr>
          <p:spPr bwMode="auto">
            <a:xfrm>
              <a:off x="3104" y="1489"/>
              <a:ext cx="480" cy="250"/>
            </a:xfrm>
            <a:prstGeom prst="rect">
              <a:avLst/>
            </a:prstGeom>
            <a:noFill/>
            <a:ln w="9525">
              <a:noFill/>
              <a:miter lim="800000"/>
              <a:headEnd/>
              <a:tailEnd/>
            </a:ln>
          </p:spPr>
          <p:txBody>
            <a:bodyPr>
              <a:spAutoFit/>
            </a:bodyPr>
            <a:lstStyle/>
            <a:p>
              <a:pPr eaLnBrk="1" hangingPunct="1">
                <a:spcBef>
                  <a:spcPct val="50000"/>
                </a:spcBef>
                <a:defRPr/>
              </a:pPr>
              <a:r>
                <a:rPr lang="en-US" sz="2000" dirty="0"/>
                <a:t>1/0</a:t>
              </a:r>
            </a:p>
          </p:txBody>
        </p:sp>
        <p:sp>
          <p:nvSpPr>
            <p:cNvPr id="65561" name="Text Box 23">
              <a:extLst>
                <a:ext uri="{FF2B5EF4-FFF2-40B4-BE49-F238E27FC236}">
                  <a16:creationId xmlns:a16="http://schemas.microsoft.com/office/drawing/2014/main" id="{AEF9197C-A5F2-4FB0-AB19-7D4E8D9EB472}"/>
                </a:ext>
              </a:extLst>
            </p:cNvPr>
            <p:cNvSpPr txBox="1">
              <a:spLocks noChangeArrowheads="1"/>
            </p:cNvSpPr>
            <p:nvPr/>
          </p:nvSpPr>
          <p:spPr bwMode="auto">
            <a:xfrm>
              <a:off x="3108" y="1920"/>
              <a:ext cx="480" cy="250"/>
            </a:xfrm>
            <a:prstGeom prst="rect">
              <a:avLst/>
            </a:prstGeom>
            <a:noFill/>
            <a:ln w="9525">
              <a:noFill/>
              <a:miter lim="800000"/>
              <a:headEnd/>
              <a:tailEnd/>
            </a:ln>
          </p:spPr>
          <p:txBody>
            <a:bodyPr>
              <a:spAutoFit/>
            </a:bodyPr>
            <a:lstStyle/>
            <a:p>
              <a:pPr eaLnBrk="1" hangingPunct="1">
                <a:spcBef>
                  <a:spcPct val="50000"/>
                </a:spcBef>
                <a:defRPr/>
              </a:pPr>
              <a:r>
                <a:rPr lang="en-US" sz="2000" dirty="0"/>
                <a:t>0/-</a:t>
              </a:r>
            </a:p>
          </p:txBody>
        </p:sp>
        <p:sp>
          <p:nvSpPr>
            <p:cNvPr id="65562" name="Text Box 24">
              <a:extLst>
                <a:ext uri="{FF2B5EF4-FFF2-40B4-BE49-F238E27FC236}">
                  <a16:creationId xmlns:a16="http://schemas.microsoft.com/office/drawing/2014/main" id="{C3812A70-59A2-4622-8841-22A32EAFE1AC}"/>
                </a:ext>
              </a:extLst>
            </p:cNvPr>
            <p:cNvSpPr txBox="1">
              <a:spLocks noChangeArrowheads="1"/>
            </p:cNvSpPr>
            <p:nvPr/>
          </p:nvSpPr>
          <p:spPr bwMode="auto">
            <a:xfrm>
              <a:off x="4116" y="1488"/>
              <a:ext cx="480" cy="250"/>
            </a:xfrm>
            <a:prstGeom prst="rect">
              <a:avLst/>
            </a:prstGeom>
            <a:noFill/>
            <a:ln w="9525">
              <a:noFill/>
              <a:miter lim="800000"/>
              <a:headEnd/>
              <a:tailEnd/>
            </a:ln>
          </p:spPr>
          <p:txBody>
            <a:bodyPr>
              <a:spAutoFit/>
            </a:bodyPr>
            <a:lstStyle/>
            <a:p>
              <a:pPr eaLnBrk="1" hangingPunct="1">
                <a:spcBef>
                  <a:spcPct val="50000"/>
                </a:spcBef>
                <a:defRPr/>
              </a:pPr>
              <a:r>
                <a:rPr lang="en-US" sz="2000" dirty="0"/>
                <a:t>1/-</a:t>
              </a:r>
            </a:p>
          </p:txBody>
        </p:sp>
        <p:sp>
          <p:nvSpPr>
            <p:cNvPr id="65563" name="Text Box 25">
              <a:extLst>
                <a:ext uri="{FF2B5EF4-FFF2-40B4-BE49-F238E27FC236}">
                  <a16:creationId xmlns:a16="http://schemas.microsoft.com/office/drawing/2014/main" id="{E145CD03-BFD8-43C5-9CE2-64D2F2C3D962}"/>
                </a:ext>
              </a:extLst>
            </p:cNvPr>
            <p:cNvSpPr txBox="1">
              <a:spLocks noChangeArrowheads="1"/>
            </p:cNvSpPr>
            <p:nvPr/>
          </p:nvSpPr>
          <p:spPr bwMode="auto">
            <a:xfrm>
              <a:off x="4141" y="1937"/>
              <a:ext cx="480" cy="442"/>
            </a:xfrm>
            <a:prstGeom prst="rect">
              <a:avLst/>
            </a:prstGeom>
            <a:noFill/>
            <a:ln w="9525">
              <a:noFill/>
              <a:miter lim="800000"/>
              <a:headEnd/>
              <a:tailEnd/>
            </a:ln>
          </p:spPr>
          <p:txBody>
            <a:bodyPr>
              <a:spAutoFit/>
            </a:bodyPr>
            <a:lstStyle/>
            <a:p>
              <a:pPr eaLnBrk="1" hangingPunct="1">
                <a:defRPr/>
              </a:pPr>
              <a:r>
                <a:rPr lang="en-US" sz="2000" dirty="0"/>
                <a:t>0/0</a:t>
              </a:r>
            </a:p>
            <a:p>
              <a:pPr eaLnBrk="1" hangingPunct="1">
                <a:defRPr/>
              </a:pPr>
              <a:r>
                <a:rPr lang="en-US" sz="2000" dirty="0"/>
                <a:t>1/1</a:t>
              </a:r>
            </a:p>
          </p:txBody>
        </p:sp>
      </p:grpSp>
      <p:sp>
        <p:nvSpPr>
          <p:cNvPr id="124932" name="Text Box 26">
            <a:extLst>
              <a:ext uri="{FF2B5EF4-FFF2-40B4-BE49-F238E27FC236}">
                <a16:creationId xmlns:a16="http://schemas.microsoft.com/office/drawing/2014/main" id="{B9263DDD-5BA9-E39B-A05F-271BFBC8AE4A}"/>
              </a:ext>
            </a:extLst>
          </p:cNvPr>
          <p:cNvSpPr txBox="1">
            <a:spLocks noChangeArrowheads="1"/>
          </p:cNvSpPr>
          <p:nvPr/>
        </p:nvSpPr>
        <p:spPr bwMode="auto">
          <a:xfrm>
            <a:off x="2055813" y="3835400"/>
            <a:ext cx="831691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Design a circuit using D flip-flops.  </a:t>
            </a:r>
          </a:p>
          <a:p>
            <a:pPr eaLnBrk="1" hangingPunct="1"/>
            <a:r>
              <a:rPr lang="en-US" altLang="en-US" sz="2000"/>
              <a:t>Assume k= </a:t>
            </a:r>
            <a:r>
              <a:rPr lang="en-US" altLang="en-US" sz="2000">
                <a:sym typeface="Symbol" panose="05050102010706020507" pitchFamily="18" charset="2"/>
              </a:rPr>
              <a:t></a:t>
            </a:r>
            <a:r>
              <a:rPr lang="en-US" altLang="en-US" sz="2000"/>
              <a:t>log</a:t>
            </a:r>
            <a:r>
              <a:rPr lang="en-US" altLang="en-US" sz="2000" baseline="-25000"/>
              <a:t>2</a:t>
            </a:r>
            <a:r>
              <a:rPr lang="en-US" altLang="en-US" sz="2000"/>
              <a:t>K</a:t>
            </a:r>
            <a:r>
              <a:rPr lang="en-US" altLang="en-US" sz="2000">
                <a:sym typeface="Symbol" panose="05050102010706020507" pitchFamily="18" charset="2"/>
              </a:rPr>
              <a:t></a:t>
            </a:r>
            <a:r>
              <a:rPr lang="en-US" altLang="en-US" sz="2000"/>
              <a:t>= 3.</a:t>
            </a:r>
            <a:br>
              <a:rPr lang="en-US" altLang="en-US" sz="2000"/>
            </a:br>
            <a:r>
              <a:rPr lang="en-US" altLang="en-US" sz="2000"/>
              <a:t>State assignment:</a:t>
            </a:r>
          </a:p>
          <a:p>
            <a:pPr eaLnBrk="1" hangingPunct="1"/>
            <a:r>
              <a:rPr lang="en-US" altLang="en-US" sz="2000"/>
              <a:t>S0 – 000;   S3 – 011;</a:t>
            </a:r>
          </a:p>
          <a:p>
            <a:pPr eaLnBrk="1" hangingPunct="1"/>
            <a:r>
              <a:rPr lang="en-US" altLang="en-US" sz="2000"/>
              <a:t>S1 – 001;   S4 – 100;</a:t>
            </a:r>
          </a:p>
          <a:p>
            <a:pPr eaLnBrk="1" hangingPunct="1"/>
            <a:r>
              <a:rPr lang="en-US" altLang="en-US" sz="2000"/>
              <a:t>S2 – 010;</a:t>
            </a:r>
          </a:p>
        </p:txBody>
      </p:sp>
      <p:sp>
        <p:nvSpPr>
          <p:cNvPr id="124934" name="TextBox 1">
            <a:extLst>
              <a:ext uri="{FF2B5EF4-FFF2-40B4-BE49-F238E27FC236}">
                <a16:creationId xmlns:a16="http://schemas.microsoft.com/office/drawing/2014/main" id="{51F7475F-6D1E-E75F-2B98-6E0729682D54}"/>
              </a:ext>
            </a:extLst>
          </p:cNvPr>
          <p:cNvSpPr txBox="1">
            <a:spLocks noChangeArrowheads="1"/>
          </p:cNvSpPr>
          <p:nvPr/>
        </p:nvSpPr>
        <p:spPr bwMode="auto">
          <a:xfrm>
            <a:off x="4141789" y="2176463"/>
            <a:ext cx="738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000</a:t>
            </a:r>
          </a:p>
        </p:txBody>
      </p:sp>
      <p:sp>
        <p:nvSpPr>
          <p:cNvPr id="124935" name="TextBox 27">
            <a:extLst>
              <a:ext uri="{FF2B5EF4-FFF2-40B4-BE49-F238E27FC236}">
                <a16:creationId xmlns:a16="http://schemas.microsoft.com/office/drawing/2014/main" id="{18A36CD9-7003-875C-7584-6D7021B68D00}"/>
              </a:ext>
            </a:extLst>
          </p:cNvPr>
          <p:cNvSpPr txBox="1">
            <a:spLocks noChangeArrowheads="1"/>
          </p:cNvSpPr>
          <p:nvPr/>
        </p:nvSpPr>
        <p:spPr bwMode="auto">
          <a:xfrm>
            <a:off x="2560639" y="2125664"/>
            <a:ext cx="7381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001</a:t>
            </a:r>
          </a:p>
        </p:txBody>
      </p:sp>
      <p:sp>
        <p:nvSpPr>
          <p:cNvPr id="124936" name="TextBox 28">
            <a:extLst>
              <a:ext uri="{FF2B5EF4-FFF2-40B4-BE49-F238E27FC236}">
                <a16:creationId xmlns:a16="http://schemas.microsoft.com/office/drawing/2014/main" id="{FCAC5593-9EA8-C150-BDDC-19B481128FE2}"/>
              </a:ext>
            </a:extLst>
          </p:cNvPr>
          <p:cNvSpPr txBox="1">
            <a:spLocks noChangeArrowheads="1"/>
          </p:cNvSpPr>
          <p:nvPr/>
        </p:nvSpPr>
        <p:spPr bwMode="auto">
          <a:xfrm>
            <a:off x="5640389" y="2125664"/>
            <a:ext cx="7381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010</a:t>
            </a:r>
          </a:p>
        </p:txBody>
      </p:sp>
      <p:sp>
        <p:nvSpPr>
          <p:cNvPr id="124937" name="TextBox 29">
            <a:extLst>
              <a:ext uri="{FF2B5EF4-FFF2-40B4-BE49-F238E27FC236}">
                <a16:creationId xmlns:a16="http://schemas.microsoft.com/office/drawing/2014/main" id="{7C1F4101-F1B0-B4EF-C321-A53CA14D4D5E}"/>
              </a:ext>
            </a:extLst>
          </p:cNvPr>
          <p:cNvSpPr txBox="1">
            <a:spLocks noChangeArrowheads="1"/>
          </p:cNvSpPr>
          <p:nvPr/>
        </p:nvSpPr>
        <p:spPr bwMode="auto">
          <a:xfrm>
            <a:off x="7294564" y="2176463"/>
            <a:ext cx="738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011</a:t>
            </a:r>
          </a:p>
        </p:txBody>
      </p:sp>
      <p:sp>
        <p:nvSpPr>
          <p:cNvPr id="124938" name="TextBox 30">
            <a:extLst>
              <a:ext uri="{FF2B5EF4-FFF2-40B4-BE49-F238E27FC236}">
                <a16:creationId xmlns:a16="http://schemas.microsoft.com/office/drawing/2014/main" id="{67F402E0-330B-1B3E-D920-BDC017C2DAE4}"/>
              </a:ext>
            </a:extLst>
          </p:cNvPr>
          <p:cNvSpPr txBox="1">
            <a:spLocks noChangeArrowheads="1"/>
          </p:cNvSpPr>
          <p:nvPr/>
        </p:nvSpPr>
        <p:spPr bwMode="auto">
          <a:xfrm>
            <a:off x="8967789" y="2149475"/>
            <a:ext cx="738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111</a:t>
            </a:r>
          </a:p>
        </p:txBody>
      </p:sp>
      <p:sp>
        <p:nvSpPr>
          <p:cNvPr id="8" name="Title 7">
            <a:extLst>
              <a:ext uri="{FF2B5EF4-FFF2-40B4-BE49-F238E27FC236}">
                <a16:creationId xmlns:a16="http://schemas.microsoft.com/office/drawing/2014/main" id="{2B58353C-9829-0983-FDD6-703DFE6116EE}"/>
              </a:ext>
            </a:extLst>
          </p:cNvPr>
          <p:cNvSpPr>
            <a:spLocks noGrp="1"/>
          </p:cNvSpPr>
          <p:nvPr>
            <p:ph type="title"/>
          </p:nvPr>
        </p:nvSpPr>
        <p:spPr/>
        <p:txBody>
          <a:bodyPr>
            <a:normAutofit/>
          </a:bodyPr>
          <a:lstStyle/>
          <a:p>
            <a:r>
              <a:rPr lang="en-US" dirty="0"/>
              <a:t>An Example 2 of Synthesis (Linear Adder) </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64" name="Group 56">
            <a:extLst>
              <a:ext uri="{FF2B5EF4-FFF2-40B4-BE49-F238E27FC236}">
                <a16:creationId xmlns:a16="http://schemas.microsoft.com/office/drawing/2014/main" id="{6D7FFA7F-3EF3-4B16-8D61-3E730198D0B4}"/>
              </a:ext>
            </a:extLst>
          </p:cNvPr>
          <p:cNvGraphicFramePr>
            <a:graphicFrameLocks noGrp="1"/>
          </p:cNvGraphicFramePr>
          <p:nvPr>
            <p:extLst>
              <p:ext uri="{D42A27DB-BD31-4B8C-83A1-F6EECF244321}">
                <p14:modId xmlns:p14="http://schemas.microsoft.com/office/powerpoint/2010/main" val="1863183755"/>
              </p:ext>
            </p:extLst>
          </p:nvPr>
        </p:nvGraphicFramePr>
        <p:xfrm>
          <a:off x="1809751" y="1811339"/>
          <a:ext cx="8704263" cy="3005140"/>
        </p:xfrm>
        <a:graphic>
          <a:graphicData uri="http://schemas.openxmlformats.org/drawingml/2006/table">
            <a:tbl>
              <a:tblPr/>
              <a:tblGrid>
                <a:gridCol w="806480">
                  <a:extLst>
                    <a:ext uri="{9D8B030D-6E8A-4147-A177-3AD203B41FA5}">
                      <a16:colId xmlns:a16="http://schemas.microsoft.com/office/drawing/2014/main" val="20000"/>
                    </a:ext>
                  </a:extLst>
                </a:gridCol>
                <a:gridCol w="1116378">
                  <a:extLst>
                    <a:ext uri="{9D8B030D-6E8A-4147-A177-3AD203B41FA5}">
                      <a16:colId xmlns:a16="http://schemas.microsoft.com/office/drawing/2014/main" val="20001"/>
                    </a:ext>
                  </a:extLst>
                </a:gridCol>
                <a:gridCol w="1615187">
                  <a:extLst>
                    <a:ext uri="{9D8B030D-6E8A-4147-A177-3AD203B41FA5}">
                      <a16:colId xmlns:a16="http://schemas.microsoft.com/office/drawing/2014/main" val="20002"/>
                    </a:ext>
                  </a:extLst>
                </a:gridCol>
                <a:gridCol w="1484545">
                  <a:extLst>
                    <a:ext uri="{9D8B030D-6E8A-4147-A177-3AD203B41FA5}">
                      <a16:colId xmlns:a16="http://schemas.microsoft.com/office/drawing/2014/main" val="20003"/>
                    </a:ext>
                  </a:extLst>
                </a:gridCol>
                <a:gridCol w="1269560">
                  <a:extLst>
                    <a:ext uri="{9D8B030D-6E8A-4147-A177-3AD203B41FA5}">
                      <a16:colId xmlns:a16="http://schemas.microsoft.com/office/drawing/2014/main" val="20004"/>
                    </a:ext>
                  </a:extLst>
                </a:gridCol>
                <a:gridCol w="1129466">
                  <a:extLst>
                    <a:ext uri="{9D8B030D-6E8A-4147-A177-3AD203B41FA5}">
                      <a16:colId xmlns:a16="http://schemas.microsoft.com/office/drawing/2014/main" val="20005"/>
                    </a:ext>
                  </a:extLst>
                </a:gridCol>
                <a:gridCol w="1282647">
                  <a:extLst>
                    <a:ext uri="{9D8B030D-6E8A-4147-A177-3AD203B41FA5}">
                      <a16:colId xmlns:a16="http://schemas.microsoft.com/office/drawing/2014/main" val="20006"/>
                    </a:ext>
                  </a:extLst>
                </a:gridCol>
              </a:tblGrid>
              <a:tr h="91440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State</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Simplest</a:t>
                      </a:r>
                      <a:br>
                        <a:rPr kumimoji="0" lang="en-US" sz="1800" b="0" i="0" u="none" strike="noStrike" cap="none" normalizeH="0" baseline="0" dirty="0">
                          <a:ln>
                            <a:noFill/>
                          </a:ln>
                          <a:solidFill>
                            <a:schemeClr val="bg2"/>
                          </a:solidFill>
                          <a:effectLst/>
                          <a:latin typeface="Arial" pitchFamily="34" charset="0"/>
                          <a:cs typeface="Arial" pitchFamily="34" charset="0"/>
                        </a:rPr>
                      </a:br>
                      <a:r>
                        <a:rPr kumimoji="0" lang="en-US" sz="1800" b="0" i="0" u="none" strike="noStrike" cap="none" normalizeH="0" baseline="0" dirty="0">
                          <a:ln>
                            <a:noFill/>
                          </a:ln>
                          <a:solidFill>
                            <a:schemeClr val="bg2"/>
                          </a:solidFill>
                          <a:effectLst/>
                          <a:latin typeface="Arial" pitchFamily="34" charset="0"/>
                          <a:cs typeface="Arial" pitchFamily="34" charset="0"/>
                        </a:rPr>
                        <a:t>q1q2q3</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Decomposed</a:t>
                      </a:r>
                      <a:br>
                        <a:rPr kumimoji="0" lang="en-US" sz="1800" b="0" i="0" u="none" strike="noStrike" cap="none" normalizeH="0" baseline="0">
                          <a:ln>
                            <a:noFill/>
                          </a:ln>
                          <a:solidFill>
                            <a:schemeClr val="bg2"/>
                          </a:solidFill>
                          <a:effectLst/>
                          <a:latin typeface="Arial" pitchFamily="34" charset="0"/>
                          <a:cs typeface="Arial" pitchFamily="34" charset="0"/>
                        </a:rPr>
                      </a:br>
                      <a:r>
                        <a:rPr kumimoji="0" lang="en-US" sz="1800" b="0" i="0" u="none" strike="noStrike" cap="none" normalizeH="0" baseline="0">
                          <a:ln>
                            <a:noFill/>
                          </a:ln>
                          <a:solidFill>
                            <a:schemeClr val="bg2"/>
                          </a:solidFill>
                          <a:effectLst/>
                          <a:latin typeface="Arial" pitchFamily="34" charset="0"/>
                          <a:cs typeface="Arial" pitchFamily="34" charset="0"/>
                        </a:rPr>
                        <a:t>q1q2q3</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a:ln>
                            <a:noFill/>
                          </a:ln>
                          <a:solidFill>
                            <a:schemeClr val="bg2"/>
                          </a:solidFill>
                          <a:effectLst/>
                          <a:latin typeface="Arial" pitchFamily="34" charset="0"/>
                          <a:cs typeface="Arial" pitchFamily="34" charset="0"/>
                        </a:rPr>
                        <a:t>One-hot</a:t>
                      </a:r>
                      <a:br>
                        <a:rPr kumimoji="0" lang="en-US" sz="1800" b="0" i="0" u="none" strike="noStrike" cap="none" normalizeH="0" baseline="0">
                          <a:ln>
                            <a:noFill/>
                          </a:ln>
                          <a:solidFill>
                            <a:schemeClr val="bg2"/>
                          </a:solidFill>
                          <a:effectLst/>
                          <a:latin typeface="Arial" pitchFamily="34" charset="0"/>
                          <a:cs typeface="Arial" pitchFamily="34" charset="0"/>
                        </a:rPr>
                      </a:br>
                      <a:r>
                        <a:rPr kumimoji="0" lang="en-US" sz="1800" b="0" i="0" u="none" strike="noStrike" cap="none" normalizeH="0" baseline="0">
                          <a:ln>
                            <a:noFill/>
                          </a:ln>
                          <a:solidFill>
                            <a:schemeClr val="bg2"/>
                          </a:solidFill>
                          <a:effectLst/>
                          <a:latin typeface="Arial" pitchFamily="34" charset="0"/>
                          <a:cs typeface="Arial" pitchFamily="34" charset="0"/>
                        </a:rPr>
                        <a:t>q1q2q3q4q5</a:t>
                      </a:r>
                      <a:endParaRPr kumimoji="0" lang="ru-RU" sz="1800" b="0" i="0" u="none" strike="noStrike" cap="none" normalizeH="0" baseline="0">
                        <a:ln>
                          <a:noFill/>
                        </a:ln>
                        <a:solidFill>
                          <a:schemeClr val="bg2"/>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Almost One-hot</a:t>
                      </a:r>
                      <a:br>
                        <a:rPr kumimoji="0" lang="en-US" sz="1800" b="0" i="0" u="none" strike="noStrike" cap="none" normalizeH="0" baseline="0" dirty="0">
                          <a:ln>
                            <a:noFill/>
                          </a:ln>
                          <a:solidFill>
                            <a:schemeClr val="bg2"/>
                          </a:solidFill>
                          <a:effectLst/>
                          <a:latin typeface="Arial" pitchFamily="34" charset="0"/>
                          <a:cs typeface="Arial" pitchFamily="34" charset="0"/>
                        </a:rPr>
                      </a:br>
                      <a:r>
                        <a:rPr kumimoji="0" lang="en-US" sz="1800" b="0" i="0" u="none" strike="noStrike" cap="none" normalizeH="0" baseline="0" dirty="0">
                          <a:ln>
                            <a:noFill/>
                          </a:ln>
                          <a:solidFill>
                            <a:schemeClr val="bg2"/>
                          </a:solidFill>
                          <a:effectLst/>
                          <a:latin typeface="Arial" pitchFamily="34" charset="0"/>
                          <a:cs typeface="Arial" pitchFamily="34" charset="0"/>
                        </a:rPr>
                        <a:t>q1q2q3q4</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Gray</a:t>
                      </a:r>
                    </a:p>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encoding</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Johnson’s</a:t>
                      </a:r>
                    </a:p>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cs typeface="Arial" pitchFamily="34" charset="0"/>
                        </a:rPr>
                        <a:t>encoding</a:t>
                      </a:r>
                      <a:endParaRPr kumimoji="0" lang="ru-RU" sz="1800" b="0" i="0" u="none" strike="noStrike" cap="none" normalizeH="0" baseline="0" dirty="0">
                        <a:ln>
                          <a:noFill/>
                        </a:ln>
                        <a:solidFill>
                          <a:schemeClr val="bg2"/>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751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S0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10000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19099">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41751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S2</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00100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419099">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S3</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00010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417512">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S4</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00001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0001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9" marR="91449"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8" name="Title 7">
            <a:extLst>
              <a:ext uri="{FF2B5EF4-FFF2-40B4-BE49-F238E27FC236}">
                <a16:creationId xmlns:a16="http://schemas.microsoft.com/office/drawing/2014/main" id="{7C256C60-FD72-0FCD-87B7-B0BFD8A7C95A}"/>
              </a:ext>
            </a:extLst>
          </p:cNvPr>
          <p:cNvSpPr>
            <a:spLocks noGrp="1"/>
          </p:cNvSpPr>
          <p:nvPr>
            <p:ph type="title"/>
          </p:nvPr>
        </p:nvSpPr>
        <p:spPr/>
        <p:txBody>
          <a:bodyPr>
            <a:normAutofit/>
          </a:bodyPr>
          <a:lstStyle/>
          <a:p>
            <a:r>
              <a:rPr lang="en-US" dirty="0"/>
              <a:t>State Assignment</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A889CE3C-B1FC-4E75-A521-6C7ED76898D0}"/>
              </a:ext>
            </a:extLst>
          </p:cNvPr>
          <p:cNvGraphicFramePr>
            <a:graphicFrameLocks noGrp="1"/>
          </p:cNvGraphicFramePr>
          <p:nvPr>
            <p:extLst>
              <p:ext uri="{D42A27DB-BD31-4B8C-83A1-F6EECF244321}">
                <p14:modId xmlns:p14="http://schemas.microsoft.com/office/powerpoint/2010/main" val="3802647128"/>
              </p:ext>
            </p:extLst>
          </p:nvPr>
        </p:nvGraphicFramePr>
        <p:xfrm>
          <a:off x="3048000" y="1236663"/>
          <a:ext cx="6095997" cy="4348168"/>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20000"/>
                    </a:ext>
                  </a:extLst>
                </a:gridCol>
                <a:gridCol w="677333">
                  <a:extLst>
                    <a:ext uri="{9D8B030D-6E8A-4147-A177-3AD203B41FA5}">
                      <a16:colId xmlns:a16="http://schemas.microsoft.com/office/drawing/2014/main" val="20001"/>
                    </a:ext>
                  </a:extLst>
                </a:gridCol>
                <a:gridCol w="677333">
                  <a:extLst>
                    <a:ext uri="{9D8B030D-6E8A-4147-A177-3AD203B41FA5}">
                      <a16:colId xmlns:a16="http://schemas.microsoft.com/office/drawing/2014/main" val="20002"/>
                    </a:ext>
                  </a:extLst>
                </a:gridCol>
                <a:gridCol w="677333">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gridCol w="677333">
                  <a:extLst>
                    <a:ext uri="{9D8B030D-6E8A-4147-A177-3AD203B41FA5}">
                      <a16:colId xmlns:a16="http://schemas.microsoft.com/office/drawing/2014/main" val="20005"/>
                    </a:ext>
                  </a:extLst>
                </a:gridCol>
                <a:gridCol w="677333">
                  <a:extLst>
                    <a:ext uri="{9D8B030D-6E8A-4147-A177-3AD203B41FA5}">
                      <a16:colId xmlns:a16="http://schemas.microsoft.com/office/drawing/2014/main" val="20006"/>
                    </a:ext>
                  </a:extLst>
                </a:gridCol>
                <a:gridCol w="677333">
                  <a:extLst>
                    <a:ext uri="{9D8B030D-6E8A-4147-A177-3AD203B41FA5}">
                      <a16:colId xmlns:a16="http://schemas.microsoft.com/office/drawing/2014/main" val="20007"/>
                    </a:ext>
                  </a:extLst>
                </a:gridCol>
                <a:gridCol w="677333">
                  <a:extLst>
                    <a:ext uri="{9D8B030D-6E8A-4147-A177-3AD203B41FA5}">
                      <a16:colId xmlns:a16="http://schemas.microsoft.com/office/drawing/2014/main" val="20008"/>
                    </a:ext>
                  </a:extLst>
                </a:gridCol>
              </a:tblGrid>
              <a:tr h="640063">
                <a:tc grid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Present</a:t>
                      </a:r>
                      <a:br>
                        <a:rPr kumimoji="0" lang="en-US" sz="1800" b="0" i="0" u="none" strike="noStrike" cap="none" normalizeH="0" baseline="0" dirty="0">
                          <a:ln>
                            <a:noFill/>
                          </a:ln>
                          <a:solidFill>
                            <a:schemeClr val="bg2"/>
                          </a:solidFill>
                          <a:effectLst/>
                          <a:latin typeface="Arial" pitchFamily="34" charset="0"/>
                        </a:rPr>
                      </a:br>
                      <a:r>
                        <a:rPr kumimoji="0" lang="en-US" sz="1800" b="0" i="0" u="none" strike="noStrike" cap="none" normalizeH="0" baseline="0" dirty="0">
                          <a:ln>
                            <a:noFill/>
                          </a:ln>
                          <a:solidFill>
                            <a:schemeClr val="bg2"/>
                          </a:solidFill>
                          <a:effectLst/>
                          <a:latin typeface="Arial" pitchFamily="34" charset="0"/>
                        </a:rPr>
                        <a:t>State</a:t>
                      </a:r>
                    </a:p>
                  </a:txBody>
                  <a:tcPr marL="91444" marR="91444" marT="45714" marB="45714" anchor="ctr" horzOverflow="overflow"/>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X</a:t>
                      </a:r>
                    </a:p>
                  </a:txBody>
                  <a:tcPr marL="91444" marR="91444" marT="45714" marB="45714" anchor="ctr" horzOverflow="overflow"/>
                </a:tc>
                <a:tc grid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Next State</a:t>
                      </a:r>
                    </a:p>
                  </a:txBody>
                  <a:tcPr marL="91444" marR="91444" marT="45714" marB="45714" anchor="ctr" horzOverflow="overflow"/>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Y</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D1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D2</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D3</a:t>
                      </a:r>
                    </a:p>
                  </a:txBody>
                  <a:tcPr marL="91444" marR="91444" marT="45714" marB="45714" anchor="ctr" horzOverflow="overflow"/>
                </a:tc>
                <a:extLst>
                  <a:ext uri="{0D108BD9-81ED-4DB2-BD59-A6C34878D82A}">
                    <a16:rowId xmlns:a16="http://schemas.microsoft.com/office/drawing/2014/main" val="10000"/>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0</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1</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01"/>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2</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2"/>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1</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0</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3"/>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0</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4"/>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2</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1</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05"/>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3</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06"/>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3</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2</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7"/>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4</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100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8"/>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4</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100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3</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09"/>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3</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10"/>
                  </a:ext>
                </a:extLst>
              </a:tr>
            </a:tbl>
          </a:graphicData>
        </a:graphic>
      </p:graphicFrame>
      <p:sp>
        <p:nvSpPr>
          <p:cNvPr id="9" name="Title 8">
            <a:extLst>
              <a:ext uri="{FF2B5EF4-FFF2-40B4-BE49-F238E27FC236}">
                <a16:creationId xmlns:a16="http://schemas.microsoft.com/office/drawing/2014/main" id="{AE27018C-3CD0-55E6-010A-E6EC267D7AE0}"/>
              </a:ext>
            </a:extLst>
          </p:cNvPr>
          <p:cNvSpPr>
            <a:spLocks noGrp="1"/>
          </p:cNvSpPr>
          <p:nvPr>
            <p:ph type="title"/>
          </p:nvPr>
        </p:nvSpPr>
        <p:spPr/>
        <p:txBody>
          <a:bodyPr>
            <a:normAutofit/>
          </a:bodyPr>
          <a:lstStyle/>
          <a:p>
            <a:r>
              <a:rPr lang="en-US" dirty="0"/>
              <a:t>Structural Table of Transitions</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CE75B718-9FB9-4C0C-B146-35CA3C2F23A8}"/>
              </a:ext>
            </a:extLst>
          </p:cNvPr>
          <p:cNvGraphicFramePr>
            <a:graphicFrameLocks noGrp="1"/>
          </p:cNvGraphicFramePr>
          <p:nvPr>
            <p:extLst>
              <p:ext uri="{D42A27DB-BD31-4B8C-83A1-F6EECF244321}">
                <p14:modId xmlns:p14="http://schemas.microsoft.com/office/powerpoint/2010/main" val="1048089657"/>
              </p:ext>
            </p:extLst>
          </p:nvPr>
        </p:nvGraphicFramePr>
        <p:xfrm>
          <a:off x="3048000" y="1236663"/>
          <a:ext cx="6095997" cy="4348168"/>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20000"/>
                    </a:ext>
                  </a:extLst>
                </a:gridCol>
                <a:gridCol w="677333">
                  <a:extLst>
                    <a:ext uri="{9D8B030D-6E8A-4147-A177-3AD203B41FA5}">
                      <a16:colId xmlns:a16="http://schemas.microsoft.com/office/drawing/2014/main" val="20001"/>
                    </a:ext>
                  </a:extLst>
                </a:gridCol>
                <a:gridCol w="677333">
                  <a:extLst>
                    <a:ext uri="{9D8B030D-6E8A-4147-A177-3AD203B41FA5}">
                      <a16:colId xmlns:a16="http://schemas.microsoft.com/office/drawing/2014/main" val="20002"/>
                    </a:ext>
                  </a:extLst>
                </a:gridCol>
                <a:gridCol w="677333">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gridCol w="677333">
                  <a:extLst>
                    <a:ext uri="{9D8B030D-6E8A-4147-A177-3AD203B41FA5}">
                      <a16:colId xmlns:a16="http://schemas.microsoft.com/office/drawing/2014/main" val="20005"/>
                    </a:ext>
                  </a:extLst>
                </a:gridCol>
                <a:gridCol w="677333">
                  <a:extLst>
                    <a:ext uri="{9D8B030D-6E8A-4147-A177-3AD203B41FA5}">
                      <a16:colId xmlns:a16="http://schemas.microsoft.com/office/drawing/2014/main" val="20006"/>
                    </a:ext>
                  </a:extLst>
                </a:gridCol>
                <a:gridCol w="677333">
                  <a:extLst>
                    <a:ext uri="{9D8B030D-6E8A-4147-A177-3AD203B41FA5}">
                      <a16:colId xmlns:a16="http://schemas.microsoft.com/office/drawing/2014/main" val="20007"/>
                    </a:ext>
                  </a:extLst>
                </a:gridCol>
                <a:gridCol w="677333">
                  <a:extLst>
                    <a:ext uri="{9D8B030D-6E8A-4147-A177-3AD203B41FA5}">
                      <a16:colId xmlns:a16="http://schemas.microsoft.com/office/drawing/2014/main" val="20008"/>
                    </a:ext>
                  </a:extLst>
                </a:gridCol>
              </a:tblGrid>
              <a:tr h="640063">
                <a:tc grid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Present</a:t>
                      </a:r>
                      <a:br>
                        <a:rPr kumimoji="0" lang="en-US" sz="1800" b="0" i="0" u="none" strike="noStrike" cap="none" normalizeH="0" baseline="0" dirty="0">
                          <a:ln>
                            <a:noFill/>
                          </a:ln>
                          <a:solidFill>
                            <a:schemeClr val="bg2"/>
                          </a:solidFill>
                          <a:effectLst/>
                          <a:latin typeface="Arial" pitchFamily="34" charset="0"/>
                        </a:rPr>
                      </a:br>
                      <a:r>
                        <a:rPr kumimoji="0" lang="en-US" sz="1800" b="0" i="0" u="none" strike="noStrike" cap="none" normalizeH="0" baseline="0" dirty="0">
                          <a:ln>
                            <a:noFill/>
                          </a:ln>
                          <a:solidFill>
                            <a:schemeClr val="bg2"/>
                          </a:solidFill>
                          <a:effectLst/>
                          <a:latin typeface="Arial" pitchFamily="34" charset="0"/>
                        </a:rPr>
                        <a:t>State</a:t>
                      </a:r>
                    </a:p>
                  </a:txBody>
                  <a:tcPr marL="91444" marR="91444" marT="45714" marB="45714" anchor="ctr" horzOverflow="overflow"/>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X</a:t>
                      </a:r>
                    </a:p>
                  </a:txBody>
                  <a:tcPr marL="91444" marR="91444" marT="45714" marB="45714" anchor="ctr" horzOverflow="overflow"/>
                </a:tc>
                <a:tc grid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Next State</a:t>
                      </a:r>
                    </a:p>
                  </a:txBody>
                  <a:tcPr marL="91444" marR="91444" marT="45714" marB="45714" anchor="ctr" horzOverflow="overflow"/>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Y</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D1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D2</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bg2"/>
                          </a:solidFill>
                          <a:effectLst/>
                          <a:latin typeface="Arial" pitchFamily="34" charset="0"/>
                        </a:rPr>
                        <a:t>D3</a:t>
                      </a:r>
                    </a:p>
                  </a:txBody>
                  <a:tcPr marL="91444" marR="91444" marT="45714" marB="45714" anchor="ctr" horzOverflow="overflow"/>
                </a:tc>
                <a:extLst>
                  <a:ext uri="{0D108BD9-81ED-4DB2-BD59-A6C34878D82A}">
                    <a16:rowId xmlns:a16="http://schemas.microsoft.com/office/drawing/2014/main" val="10000"/>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0</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1</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01"/>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2</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2"/>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1</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0</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3"/>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0</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4"/>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2</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1</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001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05"/>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3</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06"/>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3</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2</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7"/>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4</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   1</a:t>
                      </a: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  1</a:t>
                      </a:r>
                      <a:endParaRPr kumimoji="0" lang="ru-RU"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extLst>
                  <a:ext uri="{0D108BD9-81ED-4DB2-BD59-A6C34878D82A}">
                    <a16:rowId xmlns:a16="http://schemas.microsoft.com/office/drawing/2014/main" val="10008"/>
                  </a:ext>
                </a:extLst>
              </a:tr>
              <a:tr h="370810">
                <a:tc rowSpan="2">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4</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rowSpan="2">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3</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09"/>
                  </a:ext>
                </a:extLst>
              </a:tr>
              <a:tr h="370810">
                <a:tc vMerge="1">
                  <a:txBody>
                    <a:bodyPr/>
                    <a:lstStyle/>
                    <a:p>
                      <a:endParaRPr lang="en-US"/>
                    </a:p>
                  </a:txBody>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S</a:t>
                      </a:r>
                      <a:r>
                        <a:rPr kumimoji="0" lang="en-US" sz="1800" b="0" i="0" u="none" strike="noStrike" cap="none" normalizeH="0" baseline="-25000" dirty="0">
                          <a:ln>
                            <a:noFill/>
                          </a:ln>
                          <a:solidFill>
                            <a:schemeClr val="tx1"/>
                          </a:solidFill>
                          <a:effectLst/>
                          <a:latin typeface="Arial" pitchFamily="34" charset="0"/>
                        </a:rPr>
                        <a:t>3</a:t>
                      </a:r>
                      <a:endParaRPr kumimoji="0" lang="en-US" sz="1800" b="0" i="0" u="none" strike="noStrike" cap="none" normalizeH="0" baseline="0" dirty="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011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pPr>
                      <a:endParaRPr kumimoji="0" lang="ru-RU" sz="1800" b="0" i="0" u="none" strike="noStrike" cap="none" normalizeH="0" baseline="0">
                        <a:ln>
                          <a:noFill/>
                        </a:ln>
                        <a:solidFill>
                          <a:schemeClr val="tx1"/>
                        </a:solidFill>
                        <a:effectLst/>
                        <a:latin typeface="Arial" pitchFamily="34" charset="0"/>
                      </a:endParaRP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en-US" sz="1800" b="0" i="0" u="none" strike="noStrike" cap="none" normalizeH="0" baseline="0" dirty="0">
                          <a:ln>
                            <a:noFill/>
                          </a:ln>
                          <a:solidFill>
                            <a:schemeClr val="tx1"/>
                          </a:solidFill>
                          <a:effectLst/>
                          <a:latin typeface="Arial" pitchFamily="34" charset="0"/>
                        </a:rPr>
                        <a:t>1</a:t>
                      </a:r>
                    </a:p>
                  </a:txBody>
                  <a:tcPr marL="91444" marR="91444" marT="45714" marB="45714" anchor="ctr" horzOverflow="overflow"/>
                </a:tc>
                <a:extLst>
                  <a:ext uri="{0D108BD9-81ED-4DB2-BD59-A6C34878D82A}">
                    <a16:rowId xmlns:a16="http://schemas.microsoft.com/office/drawing/2014/main" val="10010"/>
                  </a:ext>
                </a:extLst>
              </a:tr>
            </a:tbl>
          </a:graphicData>
        </a:graphic>
      </p:graphicFrame>
      <p:sp>
        <p:nvSpPr>
          <p:cNvPr id="131185" name="TextBox 2">
            <a:extLst>
              <a:ext uri="{FF2B5EF4-FFF2-40B4-BE49-F238E27FC236}">
                <a16:creationId xmlns:a16="http://schemas.microsoft.com/office/drawing/2014/main" id="{DD80A01E-4466-153C-EA03-31981228A8F0}"/>
              </a:ext>
            </a:extLst>
          </p:cNvPr>
          <p:cNvSpPr txBox="1">
            <a:spLocks noChangeArrowheads="1"/>
          </p:cNvSpPr>
          <p:nvPr/>
        </p:nvSpPr>
        <p:spPr bwMode="auto">
          <a:xfrm>
            <a:off x="7679528" y="5733979"/>
            <a:ext cx="2928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Next State Functions</a:t>
            </a:r>
          </a:p>
        </p:txBody>
      </p:sp>
      <p:sp>
        <p:nvSpPr>
          <p:cNvPr id="9" name="Title 8">
            <a:extLst>
              <a:ext uri="{FF2B5EF4-FFF2-40B4-BE49-F238E27FC236}">
                <a16:creationId xmlns:a16="http://schemas.microsoft.com/office/drawing/2014/main" id="{B39A9984-6718-DFBB-3255-1787F4A93D61}"/>
              </a:ext>
            </a:extLst>
          </p:cNvPr>
          <p:cNvSpPr>
            <a:spLocks noGrp="1"/>
          </p:cNvSpPr>
          <p:nvPr>
            <p:ph type="title"/>
          </p:nvPr>
        </p:nvSpPr>
        <p:spPr/>
        <p:txBody>
          <a:bodyPr>
            <a:normAutofit/>
          </a:bodyPr>
          <a:lstStyle/>
          <a:p>
            <a:r>
              <a:rPr lang="en-US" dirty="0"/>
              <a:t>Structural Table of Transitions</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23" name="Group 3">
            <a:extLst>
              <a:ext uri="{FF2B5EF4-FFF2-40B4-BE49-F238E27FC236}">
                <a16:creationId xmlns:a16="http://schemas.microsoft.com/office/drawing/2014/main" id="{10F2C4F7-DF2D-B69C-4B45-41D20D71E5FE}"/>
              </a:ext>
            </a:extLst>
          </p:cNvPr>
          <p:cNvGrpSpPr>
            <a:grpSpLocks/>
          </p:cNvGrpSpPr>
          <p:nvPr/>
        </p:nvGrpSpPr>
        <p:grpSpPr bwMode="auto">
          <a:xfrm>
            <a:off x="2301876" y="1490663"/>
            <a:ext cx="7686675" cy="4259262"/>
            <a:chOff x="777875" y="1085850"/>
            <a:chExt cx="7686675" cy="4259263"/>
          </a:xfrm>
        </p:grpSpPr>
        <p:sp>
          <p:nvSpPr>
            <p:cNvPr id="2" name="Rectangle 3">
              <a:extLst>
                <a:ext uri="{FF2B5EF4-FFF2-40B4-BE49-F238E27FC236}">
                  <a16:creationId xmlns:a16="http://schemas.microsoft.com/office/drawing/2014/main" id="{A149A18E-AA7F-487B-AD93-60AF7F56F45F}"/>
                </a:ext>
              </a:extLst>
            </p:cNvPr>
            <p:cNvSpPr>
              <a:spLocks noChangeArrowheads="1"/>
            </p:cNvSpPr>
            <p:nvPr/>
          </p:nvSpPr>
          <p:spPr bwMode="auto">
            <a:xfrm>
              <a:off x="1395413" y="1435100"/>
              <a:ext cx="560387" cy="40481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2" name="Rectangle 4">
              <a:extLst>
                <a:ext uri="{FF2B5EF4-FFF2-40B4-BE49-F238E27FC236}">
                  <a16:creationId xmlns:a16="http://schemas.microsoft.com/office/drawing/2014/main" id="{D6721EC1-78D9-4A94-9D9E-F1AF7DF79270}"/>
                </a:ext>
              </a:extLst>
            </p:cNvPr>
            <p:cNvSpPr>
              <a:spLocks noChangeArrowheads="1"/>
            </p:cNvSpPr>
            <p:nvPr/>
          </p:nvSpPr>
          <p:spPr bwMode="auto">
            <a:xfrm>
              <a:off x="1955800" y="1435100"/>
              <a:ext cx="560388" cy="40481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3" name="Rectangle 5">
              <a:extLst>
                <a:ext uri="{FF2B5EF4-FFF2-40B4-BE49-F238E27FC236}">
                  <a16:creationId xmlns:a16="http://schemas.microsoft.com/office/drawing/2014/main" id="{18D98366-55D9-47BE-975C-918BDDD1EB68}"/>
                </a:ext>
              </a:extLst>
            </p:cNvPr>
            <p:cNvSpPr>
              <a:spLocks noChangeArrowheads="1"/>
            </p:cNvSpPr>
            <p:nvPr/>
          </p:nvSpPr>
          <p:spPr bwMode="auto">
            <a:xfrm>
              <a:off x="2516188" y="1435100"/>
              <a:ext cx="560387" cy="40481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4" name="Rectangle 6">
              <a:extLst>
                <a:ext uri="{FF2B5EF4-FFF2-40B4-BE49-F238E27FC236}">
                  <a16:creationId xmlns:a16="http://schemas.microsoft.com/office/drawing/2014/main" id="{2CD0EF93-298E-42D9-86D8-B01E7CEAAFDF}"/>
                </a:ext>
              </a:extLst>
            </p:cNvPr>
            <p:cNvSpPr>
              <a:spLocks noChangeArrowheads="1"/>
            </p:cNvSpPr>
            <p:nvPr/>
          </p:nvSpPr>
          <p:spPr bwMode="auto">
            <a:xfrm>
              <a:off x="3076575" y="1435100"/>
              <a:ext cx="560388" cy="40481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5" name="Rectangle 7">
              <a:extLst>
                <a:ext uri="{FF2B5EF4-FFF2-40B4-BE49-F238E27FC236}">
                  <a16:creationId xmlns:a16="http://schemas.microsoft.com/office/drawing/2014/main" id="{089461EF-DBE5-412D-A0DE-DA4908159A61}"/>
                </a:ext>
              </a:extLst>
            </p:cNvPr>
            <p:cNvSpPr>
              <a:spLocks noChangeArrowheads="1"/>
            </p:cNvSpPr>
            <p:nvPr/>
          </p:nvSpPr>
          <p:spPr bwMode="auto">
            <a:xfrm>
              <a:off x="1395413" y="1839912"/>
              <a:ext cx="560387" cy="404813"/>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6" name="Rectangle 8">
              <a:extLst>
                <a:ext uri="{FF2B5EF4-FFF2-40B4-BE49-F238E27FC236}">
                  <a16:creationId xmlns:a16="http://schemas.microsoft.com/office/drawing/2014/main" id="{5F3BF2CA-EA37-49FE-8C6A-BC2460DB66C1}"/>
                </a:ext>
              </a:extLst>
            </p:cNvPr>
            <p:cNvSpPr>
              <a:spLocks noChangeArrowheads="1"/>
            </p:cNvSpPr>
            <p:nvPr/>
          </p:nvSpPr>
          <p:spPr bwMode="auto">
            <a:xfrm>
              <a:off x="1955800" y="1839912"/>
              <a:ext cx="560388" cy="404813"/>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7" name="Rectangle 9">
              <a:extLst>
                <a:ext uri="{FF2B5EF4-FFF2-40B4-BE49-F238E27FC236}">
                  <a16:creationId xmlns:a16="http://schemas.microsoft.com/office/drawing/2014/main" id="{BAF6693F-9246-451A-98B0-A08C6EBA47B1}"/>
                </a:ext>
              </a:extLst>
            </p:cNvPr>
            <p:cNvSpPr>
              <a:spLocks noChangeArrowheads="1"/>
            </p:cNvSpPr>
            <p:nvPr/>
          </p:nvSpPr>
          <p:spPr bwMode="auto">
            <a:xfrm>
              <a:off x="2516188" y="1839912"/>
              <a:ext cx="560387" cy="404813"/>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18" name="Rectangle 10">
              <a:extLst>
                <a:ext uri="{FF2B5EF4-FFF2-40B4-BE49-F238E27FC236}">
                  <a16:creationId xmlns:a16="http://schemas.microsoft.com/office/drawing/2014/main" id="{D006260D-2C09-488B-A842-F38206148097}"/>
                </a:ext>
              </a:extLst>
            </p:cNvPr>
            <p:cNvSpPr>
              <a:spLocks noChangeArrowheads="1"/>
            </p:cNvSpPr>
            <p:nvPr/>
          </p:nvSpPr>
          <p:spPr bwMode="auto">
            <a:xfrm>
              <a:off x="3076575" y="1839912"/>
              <a:ext cx="560388" cy="404813"/>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9" name="Rectangle 11">
              <a:extLst>
                <a:ext uri="{FF2B5EF4-FFF2-40B4-BE49-F238E27FC236}">
                  <a16:creationId xmlns:a16="http://schemas.microsoft.com/office/drawing/2014/main" id="{C24257EB-FF52-4EBD-BF42-B221EDEAFF6A}"/>
                </a:ext>
              </a:extLst>
            </p:cNvPr>
            <p:cNvSpPr>
              <a:spLocks noChangeArrowheads="1"/>
            </p:cNvSpPr>
            <p:nvPr/>
          </p:nvSpPr>
          <p:spPr bwMode="auto">
            <a:xfrm>
              <a:off x="1395413" y="2244725"/>
              <a:ext cx="560387" cy="404812"/>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0" name="Rectangle 12">
              <a:extLst>
                <a:ext uri="{FF2B5EF4-FFF2-40B4-BE49-F238E27FC236}">
                  <a16:creationId xmlns:a16="http://schemas.microsoft.com/office/drawing/2014/main" id="{F4DF466E-F354-4C5B-9690-94005FD188EC}"/>
                </a:ext>
              </a:extLst>
            </p:cNvPr>
            <p:cNvSpPr>
              <a:spLocks noChangeArrowheads="1"/>
            </p:cNvSpPr>
            <p:nvPr/>
          </p:nvSpPr>
          <p:spPr bwMode="auto">
            <a:xfrm>
              <a:off x="1955800" y="2244725"/>
              <a:ext cx="560388" cy="404812"/>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1" name="Rectangle 13">
              <a:extLst>
                <a:ext uri="{FF2B5EF4-FFF2-40B4-BE49-F238E27FC236}">
                  <a16:creationId xmlns:a16="http://schemas.microsoft.com/office/drawing/2014/main" id="{A7734CA4-7095-4C6C-9858-19118803C7A3}"/>
                </a:ext>
              </a:extLst>
            </p:cNvPr>
            <p:cNvSpPr>
              <a:spLocks noChangeArrowheads="1"/>
            </p:cNvSpPr>
            <p:nvPr/>
          </p:nvSpPr>
          <p:spPr bwMode="auto">
            <a:xfrm>
              <a:off x="2516188" y="2244725"/>
              <a:ext cx="560387" cy="404812"/>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2" name="Rectangle 14">
              <a:extLst>
                <a:ext uri="{FF2B5EF4-FFF2-40B4-BE49-F238E27FC236}">
                  <a16:creationId xmlns:a16="http://schemas.microsoft.com/office/drawing/2014/main" id="{30116E9C-BBB2-47CF-B138-69E798E097C7}"/>
                </a:ext>
              </a:extLst>
            </p:cNvPr>
            <p:cNvSpPr>
              <a:spLocks noChangeArrowheads="1"/>
            </p:cNvSpPr>
            <p:nvPr/>
          </p:nvSpPr>
          <p:spPr bwMode="auto">
            <a:xfrm>
              <a:off x="3076575" y="2244725"/>
              <a:ext cx="560388" cy="404812"/>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3" name="Rectangle 15">
              <a:extLst>
                <a:ext uri="{FF2B5EF4-FFF2-40B4-BE49-F238E27FC236}">
                  <a16:creationId xmlns:a16="http://schemas.microsoft.com/office/drawing/2014/main" id="{C7991174-C70D-4133-B7DF-C9C398F2446B}"/>
                </a:ext>
              </a:extLst>
            </p:cNvPr>
            <p:cNvSpPr>
              <a:spLocks noChangeArrowheads="1"/>
            </p:cNvSpPr>
            <p:nvPr/>
          </p:nvSpPr>
          <p:spPr bwMode="auto">
            <a:xfrm>
              <a:off x="1395413" y="2649537"/>
              <a:ext cx="560387" cy="406400"/>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24" name="Rectangle 16">
              <a:extLst>
                <a:ext uri="{FF2B5EF4-FFF2-40B4-BE49-F238E27FC236}">
                  <a16:creationId xmlns:a16="http://schemas.microsoft.com/office/drawing/2014/main" id="{8D9C0233-ECB7-4726-B411-AF3ED98DC13A}"/>
                </a:ext>
              </a:extLst>
            </p:cNvPr>
            <p:cNvSpPr>
              <a:spLocks noChangeArrowheads="1"/>
            </p:cNvSpPr>
            <p:nvPr/>
          </p:nvSpPr>
          <p:spPr bwMode="auto">
            <a:xfrm>
              <a:off x="1955800" y="2649537"/>
              <a:ext cx="560388" cy="406400"/>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25" name="Rectangle 17">
              <a:extLst>
                <a:ext uri="{FF2B5EF4-FFF2-40B4-BE49-F238E27FC236}">
                  <a16:creationId xmlns:a16="http://schemas.microsoft.com/office/drawing/2014/main" id="{09D70892-8CF7-442C-BFE6-AF69D9EA0670}"/>
                </a:ext>
              </a:extLst>
            </p:cNvPr>
            <p:cNvSpPr>
              <a:spLocks noChangeArrowheads="1"/>
            </p:cNvSpPr>
            <p:nvPr/>
          </p:nvSpPr>
          <p:spPr bwMode="auto">
            <a:xfrm>
              <a:off x="2516188" y="2649537"/>
              <a:ext cx="560387" cy="406400"/>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6" name="Rectangle 18">
              <a:extLst>
                <a:ext uri="{FF2B5EF4-FFF2-40B4-BE49-F238E27FC236}">
                  <a16:creationId xmlns:a16="http://schemas.microsoft.com/office/drawing/2014/main" id="{B382CF59-3874-4880-8AA5-6CD9B6425081}"/>
                </a:ext>
              </a:extLst>
            </p:cNvPr>
            <p:cNvSpPr>
              <a:spLocks noChangeArrowheads="1"/>
            </p:cNvSpPr>
            <p:nvPr/>
          </p:nvSpPr>
          <p:spPr bwMode="auto">
            <a:xfrm>
              <a:off x="3076575" y="2649537"/>
              <a:ext cx="560388" cy="406400"/>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7" name="Line 19">
              <a:extLst>
                <a:ext uri="{FF2B5EF4-FFF2-40B4-BE49-F238E27FC236}">
                  <a16:creationId xmlns:a16="http://schemas.microsoft.com/office/drawing/2014/main" id="{3C9A8568-79FE-44B9-9ED4-45C33B932274}"/>
                </a:ext>
              </a:extLst>
            </p:cNvPr>
            <p:cNvSpPr>
              <a:spLocks noChangeShapeType="1"/>
            </p:cNvSpPr>
            <p:nvPr/>
          </p:nvSpPr>
          <p:spPr bwMode="auto">
            <a:xfrm>
              <a:off x="1955800" y="1435100"/>
              <a:ext cx="0" cy="16208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28" name="Line 20">
              <a:extLst>
                <a:ext uri="{FF2B5EF4-FFF2-40B4-BE49-F238E27FC236}">
                  <a16:creationId xmlns:a16="http://schemas.microsoft.com/office/drawing/2014/main" id="{898940FF-6463-4EE5-A50D-F294F0202E5A}"/>
                </a:ext>
              </a:extLst>
            </p:cNvPr>
            <p:cNvSpPr>
              <a:spLocks noChangeShapeType="1"/>
            </p:cNvSpPr>
            <p:nvPr/>
          </p:nvSpPr>
          <p:spPr bwMode="auto">
            <a:xfrm>
              <a:off x="2516188" y="1435100"/>
              <a:ext cx="0" cy="16208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29" name="Line 21">
              <a:extLst>
                <a:ext uri="{FF2B5EF4-FFF2-40B4-BE49-F238E27FC236}">
                  <a16:creationId xmlns:a16="http://schemas.microsoft.com/office/drawing/2014/main" id="{BFCE7FBF-8F90-4ED1-953E-C273BEBEDF2D}"/>
                </a:ext>
              </a:extLst>
            </p:cNvPr>
            <p:cNvSpPr>
              <a:spLocks noChangeShapeType="1"/>
            </p:cNvSpPr>
            <p:nvPr/>
          </p:nvSpPr>
          <p:spPr bwMode="auto">
            <a:xfrm>
              <a:off x="3076575" y="1435100"/>
              <a:ext cx="0" cy="16208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30" name="Line 22">
              <a:extLst>
                <a:ext uri="{FF2B5EF4-FFF2-40B4-BE49-F238E27FC236}">
                  <a16:creationId xmlns:a16="http://schemas.microsoft.com/office/drawing/2014/main" id="{4DF83D43-21DA-4144-BDF7-25583CD830A2}"/>
                </a:ext>
              </a:extLst>
            </p:cNvPr>
            <p:cNvSpPr>
              <a:spLocks noChangeShapeType="1"/>
            </p:cNvSpPr>
            <p:nvPr/>
          </p:nvSpPr>
          <p:spPr bwMode="auto">
            <a:xfrm>
              <a:off x="1395413" y="1839912"/>
              <a:ext cx="2241550"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31" name="Line 23">
              <a:extLst>
                <a:ext uri="{FF2B5EF4-FFF2-40B4-BE49-F238E27FC236}">
                  <a16:creationId xmlns:a16="http://schemas.microsoft.com/office/drawing/2014/main" id="{A8C7F45D-331B-42F0-9A16-B237C6412F9C}"/>
                </a:ext>
              </a:extLst>
            </p:cNvPr>
            <p:cNvSpPr>
              <a:spLocks noChangeShapeType="1"/>
            </p:cNvSpPr>
            <p:nvPr/>
          </p:nvSpPr>
          <p:spPr bwMode="auto">
            <a:xfrm>
              <a:off x="1395413" y="2244725"/>
              <a:ext cx="2241550"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32" name="Line 24">
              <a:extLst>
                <a:ext uri="{FF2B5EF4-FFF2-40B4-BE49-F238E27FC236}">
                  <a16:creationId xmlns:a16="http://schemas.microsoft.com/office/drawing/2014/main" id="{AB787934-C737-44B7-BC06-247FF493E6AF}"/>
                </a:ext>
              </a:extLst>
            </p:cNvPr>
            <p:cNvSpPr>
              <a:spLocks noChangeShapeType="1"/>
            </p:cNvSpPr>
            <p:nvPr/>
          </p:nvSpPr>
          <p:spPr bwMode="auto">
            <a:xfrm>
              <a:off x="1395413" y="2649537"/>
              <a:ext cx="2241550"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33" name="Line 25">
              <a:extLst>
                <a:ext uri="{FF2B5EF4-FFF2-40B4-BE49-F238E27FC236}">
                  <a16:creationId xmlns:a16="http://schemas.microsoft.com/office/drawing/2014/main" id="{A68116A0-9ADA-4959-8510-658476699FD8}"/>
                </a:ext>
              </a:extLst>
            </p:cNvPr>
            <p:cNvSpPr>
              <a:spLocks noChangeShapeType="1"/>
            </p:cNvSpPr>
            <p:nvPr/>
          </p:nvSpPr>
          <p:spPr bwMode="auto">
            <a:xfrm>
              <a:off x="1395413" y="1435100"/>
              <a:ext cx="0" cy="162083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34" name="Line 26">
              <a:extLst>
                <a:ext uri="{FF2B5EF4-FFF2-40B4-BE49-F238E27FC236}">
                  <a16:creationId xmlns:a16="http://schemas.microsoft.com/office/drawing/2014/main" id="{98D5D4C1-FC7D-4BF9-A321-4BD26AE957D6}"/>
                </a:ext>
              </a:extLst>
            </p:cNvPr>
            <p:cNvSpPr>
              <a:spLocks noChangeShapeType="1"/>
            </p:cNvSpPr>
            <p:nvPr/>
          </p:nvSpPr>
          <p:spPr bwMode="auto">
            <a:xfrm>
              <a:off x="3636963" y="1435100"/>
              <a:ext cx="0" cy="162083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35" name="Line 27">
              <a:extLst>
                <a:ext uri="{FF2B5EF4-FFF2-40B4-BE49-F238E27FC236}">
                  <a16:creationId xmlns:a16="http://schemas.microsoft.com/office/drawing/2014/main" id="{735FC1F3-343A-413F-BD2B-5871D7A8AAC8}"/>
                </a:ext>
              </a:extLst>
            </p:cNvPr>
            <p:cNvSpPr>
              <a:spLocks noChangeShapeType="1"/>
            </p:cNvSpPr>
            <p:nvPr/>
          </p:nvSpPr>
          <p:spPr bwMode="auto">
            <a:xfrm>
              <a:off x="1395413" y="1435100"/>
              <a:ext cx="2241550"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36" name="Line 28">
              <a:extLst>
                <a:ext uri="{FF2B5EF4-FFF2-40B4-BE49-F238E27FC236}">
                  <a16:creationId xmlns:a16="http://schemas.microsoft.com/office/drawing/2014/main" id="{7356714D-FC35-49D0-B16C-0DDE333C65ED}"/>
                </a:ext>
              </a:extLst>
            </p:cNvPr>
            <p:cNvSpPr>
              <a:spLocks noChangeShapeType="1"/>
            </p:cNvSpPr>
            <p:nvPr/>
          </p:nvSpPr>
          <p:spPr bwMode="auto">
            <a:xfrm>
              <a:off x="1395413" y="3055937"/>
              <a:ext cx="2241550"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37" name="Text Box 40">
              <a:extLst>
                <a:ext uri="{FF2B5EF4-FFF2-40B4-BE49-F238E27FC236}">
                  <a16:creationId xmlns:a16="http://schemas.microsoft.com/office/drawing/2014/main" id="{AA921B60-9581-4A94-B452-BEDD2747D7F1}"/>
                </a:ext>
              </a:extLst>
            </p:cNvPr>
            <p:cNvSpPr txBox="1">
              <a:spLocks noChangeArrowheads="1"/>
            </p:cNvSpPr>
            <p:nvPr/>
          </p:nvSpPr>
          <p:spPr bwMode="auto">
            <a:xfrm>
              <a:off x="1203325" y="1096962"/>
              <a:ext cx="2703513" cy="307975"/>
            </a:xfrm>
            <a:prstGeom prst="rect">
              <a:avLst/>
            </a:prstGeom>
            <a:noFill/>
            <a:ln w="9525">
              <a:noFill/>
              <a:miter lim="800000"/>
              <a:headEnd/>
              <a:tailEnd/>
            </a:ln>
          </p:spPr>
          <p:txBody>
            <a:bodyPr>
              <a:spAutoFit/>
            </a:bodyPr>
            <a:lstStyle/>
            <a:p>
              <a:pPr eaLnBrk="1" hangingPunct="1">
                <a:spcBef>
                  <a:spcPct val="50000"/>
                </a:spcBef>
                <a:defRPr/>
              </a:pPr>
              <a:r>
                <a:rPr lang="en-US" sz="1400" dirty="0"/>
                <a:t>q</a:t>
              </a:r>
              <a:r>
                <a:rPr lang="en-US" sz="1400" baseline="-25000" dirty="0"/>
                <a:t>3</a:t>
              </a:r>
              <a:r>
                <a:rPr lang="en-US" sz="1400" dirty="0"/>
                <a:t>x 00        01      11      10</a:t>
              </a:r>
            </a:p>
          </p:txBody>
        </p:sp>
        <p:sp>
          <p:nvSpPr>
            <p:cNvPr id="68638" name="Line 41">
              <a:extLst>
                <a:ext uri="{FF2B5EF4-FFF2-40B4-BE49-F238E27FC236}">
                  <a16:creationId xmlns:a16="http://schemas.microsoft.com/office/drawing/2014/main" id="{9F6C96CB-3D5E-425D-ADC7-AFAEA6918ED6}"/>
                </a:ext>
              </a:extLst>
            </p:cNvPr>
            <p:cNvSpPr>
              <a:spLocks noChangeShapeType="1"/>
            </p:cNvSpPr>
            <p:nvPr/>
          </p:nvSpPr>
          <p:spPr bwMode="auto">
            <a:xfrm>
              <a:off x="1163638" y="1204912"/>
              <a:ext cx="231775" cy="220663"/>
            </a:xfrm>
            <a:prstGeom prst="line">
              <a:avLst/>
            </a:prstGeom>
            <a:noFill/>
            <a:ln w="31750">
              <a:solidFill>
                <a:schemeClr val="tx1"/>
              </a:solidFill>
              <a:round/>
              <a:headEnd/>
              <a:tailEnd/>
            </a:ln>
          </p:spPr>
          <p:txBody>
            <a:bodyPr/>
            <a:lstStyle/>
            <a:p>
              <a:pPr eaLnBrk="1" hangingPunct="1">
                <a:defRPr/>
              </a:pPr>
              <a:endParaRPr lang="en-US" sz="1400" dirty="0"/>
            </a:p>
          </p:txBody>
        </p:sp>
        <p:sp>
          <p:nvSpPr>
            <p:cNvPr id="68639" name="Text Box 103">
              <a:extLst>
                <a:ext uri="{FF2B5EF4-FFF2-40B4-BE49-F238E27FC236}">
                  <a16:creationId xmlns:a16="http://schemas.microsoft.com/office/drawing/2014/main" id="{8E52AD91-D83A-4EF6-8477-56FB1C3EE1A3}"/>
                </a:ext>
              </a:extLst>
            </p:cNvPr>
            <p:cNvSpPr txBox="1">
              <a:spLocks noChangeArrowheads="1"/>
            </p:cNvSpPr>
            <p:nvPr/>
          </p:nvSpPr>
          <p:spPr bwMode="auto">
            <a:xfrm>
              <a:off x="777875" y="1152525"/>
              <a:ext cx="669925" cy="1958975"/>
            </a:xfrm>
            <a:prstGeom prst="rect">
              <a:avLst/>
            </a:prstGeom>
            <a:noFill/>
            <a:ln w="9525">
              <a:noFill/>
              <a:miter lim="800000"/>
              <a:headEnd/>
              <a:tailEnd/>
            </a:ln>
          </p:spPr>
          <p:txBody>
            <a:bodyPr>
              <a:spAutoFit/>
            </a:bodyPr>
            <a:lstStyle/>
            <a:p>
              <a:pPr eaLnBrk="1" hangingPunct="1">
                <a:defRPr/>
              </a:pPr>
              <a:r>
                <a:rPr lang="en-US" sz="1400" dirty="0"/>
                <a:t>q</a:t>
              </a:r>
              <a:r>
                <a:rPr lang="en-US" sz="1400" baseline="-25000" dirty="0"/>
                <a:t>1</a:t>
              </a:r>
              <a:r>
                <a:rPr lang="en-US" sz="1400" dirty="0"/>
                <a:t>q</a:t>
              </a:r>
              <a:r>
                <a:rPr lang="en-US" sz="1400" baseline="-25000" dirty="0"/>
                <a:t>2</a:t>
              </a:r>
            </a:p>
            <a:p>
              <a:pPr eaLnBrk="1" hangingPunct="1">
                <a:defRPr/>
              </a:pPr>
              <a:endParaRPr lang="en-US" sz="1400" baseline="-25000" dirty="0"/>
            </a:p>
            <a:p>
              <a:pPr eaLnBrk="1" hangingPunct="1">
                <a:defRPr/>
              </a:pPr>
              <a:r>
                <a:rPr lang="en-US" sz="1400" dirty="0"/>
                <a:t>00</a:t>
              </a:r>
            </a:p>
            <a:p>
              <a:pPr eaLnBrk="1" hangingPunct="1">
                <a:defRPr/>
              </a:pPr>
              <a:endParaRPr lang="en-US" sz="1400" dirty="0"/>
            </a:p>
            <a:p>
              <a:pPr eaLnBrk="1" hangingPunct="1">
                <a:defRPr/>
              </a:pPr>
              <a:r>
                <a:rPr lang="en-US" sz="1400" dirty="0"/>
                <a:t>01</a:t>
              </a:r>
            </a:p>
            <a:p>
              <a:pPr eaLnBrk="1" hangingPunct="1">
                <a:defRPr/>
              </a:pPr>
              <a:endParaRPr lang="en-US" sz="1400" dirty="0"/>
            </a:p>
            <a:p>
              <a:pPr eaLnBrk="1" hangingPunct="1">
                <a:defRPr/>
              </a:pPr>
              <a:r>
                <a:rPr lang="en-US" sz="1400" dirty="0"/>
                <a:t>11</a:t>
              </a:r>
            </a:p>
            <a:p>
              <a:pPr eaLnBrk="1" hangingPunct="1">
                <a:defRPr/>
              </a:pPr>
              <a:endParaRPr lang="en-US" sz="1400" dirty="0"/>
            </a:p>
            <a:p>
              <a:pPr eaLnBrk="1" hangingPunct="1">
                <a:defRPr/>
              </a:pPr>
              <a:r>
                <a:rPr lang="en-US" sz="1400" dirty="0"/>
                <a:t>10</a:t>
              </a:r>
            </a:p>
          </p:txBody>
        </p:sp>
        <p:sp>
          <p:nvSpPr>
            <p:cNvPr id="68640" name="AutoShape 194">
              <a:extLst>
                <a:ext uri="{FF2B5EF4-FFF2-40B4-BE49-F238E27FC236}">
                  <a16:creationId xmlns:a16="http://schemas.microsoft.com/office/drawing/2014/main" id="{21433974-768E-458B-9C92-B90F41C690CD}"/>
                </a:ext>
              </a:extLst>
            </p:cNvPr>
            <p:cNvSpPr>
              <a:spLocks noChangeArrowheads="1"/>
            </p:cNvSpPr>
            <p:nvPr/>
          </p:nvSpPr>
          <p:spPr bwMode="auto">
            <a:xfrm>
              <a:off x="2581275" y="1892300"/>
              <a:ext cx="385763" cy="669925"/>
            </a:xfrm>
            <a:prstGeom prst="roundRect">
              <a:avLst>
                <a:gd name="adj" fmla="val 16667"/>
              </a:avLst>
            </a:prstGeom>
            <a:noFill/>
            <a:ln w="34925">
              <a:solidFill>
                <a:schemeClr val="accent1">
                  <a:lumMod val="20000"/>
                  <a:lumOff val="80000"/>
                </a:schemeClr>
              </a:solidFill>
              <a:round/>
              <a:headEnd/>
              <a:tailEnd/>
            </a:ln>
          </p:spPr>
          <p:txBody>
            <a:bodyPr wrap="none" anchor="ctr"/>
            <a:lstStyle/>
            <a:p>
              <a:pPr eaLnBrk="1" hangingPunct="1">
                <a:defRPr/>
              </a:pPr>
              <a:endParaRPr lang="ru-RU" sz="1400"/>
            </a:p>
          </p:txBody>
        </p:sp>
        <p:sp>
          <p:nvSpPr>
            <p:cNvPr id="68641" name="Text Box 207">
              <a:extLst>
                <a:ext uri="{FF2B5EF4-FFF2-40B4-BE49-F238E27FC236}">
                  <a16:creationId xmlns:a16="http://schemas.microsoft.com/office/drawing/2014/main" id="{A25A3F40-936D-433B-84A1-F0DA4AD55B05}"/>
                </a:ext>
              </a:extLst>
            </p:cNvPr>
            <p:cNvSpPr txBox="1">
              <a:spLocks noChangeArrowheads="1"/>
            </p:cNvSpPr>
            <p:nvPr/>
          </p:nvSpPr>
          <p:spPr bwMode="auto">
            <a:xfrm>
              <a:off x="3868738" y="1276350"/>
              <a:ext cx="617537" cy="307975"/>
            </a:xfrm>
            <a:prstGeom prst="rect">
              <a:avLst/>
            </a:prstGeom>
            <a:noFill/>
            <a:ln w="9525">
              <a:noFill/>
              <a:miter lim="800000"/>
              <a:headEnd/>
              <a:tailEnd/>
            </a:ln>
          </p:spPr>
          <p:txBody>
            <a:bodyPr>
              <a:spAutoFit/>
            </a:bodyPr>
            <a:lstStyle/>
            <a:p>
              <a:pPr eaLnBrk="1" hangingPunct="1">
                <a:spcBef>
                  <a:spcPct val="50000"/>
                </a:spcBef>
                <a:defRPr/>
              </a:pPr>
              <a:r>
                <a:rPr lang="en-US" sz="1400" dirty="0"/>
                <a:t>D</a:t>
              </a:r>
              <a:r>
                <a:rPr lang="en-US" sz="1400" baseline="-25000" dirty="0"/>
                <a:t>1</a:t>
              </a:r>
            </a:p>
          </p:txBody>
        </p:sp>
        <p:sp>
          <p:nvSpPr>
            <p:cNvPr id="68642" name="Rectangle 63">
              <a:extLst>
                <a:ext uri="{FF2B5EF4-FFF2-40B4-BE49-F238E27FC236}">
                  <a16:creationId xmlns:a16="http://schemas.microsoft.com/office/drawing/2014/main" id="{BF747552-73A2-4094-9C10-B04B733BB09A}"/>
                </a:ext>
              </a:extLst>
            </p:cNvPr>
            <p:cNvSpPr>
              <a:spLocks noChangeArrowheads="1"/>
            </p:cNvSpPr>
            <p:nvPr/>
          </p:nvSpPr>
          <p:spPr bwMode="auto">
            <a:xfrm>
              <a:off x="1458913" y="3530601"/>
              <a:ext cx="560387" cy="44608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43" name="Rectangle 64">
              <a:extLst>
                <a:ext uri="{FF2B5EF4-FFF2-40B4-BE49-F238E27FC236}">
                  <a16:creationId xmlns:a16="http://schemas.microsoft.com/office/drawing/2014/main" id="{19DE3E59-CDF5-4292-BE14-E0B031722D52}"/>
                </a:ext>
              </a:extLst>
            </p:cNvPr>
            <p:cNvSpPr>
              <a:spLocks noChangeArrowheads="1"/>
            </p:cNvSpPr>
            <p:nvPr/>
          </p:nvSpPr>
          <p:spPr bwMode="auto">
            <a:xfrm>
              <a:off x="2019300" y="3530601"/>
              <a:ext cx="560388" cy="44608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44" name="Rectangle 65">
              <a:extLst>
                <a:ext uri="{FF2B5EF4-FFF2-40B4-BE49-F238E27FC236}">
                  <a16:creationId xmlns:a16="http://schemas.microsoft.com/office/drawing/2014/main" id="{C1BEF0F8-65A5-429D-AA8F-DE784673040E}"/>
                </a:ext>
              </a:extLst>
            </p:cNvPr>
            <p:cNvSpPr>
              <a:spLocks noChangeArrowheads="1"/>
            </p:cNvSpPr>
            <p:nvPr/>
          </p:nvSpPr>
          <p:spPr bwMode="auto">
            <a:xfrm>
              <a:off x="2579688" y="3530601"/>
              <a:ext cx="560387" cy="44608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45" name="Rectangle 66">
              <a:extLst>
                <a:ext uri="{FF2B5EF4-FFF2-40B4-BE49-F238E27FC236}">
                  <a16:creationId xmlns:a16="http://schemas.microsoft.com/office/drawing/2014/main" id="{429E8D9B-CB94-47B5-A031-ED4D5715A4BE}"/>
                </a:ext>
              </a:extLst>
            </p:cNvPr>
            <p:cNvSpPr>
              <a:spLocks noChangeArrowheads="1"/>
            </p:cNvSpPr>
            <p:nvPr/>
          </p:nvSpPr>
          <p:spPr bwMode="auto">
            <a:xfrm>
              <a:off x="3140075" y="3530601"/>
              <a:ext cx="558800" cy="44608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46" name="Rectangle 67">
              <a:extLst>
                <a:ext uri="{FF2B5EF4-FFF2-40B4-BE49-F238E27FC236}">
                  <a16:creationId xmlns:a16="http://schemas.microsoft.com/office/drawing/2014/main" id="{61EB67C9-8499-4337-90EF-56F64B7F484B}"/>
                </a:ext>
              </a:extLst>
            </p:cNvPr>
            <p:cNvSpPr>
              <a:spLocks noChangeArrowheads="1"/>
            </p:cNvSpPr>
            <p:nvPr/>
          </p:nvSpPr>
          <p:spPr bwMode="auto">
            <a:xfrm>
              <a:off x="1458913" y="3976688"/>
              <a:ext cx="560387" cy="446088"/>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47" name="Rectangle 68">
              <a:extLst>
                <a:ext uri="{FF2B5EF4-FFF2-40B4-BE49-F238E27FC236}">
                  <a16:creationId xmlns:a16="http://schemas.microsoft.com/office/drawing/2014/main" id="{732D9E8C-A4DE-4C8B-B548-977865C75124}"/>
                </a:ext>
              </a:extLst>
            </p:cNvPr>
            <p:cNvSpPr>
              <a:spLocks noChangeArrowheads="1"/>
            </p:cNvSpPr>
            <p:nvPr/>
          </p:nvSpPr>
          <p:spPr bwMode="auto">
            <a:xfrm>
              <a:off x="2019300" y="3976688"/>
              <a:ext cx="560388" cy="446088"/>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48" name="Rectangle 69">
              <a:extLst>
                <a:ext uri="{FF2B5EF4-FFF2-40B4-BE49-F238E27FC236}">
                  <a16:creationId xmlns:a16="http://schemas.microsoft.com/office/drawing/2014/main" id="{021E4AB2-ED31-40F9-A977-26034066E7A7}"/>
                </a:ext>
              </a:extLst>
            </p:cNvPr>
            <p:cNvSpPr>
              <a:spLocks noChangeArrowheads="1"/>
            </p:cNvSpPr>
            <p:nvPr/>
          </p:nvSpPr>
          <p:spPr bwMode="auto">
            <a:xfrm>
              <a:off x="2579688" y="3976688"/>
              <a:ext cx="560387" cy="446088"/>
            </a:xfrm>
            <a:prstGeom prst="rect">
              <a:avLst/>
            </a:prstGeom>
            <a:noFill/>
            <a:ln w="9525">
              <a:noFill/>
              <a:miter lim="800000"/>
              <a:headEnd/>
              <a:tailEnd/>
            </a:ln>
          </p:spPr>
          <p:txBody>
            <a:bodyPr/>
            <a:lstStyle/>
            <a:p>
              <a:pPr algn="ctr" eaLnBrk="1" hangingPunct="1">
                <a:spcBef>
                  <a:spcPct val="20000"/>
                </a:spcBef>
                <a:defRPr/>
              </a:pPr>
              <a:endParaRPr lang="en-US" sz="1400" dirty="0"/>
            </a:p>
          </p:txBody>
        </p:sp>
        <p:sp>
          <p:nvSpPr>
            <p:cNvPr id="68649" name="Rectangle 70">
              <a:extLst>
                <a:ext uri="{FF2B5EF4-FFF2-40B4-BE49-F238E27FC236}">
                  <a16:creationId xmlns:a16="http://schemas.microsoft.com/office/drawing/2014/main" id="{45CE2706-1B99-482E-979A-F4A51E14F8F9}"/>
                </a:ext>
              </a:extLst>
            </p:cNvPr>
            <p:cNvSpPr>
              <a:spLocks noChangeArrowheads="1"/>
            </p:cNvSpPr>
            <p:nvPr/>
          </p:nvSpPr>
          <p:spPr bwMode="auto">
            <a:xfrm>
              <a:off x="3140075" y="3976688"/>
              <a:ext cx="558800" cy="446088"/>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50" name="Rectangle 71">
              <a:extLst>
                <a:ext uri="{FF2B5EF4-FFF2-40B4-BE49-F238E27FC236}">
                  <a16:creationId xmlns:a16="http://schemas.microsoft.com/office/drawing/2014/main" id="{344D201E-4112-423B-8396-7CDDE2E47B3D}"/>
                </a:ext>
              </a:extLst>
            </p:cNvPr>
            <p:cNvSpPr>
              <a:spLocks noChangeArrowheads="1"/>
            </p:cNvSpPr>
            <p:nvPr/>
          </p:nvSpPr>
          <p:spPr bwMode="auto">
            <a:xfrm>
              <a:off x="1458913" y="4422776"/>
              <a:ext cx="560387" cy="447675"/>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1" name="Rectangle 72">
              <a:extLst>
                <a:ext uri="{FF2B5EF4-FFF2-40B4-BE49-F238E27FC236}">
                  <a16:creationId xmlns:a16="http://schemas.microsoft.com/office/drawing/2014/main" id="{6A146F20-861B-4C17-AD7F-B7920F5CD761}"/>
                </a:ext>
              </a:extLst>
            </p:cNvPr>
            <p:cNvSpPr>
              <a:spLocks noChangeArrowheads="1"/>
            </p:cNvSpPr>
            <p:nvPr/>
          </p:nvSpPr>
          <p:spPr bwMode="auto">
            <a:xfrm>
              <a:off x="2019300" y="4422776"/>
              <a:ext cx="560388" cy="447675"/>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2" name="Rectangle 73">
              <a:extLst>
                <a:ext uri="{FF2B5EF4-FFF2-40B4-BE49-F238E27FC236}">
                  <a16:creationId xmlns:a16="http://schemas.microsoft.com/office/drawing/2014/main" id="{3E9363DE-0B5D-44F0-B71C-4793C1033471}"/>
                </a:ext>
              </a:extLst>
            </p:cNvPr>
            <p:cNvSpPr>
              <a:spLocks noChangeArrowheads="1"/>
            </p:cNvSpPr>
            <p:nvPr/>
          </p:nvSpPr>
          <p:spPr bwMode="auto">
            <a:xfrm>
              <a:off x="2579688" y="4422776"/>
              <a:ext cx="560387" cy="447675"/>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3" name="Rectangle 74">
              <a:extLst>
                <a:ext uri="{FF2B5EF4-FFF2-40B4-BE49-F238E27FC236}">
                  <a16:creationId xmlns:a16="http://schemas.microsoft.com/office/drawing/2014/main" id="{78A8469D-6F2A-4A23-A854-84EF2826C8B9}"/>
                </a:ext>
              </a:extLst>
            </p:cNvPr>
            <p:cNvSpPr>
              <a:spLocks noChangeArrowheads="1"/>
            </p:cNvSpPr>
            <p:nvPr/>
          </p:nvSpPr>
          <p:spPr bwMode="auto">
            <a:xfrm>
              <a:off x="3140075" y="4422776"/>
              <a:ext cx="558800" cy="447675"/>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4" name="Rectangle 75">
              <a:extLst>
                <a:ext uri="{FF2B5EF4-FFF2-40B4-BE49-F238E27FC236}">
                  <a16:creationId xmlns:a16="http://schemas.microsoft.com/office/drawing/2014/main" id="{7A7489A9-0F95-4056-8EF2-324E45C8EBCF}"/>
                </a:ext>
              </a:extLst>
            </p:cNvPr>
            <p:cNvSpPr>
              <a:spLocks noChangeArrowheads="1"/>
            </p:cNvSpPr>
            <p:nvPr/>
          </p:nvSpPr>
          <p:spPr bwMode="auto">
            <a:xfrm>
              <a:off x="1458913" y="4870451"/>
              <a:ext cx="560387" cy="44608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55" name="Rectangle 76">
              <a:extLst>
                <a:ext uri="{FF2B5EF4-FFF2-40B4-BE49-F238E27FC236}">
                  <a16:creationId xmlns:a16="http://schemas.microsoft.com/office/drawing/2014/main" id="{909266C7-7B76-46F9-8A63-BB02C2C0CA6C}"/>
                </a:ext>
              </a:extLst>
            </p:cNvPr>
            <p:cNvSpPr>
              <a:spLocks noChangeArrowheads="1"/>
            </p:cNvSpPr>
            <p:nvPr/>
          </p:nvSpPr>
          <p:spPr bwMode="auto">
            <a:xfrm>
              <a:off x="2019300" y="4870451"/>
              <a:ext cx="560388" cy="44608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56" name="Rectangle 77">
              <a:extLst>
                <a:ext uri="{FF2B5EF4-FFF2-40B4-BE49-F238E27FC236}">
                  <a16:creationId xmlns:a16="http://schemas.microsoft.com/office/drawing/2014/main" id="{DB845006-A4F3-4F35-88E5-AAD9DC467053}"/>
                </a:ext>
              </a:extLst>
            </p:cNvPr>
            <p:cNvSpPr>
              <a:spLocks noChangeArrowheads="1"/>
            </p:cNvSpPr>
            <p:nvPr/>
          </p:nvSpPr>
          <p:spPr bwMode="auto">
            <a:xfrm>
              <a:off x="2579688" y="4870451"/>
              <a:ext cx="560387" cy="446087"/>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7" name="Rectangle 78">
              <a:extLst>
                <a:ext uri="{FF2B5EF4-FFF2-40B4-BE49-F238E27FC236}">
                  <a16:creationId xmlns:a16="http://schemas.microsoft.com/office/drawing/2014/main" id="{84DFE185-1B1A-4BB6-B078-A5577CF8C436}"/>
                </a:ext>
              </a:extLst>
            </p:cNvPr>
            <p:cNvSpPr>
              <a:spLocks noChangeArrowheads="1"/>
            </p:cNvSpPr>
            <p:nvPr/>
          </p:nvSpPr>
          <p:spPr bwMode="auto">
            <a:xfrm>
              <a:off x="3140075" y="4870451"/>
              <a:ext cx="558800" cy="446087"/>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8" name="Line 79">
              <a:extLst>
                <a:ext uri="{FF2B5EF4-FFF2-40B4-BE49-F238E27FC236}">
                  <a16:creationId xmlns:a16="http://schemas.microsoft.com/office/drawing/2014/main" id="{06BAFAF3-E5C0-433E-ABA7-8A81C050B031}"/>
                </a:ext>
              </a:extLst>
            </p:cNvPr>
            <p:cNvSpPr>
              <a:spLocks noChangeShapeType="1"/>
            </p:cNvSpPr>
            <p:nvPr/>
          </p:nvSpPr>
          <p:spPr bwMode="auto">
            <a:xfrm>
              <a:off x="2019300" y="3530601"/>
              <a:ext cx="0" cy="17859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59" name="Line 80">
              <a:extLst>
                <a:ext uri="{FF2B5EF4-FFF2-40B4-BE49-F238E27FC236}">
                  <a16:creationId xmlns:a16="http://schemas.microsoft.com/office/drawing/2014/main" id="{2E46DC7C-D85B-421D-ADBD-8491514E9E70}"/>
                </a:ext>
              </a:extLst>
            </p:cNvPr>
            <p:cNvSpPr>
              <a:spLocks noChangeShapeType="1"/>
            </p:cNvSpPr>
            <p:nvPr/>
          </p:nvSpPr>
          <p:spPr bwMode="auto">
            <a:xfrm>
              <a:off x="2579688" y="3530601"/>
              <a:ext cx="0" cy="17859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0" name="Line 81">
              <a:extLst>
                <a:ext uri="{FF2B5EF4-FFF2-40B4-BE49-F238E27FC236}">
                  <a16:creationId xmlns:a16="http://schemas.microsoft.com/office/drawing/2014/main" id="{B041835C-F17B-4F77-A1FA-5C2A8A271ED1}"/>
                </a:ext>
              </a:extLst>
            </p:cNvPr>
            <p:cNvSpPr>
              <a:spLocks noChangeShapeType="1"/>
            </p:cNvSpPr>
            <p:nvPr/>
          </p:nvSpPr>
          <p:spPr bwMode="auto">
            <a:xfrm>
              <a:off x="3140075" y="3530601"/>
              <a:ext cx="0" cy="17859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1" name="Line 82">
              <a:extLst>
                <a:ext uri="{FF2B5EF4-FFF2-40B4-BE49-F238E27FC236}">
                  <a16:creationId xmlns:a16="http://schemas.microsoft.com/office/drawing/2014/main" id="{A6DBA371-F665-497A-9344-6DBD1F03B9F1}"/>
                </a:ext>
              </a:extLst>
            </p:cNvPr>
            <p:cNvSpPr>
              <a:spLocks noChangeShapeType="1"/>
            </p:cNvSpPr>
            <p:nvPr/>
          </p:nvSpPr>
          <p:spPr bwMode="auto">
            <a:xfrm>
              <a:off x="1458913" y="3976688"/>
              <a:ext cx="223996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2" name="Line 83">
              <a:extLst>
                <a:ext uri="{FF2B5EF4-FFF2-40B4-BE49-F238E27FC236}">
                  <a16:creationId xmlns:a16="http://schemas.microsoft.com/office/drawing/2014/main" id="{A53CF445-E31D-4BB4-AE54-F78C02347217}"/>
                </a:ext>
              </a:extLst>
            </p:cNvPr>
            <p:cNvSpPr>
              <a:spLocks noChangeShapeType="1"/>
            </p:cNvSpPr>
            <p:nvPr/>
          </p:nvSpPr>
          <p:spPr bwMode="auto">
            <a:xfrm>
              <a:off x="1458913" y="4422776"/>
              <a:ext cx="223996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3" name="Line 84">
              <a:extLst>
                <a:ext uri="{FF2B5EF4-FFF2-40B4-BE49-F238E27FC236}">
                  <a16:creationId xmlns:a16="http://schemas.microsoft.com/office/drawing/2014/main" id="{B89AE689-6F96-4168-A82F-07A3A80DEF07}"/>
                </a:ext>
              </a:extLst>
            </p:cNvPr>
            <p:cNvSpPr>
              <a:spLocks noChangeShapeType="1"/>
            </p:cNvSpPr>
            <p:nvPr/>
          </p:nvSpPr>
          <p:spPr bwMode="auto">
            <a:xfrm>
              <a:off x="1458913" y="4870451"/>
              <a:ext cx="223996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4" name="Line 85">
              <a:extLst>
                <a:ext uri="{FF2B5EF4-FFF2-40B4-BE49-F238E27FC236}">
                  <a16:creationId xmlns:a16="http://schemas.microsoft.com/office/drawing/2014/main" id="{DB254EEF-3543-4928-86C5-7FF38A988F53}"/>
                </a:ext>
              </a:extLst>
            </p:cNvPr>
            <p:cNvSpPr>
              <a:spLocks noChangeShapeType="1"/>
            </p:cNvSpPr>
            <p:nvPr/>
          </p:nvSpPr>
          <p:spPr bwMode="auto">
            <a:xfrm>
              <a:off x="1458913" y="3530601"/>
              <a:ext cx="0" cy="178593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65" name="Line 86">
              <a:extLst>
                <a:ext uri="{FF2B5EF4-FFF2-40B4-BE49-F238E27FC236}">
                  <a16:creationId xmlns:a16="http://schemas.microsoft.com/office/drawing/2014/main" id="{02B796F5-9125-4A4E-B8B8-53038D1650BD}"/>
                </a:ext>
              </a:extLst>
            </p:cNvPr>
            <p:cNvSpPr>
              <a:spLocks noChangeShapeType="1"/>
            </p:cNvSpPr>
            <p:nvPr/>
          </p:nvSpPr>
          <p:spPr bwMode="auto">
            <a:xfrm>
              <a:off x="3698875" y="3530601"/>
              <a:ext cx="0" cy="178593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66" name="Line 87">
              <a:extLst>
                <a:ext uri="{FF2B5EF4-FFF2-40B4-BE49-F238E27FC236}">
                  <a16:creationId xmlns:a16="http://schemas.microsoft.com/office/drawing/2014/main" id="{7CAE262C-1361-489A-B62C-AACF894518A3}"/>
                </a:ext>
              </a:extLst>
            </p:cNvPr>
            <p:cNvSpPr>
              <a:spLocks noChangeShapeType="1"/>
            </p:cNvSpPr>
            <p:nvPr/>
          </p:nvSpPr>
          <p:spPr bwMode="auto">
            <a:xfrm>
              <a:off x="1458913" y="3530601"/>
              <a:ext cx="2239962"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67" name="Line 88">
              <a:extLst>
                <a:ext uri="{FF2B5EF4-FFF2-40B4-BE49-F238E27FC236}">
                  <a16:creationId xmlns:a16="http://schemas.microsoft.com/office/drawing/2014/main" id="{C3582057-F14A-47F8-A1B0-C9B351CF849E}"/>
                </a:ext>
              </a:extLst>
            </p:cNvPr>
            <p:cNvSpPr>
              <a:spLocks noChangeShapeType="1"/>
            </p:cNvSpPr>
            <p:nvPr/>
          </p:nvSpPr>
          <p:spPr bwMode="auto">
            <a:xfrm>
              <a:off x="1458913" y="5316538"/>
              <a:ext cx="2239962"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68" name="Text Box 161">
              <a:extLst>
                <a:ext uri="{FF2B5EF4-FFF2-40B4-BE49-F238E27FC236}">
                  <a16:creationId xmlns:a16="http://schemas.microsoft.com/office/drawing/2014/main" id="{8737BB63-C5FB-4043-90F4-9D38F0C18389}"/>
                </a:ext>
              </a:extLst>
            </p:cNvPr>
            <p:cNvSpPr txBox="1">
              <a:spLocks noChangeArrowheads="1"/>
            </p:cNvSpPr>
            <p:nvPr/>
          </p:nvSpPr>
          <p:spPr bwMode="auto">
            <a:xfrm>
              <a:off x="1236663" y="3195637"/>
              <a:ext cx="2622550" cy="285750"/>
            </a:xfrm>
            <a:prstGeom prst="rect">
              <a:avLst/>
            </a:prstGeom>
            <a:noFill/>
            <a:ln w="9525">
              <a:noFill/>
              <a:miter lim="800000"/>
              <a:headEnd/>
              <a:tailEnd/>
            </a:ln>
          </p:spPr>
          <p:txBody>
            <a:bodyPr>
              <a:spAutoFit/>
            </a:bodyPr>
            <a:lstStyle/>
            <a:p>
              <a:pPr eaLnBrk="1" hangingPunct="1">
                <a:lnSpc>
                  <a:spcPct val="90000"/>
                </a:lnSpc>
                <a:spcBef>
                  <a:spcPct val="50000"/>
                </a:spcBef>
                <a:defRPr/>
              </a:pPr>
              <a:r>
                <a:rPr lang="en-US" sz="1400" dirty="0"/>
                <a:t>q</a:t>
              </a:r>
              <a:r>
                <a:rPr lang="en-US" sz="1400" baseline="-25000" dirty="0"/>
                <a:t>3</a:t>
              </a:r>
              <a:r>
                <a:rPr lang="en-US" sz="1400" dirty="0"/>
                <a:t>x 00        01        11     10</a:t>
              </a:r>
            </a:p>
          </p:txBody>
        </p:sp>
        <p:sp>
          <p:nvSpPr>
            <p:cNvPr id="68669" name="Line 162">
              <a:extLst>
                <a:ext uri="{FF2B5EF4-FFF2-40B4-BE49-F238E27FC236}">
                  <a16:creationId xmlns:a16="http://schemas.microsoft.com/office/drawing/2014/main" id="{F31DA729-256B-44F8-9CD9-0021EFD8EB0E}"/>
                </a:ext>
              </a:extLst>
            </p:cNvPr>
            <p:cNvSpPr>
              <a:spLocks noChangeShapeType="1"/>
            </p:cNvSpPr>
            <p:nvPr/>
          </p:nvSpPr>
          <p:spPr bwMode="auto">
            <a:xfrm>
              <a:off x="1227138" y="3278188"/>
              <a:ext cx="231775" cy="242888"/>
            </a:xfrm>
            <a:prstGeom prst="line">
              <a:avLst/>
            </a:prstGeom>
            <a:noFill/>
            <a:ln w="31750">
              <a:solidFill>
                <a:schemeClr val="tx1"/>
              </a:solidFill>
              <a:round/>
              <a:headEnd/>
              <a:tailEnd/>
            </a:ln>
          </p:spPr>
          <p:txBody>
            <a:bodyPr/>
            <a:lstStyle/>
            <a:p>
              <a:pPr eaLnBrk="1" hangingPunct="1">
                <a:defRPr/>
              </a:pPr>
              <a:endParaRPr lang="en-US" sz="1400" dirty="0"/>
            </a:p>
          </p:txBody>
        </p:sp>
        <p:sp>
          <p:nvSpPr>
            <p:cNvPr id="68670" name="Text Box 163">
              <a:extLst>
                <a:ext uri="{FF2B5EF4-FFF2-40B4-BE49-F238E27FC236}">
                  <a16:creationId xmlns:a16="http://schemas.microsoft.com/office/drawing/2014/main" id="{076FFB8B-43DC-494E-8D13-5E71B0968F2C}"/>
                </a:ext>
              </a:extLst>
            </p:cNvPr>
            <p:cNvSpPr txBox="1">
              <a:spLocks noChangeArrowheads="1"/>
            </p:cNvSpPr>
            <p:nvPr/>
          </p:nvSpPr>
          <p:spPr bwMode="auto">
            <a:xfrm>
              <a:off x="841375" y="3265488"/>
              <a:ext cx="668338" cy="1958975"/>
            </a:xfrm>
            <a:prstGeom prst="rect">
              <a:avLst/>
            </a:prstGeom>
            <a:noFill/>
            <a:ln w="9525">
              <a:noFill/>
              <a:miter lim="800000"/>
              <a:headEnd/>
              <a:tailEnd/>
            </a:ln>
          </p:spPr>
          <p:txBody>
            <a:bodyPr>
              <a:spAutoFit/>
            </a:bodyPr>
            <a:lstStyle/>
            <a:p>
              <a:pPr eaLnBrk="1" hangingPunct="1">
                <a:defRPr/>
              </a:pPr>
              <a:r>
                <a:rPr lang="en-US" sz="1400" dirty="0"/>
                <a:t>q</a:t>
              </a:r>
              <a:r>
                <a:rPr lang="en-US" sz="1400" baseline="-25000" dirty="0"/>
                <a:t>1</a:t>
              </a:r>
              <a:r>
                <a:rPr lang="en-US" sz="1400" dirty="0"/>
                <a:t>q</a:t>
              </a:r>
              <a:r>
                <a:rPr lang="en-US" sz="1400" baseline="-25000" dirty="0"/>
                <a:t>2</a:t>
              </a:r>
            </a:p>
            <a:p>
              <a:pPr eaLnBrk="1" hangingPunct="1">
                <a:defRPr/>
              </a:pPr>
              <a:endParaRPr lang="en-US" sz="1400" baseline="-25000" dirty="0"/>
            </a:p>
            <a:p>
              <a:pPr eaLnBrk="1" hangingPunct="1">
                <a:defRPr/>
              </a:pPr>
              <a:r>
                <a:rPr lang="en-US" sz="1400" dirty="0"/>
                <a:t>00</a:t>
              </a:r>
            </a:p>
            <a:p>
              <a:pPr eaLnBrk="1" hangingPunct="1">
                <a:defRPr/>
              </a:pPr>
              <a:endParaRPr lang="en-US" sz="1400" dirty="0"/>
            </a:p>
            <a:p>
              <a:pPr eaLnBrk="1" hangingPunct="1">
                <a:defRPr/>
              </a:pPr>
              <a:r>
                <a:rPr lang="en-US" sz="1400" dirty="0"/>
                <a:t>01</a:t>
              </a:r>
            </a:p>
            <a:p>
              <a:pPr eaLnBrk="1" hangingPunct="1">
                <a:defRPr/>
              </a:pPr>
              <a:endParaRPr lang="en-US" sz="1400" dirty="0"/>
            </a:p>
            <a:p>
              <a:pPr eaLnBrk="1" hangingPunct="1">
                <a:defRPr/>
              </a:pPr>
              <a:r>
                <a:rPr lang="en-US" sz="1400" dirty="0"/>
                <a:t>11</a:t>
              </a:r>
            </a:p>
            <a:p>
              <a:pPr eaLnBrk="1" hangingPunct="1">
                <a:defRPr/>
              </a:pPr>
              <a:endParaRPr lang="en-US" sz="1400" dirty="0"/>
            </a:p>
            <a:p>
              <a:pPr eaLnBrk="1" hangingPunct="1">
                <a:defRPr/>
              </a:pPr>
              <a:r>
                <a:rPr lang="en-US" sz="1400" dirty="0"/>
                <a:t>10</a:t>
              </a:r>
            </a:p>
          </p:txBody>
        </p:sp>
        <p:sp>
          <p:nvSpPr>
            <p:cNvPr id="68671" name="AutoShape 198">
              <a:extLst>
                <a:ext uri="{FF2B5EF4-FFF2-40B4-BE49-F238E27FC236}">
                  <a16:creationId xmlns:a16="http://schemas.microsoft.com/office/drawing/2014/main" id="{F35F4B30-33C4-4938-8BD2-D2CCBF720C5E}"/>
                </a:ext>
              </a:extLst>
            </p:cNvPr>
            <p:cNvSpPr>
              <a:spLocks noChangeArrowheads="1"/>
            </p:cNvSpPr>
            <p:nvPr/>
          </p:nvSpPr>
          <p:spPr bwMode="auto">
            <a:xfrm>
              <a:off x="2154238" y="3568701"/>
              <a:ext cx="385762" cy="1689100"/>
            </a:xfrm>
            <a:prstGeom prst="roundRect">
              <a:avLst>
                <a:gd name="adj" fmla="val 16667"/>
              </a:avLst>
            </a:prstGeom>
            <a:noFill/>
            <a:ln w="31750">
              <a:solidFill>
                <a:schemeClr val="accent1">
                  <a:lumMod val="20000"/>
                  <a:lumOff val="80000"/>
                </a:schemeClr>
              </a:solidFill>
              <a:round/>
              <a:headEnd/>
              <a:tailEnd/>
            </a:ln>
          </p:spPr>
          <p:txBody>
            <a:bodyPr wrap="none" anchor="ctr"/>
            <a:lstStyle/>
            <a:p>
              <a:pPr eaLnBrk="1" hangingPunct="1">
                <a:defRPr/>
              </a:pPr>
              <a:endParaRPr lang="ru-RU" sz="1400"/>
            </a:p>
          </p:txBody>
        </p:sp>
        <p:sp>
          <p:nvSpPr>
            <p:cNvPr id="68673" name="AutoShape 202">
              <a:extLst>
                <a:ext uri="{FF2B5EF4-FFF2-40B4-BE49-F238E27FC236}">
                  <a16:creationId xmlns:a16="http://schemas.microsoft.com/office/drawing/2014/main" id="{4564556F-7020-4150-A31E-EFC472ABDEB1}"/>
                </a:ext>
              </a:extLst>
            </p:cNvPr>
            <p:cNvSpPr>
              <a:spLocks noChangeArrowheads="1"/>
            </p:cNvSpPr>
            <p:nvPr/>
          </p:nvSpPr>
          <p:spPr bwMode="auto">
            <a:xfrm>
              <a:off x="1587500" y="4481513"/>
              <a:ext cx="1931988" cy="698500"/>
            </a:xfrm>
            <a:prstGeom prst="roundRect">
              <a:avLst>
                <a:gd name="adj" fmla="val 16667"/>
              </a:avLst>
            </a:prstGeom>
            <a:noFill/>
            <a:ln w="31750">
              <a:solidFill>
                <a:srgbClr val="0000FF"/>
              </a:solidFill>
              <a:round/>
              <a:headEnd/>
              <a:tailEnd/>
            </a:ln>
          </p:spPr>
          <p:txBody>
            <a:bodyPr wrap="none" anchor="ctr"/>
            <a:lstStyle/>
            <a:p>
              <a:pPr eaLnBrk="1" hangingPunct="1">
                <a:defRPr/>
              </a:pPr>
              <a:endParaRPr lang="ru-RU" sz="1400"/>
            </a:p>
          </p:txBody>
        </p:sp>
        <p:sp>
          <p:nvSpPr>
            <p:cNvPr id="68674" name="Text Box 208">
              <a:extLst>
                <a:ext uri="{FF2B5EF4-FFF2-40B4-BE49-F238E27FC236}">
                  <a16:creationId xmlns:a16="http://schemas.microsoft.com/office/drawing/2014/main" id="{C5D621F7-BBD9-47C5-9DF4-6481B536B0CA}"/>
                </a:ext>
              </a:extLst>
            </p:cNvPr>
            <p:cNvSpPr txBox="1">
              <a:spLocks noChangeArrowheads="1"/>
            </p:cNvSpPr>
            <p:nvPr/>
          </p:nvSpPr>
          <p:spPr bwMode="auto">
            <a:xfrm>
              <a:off x="3854450" y="3336926"/>
              <a:ext cx="617538" cy="307975"/>
            </a:xfrm>
            <a:prstGeom prst="rect">
              <a:avLst/>
            </a:prstGeom>
            <a:noFill/>
            <a:ln w="9525">
              <a:noFill/>
              <a:miter lim="800000"/>
              <a:headEnd/>
              <a:tailEnd/>
            </a:ln>
          </p:spPr>
          <p:txBody>
            <a:bodyPr>
              <a:spAutoFit/>
            </a:bodyPr>
            <a:lstStyle/>
            <a:p>
              <a:pPr eaLnBrk="1" hangingPunct="1">
                <a:spcBef>
                  <a:spcPct val="50000"/>
                </a:spcBef>
                <a:defRPr/>
              </a:pPr>
              <a:r>
                <a:rPr lang="en-US" sz="1400" dirty="0"/>
                <a:t>D</a:t>
              </a:r>
              <a:r>
                <a:rPr lang="en-US" sz="1400" baseline="-25000" dirty="0"/>
                <a:t>2</a:t>
              </a:r>
            </a:p>
          </p:txBody>
        </p:sp>
        <p:sp>
          <p:nvSpPr>
            <p:cNvPr id="68675" name="Rectangle 33">
              <a:extLst>
                <a:ext uri="{FF2B5EF4-FFF2-40B4-BE49-F238E27FC236}">
                  <a16:creationId xmlns:a16="http://schemas.microsoft.com/office/drawing/2014/main" id="{4B74221F-EA31-41E1-9156-86D7782BA5FB}"/>
                </a:ext>
              </a:extLst>
            </p:cNvPr>
            <p:cNvSpPr>
              <a:spLocks noChangeArrowheads="1"/>
            </p:cNvSpPr>
            <p:nvPr/>
          </p:nvSpPr>
          <p:spPr bwMode="auto">
            <a:xfrm>
              <a:off x="5337175" y="1422400"/>
              <a:ext cx="560388" cy="411162"/>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76" name="Rectangle 34">
              <a:extLst>
                <a:ext uri="{FF2B5EF4-FFF2-40B4-BE49-F238E27FC236}">
                  <a16:creationId xmlns:a16="http://schemas.microsoft.com/office/drawing/2014/main" id="{895765D4-49AD-4723-9DAD-189B775DAEAB}"/>
                </a:ext>
              </a:extLst>
            </p:cNvPr>
            <p:cNvSpPr>
              <a:spLocks noChangeArrowheads="1"/>
            </p:cNvSpPr>
            <p:nvPr/>
          </p:nvSpPr>
          <p:spPr bwMode="auto">
            <a:xfrm>
              <a:off x="5897563" y="1422400"/>
              <a:ext cx="560387" cy="41116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77" name="Rectangle 35">
              <a:extLst>
                <a:ext uri="{FF2B5EF4-FFF2-40B4-BE49-F238E27FC236}">
                  <a16:creationId xmlns:a16="http://schemas.microsoft.com/office/drawing/2014/main" id="{8F9196BD-BC08-407F-8ABA-CA5C9459C49E}"/>
                </a:ext>
              </a:extLst>
            </p:cNvPr>
            <p:cNvSpPr>
              <a:spLocks noChangeArrowheads="1"/>
            </p:cNvSpPr>
            <p:nvPr/>
          </p:nvSpPr>
          <p:spPr bwMode="auto">
            <a:xfrm>
              <a:off x="6457950" y="1422400"/>
              <a:ext cx="558800" cy="41116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78" name="Rectangle 36">
              <a:extLst>
                <a:ext uri="{FF2B5EF4-FFF2-40B4-BE49-F238E27FC236}">
                  <a16:creationId xmlns:a16="http://schemas.microsoft.com/office/drawing/2014/main" id="{5823936B-20A1-478F-99B9-29FAD47E4E90}"/>
                </a:ext>
              </a:extLst>
            </p:cNvPr>
            <p:cNvSpPr>
              <a:spLocks noChangeArrowheads="1"/>
            </p:cNvSpPr>
            <p:nvPr/>
          </p:nvSpPr>
          <p:spPr bwMode="auto">
            <a:xfrm>
              <a:off x="7016750" y="1422400"/>
              <a:ext cx="560388" cy="41116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79" name="Rectangle 37">
              <a:extLst>
                <a:ext uri="{FF2B5EF4-FFF2-40B4-BE49-F238E27FC236}">
                  <a16:creationId xmlns:a16="http://schemas.microsoft.com/office/drawing/2014/main" id="{DC4E2DBA-ACF1-4610-B7E1-6D2CCE41298F}"/>
                </a:ext>
              </a:extLst>
            </p:cNvPr>
            <p:cNvSpPr>
              <a:spLocks noChangeArrowheads="1"/>
            </p:cNvSpPr>
            <p:nvPr/>
          </p:nvSpPr>
          <p:spPr bwMode="auto">
            <a:xfrm>
              <a:off x="5337175" y="1833562"/>
              <a:ext cx="560388" cy="409575"/>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80" name="Rectangle 38">
              <a:extLst>
                <a:ext uri="{FF2B5EF4-FFF2-40B4-BE49-F238E27FC236}">
                  <a16:creationId xmlns:a16="http://schemas.microsoft.com/office/drawing/2014/main" id="{C12F5F68-C000-4BA1-AFC1-DCDB8556D0A7}"/>
                </a:ext>
              </a:extLst>
            </p:cNvPr>
            <p:cNvSpPr>
              <a:spLocks noChangeArrowheads="1"/>
            </p:cNvSpPr>
            <p:nvPr/>
          </p:nvSpPr>
          <p:spPr bwMode="auto">
            <a:xfrm>
              <a:off x="5897563" y="1833562"/>
              <a:ext cx="560387" cy="409575"/>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81" name="Rectangle 39">
              <a:extLst>
                <a:ext uri="{FF2B5EF4-FFF2-40B4-BE49-F238E27FC236}">
                  <a16:creationId xmlns:a16="http://schemas.microsoft.com/office/drawing/2014/main" id="{2F5C7BCD-DA79-4E5D-AC84-5256448697CC}"/>
                </a:ext>
              </a:extLst>
            </p:cNvPr>
            <p:cNvSpPr>
              <a:spLocks noChangeArrowheads="1"/>
            </p:cNvSpPr>
            <p:nvPr/>
          </p:nvSpPr>
          <p:spPr bwMode="auto">
            <a:xfrm>
              <a:off x="6457950" y="1833562"/>
              <a:ext cx="558800" cy="409575"/>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82" name="Rectangle 40">
              <a:extLst>
                <a:ext uri="{FF2B5EF4-FFF2-40B4-BE49-F238E27FC236}">
                  <a16:creationId xmlns:a16="http://schemas.microsoft.com/office/drawing/2014/main" id="{A3248656-2333-48DE-8FB6-F324DDAE291D}"/>
                </a:ext>
              </a:extLst>
            </p:cNvPr>
            <p:cNvSpPr>
              <a:spLocks noChangeArrowheads="1"/>
            </p:cNvSpPr>
            <p:nvPr/>
          </p:nvSpPr>
          <p:spPr bwMode="auto">
            <a:xfrm>
              <a:off x="7016750" y="1833562"/>
              <a:ext cx="560388" cy="409575"/>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83" name="Rectangle 41">
              <a:extLst>
                <a:ext uri="{FF2B5EF4-FFF2-40B4-BE49-F238E27FC236}">
                  <a16:creationId xmlns:a16="http://schemas.microsoft.com/office/drawing/2014/main" id="{5F289201-BB3D-4489-861C-8955205067DC}"/>
                </a:ext>
              </a:extLst>
            </p:cNvPr>
            <p:cNvSpPr>
              <a:spLocks noChangeArrowheads="1"/>
            </p:cNvSpPr>
            <p:nvPr/>
          </p:nvSpPr>
          <p:spPr bwMode="auto">
            <a:xfrm>
              <a:off x="5337175" y="2243137"/>
              <a:ext cx="560388" cy="411163"/>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84" name="Rectangle 42">
              <a:extLst>
                <a:ext uri="{FF2B5EF4-FFF2-40B4-BE49-F238E27FC236}">
                  <a16:creationId xmlns:a16="http://schemas.microsoft.com/office/drawing/2014/main" id="{0E35AFBC-13F1-41EB-997E-8DAD56EA9542}"/>
                </a:ext>
              </a:extLst>
            </p:cNvPr>
            <p:cNvSpPr>
              <a:spLocks noChangeArrowheads="1"/>
            </p:cNvSpPr>
            <p:nvPr/>
          </p:nvSpPr>
          <p:spPr bwMode="auto">
            <a:xfrm>
              <a:off x="5897563" y="2243137"/>
              <a:ext cx="560387" cy="411163"/>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85" name="Rectangle 43">
              <a:extLst>
                <a:ext uri="{FF2B5EF4-FFF2-40B4-BE49-F238E27FC236}">
                  <a16:creationId xmlns:a16="http://schemas.microsoft.com/office/drawing/2014/main" id="{3095AE82-0022-469E-83BA-3FC8D79E1A5F}"/>
                </a:ext>
              </a:extLst>
            </p:cNvPr>
            <p:cNvSpPr>
              <a:spLocks noChangeArrowheads="1"/>
            </p:cNvSpPr>
            <p:nvPr/>
          </p:nvSpPr>
          <p:spPr bwMode="auto">
            <a:xfrm>
              <a:off x="6457950" y="2243137"/>
              <a:ext cx="558800" cy="411163"/>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86" name="Rectangle 44">
              <a:extLst>
                <a:ext uri="{FF2B5EF4-FFF2-40B4-BE49-F238E27FC236}">
                  <a16:creationId xmlns:a16="http://schemas.microsoft.com/office/drawing/2014/main" id="{F6D58CB8-BBF2-4B1A-AEB9-EC2E55ABF10E}"/>
                </a:ext>
              </a:extLst>
            </p:cNvPr>
            <p:cNvSpPr>
              <a:spLocks noChangeArrowheads="1"/>
            </p:cNvSpPr>
            <p:nvPr/>
          </p:nvSpPr>
          <p:spPr bwMode="auto">
            <a:xfrm>
              <a:off x="7016750" y="2243137"/>
              <a:ext cx="560388" cy="411163"/>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87" name="Rectangle 45">
              <a:extLst>
                <a:ext uri="{FF2B5EF4-FFF2-40B4-BE49-F238E27FC236}">
                  <a16:creationId xmlns:a16="http://schemas.microsoft.com/office/drawing/2014/main" id="{26D00834-7B6C-411F-B7CF-6BD3B911318B}"/>
                </a:ext>
              </a:extLst>
            </p:cNvPr>
            <p:cNvSpPr>
              <a:spLocks noChangeArrowheads="1"/>
            </p:cNvSpPr>
            <p:nvPr/>
          </p:nvSpPr>
          <p:spPr bwMode="auto">
            <a:xfrm>
              <a:off x="5337175" y="2654300"/>
              <a:ext cx="560388" cy="409575"/>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88" name="Rectangle 46">
              <a:extLst>
                <a:ext uri="{FF2B5EF4-FFF2-40B4-BE49-F238E27FC236}">
                  <a16:creationId xmlns:a16="http://schemas.microsoft.com/office/drawing/2014/main" id="{19AFA929-4AA1-4662-AF63-5ECA5A6B685E}"/>
                </a:ext>
              </a:extLst>
            </p:cNvPr>
            <p:cNvSpPr>
              <a:spLocks noChangeArrowheads="1"/>
            </p:cNvSpPr>
            <p:nvPr/>
          </p:nvSpPr>
          <p:spPr bwMode="auto">
            <a:xfrm>
              <a:off x="5897563" y="2654300"/>
              <a:ext cx="560387" cy="409575"/>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89" name="Rectangle 47">
              <a:extLst>
                <a:ext uri="{FF2B5EF4-FFF2-40B4-BE49-F238E27FC236}">
                  <a16:creationId xmlns:a16="http://schemas.microsoft.com/office/drawing/2014/main" id="{CF05FF51-F5AD-4540-84F2-0937228AA2FC}"/>
                </a:ext>
              </a:extLst>
            </p:cNvPr>
            <p:cNvSpPr>
              <a:spLocks noChangeArrowheads="1"/>
            </p:cNvSpPr>
            <p:nvPr/>
          </p:nvSpPr>
          <p:spPr bwMode="auto">
            <a:xfrm>
              <a:off x="6457950" y="2654300"/>
              <a:ext cx="558800" cy="409575"/>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90" name="Rectangle 48">
              <a:extLst>
                <a:ext uri="{FF2B5EF4-FFF2-40B4-BE49-F238E27FC236}">
                  <a16:creationId xmlns:a16="http://schemas.microsoft.com/office/drawing/2014/main" id="{79655AA0-1331-45DB-AD8C-C7B05B3FFF97}"/>
                </a:ext>
              </a:extLst>
            </p:cNvPr>
            <p:cNvSpPr>
              <a:spLocks noChangeArrowheads="1"/>
            </p:cNvSpPr>
            <p:nvPr/>
          </p:nvSpPr>
          <p:spPr bwMode="auto">
            <a:xfrm>
              <a:off x="7016750" y="2654300"/>
              <a:ext cx="560388" cy="409575"/>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91" name="Line 49">
              <a:extLst>
                <a:ext uri="{FF2B5EF4-FFF2-40B4-BE49-F238E27FC236}">
                  <a16:creationId xmlns:a16="http://schemas.microsoft.com/office/drawing/2014/main" id="{FE3CA43C-B15E-4FF2-8750-260852A9BF87}"/>
                </a:ext>
              </a:extLst>
            </p:cNvPr>
            <p:cNvSpPr>
              <a:spLocks noChangeShapeType="1"/>
            </p:cNvSpPr>
            <p:nvPr/>
          </p:nvSpPr>
          <p:spPr bwMode="auto">
            <a:xfrm>
              <a:off x="5897563" y="1422400"/>
              <a:ext cx="0" cy="1641475"/>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2" name="Line 50">
              <a:extLst>
                <a:ext uri="{FF2B5EF4-FFF2-40B4-BE49-F238E27FC236}">
                  <a16:creationId xmlns:a16="http://schemas.microsoft.com/office/drawing/2014/main" id="{CFEF0C17-94A6-4D09-8571-719132C514CD}"/>
                </a:ext>
              </a:extLst>
            </p:cNvPr>
            <p:cNvSpPr>
              <a:spLocks noChangeShapeType="1"/>
            </p:cNvSpPr>
            <p:nvPr/>
          </p:nvSpPr>
          <p:spPr bwMode="auto">
            <a:xfrm>
              <a:off x="6457950" y="1422400"/>
              <a:ext cx="0" cy="1641475"/>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3" name="Line 51">
              <a:extLst>
                <a:ext uri="{FF2B5EF4-FFF2-40B4-BE49-F238E27FC236}">
                  <a16:creationId xmlns:a16="http://schemas.microsoft.com/office/drawing/2014/main" id="{482400C4-06A8-4D2D-9B30-797B0738F245}"/>
                </a:ext>
              </a:extLst>
            </p:cNvPr>
            <p:cNvSpPr>
              <a:spLocks noChangeShapeType="1"/>
            </p:cNvSpPr>
            <p:nvPr/>
          </p:nvSpPr>
          <p:spPr bwMode="auto">
            <a:xfrm>
              <a:off x="7016750" y="1422400"/>
              <a:ext cx="0" cy="1641475"/>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4" name="Line 52">
              <a:extLst>
                <a:ext uri="{FF2B5EF4-FFF2-40B4-BE49-F238E27FC236}">
                  <a16:creationId xmlns:a16="http://schemas.microsoft.com/office/drawing/2014/main" id="{59268E66-49F2-4E37-8A85-5BACDCC12AEF}"/>
                </a:ext>
              </a:extLst>
            </p:cNvPr>
            <p:cNvSpPr>
              <a:spLocks noChangeShapeType="1"/>
            </p:cNvSpPr>
            <p:nvPr/>
          </p:nvSpPr>
          <p:spPr bwMode="auto">
            <a:xfrm>
              <a:off x="5337175" y="1833562"/>
              <a:ext cx="2239963"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5" name="Line 53">
              <a:extLst>
                <a:ext uri="{FF2B5EF4-FFF2-40B4-BE49-F238E27FC236}">
                  <a16:creationId xmlns:a16="http://schemas.microsoft.com/office/drawing/2014/main" id="{6FF2C358-A664-4B71-9C8E-0FCBCCCFBE7A}"/>
                </a:ext>
              </a:extLst>
            </p:cNvPr>
            <p:cNvSpPr>
              <a:spLocks noChangeShapeType="1"/>
            </p:cNvSpPr>
            <p:nvPr/>
          </p:nvSpPr>
          <p:spPr bwMode="auto">
            <a:xfrm>
              <a:off x="5337175" y="2243137"/>
              <a:ext cx="2239963"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6" name="Line 54">
              <a:extLst>
                <a:ext uri="{FF2B5EF4-FFF2-40B4-BE49-F238E27FC236}">
                  <a16:creationId xmlns:a16="http://schemas.microsoft.com/office/drawing/2014/main" id="{9A94C6A8-F6D3-4886-A9DE-9018C3827FF8}"/>
                </a:ext>
              </a:extLst>
            </p:cNvPr>
            <p:cNvSpPr>
              <a:spLocks noChangeShapeType="1"/>
            </p:cNvSpPr>
            <p:nvPr/>
          </p:nvSpPr>
          <p:spPr bwMode="auto">
            <a:xfrm>
              <a:off x="5337175" y="2654300"/>
              <a:ext cx="2239963"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7" name="Line 55">
              <a:extLst>
                <a:ext uri="{FF2B5EF4-FFF2-40B4-BE49-F238E27FC236}">
                  <a16:creationId xmlns:a16="http://schemas.microsoft.com/office/drawing/2014/main" id="{29CD36FE-CDED-44A6-AA0B-01D81404BFC0}"/>
                </a:ext>
              </a:extLst>
            </p:cNvPr>
            <p:cNvSpPr>
              <a:spLocks noChangeShapeType="1"/>
            </p:cNvSpPr>
            <p:nvPr/>
          </p:nvSpPr>
          <p:spPr bwMode="auto">
            <a:xfrm>
              <a:off x="5337175" y="1422400"/>
              <a:ext cx="0" cy="1641475"/>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98" name="Line 56">
              <a:extLst>
                <a:ext uri="{FF2B5EF4-FFF2-40B4-BE49-F238E27FC236}">
                  <a16:creationId xmlns:a16="http://schemas.microsoft.com/office/drawing/2014/main" id="{F5E08295-49E3-487D-B078-DFBD1FB03C20}"/>
                </a:ext>
              </a:extLst>
            </p:cNvPr>
            <p:cNvSpPr>
              <a:spLocks noChangeShapeType="1"/>
            </p:cNvSpPr>
            <p:nvPr/>
          </p:nvSpPr>
          <p:spPr bwMode="auto">
            <a:xfrm>
              <a:off x="7577138" y="1422400"/>
              <a:ext cx="0" cy="1641475"/>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99" name="Line 57">
              <a:extLst>
                <a:ext uri="{FF2B5EF4-FFF2-40B4-BE49-F238E27FC236}">
                  <a16:creationId xmlns:a16="http://schemas.microsoft.com/office/drawing/2014/main" id="{92D38E0A-CDF8-4A5A-9F23-91320793F013}"/>
                </a:ext>
              </a:extLst>
            </p:cNvPr>
            <p:cNvSpPr>
              <a:spLocks noChangeShapeType="1"/>
            </p:cNvSpPr>
            <p:nvPr/>
          </p:nvSpPr>
          <p:spPr bwMode="auto">
            <a:xfrm>
              <a:off x="5337175" y="1422400"/>
              <a:ext cx="2239963"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00" name="Line 58">
              <a:extLst>
                <a:ext uri="{FF2B5EF4-FFF2-40B4-BE49-F238E27FC236}">
                  <a16:creationId xmlns:a16="http://schemas.microsoft.com/office/drawing/2014/main" id="{EE5B5DB5-C9EC-4847-A913-E48C4B1655F2}"/>
                </a:ext>
              </a:extLst>
            </p:cNvPr>
            <p:cNvSpPr>
              <a:spLocks noChangeShapeType="1"/>
            </p:cNvSpPr>
            <p:nvPr/>
          </p:nvSpPr>
          <p:spPr bwMode="auto">
            <a:xfrm>
              <a:off x="5337175" y="3063875"/>
              <a:ext cx="2239963"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01" name="Text Box 131">
              <a:extLst>
                <a:ext uri="{FF2B5EF4-FFF2-40B4-BE49-F238E27FC236}">
                  <a16:creationId xmlns:a16="http://schemas.microsoft.com/office/drawing/2014/main" id="{71FAB4A8-E304-47AD-9B2D-9330E4766C10}"/>
                </a:ext>
              </a:extLst>
            </p:cNvPr>
            <p:cNvSpPr txBox="1">
              <a:spLocks noChangeArrowheads="1"/>
            </p:cNvSpPr>
            <p:nvPr/>
          </p:nvSpPr>
          <p:spPr bwMode="auto">
            <a:xfrm>
              <a:off x="5167313" y="1085850"/>
              <a:ext cx="2703512" cy="307975"/>
            </a:xfrm>
            <a:prstGeom prst="rect">
              <a:avLst/>
            </a:prstGeom>
            <a:noFill/>
            <a:ln w="9525">
              <a:noFill/>
              <a:miter lim="800000"/>
              <a:headEnd/>
              <a:tailEnd/>
            </a:ln>
          </p:spPr>
          <p:txBody>
            <a:bodyPr>
              <a:spAutoFit/>
            </a:bodyPr>
            <a:lstStyle/>
            <a:p>
              <a:pPr eaLnBrk="1" hangingPunct="1">
                <a:spcBef>
                  <a:spcPct val="50000"/>
                </a:spcBef>
                <a:defRPr/>
              </a:pPr>
              <a:r>
                <a:rPr lang="en-US" sz="1400" dirty="0"/>
                <a:t>q</a:t>
              </a:r>
              <a:r>
                <a:rPr lang="en-US" sz="1400" baseline="-25000" dirty="0"/>
                <a:t>3</a:t>
              </a:r>
              <a:r>
                <a:rPr lang="en-US" sz="1400" dirty="0"/>
                <a:t>x 00       01        11        10</a:t>
              </a:r>
            </a:p>
          </p:txBody>
        </p:sp>
        <p:sp>
          <p:nvSpPr>
            <p:cNvPr id="68702" name="Line 132">
              <a:extLst>
                <a:ext uri="{FF2B5EF4-FFF2-40B4-BE49-F238E27FC236}">
                  <a16:creationId xmlns:a16="http://schemas.microsoft.com/office/drawing/2014/main" id="{3F91EBA7-408E-4241-81BA-F1FF4ECD0EEA}"/>
                </a:ext>
              </a:extLst>
            </p:cNvPr>
            <p:cNvSpPr>
              <a:spLocks noChangeShapeType="1"/>
            </p:cNvSpPr>
            <p:nvPr/>
          </p:nvSpPr>
          <p:spPr bwMode="auto">
            <a:xfrm>
              <a:off x="5105400" y="1190625"/>
              <a:ext cx="231775" cy="223837"/>
            </a:xfrm>
            <a:prstGeom prst="line">
              <a:avLst/>
            </a:prstGeom>
            <a:noFill/>
            <a:ln w="31750">
              <a:solidFill>
                <a:schemeClr val="tx1"/>
              </a:solidFill>
              <a:round/>
              <a:headEnd/>
              <a:tailEnd/>
            </a:ln>
          </p:spPr>
          <p:txBody>
            <a:bodyPr/>
            <a:lstStyle/>
            <a:p>
              <a:pPr eaLnBrk="1" hangingPunct="1">
                <a:defRPr/>
              </a:pPr>
              <a:endParaRPr lang="en-US" sz="1400" dirty="0"/>
            </a:p>
          </p:txBody>
        </p:sp>
        <p:sp>
          <p:nvSpPr>
            <p:cNvPr id="68703" name="Text Box 133">
              <a:extLst>
                <a:ext uri="{FF2B5EF4-FFF2-40B4-BE49-F238E27FC236}">
                  <a16:creationId xmlns:a16="http://schemas.microsoft.com/office/drawing/2014/main" id="{ABDC2345-B987-42E6-99A2-BD5779F0D940}"/>
                </a:ext>
              </a:extLst>
            </p:cNvPr>
            <p:cNvSpPr txBox="1">
              <a:spLocks noChangeArrowheads="1"/>
            </p:cNvSpPr>
            <p:nvPr/>
          </p:nvSpPr>
          <p:spPr bwMode="auto">
            <a:xfrm>
              <a:off x="4718050" y="1138237"/>
              <a:ext cx="669925" cy="1958975"/>
            </a:xfrm>
            <a:prstGeom prst="rect">
              <a:avLst/>
            </a:prstGeom>
            <a:noFill/>
            <a:ln w="9525">
              <a:noFill/>
              <a:miter lim="800000"/>
              <a:headEnd/>
              <a:tailEnd/>
            </a:ln>
          </p:spPr>
          <p:txBody>
            <a:bodyPr>
              <a:spAutoFit/>
            </a:bodyPr>
            <a:lstStyle/>
            <a:p>
              <a:pPr eaLnBrk="1" hangingPunct="1">
                <a:defRPr/>
              </a:pPr>
              <a:r>
                <a:rPr lang="en-US" sz="1400" dirty="0"/>
                <a:t>q</a:t>
              </a:r>
              <a:r>
                <a:rPr lang="en-US" sz="1400" baseline="-25000" dirty="0"/>
                <a:t>1</a:t>
              </a:r>
              <a:r>
                <a:rPr lang="en-US" sz="1400" dirty="0"/>
                <a:t>q</a:t>
              </a:r>
              <a:r>
                <a:rPr lang="en-US" sz="1400" baseline="-25000" dirty="0"/>
                <a:t>2</a:t>
              </a:r>
            </a:p>
            <a:p>
              <a:pPr eaLnBrk="1" hangingPunct="1">
                <a:defRPr/>
              </a:pPr>
              <a:endParaRPr lang="en-US" sz="1400" baseline="-25000" dirty="0"/>
            </a:p>
            <a:p>
              <a:pPr eaLnBrk="1" hangingPunct="1">
                <a:defRPr/>
              </a:pPr>
              <a:r>
                <a:rPr lang="en-US" sz="1400" dirty="0"/>
                <a:t>00</a:t>
              </a:r>
            </a:p>
            <a:p>
              <a:pPr eaLnBrk="1" hangingPunct="1">
                <a:defRPr/>
              </a:pPr>
              <a:endParaRPr lang="en-US" sz="1400" dirty="0"/>
            </a:p>
            <a:p>
              <a:pPr eaLnBrk="1" hangingPunct="1">
                <a:defRPr/>
              </a:pPr>
              <a:r>
                <a:rPr lang="en-US" sz="1400" dirty="0"/>
                <a:t>01</a:t>
              </a:r>
            </a:p>
            <a:p>
              <a:pPr eaLnBrk="1" hangingPunct="1">
                <a:defRPr/>
              </a:pPr>
              <a:endParaRPr lang="en-US" sz="1400" dirty="0"/>
            </a:p>
            <a:p>
              <a:pPr eaLnBrk="1" hangingPunct="1">
                <a:defRPr/>
              </a:pPr>
              <a:r>
                <a:rPr lang="en-US" sz="1400" dirty="0"/>
                <a:t>11</a:t>
              </a:r>
            </a:p>
            <a:p>
              <a:pPr eaLnBrk="1" hangingPunct="1">
                <a:defRPr/>
              </a:pPr>
              <a:endParaRPr lang="en-US" sz="1400" dirty="0"/>
            </a:p>
            <a:p>
              <a:pPr eaLnBrk="1" hangingPunct="1">
                <a:defRPr/>
              </a:pPr>
              <a:r>
                <a:rPr lang="en-US" sz="1400" dirty="0"/>
                <a:t>10</a:t>
              </a:r>
            </a:p>
          </p:txBody>
        </p:sp>
        <p:sp>
          <p:nvSpPr>
            <p:cNvPr id="68704" name="AutoShape 195">
              <a:extLst>
                <a:ext uri="{FF2B5EF4-FFF2-40B4-BE49-F238E27FC236}">
                  <a16:creationId xmlns:a16="http://schemas.microsoft.com/office/drawing/2014/main" id="{5CD41B1F-E461-4ABA-BE60-22332F8259AC}"/>
                </a:ext>
              </a:extLst>
            </p:cNvPr>
            <p:cNvSpPr>
              <a:spLocks noChangeArrowheads="1"/>
            </p:cNvSpPr>
            <p:nvPr/>
          </p:nvSpPr>
          <p:spPr bwMode="auto">
            <a:xfrm>
              <a:off x="5413375" y="1465262"/>
              <a:ext cx="387350" cy="1552575"/>
            </a:xfrm>
            <a:prstGeom prst="roundRect">
              <a:avLst>
                <a:gd name="adj" fmla="val 16667"/>
              </a:avLst>
            </a:prstGeom>
            <a:noFill/>
            <a:ln w="31750">
              <a:solidFill>
                <a:schemeClr val="tx1"/>
              </a:solidFill>
              <a:round/>
              <a:headEnd/>
              <a:tailEnd/>
            </a:ln>
          </p:spPr>
          <p:txBody>
            <a:bodyPr wrap="none" anchor="ctr"/>
            <a:lstStyle/>
            <a:p>
              <a:pPr eaLnBrk="1" hangingPunct="1">
                <a:defRPr/>
              </a:pPr>
              <a:endParaRPr lang="ru-RU" sz="1400"/>
            </a:p>
          </p:txBody>
        </p:sp>
        <p:sp>
          <p:nvSpPr>
            <p:cNvPr id="68705" name="AutoShape 196">
              <a:extLst>
                <a:ext uri="{FF2B5EF4-FFF2-40B4-BE49-F238E27FC236}">
                  <a16:creationId xmlns:a16="http://schemas.microsoft.com/office/drawing/2014/main" id="{BC04EA08-4782-4548-B195-B72793DEB511}"/>
                </a:ext>
              </a:extLst>
            </p:cNvPr>
            <p:cNvSpPr>
              <a:spLocks noChangeArrowheads="1"/>
            </p:cNvSpPr>
            <p:nvPr/>
          </p:nvSpPr>
          <p:spPr bwMode="auto">
            <a:xfrm>
              <a:off x="5491163" y="2320925"/>
              <a:ext cx="1931987" cy="642937"/>
            </a:xfrm>
            <a:prstGeom prst="roundRect">
              <a:avLst>
                <a:gd name="adj" fmla="val 16667"/>
              </a:avLst>
            </a:prstGeom>
            <a:noFill/>
            <a:ln w="31750">
              <a:solidFill>
                <a:srgbClr val="0000FF"/>
              </a:solidFill>
              <a:round/>
              <a:headEnd/>
              <a:tailEnd/>
            </a:ln>
          </p:spPr>
          <p:txBody>
            <a:bodyPr wrap="none" anchor="ctr"/>
            <a:lstStyle/>
            <a:p>
              <a:pPr eaLnBrk="1" hangingPunct="1">
                <a:defRPr/>
              </a:pPr>
              <a:endParaRPr lang="ru-RU" sz="1400">
                <a:solidFill>
                  <a:srgbClr val="0066CC"/>
                </a:solidFill>
              </a:endParaRPr>
            </a:p>
          </p:txBody>
        </p:sp>
        <p:sp>
          <p:nvSpPr>
            <p:cNvPr id="68706" name="AutoShape 197">
              <a:extLst>
                <a:ext uri="{FF2B5EF4-FFF2-40B4-BE49-F238E27FC236}">
                  <a16:creationId xmlns:a16="http://schemas.microsoft.com/office/drawing/2014/main" id="{92063EED-8926-46BF-B3D9-212B2E0CE0AC}"/>
                </a:ext>
              </a:extLst>
            </p:cNvPr>
            <p:cNvSpPr>
              <a:spLocks noChangeArrowheads="1"/>
            </p:cNvSpPr>
            <p:nvPr/>
          </p:nvSpPr>
          <p:spPr bwMode="auto">
            <a:xfrm>
              <a:off x="5491163" y="1876425"/>
              <a:ext cx="927100" cy="695325"/>
            </a:xfrm>
            <a:prstGeom prst="roundRect">
              <a:avLst>
                <a:gd name="adj" fmla="val 16667"/>
              </a:avLst>
            </a:prstGeom>
            <a:noFill/>
            <a:ln w="31750">
              <a:solidFill>
                <a:schemeClr val="accent1">
                  <a:lumMod val="20000"/>
                  <a:lumOff val="80000"/>
                </a:schemeClr>
              </a:solidFill>
              <a:round/>
              <a:headEnd/>
              <a:tailEnd/>
            </a:ln>
          </p:spPr>
          <p:txBody>
            <a:bodyPr wrap="none" anchor="ctr"/>
            <a:lstStyle/>
            <a:p>
              <a:pPr eaLnBrk="1" hangingPunct="1">
                <a:defRPr/>
              </a:pPr>
              <a:endParaRPr lang="ru-RU" sz="1400"/>
            </a:p>
          </p:txBody>
        </p:sp>
        <p:sp>
          <p:nvSpPr>
            <p:cNvPr id="68707" name="Text Box 209">
              <a:extLst>
                <a:ext uri="{FF2B5EF4-FFF2-40B4-BE49-F238E27FC236}">
                  <a16:creationId xmlns:a16="http://schemas.microsoft.com/office/drawing/2014/main" id="{DEFD5334-FD89-43A8-BEE3-98C6F40DE27F}"/>
                </a:ext>
              </a:extLst>
            </p:cNvPr>
            <p:cNvSpPr txBox="1">
              <a:spLocks noChangeArrowheads="1"/>
            </p:cNvSpPr>
            <p:nvPr/>
          </p:nvSpPr>
          <p:spPr bwMode="auto">
            <a:xfrm>
              <a:off x="7654925" y="1198562"/>
              <a:ext cx="617538" cy="307975"/>
            </a:xfrm>
            <a:prstGeom prst="rect">
              <a:avLst/>
            </a:prstGeom>
            <a:noFill/>
            <a:ln w="9525">
              <a:noFill/>
              <a:miter lim="800000"/>
              <a:headEnd/>
              <a:tailEnd/>
            </a:ln>
          </p:spPr>
          <p:txBody>
            <a:bodyPr>
              <a:spAutoFit/>
            </a:bodyPr>
            <a:lstStyle/>
            <a:p>
              <a:pPr eaLnBrk="1" hangingPunct="1">
                <a:spcBef>
                  <a:spcPct val="50000"/>
                </a:spcBef>
                <a:defRPr/>
              </a:pPr>
              <a:r>
                <a:rPr lang="en-US" sz="1400" dirty="0"/>
                <a:t>D</a:t>
              </a:r>
              <a:r>
                <a:rPr lang="en-US" sz="1400" baseline="-25000" dirty="0"/>
                <a:t>3</a:t>
              </a:r>
            </a:p>
          </p:txBody>
        </p:sp>
        <p:grpSp>
          <p:nvGrpSpPr>
            <p:cNvPr id="133220" name="Group 141">
              <a:extLst>
                <a:ext uri="{FF2B5EF4-FFF2-40B4-BE49-F238E27FC236}">
                  <a16:creationId xmlns:a16="http://schemas.microsoft.com/office/drawing/2014/main" id="{173F0992-1874-A7CD-D983-46C6737895C5}"/>
                </a:ext>
              </a:extLst>
            </p:cNvPr>
            <p:cNvGrpSpPr>
              <a:grpSpLocks/>
            </p:cNvGrpSpPr>
            <p:nvPr/>
          </p:nvGrpSpPr>
          <p:grpSpPr bwMode="auto">
            <a:xfrm>
              <a:off x="5476875" y="3516313"/>
              <a:ext cx="2239963" cy="1784350"/>
              <a:chOff x="3424" y="2482"/>
              <a:chExt cx="1392" cy="1472"/>
            </a:xfrm>
          </p:grpSpPr>
          <p:sp>
            <p:nvSpPr>
              <p:cNvPr id="68718" name="Rectangle 93">
                <a:extLst>
                  <a:ext uri="{FF2B5EF4-FFF2-40B4-BE49-F238E27FC236}">
                    <a16:creationId xmlns:a16="http://schemas.microsoft.com/office/drawing/2014/main" id="{24D8B416-3451-4C0E-8CDD-43B2A398B883}"/>
                  </a:ext>
                </a:extLst>
              </p:cNvPr>
              <p:cNvSpPr>
                <a:spLocks noChangeArrowheads="1"/>
              </p:cNvSpPr>
              <p:nvPr/>
            </p:nvSpPr>
            <p:spPr bwMode="auto">
              <a:xfrm>
                <a:off x="3424" y="2482"/>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19" name="Rectangle 94">
                <a:extLst>
                  <a:ext uri="{FF2B5EF4-FFF2-40B4-BE49-F238E27FC236}">
                    <a16:creationId xmlns:a16="http://schemas.microsoft.com/office/drawing/2014/main" id="{4C4E3D8E-A344-4B12-91BD-9DB6AA048D09}"/>
                  </a:ext>
                </a:extLst>
              </p:cNvPr>
              <p:cNvSpPr>
                <a:spLocks noChangeArrowheads="1"/>
              </p:cNvSpPr>
              <p:nvPr/>
            </p:nvSpPr>
            <p:spPr bwMode="auto">
              <a:xfrm>
                <a:off x="3772" y="2482"/>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0" name="Rectangle 95">
                <a:extLst>
                  <a:ext uri="{FF2B5EF4-FFF2-40B4-BE49-F238E27FC236}">
                    <a16:creationId xmlns:a16="http://schemas.microsoft.com/office/drawing/2014/main" id="{0804ADB8-3FC4-4023-9561-3D824C7CE904}"/>
                  </a:ext>
                </a:extLst>
              </p:cNvPr>
              <p:cNvSpPr>
                <a:spLocks noChangeArrowheads="1"/>
              </p:cNvSpPr>
              <p:nvPr/>
            </p:nvSpPr>
            <p:spPr bwMode="auto">
              <a:xfrm>
                <a:off x="4120" y="2482"/>
                <a:ext cx="338" cy="368"/>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721" name="Rectangle 96">
                <a:extLst>
                  <a:ext uri="{FF2B5EF4-FFF2-40B4-BE49-F238E27FC236}">
                    <a16:creationId xmlns:a16="http://schemas.microsoft.com/office/drawing/2014/main" id="{5A5B6BDA-D3BC-44EF-9C2B-596B5308816E}"/>
                  </a:ext>
                </a:extLst>
              </p:cNvPr>
              <p:cNvSpPr>
                <a:spLocks noChangeArrowheads="1"/>
              </p:cNvSpPr>
              <p:nvPr/>
            </p:nvSpPr>
            <p:spPr bwMode="auto">
              <a:xfrm>
                <a:off x="4460" y="2482"/>
                <a:ext cx="348" cy="368"/>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722" name="Rectangle 97">
                <a:extLst>
                  <a:ext uri="{FF2B5EF4-FFF2-40B4-BE49-F238E27FC236}">
                    <a16:creationId xmlns:a16="http://schemas.microsoft.com/office/drawing/2014/main" id="{0C824B1C-CC13-4A98-A7D4-B4E869D6A268}"/>
                  </a:ext>
                </a:extLst>
              </p:cNvPr>
              <p:cNvSpPr>
                <a:spLocks noChangeArrowheads="1"/>
              </p:cNvSpPr>
              <p:nvPr/>
            </p:nvSpPr>
            <p:spPr bwMode="auto">
              <a:xfrm>
                <a:off x="3424" y="2850"/>
                <a:ext cx="348" cy="368"/>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723" name="Rectangle 98">
                <a:extLst>
                  <a:ext uri="{FF2B5EF4-FFF2-40B4-BE49-F238E27FC236}">
                    <a16:creationId xmlns:a16="http://schemas.microsoft.com/office/drawing/2014/main" id="{CF279BF6-1A46-4D23-BEAD-27CD4471FD3E}"/>
                  </a:ext>
                </a:extLst>
              </p:cNvPr>
              <p:cNvSpPr>
                <a:spLocks noChangeArrowheads="1"/>
              </p:cNvSpPr>
              <p:nvPr/>
            </p:nvSpPr>
            <p:spPr bwMode="auto">
              <a:xfrm>
                <a:off x="3772" y="2850"/>
                <a:ext cx="348" cy="368"/>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724" name="Rectangle 99">
                <a:extLst>
                  <a:ext uri="{FF2B5EF4-FFF2-40B4-BE49-F238E27FC236}">
                    <a16:creationId xmlns:a16="http://schemas.microsoft.com/office/drawing/2014/main" id="{1FA26D02-D2D8-4914-A22A-E5BCDC18A2AF}"/>
                  </a:ext>
                </a:extLst>
              </p:cNvPr>
              <p:cNvSpPr>
                <a:spLocks noChangeArrowheads="1"/>
              </p:cNvSpPr>
              <p:nvPr/>
            </p:nvSpPr>
            <p:spPr bwMode="auto">
              <a:xfrm>
                <a:off x="4120" y="2850"/>
                <a:ext cx="33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5" name="Rectangle 100">
                <a:extLst>
                  <a:ext uri="{FF2B5EF4-FFF2-40B4-BE49-F238E27FC236}">
                    <a16:creationId xmlns:a16="http://schemas.microsoft.com/office/drawing/2014/main" id="{3FC1C85A-9EA8-4583-9276-F9C20AE57805}"/>
                  </a:ext>
                </a:extLst>
              </p:cNvPr>
              <p:cNvSpPr>
                <a:spLocks noChangeArrowheads="1"/>
              </p:cNvSpPr>
              <p:nvPr/>
            </p:nvSpPr>
            <p:spPr bwMode="auto">
              <a:xfrm>
                <a:off x="4460" y="2850"/>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6" name="Rectangle 101">
                <a:extLst>
                  <a:ext uri="{FF2B5EF4-FFF2-40B4-BE49-F238E27FC236}">
                    <a16:creationId xmlns:a16="http://schemas.microsoft.com/office/drawing/2014/main" id="{CCF0BF9C-8A0F-4F5A-9110-E5013FCE1DB7}"/>
                  </a:ext>
                </a:extLst>
              </p:cNvPr>
              <p:cNvSpPr>
                <a:spLocks noChangeArrowheads="1"/>
              </p:cNvSpPr>
              <p:nvPr/>
            </p:nvSpPr>
            <p:spPr bwMode="auto">
              <a:xfrm>
                <a:off x="3424" y="3218"/>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7" name="Rectangle 102">
                <a:extLst>
                  <a:ext uri="{FF2B5EF4-FFF2-40B4-BE49-F238E27FC236}">
                    <a16:creationId xmlns:a16="http://schemas.microsoft.com/office/drawing/2014/main" id="{A829AA81-F7AD-4BEC-8F8B-78D26AFF7378}"/>
                  </a:ext>
                </a:extLst>
              </p:cNvPr>
              <p:cNvSpPr>
                <a:spLocks noChangeArrowheads="1"/>
              </p:cNvSpPr>
              <p:nvPr/>
            </p:nvSpPr>
            <p:spPr bwMode="auto">
              <a:xfrm>
                <a:off x="3772" y="3218"/>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8" name="Rectangle 103">
                <a:extLst>
                  <a:ext uri="{FF2B5EF4-FFF2-40B4-BE49-F238E27FC236}">
                    <a16:creationId xmlns:a16="http://schemas.microsoft.com/office/drawing/2014/main" id="{A42A829F-EB12-4BF2-8A94-196ADC48D4E2}"/>
                  </a:ext>
                </a:extLst>
              </p:cNvPr>
              <p:cNvSpPr>
                <a:spLocks noChangeArrowheads="1"/>
              </p:cNvSpPr>
              <p:nvPr/>
            </p:nvSpPr>
            <p:spPr bwMode="auto">
              <a:xfrm>
                <a:off x="4120" y="3218"/>
                <a:ext cx="33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9" name="Rectangle 104">
                <a:extLst>
                  <a:ext uri="{FF2B5EF4-FFF2-40B4-BE49-F238E27FC236}">
                    <a16:creationId xmlns:a16="http://schemas.microsoft.com/office/drawing/2014/main" id="{FDA64332-1F81-4FDE-91B1-94884C00949D}"/>
                  </a:ext>
                </a:extLst>
              </p:cNvPr>
              <p:cNvSpPr>
                <a:spLocks noChangeArrowheads="1"/>
              </p:cNvSpPr>
              <p:nvPr/>
            </p:nvSpPr>
            <p:spPr bwMode="auto">
              <a:xfrm>
                <a:off x="4460" y="3218"/>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30" name="Rectangle 105">
                <a:extLst>
                  <a:ext uri="{FF2B5EF4-FFF2-40B4-BE49-F238E27FC236}">
                    <a16:creationId xmlns:a16="http://schemas.microsoft.com/office/drawing/2014/main" id="{18D00A3E-DC6F-434F-A5D1-15DF941BC7DB}"/>
                  </a:ext>
                </a:extLst>
              </p:cNvPr>
              <p:cNvSpPr>
                <a:spLocks noChangeArrowheads="1"/>
              </p:cNvSpPr>
              <p:nvPr/>
            </p:nvSpPr>
            <p:spPr bwMode="auto">
              <a:xfrm>
                <a:off x="3424" y="3586"/>
                <a:ext cx="348" cy="368"/>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731" name="Rectangle 106">
                <a:extLst>
                  <a:ext uri="{FF2B5EF4-FFF2-40B4-BE49-F238E27FC236}">
                    <a16:creationId xmlns:a16="http://schemas.microsoft.com/office/drawing/2014/main" id="{7A51F984-7C48-4D4A-8BE5-D7B1E19EC352}"/>
                  </a:ext>
                </a:extLst>
              </p:cNvPr>
              <p:cNvSpPr>
                <a:spLocks noChangeArrowheads="1"/>
              </p:cNvSpPr>
              <p:nvPr/>
            </p:nvSpPr>
            <p:spPr bwMode="auto">
              <a:xfrm>
                <a:off x="3772" y="3586"/>
                <a:ext cx="348" cy="368"/>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732" name="Rectangle 107">
                <a:extLst>
                  <a:ext uri="{FF2B5EF4-FFF2-40B4-BE49-F238E27FC236}">
                    <a16:creationId xmlns:a16="http://schemas.microsoft.com/office/drawing/2014/main" id="{7378EAD7-3BFF-4044-8474-1A58A98ADC32}"/>
                  </a:ext>
                </a:extLst>
              </p:cNvPr>
              <p:cNvSpPr>
                <a:spLocks noChangeArrowheads="1"/>
              </p:cNvSpPr>
              <p:nvPr/>
            </p:nvSpPr>
            <p:spPr bwMode="auto">
              <a:xfrm>
                <a:off x="4120" y="3586"/>
                <a:ext cx="33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33" name="Rectangle 108">
                <a:extLst>
                  <a:ext uri="{FF2B5EF4-FFF2-40B4-BE49-F238E27FC236}">
                    <a16:creationId xmlns:a16="http://schemas.microsoft.com/office/drawing/2014/main" id="{6A04B563-EA87-471C-BF23-58E15E7B9C4D}"/>
                  </a:ext>
                </a:extLst>
              </p:cNvPr>
              <p:cNvSpPr>
                <a:spLocks noChangeArrowheads="1"/>
              </p:cNvSpPr>
              <p:nvPr/>
            </p:nvSpPr>
            <p:spPr bwMode="auto">
              <a:xfrm>
                <a:off x="4460" y="3586"/>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34" name="Line 109">
                <a:extLst>
                  <a:ext uri="{FF2B5EF4-FFF2-40B4-BE49-F238E27FC236}">
                    <a16:creationId xmlns:a16="http://schemas.microsoft.com/office/drawing/2014/main" id="{35C0BF28-12ED-42D9-8BAD-BC1D855D06E8}"/>
                  </a:ext>
                </a:extLst>
              </p:cNvPr>
              <p:cNvSpPr>
                <a:spLocks noChangeShapeType="1"/>
              </p:cNvSpPr>
              <p:nvPr/>
            </p:nvSpPr>
            <p:spPr bwMode="auto">
              <a:xfrm>
                <a:off x="3772" y="2482"/>
                <a:ext cx="0" cy="1469"/>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5" name="Line 110">
                <a:extLst>
                  <a:ext uri="{FF2B5EF4-FFF2-40B4-BE49-F238E27FC236}">
                    <a16:creationId xmlns:a16="http://schemas.microsoft.com/office/drawing/2014/main" id="{3B1B445D-43CC-4C82-83A6-7E96019DF66F}"/>
                  </a:ext>
                </a:extLst>
              </p:cNvPr>
              <p:cNvSpPr>
                <a:spLocks noChangeShapeType="1"/>
              </p:cNvSpPr>
              <p:nvPr/>
            </p:nvSpPr>
            <p:spPr bwMode="auto">
              <a:xfrm>
                <a:off x="4120" y="2482"/>
                <a:ext cx="0" cy="1469"/>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6" name="Line 111">
                <a:extLst>
                  <a:ext uri="{FF2B5EF4-FFF2-40B4-BE49-F238E27FC236}">
                    <a16:creationId xmlns:a16="http://schemas.microsoft.com/office/drawing/2014/main" id="{FEB848E4-A90A-4294-BB38-9A04E64D6C21}"/>
                  </a:ext>
                </a:extLst>
              </p:cNvPr>
              <p:cNvSpPr>
                <a:spLocks noChangeShapeType="1"/>
              </p:cNvSpPr>
              <p:nvPr/>
            </p:nvSpPr>
            <p:spPr bwMode="auto">
              <a:xfrm>
                <a:off x="4460" y="2482"/>
                <a:ext cx="0" cy="1469"/>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7" name="Line 112">
                <a:extLst>
                  <a:ext uri="{FF2B5EF4-FFF2-40B4-BE49-F238E27FC236}">
                    <a16:creationId xmlns:a16="http://schemas.microsoft.com/office/drawing/2014/main" id="{60CC1C97-86DB-4D72-B7BA-67C7185C662D}"/>
                  </a:ext>
                </a:extLst>
              </p:cNvPr>
              <p:cNvSpPr>
                <a:spLocks noChangeShapeType="1"/>
              </p:cNvSpPr>
              <p:nvPr/>
            </p:nvSpPr>
            <p:spPr bwMode="auto">
              <a:xfrm>
                <a:off x="3424" y="2850"/>
                <a:ext cx="1390"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8" name="Line 113">
                <a:extLst>
                  <a:ext uri="{FF2B5EF4-FFF2-40B4-BE49-F238E27FC236}">
                    <a16:creationId xmlns:a16="http://schemas.microsoft.com/office/drawing/2014/main" id="{B4835DA3-EBED-4C3C-A11C-B4A4C2096DC6}"/>
                  </a:ext>
                </a:extLst>
              </p:cNvPr>
              <p:cNvSpPr>
                <a:spLocks noChangeShapeType="1"/>
              </p:cNvSpPr>
              <p:nvPr/>
            </p:nvSpPr>
            <p:spPr bwMode="auto">
              <a:xfrm>
                <a:off x="3424" y="3218"/>
                <a:ext cx="1390"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9" name="Line 114">
                <a:extLst>
                  <a:ext uri="{FF2B5EF4-FFF2-40B4-BE49-F238E27FC236}">
                    <a16:creationId xmlns:a16="http://schemas.microsoft.com/office/drawing/2014/main" id="{1C726272-0163-4540-AAC1-4F324E450974}"/>
                  </a:ext>
                </a:extLst>
              </p:cNvPr>
              <p:cNvSpPr>
                <a:spLocks noChangeShapeType="1"/>
              </p:cNvSpPr>
              <p:nvPr/>
            </p:nvSpPr>
            <p:spPr bwMode="auto">
              <a:xfrm>
                <a:off x="3424" y="3586"/>
                <a:ext cx="1390"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40" name="Line 115">
                <a:extLst>
                  <a:ext uri="{FF2B5EF4-FFF2-40B4-BE49-F238E27FC236}">
                    <a16:creationId xmlns:a16="http://schemas.microsoft.com/office/drawing/2014/main" id="{4B50FADE-A415-4539-94E3-FA02E23921B9}"/>
                  </a:ext>
                </a:extLst>
              </p:cNvPr>
              <p:cNvSpPr>
                <a:spLocks noChangeShapeType="1"/>
              </p:cNvSpPr>
              <p:nvPr/>
            </p:nvSpPr>
            <p:spPr bwMode="auto">
              <a:xfrm>
                <a:off x="3424" y="2482"/>
                <a:ext cx="0" cy="1469"/>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41" name="Line 116">
                <a:extLst>
                  <a:ext uri="{FF2B5EF4-FFF2-40B4-BE49-F238E27FC236}">
                    <a16:creationId xmlns:a16="http://schemas.microsoft.com/office/drawing/2014/main" id="{3B5E550E-272C-4432-BF15-2795DD25D5CE}"/>
                  </a:ext>
                </a:extLst>
              </p:cNvPr>
              <p:cNvSpPr>
                <a:spLocks noChangeShapeType="1"/>
              </p:cNvSpPr>
              <p:nvPr/>
            </p:nvSpPr>
            <p:spPr bwMode="auto">
              <a:xfrm>
                <a:off x="4816" y="2482"/>
                <a:ext cx="0" cy="1469"/>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42" name="Line 117">
                <a:extLst>
                  <a:ext uri="{FF2B5EF4-FFF2-40B4-BE49-F238E27FC236}">
                    <a16:creationId xmlns:a16="http://schemas.microsoft.com/office/drawing/2014/main" id="{214775EF-4A2B-4D65-902D-815A0A65E6F3}"/>
                  </a:ext>
                </a:extLst>
              </p:cNvPr>
              <p:cNvSpPr>
                <a:spLocks noChangeShapeType="1"/>
              </p:cNvSpPr>
              <p:nvPr/>
            </p:nvSpPr>
            <p:spPr bwMode="auto">
              <a:xfrm>
                <a:off x="3424" y="2482"/>
                <a:ext cx="1390"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43" name="Line 118">
                <a:extLst>
                  <a:ext uri="{FF2B5EF4-FFF2-40B4-BE49-F238E27FC236}">
                    <a16:creationId xmlns:a16="http://schemas.microsoft.com/office/drawing/2014/main" id="{6B5C02A3-6E38-46B1-A751-D7E9C3EC169F}"/>
                  </a:ext>
                </a:extLst>
              </p:cNvPr>
              <p:cNvSpPr>
                <a:spLocks noChangeShapeType="1"/>
              </p:cNvSpPr>
              <p:nvPr/>
            </p:nvSpPr>
            <p:spPr bwMode="auto">
              <a:xfrm>
                <a:off x="3424" y="3951"/>
                <a:ext cx="1390" cy="0"/>
              </a:xfrm>
              <a:prstGeom prst="line">
                <a:avLst/>
              </a:prstGeom>
              <a:noFill/>
              <a:ln w="28575" algn="ctr">
                <a:solidFill>
                  <a:schemeClr val="tx1"/>
                </a:solidFill>
                <a:round/>
                <a:headEnd/>
                <a:tailEnd/>
              </a:ln>
            </p:spPr>
            <p:txBody>
              <a:bodyPr/>
              <a:lstStyle/>
              <a:p>
                <a:pPr eaLnBrk="1" hangingPunct="1">
                  <a:defRPr/>
                </a:pPr>
                <a:endParaRPr lang="en-US" sz="1400" dirty="0"/>
              </a:p>
            </p:txBody>
          </p:sp>
        </p:grpSp>
        <p:sp>
          <p:nvSpPr>
            <p:cNvPr id="3" name="Text Box 191">
              <a:extLst>
                <a:ext uri="{FF2B5EF4-FFF2-40B4-BE49-F238E27FC236}">
                  <a16:creationId xmlns:a16="http://schemas.microsoft.com/office/drawing/2014/main" id="{8DE4C3EE-74F0-4DA2-B162-EBF829518AA7}"/>
                </a:ext>
              </a:extLst>
            </p:cNvPr>
            <p:cNvSpPr txBox="1">
              <a:spLocks noChangeArrowheads="1"/>
            </p:cNvSpPr>
            <p:nvPr/>
          </p:nvSpPr>
          <p:spPr bwMode="auto">
            <a:xfrm>
              <a:off x="5251450" y="3133725"/>
              <a:ext cx="2551113" cy="307975"/>
            </a:xfrm>
            <a:prstGeom prst="rect">
              <a:avLst/>
            </a:prstGeom>
            <a:noFill/>
            <a:ln w="9525">
              <a:noFill/>
              <a:miter lim="800000"/>
              <a:headEnd/>
              <a:tailEnd/>
            </a:ln>
          </p:spPr>
          <p:txBody>
            <a:bodyPr>
              <a:spAutoFit/>
            </a:bodyPr>
            <a:lstStyle/>
            <a:p>
              <a:pPr eaLnBrk="1" hangingPunct="1">
                <a:spcBef>
                  <a:spcPct val="50000"/>
                </a:spcBef>
                <a:defRPr/>
              </a:pPr>
              <a:r>
                <a:rPr lang="en-US" sz="1400" dirty="0"/>
                <a:t>q</a:t>
              </a:r>
              <a:r>
                <a:rPr lang="en-US" sz="1400" baseline="-25000" dirty="0"/>
                <a:t>3</a:t>
              </a:r>
              <a:r>
                <a:rPr lang="en-US" sz="1400" dirty="0"/>
                <a:t>x 00        01       11      10</a:t>
              </a:r>
            </a:p>
          </p:txBody>
        </p:sp>
        <p:sp>
          <p:nvSpPr>
            <p:cNvPr id="68710" name="Line 192">
              <a:extLst>
                <a:ext uri="{FF2B5EF4-FFF2-40B4-BE49-F238E27FC236}">
                  <a16:creationId xmlns:a16="http://schemas.microsoft.com/office/drawing/2014/main" id="{ED8CEB32-8F76-4A15-96B3-15D1CE83C5A3}"/>
                </a:ext>
              </a:extLst>
            </p:cNvPr>
            <p:cNvSpPr>
              <a:spLocks noChangeShapeType="1"/>
            </p:cNvSpPr>
            <p:nvPr/>
          </p:nvSpPr>
          <p:spPr bwMode="auto">
            <a:xfrm>
              <a:off x="5245100" y="3263901"/>
              <a:ext cx="231775" cy="242887"/>
            </a:xfrm>
            <a:prstGeom prst="line">
              <a:avLst/>
            </a:prstGeom>
            <a:noFill/>
            <a:ln w="31750">
              <a:solidFill>
                <a:schemeClr val="tx1"/>
              </a:solidFill>
              <a:round/>
              <a:headEnd/>
              <a:tailEnd/>
            </a:ln>
          </p:spPr>
          <p:txBody>
            <a:bodyPr/>
            <a:lstStyle/>
            <a:p>
              <a:pPr eaLnBrk="1" hangingPunct="1">
                <a:defRPr/>
              </a:pPr>
              <a:endParaRPr lang="en-US" sz="1400" dirty="0"/>
            </a:p>
          </p:txBody>
        </p:sp>
        <p:sp>
          <p:nvSpPr>
            <p:cNvPr id="68711" name="Text Box 193">
              <a:extLst>
                <a:ext uri="{FF2B5EF4-FFF2-40B4-BE49-F238E27FC236}">
                  <a16:creationId xmlns:a16="http://schemas.microsoft.com/office/drawing/2014/main" id="{A3C1F8D4-D4F1-4595-B74C-2D7A00EAEFC2}"/>
                </a:ext>
              </a:extLst>
            </p:cNvPr>
            <p:cNvSpPr txBox="1">
              <a:spLocks noChangeArrowheads="1"/>
            </p:cNvSpPr>
            <p:nvPr/>
          </p:nvSpPr>
          <p:spPr bwMode="auto">
            <a:xfrm>
              <a:off x="4822825" y="3192462"/>
              <a:ext cx="669925" cy="1958975"/>
            </a:xfrm>
            <a:prstGeom prst="rect">
              <a:avLst/>
            </a:prstGeom>
            <a:noFill/>
            <a:ln w="9525">
              <a:noFill/>
              <a:miter lim="800000"/>
              <a:headEnd/>
              <a:tailEnd/>
            </a:ln>
          </p:spPr>
          <p:txBody>
            <a:bodyPr>
              <a:spAutoFit/>
            </a:bodyPr>
            <a:lstStyle/>
            <a:p>
              <a:pPr eaLnBrk="1" hangingPunct="1">
                <a:defRPr/>
              </a:pPr>
              <a:r>
                <a:rPr lang="en-US" sz="1400" dirty="0"/>
                <a:t>q</a:t>
              </a:r>
              <a:r>
                <a:rPr lang="en-US" sz="1400" baseline="-25000" dirty="0"/>
                <a:t>1</a:t>
              </a:r>
              <a:r>
                <a:rPr lang="en-US" sz="1400" dirty="0"/>
                <a:t>q</a:t>
              </a:r>
              <a:r>
                <a:rPr lang="en-US" sz="1400" baseline="-25000" dirty="0"/>
                <a:t>2</a:t>
              </a:r>
            </a:p>
            <a:p>
              <a:pPr eaLnBrk="1" hangingPunct="1">
                <a:defRPr/>
              </a:pPr>
              <a:endParaRPr lang="en-US" sz="1400" baseline="-25000" dirty="0"/>
            </a:p>
            <a:p>
              <a:pPr eaLnBrk="1" hangingPunct="1">
                <a:defRPr/>
              </a:pPr>
              <a:r>
                <a:rPr lang="en-US" sz="1400" dirty="0"/>
                <a:t>00</a:t>
              </a:r>
            </a:p>
            <a:p>
              <a:pPr eaLnBrk="1" hangingPunct="1">
                <a:defRPr/>
              </a:pPr>
              <a:endParaRPr lang="en-US" sz="1400" dirty="0"/>
            </a:p>
            <a:p>
              <a:pPr eaLnBrk="1" hangingPunct="1">
                <a:defRPr/>
              </a:pPr>
              <a:r>
                <a:rPr lang="en-US" sz="1400" dirty="0"/>
                <a:t>01</a:t>
              </a:r>
            </a:p>
            <a:p>
              <a:pPr eaLnBrk="1" hangingPunct="1">
                <a:defRPr/>
              </a:pPr>
              <a:endParaRPr lang="en-US" sz="1400" dirty="0"/>
            </a:p>
            <a:p>
              <a:pPr eaLnBrk="1" hangingPunct="1">
                <a:defRPr/>
              </a:pPr>
              <a:r>
                <a:rPr lang="en-US" sz="1400" dirty="0"/>
                <a:t>11</a:t>
              </a:r>
            </a:p>
            <a:p>
              <a:pPr eaLnBrk="1" hangingPunct="1">
                <a:defRPr/>
              </a:pPr>
              <a:endParaRPr lang="en-US" sz="1400" dirty="0"/>
            </a:p>
            <a:p>
              <a:pPr eaLnBrk="1" hangingPunct="1">
                <a:defRPr/>
              </a:pPr>
              <a:r>
                <a:rPr lang="en-US" sz="1400" dirty="0"/>
                <a:t>10</a:t>
              </a:r>
            </a:p>
          </p:txBody>
        </p:sp>
        <p:sp>
          <p:nvSpPr>
            <p:cNvPr id="68712" name="AutoShape 203">
              <a:extLst>
                <a:ext uri="{FF2B5EF4-FFF2-40B4-BE49-F238E27FC236}">
                  <a16:creationId xmlns:a16="http://schemas.microsoft.com/office/drawing/2014/main" id="{8A23DFD0-C08B-4AD8-B004-A12F9EC44D9C}"/>
                </a:ext>
              </a:extLst>
            </p:cNvPr>
            <p:cNvSpPr>
              <a:spLocks/>
            </p:cNvSpPr>
            <p:nvPr/>
          </p:nvSpPr>
          <p:spPr bwMode="auto">
            <a:xfrm>
              <a:off x="5219700" y="3998913"/>
              <a:ext cx="695325" cy="757238"/>
            </a:xfrm>
            <a:prstGeom prst="rightBracket">
              <a:avLst>
                <a:gd name="adj" fmla="val 12037"/>
              </a:avLst>
            </a:prstGeom>
            <a:noFill/>
            <a:ln w="34925">
              <a:solidFill>
                <a:schemeClr val="tx1"/>
              </a:solidFill>
              <a:round/>
              <a:headEnd/>
              <a:tailEnd/>
            </a:ln>
          </p:spPr>
          <p:txBody>
            <a:bodyPr wrap="none" anchor="ctr"/>
            <a:lstStyle/>
            <a:p>
              <a:pPr eaLnBrk="1" hangingPunct="1">
                <a:defRPr/>
              </a:pPr>
              <a:endParaRPr lang="ru-RU" sz="1400"/>
            </a:p>
          </p:txBody>
        </p:sp>
        <p:sp>
          <p:nvSpPr>
            <p:cNvPr id="68713" name="AutoShape 204">
              <a:extLst>
                <a:ext uri="{FF2B5EF4-FFF2-40B4-BE49-F238E27FC236}">
                  <a16:creationId xmlns:a16="http://schemas.microsoft.com/office/drawing/2014/main" id="{362131D6-C738-4571-ADE7-84F537E94F91}"/>
                </a:ext>
              </a:extLst>
            </p:cNvPr>
            <p:cNvSpPr>
              <a:spLocks/>
            </p:cNvSpPr>
            <p:nvPr/>
          </p:nvSpPr>
          <p:spPr bwMode="auto">
            <a:xfrm rot="10800000">
              <a:off x="7305675" y="3998913"/>
              <a:ext cx="695325" cy="757238"/>
            </a:xfrm>
            <a:prstGeom prst="rightBracket">
              <a:avLst>
                <a:gd name="adj" fmla="val 12037"/>
              </a:avLst>
            </a:prstGeom>
            <a:noFill/>
            <a:ln w="34925">
              <a:solidFill>
                <a:schemeClr val="tx1"/>
              </a:solidFill>
              <a:round/>
              <a:headEnd/>
              <a:tailEnd/>
            </a:ln>
          </p:spPr>
          <p:txBody>
            <a:bodyPr rot="10800000" wrap="none" anchor="ctr"/>
            <a:lstStyle/>
            <a:p>
              <a:pPr eaLnBrk="1" hangingPunct="1">
                <a:defRPr/>
              </a:pPr>
              <a:endParaRPr lang="ru-RU" sz="1400"/>
            </a:p>
          </p:txBody>
        </p:sp>
        <p:sp>
          <p:nvSpPr>
            <p:cNvPr id="68714" name="AutoShape 205">
              <a:extLst>
                <a:ext uri="{FF2B5EF4-FFF2-40B4-BE49-F238E27FC236}">
                  <a16:creationId xmlns:a16="http://schemas.microsoft.com/office/drawing/2014/main" id="{2083BBF5-082D-4437-991A-B327AE97260F}"/>
                </a:ext>
              </a:extLst>
            </p:cNvPr>
            <p:cNvSpPr>
              <a:spLocks/>
            </p:cNvSpPr>
            <p:nvPr/>
          </p:nvSpPr>
          <p:spPr bwMode="auto">
            <a:xfrm rot="16200000">
              <a:off x="6294438" y="3209926"/>
              <a:ext cx="514350" cy="889000"/>
            </a:xfrm>
            <a:prstGeom prst="leftBracket">
              <a:avLst>
                <a:gd name="adj" fmla="val 10849"/>
              </a:avLst>
            </a:prstGeom>
            <a:noFill/>
            <a:ln w="34925">
              <a:solidFill>
                <a:schemeClr val="accent1">
                  <a:lumMod val="20000"/>
                  <a:lumOff val="80000"/>
                </a:schemeClr>
              </a:solidFill>
              <a:round/>
              <a:headEnd/>
              <a:tailEnd/>
            </a:ln>
          </p:spPr>
          <p:txBody>
            <a:bodyPr rot="10800000" wrap="none" anchor="ctr"/>
            <a:lstStyle/>
            <a:p>
              <a:pPr eaLnBrk="1" hangingPunct="1">
                <a:defRPr/>
              </a:pPr>
              <a:endParaRPr lang="ru-RU" sz="1400"/>
            </a:p>
          </p:txBody>
        </p:sp>
        <p:sp>
          <p:nvSpPr>
            <p:cNvPr id="68715" name="AutoShape 206">
              <a:extLst>
                <a:ext uri="{FF2B5EF4-FFF2-40B4-BE49-F238E27FC236}">
                  <a16:creationId xmlns:a16="http://schemas.microsoft.com/office/drawing/2014/main" id="{34BBEAA6-41AC-4BAD-951A-0049549A6DB8}"/>
                </a:ext>
              </a:extLst>
            </p:cNvPr>
            <p:cNvSpPr>
              <a:spLocks/>
            </p:cNvSpPr>
            <p:nvPr/>
          </p:nvSpPr>
          <p:spPr bwMode="auto">
            <a:xfrm rot="5400000">
              <a:off x="6373812" y="4683126"/>
              <a:ext cx="434975" cy="889000"/>
            </a:xfrm>
            <a:prstGeom prst="leftBracket">
              <a:avLst>
                <a:gd name="adj" fmla="val 12849"/>
              </a:avLst>
            </a:prstGeom>
            <a:noFill/>
            <a:ln w="34925">
              <a:solidFill>
                <a:schemeClr val="accent1">
                  <a:lumMod val="20000"/>
                  <a:lumOff val="80000"/>
                </a:schemeClr>
              </a:solidFill>
              <a:round/>
              <a:headEnd/>
              <a:tailEnd/>
            </a:ln>
          </p:spPr>
          <p:txBody>
            <a:bodyPr wrap="none" anchor="ctr"/>
            <a:lstStyle/>
            <a:p>
              <a:pPr eaLnBrk="1" hangingPunct="1">
                <a:defRPr/>
              </a:pPr>
              <a:endParaRPr lang="ru-RU" sz="1400"/>
            </a:p>
          </p:txBody>
        </p:sp>
        <p:sp>
          <p:nvSpPr>
            <p:cNvPr id="68716" name="Text Box 210">
              <a:extLst>
                <a:ext uri="{FF2B5EF4-FFF2-40B4-BE49-F238E27FC236}">
                  <a16:creationId xmlns:a16="http://schemas.microsoft.com/office/drawing/2014/main" id="{61CDECAA-1D06-43CB-B0B9-73F9B1331993}"/>
                </a:ext>
              </a:extLst>
            </p:cNvPr>
            <p:cNvSpPr txBox="1">
              <a:spLocks noChangeArrowheads="1"/>
            </p:cNvSpPr>
            <p:nvPr/>
          </p:nvSpPr>
          <p:spPr bwMode="auto">
            <a:xfrm>
              <a:off x="7847013" y="3300413"/>
              <a:ext cx="617537" cy="307975"/>
            </a:xfrm>
            <a:prstGeom prst="rect">
              <a:avLst/>
            </a:prstGeom>
            <a:noFill/>
            <a:ln w="9525">
              <a:noFill/>
              <a:miter lim="800000"/>
              <a:headEnd/>
              <a:tailEnd/>
            </a:ln>
          </p:spPr>
          <p:txBody>
            <a:bodyPr>
              <a:spAutoFit/>
            </a:bodyPr>
            <a:lstStyle/>
            <a:p>
              <a:pPr eaLnBrk="1" hangingPunct="1">
                <a:spcBef>
                  <a:spcPct val="50000"/>
                </a:spcBef>
                <a:defRPr/>
              </a:pPr>
              <a:r>
                <a:rPr lang="en-US" sz="1400" dirty="0"/>
                <a:t>y</a:t>
              </a:r>
              <a:endParaRPr lang="en-US" sz="1400" baseline="-25000" dirty="0"/>
            </a:p>
          </p:txBody>
        </p:sp>
        <p:sp>
          <p:nvSpPr>
            <p:cNvPr id="137" name="Rectangle 69">
              <a:extLst>
                <a:ext uri="{FF2B5EF4-FFF2-40B4-BE49-F238E27FC236}">
                  <a16:creationId xmlns:a16="http://schemas.microsoft.com/office/drawing/2014/main" id="{722EA704-9545-4D6B-B620-68E87BCCDD8B}"/>
                </a:ext>
              </a:extLst>
            </p:cNvPr>
            <p:cNvSpPr>
              <a:spLocks noChangeArrowheads="1"/>
            </p:cNvSpPr>
            <p:nvPr/>
          </p:nvSpPr>
          <p:spPr bwMode="auto">
            <a:xfrm>
              <a:off x="3078163" y="4000501"/>
              <a:ext cx="560387" cy="44608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138" name="AutoShape 194">
              <a:extLst>
                <a:ext uri="{FF2B5EF4-FFF2-40B4-BE49-F238E27FC236}">
                  <a16:creationId xmlns:a16="http://schemas.microsoft.com/office/drawing/2014/main" id="{AF5F300E-C3E0-4506-88DB-2C868C86A636}"/>
                </a:ext>
              </a:extLst>
            </p:cNvPr>
            <p:cNvSpPr>
              <a:spLocks noChangeArrowheads="1"/>
            </p:cNvSpPr>
            <p:nvPr/>
          </p:nvSpPr>
          <p:spPr bwMode="auto">
            <a:xfrm>
              <a:off x="3209925" y="4052888"/>
              <a:ext cx="385763" cy="731838"/>
            </a:xfrm>
            <a:prstGeom prst="roundRect">
              <a:avLst>
                <a:gd name="adj" fmla="val 16667"/>
              </a:avLst>
            </a:prstGeom>
            <a:noFill/>
            <a:ln w="34925">
              <a:solidFill>
                <a:schemeClr val="accent1">
                  <a:lumMod val="20000"/>
                  <a:lumOff val="80000"/>
                </a:schemeClr>
              </a:solidFill>
              <a:round/>
              <a:headEnd/>
              <a:tailEnd/>
            </a:ln>
          </p:spPr>
          <p:txBody>
            <a:bodyPr wrap="none" anchor="ctr"/>
            <a:lstStyle/>
            <a:p>
              <a:pPr eaLnBrk="1" hangingPunct="1">
                <a:defRPr/>
              </a:pPr>
              <a:endParaRPr lang="ru-RU" sz="1400"/>
            </a:p>
          </p:txBody>
        </p:sp>
      </p:grpSp>
      <p:sp>
        <p:nvSpPr>
          <p:cNvPr id="10" name="Title 9">
            <a:extLst>
              <a:ext uri="{FF2B5EF4-FFF2-40B4-BE49-F238E27FC236}">
                <a16:creationId xmlns:a16="http://schemas.microsoft.com/office/drawing/2014/main" id="{26BCA9B2-974E-9B25-0A3D-336A0BE2A7B4}"/>
              </a:ext>
            </a:extLst>
          </p:cNvPr>
          <p:cNvSpPr>
            <a:spLocks noGrp="1"/>
          </p:cNvSpPr>
          <p:nvPr>
            <p:ph type="title"/>
          </p:nvPr>
        </p:nvSpPr>
        <p:spPr/>
        <p:txBody>
          <a:bodyPr>
            <a:normAutofit/>
          </a:bodyPr>
          <a:lstStyle/>
          <a:p>
            <a:r>
              <a:rPr lang="en-US" dirty="0"/>
              <a:t>Excitation Functions</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171" name="Group 3">
            <a:extLst>
              <a:ext uri="{FF2B5EF4-FFF2-40B4-BE49-F238E27FC236}">
                <a16:creationId xmlns:a16="http://schemas.microsoft.com/office/drawing/2014/main" id="{45E156B9-14AA-D6B5-51EA-7CA1D09AA860}"/>
              </a:ext>
            </a:extLst>
          </p:cNvPr>
          <p:cNvGrpSpPr>
            <a:grpSpLocks/>
          </p:cNvGrpSpPr>
          <p:nvPr/>
        </p:nvGrpSpPr>
        <p:grpSpPr bwMode="auto">
          <a:xfrm>
            <a:off x="2301876" y="1466851"/>
            <a:ext cx="7307263" cy="3889911"/>
            <a:chOff x="777875" y="1085725"/>
            <a:chExt cx="7686675" cy="4392763"/>
          </a:xfrm>
        </p:grpSpPr>
        <p:sp>
          <p:nvSpPr>
            <p:cNvPr id="2" name="Rectangle 3">
              <a:extLst>
                <a:ext uri="{FF2B5EF4-FFF2-40B4-BE49-F238E27FC236}">
                  <a16:creationId xmlns:a16="http://schemas.microsoft.com/office/drawing/2014/main" id="{3DF33B30-E2A2-4C5F-8845-2B0B8D520539}"/>
                </a:ext>
              </a:extLst>
            </p:cNvPr>
            <p:cNvSpPr>
              <a:spLocks noChangeArrowheads="1"/>
            </p:cNvSpPr>
            <p:nvPr/>
          </p:nvSpPr>
          <p:spPr bwMode="auto">
            <a:xfrm>
              <a:off x="1395748" y="1435305"/>
              <a:ext cx="559426" cy="40515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2" name="Rectangle 4">
              <a:extLst>
                <a:ext uri="{FF2B5EF4-FFF2-40B4-BE49-F238E27FC236}">
                  <a16:creationId xmlns:a16="http://schemas.microsoft.com/office/drawing/2014/main" id="{4593C102-78D6-4D7B-9BEE-7D8F3D77A387}"/>
                </a:ext>
              </a:extLst>
            </p:cNvPr>
            <p:cNvSpPr>
              <a:spLocks noChangeArrowheads="1"/>
            </p:cNvSpPr>
            <p:nvPr/>
          </p:nvSpPr>
          <p:spPr bwMode="auto">
            <a:xfrm>
              <a:off x="1955174" y="1435305"/>
              <a:ext cx="561096" cy="40515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3" name="Rectangle 5">
              <a:extLst>
                <a:ext uri="{FF2B5EF4-FFF2-40B4-BE49-F238E27FC236}">
                  <a16:creationId xmlns:a16="http://schemas.microsoft.com/office/drawing/2014/main" id="{9AC1D80F-E049-4158-B0CE-F283AE74B175}"/>
                </a:ext>
              </a:extLst>
            </p:cNvPr>
            <p:cNvSpPr>
              <a:spLocks noChangeArrowheads="1"/>
            </p:cNvSpPr>
            <p:nvPr/>
          </p:nvSpPr>
          <p:spPr bwMode="auto">
            <a:xfrm>
              <a:off x="2516270" y="1435305"/>
              <a:ext cx="561096" cy="40515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4" name="Rectangle 6">
              <a:extLst>
                <a:ext uri="{FF2B5EF4-FFF2-40B4-BE49-F238E27FC236}">
                  <a16:creationId xmlns:a16="http://schemas.microsoft.com/office/drawing/2014/main" id="{4AEBC2F3-1BE0-43AB-84F3-44D00B432BEB}"/>
                </a:ext>
              </a:extLst>
            </p:cNvPr>
            <p:cNvSpPr>
              <a:spLocks noChangeArrowheads="1"/>
            </p:cNvSpPr>
            <p:nvPr/>
          </p:nvSpPr>
          <p:spPr bwMode="auto">
            <a:xfrm>
              <a:off x="3077365" y="1435305"/>
              <a:ext cx="559425" cy="40515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5" name="Rectangle 7">
              <a:extLst>
                <a:ext uri="{FF2B5EF4-FFF2-40B4-BE49-F238E27FC236}">
                  <a16:creationId xmlns:a16="http://schemas.microsoft.com/office/drawing/2014/main" id="{D05C3E65-1D2E-4A72-AD57-256D7A16C313}"/>
                </a:ext>
              </a:extLst>
            </p:cNvPr>
            <p:cNvSpPr>
              <a:spLocks noChangeArrowheads="1"/>
            </p:cNvSpPr>
            <p:nvPr/>
          </p:nvSpPr>
          <p:spPr bwMode="auto">
            <a:xfrm>
              <a:off x="1395748" y="1840460"/>
              <a:ext cx="559426" cy="40515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6" name="Rectangle 8">
              <a:extLst>
                <a:ext uri="{FF2B5EF4-FFF2-40B4-BE49-F238E27FC236}">
                  <a16:creationId xmlns:a16="http://schemas.microsoft.com/office/drawing/2014/main" id="{A9CDC875-12CF-4DC2-A147-F3382D82371E}"/>
                </a:ext>
              </a:extLst>
            </p:cNvPr>
            <p:cNvSpPr>
              <a:spLocks noChangeArrowheads="1"/>
            </p:cNvSpPr>
            <p:nvPr/>
          </p:nvSpPr>
          <p:spPr bwMode="auto">
            <a:xfrm>
              <a:off x="1955174" y="1840460"/>
              <a:ext cx="561096" cy="40515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7" name="Rectangle 9">
              <a:extLst>
                <a:ext uri="{FF2B5EF4-FFF2-40B4-BE49-F238E27FC236}">
                  <a16:creationId xmlns:a16="http://schemas.microsoft.com/office/drawing/2014/main" id="{17F3C3FE-3273-43B4-974B-CB7AA4182B2C}"/>
                </a:ext>
              </a:extLst>
            </p:cNvPr>
            <p:cNvSpPr>
              <a:spLocks noChangeArrowheads="1"/>
            </p:cNvSpPr>
            <p:nvPr/>
          </p:nvSpPr>
          <p:spPr bwMode="auto">
            <a:xfrm>
              <a:off x="2516270" y="1840460"/>
              <a:ext cx="561096" cy="405154"/>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18" name="Rectangle 10">
              <a:extLst>
                <a:ext uri="{FF2B5EF4-FFF2-40B4-BE49-F238E27FC236}">
                  <a16:creationId xmlns:a16="http://schemas.microsoft.com/office/drawing/2014/main" id="{0682C0C0-6848-42DC-B8DA-B3DA6E359DB9}"/>
                </a:ext>
              </a:extLst>
            </p:cNvPr>
            <p:cNvSpPr>
              <a:spLocks noChangeArrowheads="1"/>
            </p:cNvSpPr>
            <p:nvPr/>
          </p:nvSpPr>
          <p:spPr bwMode="auto">
            <a:xfrm>
              <a:off x="3077365" y="1840460"/>
              <a:ext cx="559425" cy="40515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19" name="Rectangle 11">
              <a:extLst>
                <a:ext uri="{FF2B5EF4-FFF2-40B4-BE49-F238E27FC236}">
                  <a16:creationId xmlns:a16="http://schemas.microsoft.com/office/drawing/2014/main" id="{8145044F-1E72-4C4F-9599-CF21BFDE9A70}"/>
                </a:ext>
              </a:extLst>
            </p:cNvPr>
            <p:cNvSpPr>
              <a:spLocks noChangeArrowheads="1"/>
            </p:cNvSpPr>
            <p:nvPr/>
          </p:nvSpPr>
          <p:spPr bwMode="auto">
            <a:xfrm>
              <a:off x="1395748" y="2245614"/>
              <a:ext cx="559426" cy="403361"/>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0" name="Rectangle 12">
              <a:extLst>
                <a:ext uri="{FF2B5EF4-FFF2-40B4-BE49-F238E27FC236}">
                  <a16:creationId xmlns:a16="http://schemas.microsoft.com/office/drawing/2014/main" id="{AF0F7CE5-2C51-4067-8331-E3C7D194951E}"/>
                </a:ext>
              </a:extLst>
            </p:cNvPr>
            <p:cNvSpPr>
              <a:spLocks noChangeArrowheads="1"/>
            </p:cNvSpPr>
            <p:nvPr/>
          </p:nvSpPr>
          <p:spPr bwMode="auto">
            <a:xfrm>
              <a:off x="1955174" y="2245614"/>
              <a:ext cx="561096" cy="403361"/>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3" name="Rectangle 15">
              <a:extLst>
                <a:ext uri="{FF2B5EF4-FFF2-40B4-BE49-F238E27FC236}">
                  <a16:creationId xmlns:a16="http://schemas.microsoft.com/office/drawing/2014/main" id="{1BD85E40-78AC-4FE5-BA1B-5114E70EB9F8}"/>
                </a:ext>
              </a:extLst>
            </p:cNvPr>
            <p:cNvSpPr>
              <a:spLocks noChangeArrowheads="1"/>
            </p:cNvSpPr>
            <p:nvPr/>
          </p:nvSpPr>
          <p:spPr bwMode="auto">
            <a:xfrm>
              <a:off x="1395748" y="2648975"/>
              <a:ext cx="559426" cy="40694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24" name="Rectangle 16">
              <a:extLst>
                <a:ext uri="{FF2B5EF4-FFF2-40B4-BE49-F238E27FC236}">
                  <a16:creationId xmlns:a16="http://schemas.microsoft.com/office/drawing/2014/main" id="{B5F8157B-E07A-4E65-AEF3-FB4D58D24E7A}"/>
                </a:ext>
              </a:extLst>
            </p:cNvPr>
            <p:cNvSpPr>
              <a:spLocks noChangeArrowheads="1"/>
            </p:cNvSpPr>
            <p:nvPr/>
          </p:nvSpPr>
          <p:spPr bwMode="auto">
            <a:xfrm>
              <a:off x="1955174" y="2648975"/>
              <a:ext cx="561096" cy="40694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25" name="Rectangle 17">
              <a:extLst>
                <a:ext uri="{FF2B5EF4-FFF2-40B4-BE49-F238E27FC236}">
                  <a16:creationId xmlns:a16="http://schemas.microsoft.com/office/drawing/2014/main" id="{60B0D972-EFC9-4495-9059-6266E8EB12E1}"/>
                </a:ext>
              </a:extLst>
            </p:cNvPr>
            <p:cNvSpPr>
              <a:spLocks noChangeArrowheads="1"/>
            </p:cNvSpPr>
            <p:nvPr/>
          </p:nvSpPr>
          <p:spPr bwMode="auto">
            <a:xfrm>
              <a:off x="2516270" y="2648975"/>
              <a:ext cx="561096" cy="406947"/>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6" name="Rectangle 18">
              <a:extLst>
                <a:ext uri="{FF2B5EF4-FFF2-40B4-BE49-F238E27FC236}">
                  <a16:creationId xmlns:a16="http://schemas.microsoft.com/office/drawing/2014/main" id="{D3157C97-B95E-46AE-94D6-085E276F8E5D}"/>
                </a:ext>
              </a:extLst>
            </p:cNvPr>
            <p:cNvSpPr>
              <a:spLocks noChangeArrowheads="1"/>
            </p:cNvSpPr>
            <p:nvPr/>
          </p:nvSpPr>
          <p:spPr bwMode="auto">
            <a:xfrm>
              <a:off x="3077365" y="2648975"/>
              <a:ext cx="559425" cy="406947"/>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27" name="Line 19">
              <a:extLst>
                <a:ext uri="{FF2B5EF4-FFF2-40B4-BE49-F238E27FC236}">
                  <a16:creationId xmlns:a16="http://schemas.microsoft.com/office/drawing/2014/main" id="{F87A0B35-D8DC-4753-8A19-046BB3A629BB}"/>
                </a:ext>
              </a:extLst>
            </p:cNvPr>
            <p:cNvSpPr>
              <a:spLocks noChangeShapeType="1"/>
            </p:cNvSpPr>
            <p:nvPr/>
          </p:nvSpPr>
          <p:spPr bwMode="auto">
            <a:xfrm>
              <a:off x="1955174" y="1435305"/>
              <a:ext cx="0" cy="162061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28" name="Line 20">
              <a:extLst>
                <a:ext uri="{FF2B5EF4-FFF2-40B4-BE49-F238E27FC236}">
                  <a16:creationId xmlns:a16="http://schemas.microsoft.com/office/drawing/2014/main" id="{8270DEBD-112E-4FE1-BD95-9108F4FF6526}"/>
                </a:ext>
              </a:extLst>
            </p:cNvPr>
            <p:cNvSpPr>
              <a:spLocks noChangeShapeType="1"/>
            </p:cNvSpPr>
            <p:nvPr/>
          </p:nvSpPr>
          <p:spPr bwMode="auto">
            <a:xfrm>
              <a:off x="2516270" y="1435305"/>
              <a:ext cx="0" cy="162061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29" name="Line 21">
              <a:extLst>
                <a:ext uri="{FF2B5EF4-FFF2-40B4-BE49-F238E27FC236}">
                  <a16:creationId xmlns:a16="http://schemas.microsoft.com/office/drawing/2014/main" id="{C531D2A5-3CEF-4DF4-8346-092F7BBB5B51}"/>
                </a:ext>
              </a:extLst>
            </p:cNvPr>
            <p:cNvSpPr>
              <a:spLocks noChangeShapeType="1"/>
            </p:cNvSpPr>
            <p:nvPr/>
          </p:nvSpPr>
          <p:spPr bwMode="auto">
            <a:xfrm>
              <a:off x="3077365" y="1435305"/>
              <a:ext cx="0" cy="162061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30" name="Line 22">
              <a:extLst>
                <a:ext uri="{FF2B5EF4-FFF2-40B4-BE49-F238E27FC236}">
                  <a16:creationId xmlns:a16="http://schemas.microsoft.com/office/drawing/2014/main" id="{345CE47F-184D-4D1B-A7BA-E506CABC252F}"/>
                </a:ext>
              </a:extLst>
            </p:cNvPr>
            <p:cNvSpPr>
              <a:spLocks noChangeShapeType="1"/>
            </p:cNvSpPr>
            <p:nvPr/>
          </p:nvSpPr>
          <p:spPr bwMode="auto">
            <a:xfrm>
              <a:off x="1395748" y="1840460"/>
              <a:ext cx="224104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31" name="Line 23">
              <a:extLst>
                <a:ext uri="{FF2B5EF4-FFF2-40B4-BE49-F238E27FC236}">
                  <a16:creationId xmlns:a16="http://schemas.microsoft.com/office/drawing/2014/main" id="{B031CF00-E20C-45DE-95B0-648716D056AF}"/>
                </a:ext>
              </a:extLst>
            </p:cNvPr>
            <p:cNvSpPr>
              <a:spLocks noChangeShapeType="1"/>
            </p:cNvSpPr>
            <p:nvPr/>
          </p:nvSpPr>
          <p:spPr bwMode="auto">
            <a:xfrm>
              <a:off x="1395748" y="2245614"/>
              <a:ext cx="224104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32" name="Line 24">
              <a:extLst>
                <a:ext uri="{FF2B5EF4-FFF2-40B4-BE49-F238E27FC236}">
                  <a16:creationId xmlns:a16="http://schemas.microsoft.com/office/drawing/2014/main" id="{BA1B2ECA-1288-4E4D-AD47-A842990B3648}"/>
                </a:ext>
              </a:extLst>
            </p:cNvPr>
            <p:cNvSpPr>
              <a:spLocks noChangeShapeType="1"/>
            </p:cNvSpPr>
            <p:nvPr/>
          </p:nvSpPr>
          <p:spPr bwMode="auto">
            <a:xfrm>
              <a:off x="1395748" y="2648975"/>
              <a:ext cx="224104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33" name="Line 25">
              <a:extLst>
                <a:ext uri="{FF2B5EF4-FFF2-40B4-BE49-F238E27FC236}">
                  <a16:creationId xmlns:a16="http://schemas.microsoft.com/office/drawing/2014/main" id="{DA894B24-00E4-4787-B1AE-3E2B13358E76}"/>
                </a:ext>
              </a:extLst>
            </p:cNvPr>
            <p:cNvSpPr>
              <a:spLocks noChangeShapeType="1"/>
            </p:cNvSpPr>
            <p:nvPr/>
          </p:nvSpPr>
          <p:spPr bwMode="auto">
            <a:xfrm>
              <a:off x="1395748" y="1435305"/>
              <a:ext cx="0" cy="162061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34" name="Line 26">
              <a:extLst>
                <a:ext uri="{FF2B5EF4-FFF2-40B4-BE49-F238E27FC236}">
                  <a16:creationId xmlns:a16="http://schemas.microsoft.com/office/drawing/2014/main" id="{67E88F97-14CE-453E-BF93-09DD3E30A357}"/>
                </a:ext>
              </a:extLst>
            </p:cNvPr>
            <p:cNvSpPr>
              <a:spLocks noChangeShapeType="1"/>
            </p:cNvSpPr>
            <p:nvPr/>
          </p:nvSpPr>
          <p:spPr bwMode="auto">
            <a:xfrm>
              <a:off x="3636790" y="1435305"/>
              <a:ext cx="0" cy="162061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35" name="Line 27">
              <a:extLst>
                <a:ext uri="{FF2B5EF4-FFF2-40B4-BE49-F238E27FC236}">
                  <a16:creationId xmlns:a16="http://schemas.microsoft.com/office/drawing/2014/main" id="{82068D27-4E1B-4AEB-99AA-756543B1C898}"/>
                </a:ext>
              </a:extLst>
            </p:cNvPr>
            <p:cNvSpPr>
              <a:spLocks noChangeShapeType="1"/>
            </p:cNvSpPr>
            <p:nvPr/>
          </p:nvSpPr>
          <p:spPr bwMode="auto">
            <a:xfrm>
              <a:off x="1395748" y="1435305"/>
              <a:ext cx="2241042"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36" name="Line 28">
              <a:extLst>
                <a:ext uri="{FF2B5EF4-FFF2-40B4-BE49-F238E27FC236}">
                  <a16:creationId xmlns:a16="http://schemas.microsoft.com/office/drawing/2014/main" id="{68AF1D90-C679-4692-8FC3-510471C630E4}"/>
                </a:ext>
              </a:extLst>
            </p:cNvPr>
            <p:cNvSpPr>
              <a:spLocks noChangeShapeType="1"/>
            </p:cNvSpPr>
            <p:nvPr/>
          </p:nvSpPr>
          <p:spPr bwMode="auto">
            <a:xfrm>
              <a:off x="1379049" y="3055922"/>
              <a:ext cx="2241042"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37" name="Text Box 40">
              <a:extLst>
                <a:ext uri="{FF2B5EF4-FFF2-40B4-BE49-F238E27FC236}">
                  <a16:creationId xmlns:a16="http://schemas.microsoft.com/office/drawing/2014/main" id="{6A9D3BA3-FC76-4A45-83E0-70538083C119}"/>
                </a:ext>
              </a:extLst>
            </p:cNvPr>
            <p:cNvSpPr txBox="1">
              <a:spLocks noChangeArrowheads="1"/>
            </p:cNvSpPr>
            <p:nvPr/>
          </p:nvSpPr>
          <p:spPr bwMode="auto">
            <a:xfrm>
              <a:off x="1203707" y="1096481"/>
              <a:ext cx="2703611" cy="347564"/>
            </a:xfrm>
            <a:prstGeom prst="rect">
              <a:avLst/>
            </a:prstGeom>
            <a:noFill/>
            <a:ln w="9525">
              <a:noFill/>
              <a:miter lim="800000"/>
              <a:headEnd/>
              <a:tailEnd/>
            </a:ln>
          </p:spPr>
          <p:txBody>
            <a:bodyPr>
              <a:spAutoFit/>
            </a:bodyPr>
            <a:lstStyle/>
            <a:p>
              <a:pPr eaLnBrk="1" hangingPunct="1">
                <a:spcBef>
                  <a:spcPct val="50000"/>
                </a:spcBef>
                <a:defRPr/>
              </a:pPr>
              <a:r>
                <a:rPr lang="en-US" sz="1400" dirty="0"/>
                <a:t>q</a:t>
              </a:r>
              <a:r>
                <a:rPr lang="en-US" sz="1400" baseline="-25000" dirty="0"/>
                <a:t>3</a:t>
              </a:r>
              <a:r>
                <a:rPr lang="en-US" sz="1400" dirty="0"/>
                <a:t>x 00        01      11      10</a:t>
              </a:r>
            </a:p>
          </p:txBody>
        </p:sp>
        <p:sp>
          <p:nvSpPr>
            <p:cNvPr id="68638" name="Line 41">
              <a:extLst>
                <a:ext uri="{FF2B5EF4-FFF2-40B4-BE49-F238E27FC236}">
                  <a16:creationId xmlns:a16="http://schemas.microsoft.com/office/drawing/2014/main" id="{3F949CEB-71FA-4389-B1BD-1DE2D2B6F1EF}"/>
                </a:ext>
              </a:extLst>
            </p:cNvPr>
            <p:cNvSpPr>
              <a:spLocks noChangeShapeType="1"/>
            </p:cNvSpPr>
            <p:nvPr/>
          </p:nvSpPr>
          <p:spPr bwMode="auto">
            <a:xfrm>
              <a:off x="1163629" y="1204044"/>
              <a:ext cx="232119" cy="222297"/>
            </a:xfrm>
            <a:prstGeom prst="line">
              <a:avLst/>
            </a:prstGeom>
            <a:noFill/>
            <a:ln w="31750">
              <a:solidFill>
                <a:schemeClr val="tx1"/>
              </a:solidFill>
              <a:round/>
              <a:headEnd/>
              <a:tailEnd/>
            </a:ln>
          </p:spPr>
          <p:txBody>
            <a:bodyPr/>
            <a:lstStyle/>
            <a:p>
              <a:pPr eaLnBrk="1" hangingPunct="1">
                <a:defRPr/>
              </a:pPr>
              <a:endParaRPr lang="en-US" sz="1400" dirty="0"/>
            </a:p>
          </p:txBody>
        </p:sp>
        <p:sp>
          <p:nvSpPr>
            <p:cNvPr id="68639" name="Text Box 103">
              <a:extLst>
                <a:ext uri="{FF2B5EF4-FFF2-40B4-BE49-F238E27FC236}">
                  <a16:creationId xmlns:a16="http://schemas.microsoft.com/office/drawing/2014/main" id="{4FACD25E-6918-4424-8E2B-F6F1E35D1627}"/>
                </a:ext>
              </a:extLst>
            </p:cNvPr>
            <p:cNvSpPr txBox="1">
              <a:spLocks noChangeArrowheads="1"/>
            </p:cNvSpPr>
            <p:nvPr/>
          </p:nvSpPr>
          <p:spPr bwMode="auto">
            <a:xfrm>
              <a:off x="777875" y="1152056"/>
              <a:ext cx="669641" cy="2212819"/>
            </a:xfrm>
            <a:prstGeom prst="rect">
              <a:avLst/>
            </a:prstGeom>
            <a:noFill/>
            <a:ln w="9525">
              <a:noFill/>
              <a:miter lim="800000"/>
              <a:headEnd/>
              <a:tailEnd/>
            </a:ln>
          </p:spPr>
          <p:txBody>
            <a:bodyPr>
              <a:spAutoFit/>
            </a:bodyPr>
            <a:lstStyle/>
            <a:p>
              <a:pPr eaLnBrk="1" hangingPunct="1">
                <a:defRPr/>
              </a:pPr>
              <a:r>
                <a:rPr lang="en-US" sz="1400" dirty="0"/>
                <a:t>q</a:t>
              </a:r>
              <a:r>
                <a:rPr lang="en-US" sz="1400" baseline="-25000" dirty="0"/>
                <a:t>1</a:t>
              </a:r>
              <a:r>
                <a:rPr lang="en-US" sz="1400" dirty="0"/>
                <a:t>q</a:t>
              </a:r>
              <a:r>
                <a:rPr lang="en-US" sz="1400" baseline="-25000" dirty="0"/>
                <a:t>2</a:t>
              </a:r>
            </a:p>
            <a:p>
              <a:pPr eaLnBrk="1" hangingPunct="1">
                <a:defRPr/>
              </a:pPr>
              <a:endParaRPr lang="en-US" sz="1400" baseline="-25000" dirty="0"/>
            </a:p>
            <a:p>
              <a:pPr eaLnBrk="1" hangingPunct="1">
                <a:defRPr/>
              </a:pPr>
              <a:r>
                <a:rPr lang="en-US" sz="1400" dirty="0"/>
                <a:t>00</a:t>
              </a:r>
            </a:p>
            <a:p>
              <a:pPr eaLnBrk="1" hangingPunct="1">
                <a:defRPr/>
              </a:pPr>
              <a:endParaRPr lang="en-US" sz="1400" dirty="0"/>
            </a:p>
            <a:p>
              <a:pPr eaLnBrk="1" hangingPunct="1">
                <a:defRPr/>
              </a:pPr>
              <a:r>
                <a:rPr lang="en-US" sz="1400" dirty="0"/>
                <a:t>01</a:t>
              </a:r>
            </a:p>
            <a:p>
              <a:pPr eaLnBrk="1" hangingPunct="1">
                <a:defRPr/>
              </a:pPr>
              <a:endParaRPr lang="en-US" sz="1400" dirty="0"/>
            </a:p>
            <a:p>
              <a:pPr eaLnBrk="1" hangingPunct="1">
                <a:defRPr/>
              </a:pPr>
              <a:r>
                <a:rPr lang="en-US" sz="1400" dirty="0"/>
                <a:t>11</a:t>
              </a:r>
            </a:p>
            <a:p>
              <a:pPr eaLnBrk="1" hangingPunct="1">
                <a:defRPr/>
              </a:pPr>
              <a:endParaRPr lang="en-US" sz="1400" dirty="0"/>
            </a:p>
            <a:p>
              <a:pPr eaLnBrk="1" hangingPunct="1">
                <a:defRPr/>
              </a:pPr>
              <a:r>
                <a:rPr lang="en-US" sz="1400" dirty="0"/>
                <a:t>10</a:t>
              </a:r>
            </a:p>
          </p:txBody>
        </p:sp>
        <p:sp>
          <p:nvSpPr>
            <p:cNvPr id="68640" name="AutoShape 194">
              <a:extLst>
                <a:ext uri="{FF2B5EF4-FFF2-40B4-BE49-F238E27FC236}">
                  <a16:creationId xmlns:a16="http://schemas.microsoft.com/office/drawing/2014/main" id="{5BBE63CE-D776-4E8A-BC89-9D17D9DFDCA8}"/>
                </a:ext>
              </a:extLst>
            </p:cNvPr>
            <p:cNvSpPr>
              <a:spLocks noChangeArrowheads="1"/>
            </p:cNvSpPr>
            <p:nvPr/>
          </p:nvSpPr>
          <p:spPr bwMode="auto">
            <a:xfrm>
              <a:off x="6657689" y="3520235"/>
              <a:ext cx="385753" cy="724258"/>
            </a:xfrm>
            <a:prstGeom prst="roundRect">
              <a:avLst>
                <a:gd name="adj" fmla="val 16667"/>
              </a:avLst>
            </a:prstGeom>
            <a:noFill/>
            <a:ln w="34925">
              <a:solidFill>
                <a:srgbClr val="FF0000"/>
              </a:solidFill>
              <a:round/>
              <a:headEnd/>
              <a:tailEnd/>
            </a:ln>
          </p:spPr>
          <p:txBody>
            <a:bodyPr wrap="none" anchor="ctr"/>
            <a:lstStyle/>
            <a:p>
              <a:pPr eaLnBrk="1" hangingPunct="1">
                <a:defRPr/>
              </a:pPr>
              <a:endParaRPr lang="ru-RU" sz="1400"/>
            </a:p>
          </p:txBody>
        </p:sp>
        <p:sp>
          <p:nvSpPr>
            <p:cNvPr id="68641" name="Text Box 207">
              <a:extLst>
                <a:ext uri="{FF2B5EF4-FFF2-40B4-BE49-F238E27FC236}">
                  <a16:creationId xmlns:a16="http://schemas.microsoft.com/office/drawing/2014/main" id="{691AAAC0-1CDE-4A6F-9949-1BBB7811CF3B}"/>
                </a:ext>
              </a:extLst>
            </p:cNvPr>
            <p:cNvSpPr txBox="1">
              <a:spLocks noChangeArrowheads="1"/>
            </p:cNvSpPr>
            <p:nvPr/>
          </p:nvSpPr>
          <p:spPr bwMode="auto">
            <a:xfrm>
              <a:off x="3868911" y="1275753"/>
              <a:ext cx="617873" cy="347564"/>
            </a:xfrm>
            <a:prstGeom prst="rect">
              <a:avLst/>
            </a:prstGeom>
            <a:noFill/>
            <a:ln w="9525">
              <a:noFill/>
              <a:miter lim="800000"/>
              <a:headEnd/>
              <a:tailEnd/>
            </a:ln>
          </p:spPr>
          <p:txBody>
            <a:bodyPr>
              <a:spAutoFit/>
            </a:bodyPr>
            <a:lstStyle/>
            <a:p>
              <a:pPr eaLnBrk="1" hangingPunct="1">
                <a:spcBef>
                  <a:spcPct val="50000"/>
                </a:spcBef>
                <a:defRPr/>
              </a:pPr>
              <a:r>
                <a:rPr lang="en-US" sz="1400" dirty="0"/>
                <a:t>D</a:t>
              </a:r>
              <a:r>
                <a:rPr lang="en-US" sz="1400" baseline="-25000" dirty="0"/>
                <a:t>1</a:t>
              </a:r>
            </a:p>
          </p:txBody>
        </p:sp>
        <p:sp>
          <p:nvSpPr>
            <p:cNvPr id="68642" name="Rectangle 63">
              <a:extLst>
                <a:ext uri="{FF2B5EF4-FFF2-40B4-BE49-F238E27FC236}">
                  <a16:creationId xmlns:a16="http://schemas.microsoft.com/office/drawing/2014/main" id="{37C78412-406D-41BA-9C73-75A89026E5BD}"/>
                </a:ext>
              </a:extLst>
            </p:cNvPr>
            <p:cNvSpPr>
              <a:spLocks noChangeArrowheads="1"/>
            </p:cNvSpPr>
            <p:nvPr/>
          </p:nvSpPr>
          <p:spPr bwMode="auto">
            <a:xfrm>
              <a:off x="1442506" y="3530991"/>
              <a:ext cx="559426" cy="44638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43" name="Rectangle 64">
              <a:extLst>
                <a:ext uri="{FF2B5EF4-FFF2-40B4-BE49-F238E27FC236}">
                  <a16:creationId xmlns:a16="http://schemas.microsoft.com/office/drawing/2014/main" id="{DDAED325-1079-49DD-9B65-065DE5BFB04D}"/>
                </a:ext>
              </a:extLst>
            </p:cNvPr>
            <p:cNvSpPr>
              <a:spLocks noChangeArrowheads="1"/>
            </p:cNvSpPr>
            <p:nvPr/>
          </p:nvSpPr>
          <p:spPr bwMode="auto">
            <a:xfrm>
              <a:off x="2001932" y="3530991"/>
              <a:ext cx="561096" cy="44638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44" name="Rectangle 65">
              <a:extLst>
                <a:ext uri="{FF2B5EF4-FFF2-40B4-BE49-F238E27FC236}">
                  <a16:creationId xmlns:a16="http://schemas.microsoft.com/office/drawing/2014/main" id="{C7C54E29-AB66-41FC-B50A-F25A4C7E7CC9}"/>
                </a:ext>
              </a:extLst>
            </p:cNvPr>
            <p:cNvSpPr>
              <a:spLocks noChangeArrowheads="1"/>
            </p:cNvSpPr>
            <p:nvPr/>
          </p:nvSpPr>
          <p:spPr bwMode="auto">
            <a:xfrm>
              <a:off x="2563028" y="3530991"/>
              <a:ext cx="559425" cy="44638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45" name="Rectangle 66">
              <a:extLst>
                <a:ext uri="{FF2B5EF4-FFF2-40B4-BE49-F238E27FC236}">
                  <a16:creationId xmlns:a16="http://schemas.microsoft.com/office/drawing/2014/main" id="{F9F72265-2892-4694-BD5D-28533B3B2505}"/>
                </a:ext>
              </a:extLst>
            </p:cNvPr>
            <p:cNvSpPr>
              <a:spLocks noChangeArrowheads="1"/>
            </p:cNvSpPr>
            <p:nvPr/>
          </p:nvSpPr>
          <p:spPr bwMode="auto">
            <a:xfrm>
              <a:off x="3122453" y="3530991"/>
              <a:ext cx="559426" cy="44638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46" name="Rectangle 67">
              <a:extLst>
                <a:ext uri="{FF2B5EF4-FFF2-40B4-BE49-F238E27FC236}">
                  <a16:creationId xmlns:a16="http://schemas.microsoft.com/office/drawing/2014/main" id="{82AFDB72-8501-4C5A-9F14-375E7F53751A}"/>
                </a:ext>
              </a:extLst>
            </p:cNvPr>
            <p:cNvSpPr>
              <a:spLocks noChangeArrowheads="1"/>
            </p:cNvSpPr>
            <p:nvPr/>
          </p:nvSpPr>
          <p:spPr bwMode="auto">
            <a:xfrm>
              <a:off x="1442506" y="3977379"/>
              <a:ext cx="559426" cy="44459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47" name="Rectangle 68">
              <a:extLst>
                <a:ext uri="{FF2B5EF4-FFF2-40B4-BE49-F238E27FC236}">
                  <a16:creationId xmlns:a16="http://schemas.microsoft.com/office/drawing/2014/main" id="{ED215828-CE4A-42D1-9AED-4D2673915B09}"/>
                </a:ext>
              </a:extLst>
            </p:cNvPr>
            <p:cNvSpPr>
              <a:spLocks noChangeArrowheads="1"/>
            </p:cNvSpPr>
            <p:nvPr/>
          </p:nvSpPr>
          <p:spPr bwMode="auto">
            <a:xfrm>
              <a:off x="2001932" y="3977379"/>
              <a:ext cx="561096" cy="444594"/>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48" name="Rectangle 69">
              <a:extLst>
                <a:ext uri="{FF2B5EF4-FFF2-40B4-BE49-F238E27FC236}">
                  <a16:creationId xmlns:a16="http://schemas.microsoft.com/office/drawing/2014/main" id="{9C78194E-D069-4941-8D02-4580790B1E29}"/>
                </a:ext>
              </a:extLst>
            </p:cNvPr>
            <p:cNvSpPr>
              <a:spLocks noChangeArrowheads="1"/>
            </p:cNvSpPr>
            <p:nvPr/>
          </p:nvSpPr>
          <p:spPr bwMode="auto">
            <a:xfrm>
              <a:off x="2563028" y="3977379"/>
              <a:ext cx="559425" cy="444594"/>
            </a:xfrm>
            <a:prstGeom prst="rect">
              <a:avLst/>
            </a:prstGeom>
            <a:noFill/>
            <a:ln w="9525">
              <a:noFill/>
              <a:miter lim="800000"/>
              <a:headEnd/>
              <a:tailEnd/>
            </a:ln>
          </p:spPr>
          <p:txBody>
            <a:bodyPr/>
            <a:lstStyle/>
            <a:p>
              <a:pPr algn="ctr" eaLnBrk="1" hangingPunct="1">
                <a:spcBef>
                  <a:spcPct val="20000"/>
                </a:spcBef>
                <a:defRPr/>
              </a:pPr>
              <a:endParaRPr lang="en-US" sz="1400" dirty="0"/>
            </a:p>
          </p:txBody>
        </p:sp>
        <p:sp>
          <p:nvSpPr>
            <p:cNvPr id="68649" name="Rectangle 70">
              <a:extLst>
                <a:ext uri="{FF2B5EF4-FFF2-40B4-BE49-F238E27FC236}">
                  <a16:creationId xmlns:a16="http://schemas.microsoft.com/office/drawing/2014/main" id="{633AD3A0-A453-41D4-BC95-25B862EEA87B}"/>
                </a:ext>
              </a:extLst>
            </p:cNvPr>
            <p:cNvSpPr>
              <a:spLocks noChangeArrowheads="1"/>
            </p:cNvSpPr>
            <p:nvPr/>
          </p:nvSpPr>
          <p:spPr bwMode="auto">
            <a:xfrm>
              <a:off x="3122453" y="3977379"/>
              <a:ext cx="559426" cy="444594"/>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50" name="Rectangle 71">
              <a:extLst>
                <a:ext uri="{FF2B5EF4-FFF2-40B4-BE49-F238E27FC236}">
                  <a16:creationId xmlns:a16="http://schemas.microsoft.com/office/drawing/2014/main" id="{8E177F9C-7A1D-40AF-A223-7B514776BF8A}"/>
                </a:ext>
              </a:extLst>
            </p:cNvPr>
            <p:cNvSpPr>
              <a:spLocks noChangeArrowheads="1"/>
            </p:cNvSpPr>
            <p:nvPr/>
          </p:nvSpPr>
          <p:spPr bwMode="auto">
            <a:xfrm>
              <a:off x="1442506" y="4421973"/>
              <a:ext cx="559426" cy="448179"/>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1" name="Rectangle 72">
              <a:extLst>
                <a:ext uri="{FF2B5EF4-FFF2-40B4-BE49-F238E27FC236}">
                  <a16:creationId xmlns:a16="http://schemas.microsoft.com/office/drawing/2014/main" id="{C173D0B2-B1C5-42D8-AA11-71C9EABCE245}"/>
                </a:ext>
              </a:extLst>
            </p:cNvPr>
            <p:cNvSpPr>
              <a:spLocks noChangeArrowheads="1"/>
            </p:cNvSpPr>
            <p:nvPr/>
          </p:nvSpPr>
          <p:spPr bwMode="auto">
            <a:xfrm>
              <a:off x="2001932" y="4421973"/>
              <a:ext cx="561096" cy="448179"/>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4" name="Rectangle 75">
              <a:extLst>
                <a:ext uri="{FF2B5EF4-FFF2-40B4-BE49-F238E27FC236}">
                  <a16:creationId xmlns:a16="http://schemas.microsoft.com/office/drawing/2014/main" id="{3203372D-E626-4D70-B62E-92285307B42B}"/>
                </a:ext>
              </a:extLst>
            </p:cNvPr>
            <p:cNvSpPr>
              <a:spLocks noChangeArrowheads="1"/>
            </p:cNvSpPr>
            <p:nvPr/>
          </p:nvSpPr>
          <p:spPr bwMode="auto">
            <a:xfrm>
              <a:off x="1442506" y="4870152"/>
              <a:ext cx="559426" cy="446386"/>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5" name="Rectangle 76">
              <a:extLst>
                <a:ext uri="{FF2B5EF4-FFF2-40B4-BE49-F238E27FC236}">
                  <a16:creationId xmlns:a16="http://schemas.microsoft.com/office/drawing/2014/main" id="{029046FF-74E4-418E-ADF2-15CED111CA25}"/>
                </a:ext>
              </a:extLst>
            </p:cNvPr>
            <p:cNvSpPr>
              <a:spLocks noChangeArrowheads="1"/>
            </p:cNvSpPr>
            <p:nvPr/>
          </p:nvSpPr>
          <p:spPr bwMode="auto">
            <a:xfrm>
              <a:off x="2001932" y="4870152"/>
              <a:ext cx="561096" cy="446386"/>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6" name="Rectangle 77">
              <a:extLst>
                <a:ext uri="{FF2B5EF4-FFF2-40B4-BE49-F238E27FC236}">
                  <a16:creationId xmlns:a16="http://schemas.microsoft.com/office/drawing/2014/main" id="{D577CC98-D8AE-473A-B6B4-8B4B029481B6}"/>
                </a:ext>
              </a:extLst>
            </p:cNvPr>
            <p:cNvSpPr>
              <a:spLocks noChangeArrowheads="1"/>
            </p:cNvSpPr>
            <p:nvPr/>
          </p:nvSpPr>
          <p:spPr bwMode="auto">
            <a:xfrm>
              <a:off x="2563028" y="4870152"/>
              <a:ext cx="559425" cy="446386"/>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7" name="Rectangle 78">
              <a:extLst>
                <a:ext uri="{FF2B5EF4-FFF2-40B4-BE49-F238E27FC236}">
                  <a16:creationId xmlns:a16="http://schemas.microsoft.com/office/drawing/2014/main" id="{776BA4A9-7B65-46D8-B10A-26C74306128A}"/>
                </a:ext>
              </a:extLst>
            </p:cNvPr>
            <p:cNvSpPr>
              <a:spLocks noChangeArrowheads="1"/>
            </p:cNvSpPr>
            <p:nvPr/>
          </p:nvSpPr>
          <p:spPr bwMode="auto">
            <a:xfrm>
              <a:off x="3122453" y="4870152"/>
              <a:ext cx="559426" cy="446386"/>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58" name="Line 79">
              <a:extLst>
                <a:ext uri="{FF2B5EF4-FFF2-40B4-BE49-F238E27FC236}">
                  <a16:creationId xmlns:a16="http://schemas.microsoft.com/office/drawing/2014/main" id="{278E3F00-35CA-4478-B91B-00C273EEF338}"/>
                </a:ext>
              </a:extLst>
            </p:cNvPr>
            <p:cNvSpPr>
              <a:spLocks noChangeShapeType="1"/>
            </p:cNvSpPr>
            <p:nvPr/>
          </p:nvSpPr>
          <p:spPr bwMode="auto">
            <a:xfrm>
              <a:off x="2001932" y="3530991"/>
              <a:ext cx="0" cy="178554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59" name="Line 80">
              <a:extLst>
                <a:ext uri="{FF2B5EF4-FFF2-40B4-BE49-F238E27FC236}">
                  <a16:creationId xmlns:a16="http://schemas.microsoft.com/office/drawing/2014/main" id="{9C8F79C4-04AB-4A9B-AAA4-D8737680FDED}"/>
                </a:ext>
              </a:extLst>
            </p:cNvPr>
            <p:cNvSpPr>
              <a:spLocks noChangeShapeType="1"/>
            </p:cNvSpPr>
            <p:nvPr/>
          </p:nvSpPr>
          <p:spPr bwMode="auto">
            <a:xfrm>
              <a:off x="2563028" y="3530991"/>
              <a:ext cx="0" cy="178554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0" name="Line 81">
              <a:extLst>
                <a:ext uri="{FF2B5EF4-FFF2-40B4-BE49-F238E27FC236}">
                  <a16:creationId xmlns:a16="http://schemas.microsoft.com/office/drawing/2014/main" id="{FC960CCC-AC6E-431B-AD92-F4D14781FE9B}"/>
                </a:ext>
              </a:extLst>
            </p:cNvPr>
            <p:cNvSpPr>
              <a:spLocks noChangeShapeType="1"/>
            </p:cNvSpPr>
            <p:nvPr/>
          </p:nvSpPr>
          <p:spPr bwMode="auto">
            <a:xfrm>
              <a:off x="3122453" y="3530991"/>
              <a:ext cx="0" cy="178554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1" name="Line 82">
              <a:extLst>
                <a:ext uri="{FF2B5EF4-FFF2-40B4-BE49-F238E27FC236}">
                  <a16:creationId xmlns:a16="http://schemas.microsoft.com/office/drawing/2014/main" id="{9D84FC4A-DAB2-4B65-ABDC-7D4F6061134D}"/>
                </a:ext>
              </a:extLst>
            </p:cNvPr>
            <p:cNvSpPr>
              <a:spLocks noChangeShapeType="1"/>
            </p:cNvSpPr>
            <p:nvPr/>
          </p:nvSpPr>
          <p:spPr bwMode="auto">
            <a:xfrm>
              <a:off x="1442506" y="3977379"/>
              <a:ext cx="2239373"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2" name="Line 83">
              <a:extLst>
                <a:ext uri="{FF2B5EF4-FFF2-40B4-BE49-F238E27FC236}">
                  <a16:creationId xmlns:a16="http://schemas.microsoft.com/office/drawing/2014/main" id="{666AE92F-1687-4B6E-9038-8B4BA4E54C2A}"/>
                </a:ext>
              </a:extLst>
            </p:cNvPr>
            <p:cNvSpPr>
              <a:spLocks noChangeShapeType="1"/>
            </p:cNvSpPr>
            <p:nvPr/>
          </p:nvSpPr>
          <p:spPr bwMode="auto">
            <a:xfrm>
              <a:off x="1442506" y="4421973"/>
              <a:ext cx="2239373"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3" name="Line 84">
              <a:extLst>
                <a:ext uri="{FF2B5EF4-FFF2-40B4-BE49-F238E27FC236}">
                  <a16:creationId xmlns:a16="http://schemas.microsoft.com/office/drawing/2014/main" id="{D56273CB-BC7B-4358-8B7A-AB9574E1FD78}"/>
                </a:ext>
              </a:extLst>
            </p:cNvPr>
            <p:cNvSpPr>
              <a:spLocks noChangeShapeType="1"/>
            </p:cNvSpPr>
            <p:nvPr/>
          </p:nvSpPr>
          <p:spPr bwMode="auto">
            <a:xfrm>
              <a:off x="1442506" y="4870152"/>
              <a:ext cx="2239373"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64" name="Line 85">
              <a:extLst>
                <a:ext uri="{FF2B5EF4-FFF2-40B4-BE49-F238E27FC236}">
                  <a16:creationId xmlns:a16="http://schemas.microsoft.com/office/drawing/2014/main" id="{E3B92DE6-F7C6-4AD6-A6F6-1677AD61AF10}"/>
                </a:ext>
              </a:extLst>
            </p:cNvPr>
            <p:cNvSpPr>
              <a:spLocks noChangeShapeType="1"/>
            </p:cNvSpPr>
            <p:nvPr/>
          </p:nvSpPr>
          <p:spPr bwMode="auto">
            <a:xfrm>
              <a:off x="1442506" y="3530991"/>
              <a:ext cx="0" cy="178554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65" name="Line 86">
              <a:extLst>
                <a:ext uri="{FF2B5EF4-FFF2-40B4-BE49-F238E27FC236}">
                  <a16:creationId xmlns:a16="http://schemas.microsoft.com/office/drawing/2014/main" id="{55D69246-44DF-469F-85D4-739F0A2D022C}"/>
                </a:ext>
              </a:extLst>
            </p:cNvPr>
            <p:cNvSpPr>
              <a:spLocks noChangeShapeType="1"/>
            </p:cNvSpPr>
            <p:nvPr/>
          </p:nvSpPr>
          <p:spPr bwMode="auto">
            <a:xfrm>
              <a:off x="3681879" y="3530991"/>
              <a:ext cx="0" cy="178554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66" name="Line 87">
              <a:extLst>
                <a:ext uri="{FF2B5EF4-FFF2-40B4-BE49-F238E27FC236}">
                  <a16:creationId xmlns:a16="http://schemas.microsoft.com/office/drawing/2014/main" id="{CDE5962E-40E2-4671-9A54-8528C2D98D48}"/>
                </a:ext>
              </a:extLst>
            </p:cNvPr>
            <p:cNvSpPr>
              <a:spLocks noChangeShapeType="1"/>
            </p:cNvSpPr>
            <p:nvPr/>
          </p:nvSpPr>
          <p:spPr bwMode="auto">
            <a:xfrm>
              <a:off x="1442506" y="3530991"/>
              <a:ext cx="2239373"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67" name="Line 88">
              <a:extLst>
                <a:ext uri="{FF2B5EF4-FFF2-40B4-BE49-F238E27FC236}">
                  <a16:creationId xmlns:a16="http://schemas.microsoft.com/office/drawing/2014/main" id="{05360A56-33AC-4596-B85B-C85B5CC7DD38}"/>
                </a:ext>
              </a:extLst>
            </p:cNvPr>
            <p:cNvSpPr>
              <a:spLocks noChangeShapeType="1"/>
            </p:cNvSpPr>
            <p:nvPr/>
          </p:nvSpPr>
          <p:spPr bwMode="auto">
            <a:xfrm>
              <a:off x="1442506" y="5316538"/>
              <a:ext cx="2239373"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68" name="Text Box 161">
              <a:extLst>
                <a:ext uri="{FF2B5EF4-FFF2-40B4-BE49-F238E27FC236}">
                  <a16:creationId xmlns:a16="http://schemas.microsoft.com/office/drawing/2014/main" id="{57BEC97C-FA09-4413-A5CE-93EA2C8A0C76}"/>
                </a:ext>
              </a:extLst>
            </p:cNvPr>
            <p:cNvSpPr txBox="1">
              <a:spLocks noChangeArrowheads="1"/>
            </p:cNvSpPr>
            <p:nvPr/>
          </p:nvSpPr>
          <p:spPr bwMode="auto">
            <a:xfrm>
              <a:off x="1220406" y="3195754"/>
              <a:ext cx="2621786" cy="323233"/>
            </a:xfrm>
            <a:prstGeom prst="rect">
              <a:avLst/>
            </a:prstGeom>
            <a:noFill/>
            <a:ln w="9525">
              <a:noFill/>
              <a:miter lim="800000"/>
              <a:headEnd/>
              <a:tailEnd/>
            </a:ln>
          </p:spPr>
          <p:txBody>
            <a:bodyPr>
              <a:spAutoFit/>
            </a:bodyPr>
            <a:lstStyle/>
            <a:p>
              <a:pPr eaLnBrk="1" hangingPunct="1">
                <a:lnSpc>
                  <a:spcPct val="90000"/>
                </a:lnSpc>
                <a:spcBef>
                  <a:spcPct val="50000"/>
                </a:spcBef>
                <a:defRPr/>
              </a:pPr>
              <a:r>
                <a:rPr lang="en-US" sz="1400" dirty="0"/>
                <a:t>q</a:t>
              </a:r>
              <a:r>
                <a:rPr lang="en-US" sz="1400" baseline="-25000" dirty="0"/>
                <a:t>3</a:t>
              </a:r>
              <a:r>
                <a:rPr lang="en-US" sz="1400" dirty="0"/>
                <a:t>x 00        01        11     10</a:t>
              </a:r>
            </a:p>
          </p:txBody>
        </p:sp>
        <p:sp>
          <p:nvSpPr>
            <p:cNvPr id="68669" name="Line 162">
              <a:extLst>
                <a:ext uri="{FF2B5EF4-FFF2-40B4-BE49-F238E27FC236}">
                  <a16:creationId xmlns:a16="http://schemas.microsoft.com/office/drawing/2014/main" id="{09671C23-B5CD-489D-8721-3EA4162C9B97}"/>
                </a:ext>
              </a:extLst>
            </p:cNvPr>
            <p:cNvSpPr>
              <a:spLocks noChangeShapeType="1"/>
            </p:cNvSpPr>
            <p:nvPr/>
          </p:nvSpPr>
          <p:spPr bwMode="auto">
            <a:xfrm>
              <a:off x="1210387" y="3278219"/>
              <a:ext cx="232119" cy="242016"/>
            </a:xfrm>
            <a:prstGeom prst="line">
              <a:avLst/>
            </a:prstGeom>
            <a:noFill/>
            <a:ln w="31750">
              <a:solidFill>
                <a:schemeClr val="tx1"/>
              </a:solidFill>
              <a:round/>
              <a:headEnd/>
              <a:tailEnd/>
            </a:ln>
          </p:spPr>
          <p:txBody>
            <a:bodyPr/>
            <a:lstStyle/>
            <a:p>
              <a:pPr eaLnBrk="1" hangingPunct="1">
                <a:defRPr/>
              </a:pPr>
              <a:endParaRPr lang="en-US" sz="1400" dirty="0"/>
            </a:p>
          </p:txBody>
        </p:sp>
        <p:sp>
          <p:nvSpPr>
            <p:cNvPr id="68670" name="Text Box 163">
              <a:extLst>
                <a:ext uri="{FF2B5EF4-FFF2-40B4-BE49-F238E27FC236}">
                  <a16:creationId xmlns:a16="http://schemas.microsoft.com/office/drawing/2014/main" id="{5AC6ADBD-7752-437F-93CB-6A26460E020B}"/>
                </a:ext>
              </a:extLst>
            </p:cNvPr>
            <p:cNvSpPr txBox="1">
              <a:spLocks noChangeArrowheads="1"/>
            </p:cNvSpPr>
            <p:nvPr/>
          </p:nvSpPr>
          <p:spPr bwMode="auto">
            <a:xfrm>
              <a:off x="824633" y="3265669"/>
              <a:ext cx="667971" cy="2212819"/>
            </a:xfrm>
            <a:prstGeom prst="rect">
              <a:avLst/>
            </a:prstGeom>
            <a:noFill/>
            <a:ln w="9525">
              <a:noFill/>
              <a:miter lim="800000"/>
              <a:headEnd/>
              <a:tailEnd/>
            </a:ln>
          </p:spPr>
          <p:txBody>
            <a:bodyPr>
              <a:spAutoFit/>
            </a:bodyPr>
            <a:lstStyle/>
            <a:p>
              <a:pPr eaLnBrk="1" hangingPunct="1">
                <a:defRPr/>
              </a:pPr>
              <a:r>
                <a:rPr lang="en-US" sz="1400" dirty="0"/>
                <a:t>q</a:t>
              </a:r>
              <a:r>
                <a:rPr lang="en-US" sz="1400" baseline="-25000" dirty="0"/>
                <a:t>1</a:t>
              </a:r>
              <a:r>
                <a:rPr lang="en-US" sz="1400" dirty="0"/>
                <a:t>q</a:t>
              </a:r>
              <a:r>
                <a:rPr lang="en-US" sz="1400" baseline="-25000" dirty="0"/>
                <a:t>2</a:t>
              </a:r>
            </a:p>
            <a:p>
              <a:pPr eaLnBrk="1" hangingPunct="1">
                <a:defRPr/>
              </a:pPr>
              <a:endParaRPr lang="en-US" sz="1400" baseline="-25000" dirty="0"/>
            </a:p>
            <a:p>
              <a:pPr eaLnBrk="1" hangingPunct="1">
                <a:defRPr/>
              </a:pPr>
              <a:r>
                <a:rPr lang="en-US" sz="1400" dirty="0"/>
                <a:t>00</a:t>
              </a:r>
            </a:p>
            <a:p>
              <a:pPr eaLnBrk="1" hangingPunct="1">
                <a:defRPr/>
              </a:pPr>
              <a:endParaRPr lang="en-US" sz="1400" dirty="0"/>
            </a:p>
            <a:p>
              <a:pPr eaLnBrk="1" hangingPunct="1">
                <a:defRPr/>
              </a:pPr>
              <a:r>
                <a:rPr lang="en-US" sz="1400" dirty="0"/>
                <a:t>01</a:t>
              </a:r>
            </a:p>
            <a:p>
              <a:pPr eaLnBrk="1" hangingPunct="1">
                <a:defRPr/>
              </a:pPr>
              <a:endParaRPr lang="en-US" sz="1400" dirty="0"/>
            </a:p>
            <a:p>
              <a:pPr eaLnBrk="1" hangingPunct="1">
                <a:defRPr/>
              </a:pPr>
              <a:r>
                <a:rPr lang="en-US" sz="1400" dirty="0"/>
                <a:t>11</a:t>
              </a:r>
            </a:p>
            <a:p>
              <a:pPr eaLnBrk="1" hangingPunct="1">
                <a:defRPr/>
              </a:pPr>
              <a:endParaRPr lang="en-US" sz="1400" dirty="0"/>
            </a:p>
            <a:p>
              <a:pPr eaLnBrk="1" hangingPunct="1">
                <a:defRPr/>
              </a:pPr>
              <a:r>
                <a:rPr lang="en-US" sz="1400" dirty="0"/>
                <a:t>10</a:t>
              </a:r>
            </a:p>
          </p:txBody>
        </p:sp>
        <p:sp>
          <p:nvSpPr>
            <p:cNvPr id="68671" name="AutoShape 198">
              <a:extLst>
                <a:ext uri="{FF2B5EF4-FFF2-40B4-BE49-F238E27FC236}">
                  <a16:creationId xmlns:a16="http://schemas.microsoft.com/office/drawing/2014/main" id="{86566BB8-0854-49C9-A53A-89B40F7CBAF8}"/>
                </a:ext>
              </a:extLst>
            </p:cNvPr>
            <p:cNvSpPr>
              <a:spLocks noChangeArrowheads="1"/>
            </p:cNvSpPr>
            <p:nvPr/>
          </p:nvSpPr>
          <p:spPr bwMode="auto">
            <a:xfrm>
              <a:off x="2090438" y="3602700"/>
              <a:ext cx="385754" cy="1688740"/>
            </a:xfrm>
            <a:prstGeom prst="roundRect">
              <a:avLst>
                <a:gd name="adj" fmla="val 16667"/>
              </a:avLst>
            </a:prstGeom>
            <a:noFill/>
            <a:ln w="31750">
              <a:solidFill>
                <a:srgbClr val="339966"/>
              </a:solidFill>
              <a:round/>
              <a:headEnd/>
              <a:tailEnd/>
            </a:ln>
          </p:spPr>
          <p:txBody>
            <a:bodyPr wrap="none" anchor="ctr"/>
            <a:lstStyle/>
            <a:p>
              <a:pPr eaLnBrk="1" hangingPunct="1">
                <a:defRPr/>
              </a:pPr>
              <a:endParaRPr lang="ru-RU" sz="1400"/>
            </a:p>
          </p:txBody>
        </p:sp>
        <p:sp>
          <p:nvSpPr>
            <p:cNvPr id="68674" name="Text Box 208">
              <a:extLst>
                <a:ext uri="{FF2B5EF4-FFF2-40B4-BE49-F238E27FC236}">
                  <a16:creationId xmlns:a16="http://schemas.microsoft.com/office/drawing/2014/main" id="{0DDDA832-69B5-4799-852D-F839B5E93BBD}"/>
                </a:ext>
              </a:extLst>
            </p:cNvPr>
            <p:cNvSpPr txBox="1">
              <a:spLocks noChangeArrowheads="1"/>
            </p:cNvSpPr>
            <p:nvPr/>
          </p:nvSpPr>
          <p:spPr bwMode="auto">
            <a:xfrm>
              <a:off x="3837181" y="3337378"/>
              <a:ext cx="617873" cy="347564"/>
            </a:xfrm>
            <a:prstGeom prst="rect">
              <a:avLst/>
            </a:prstGeom>
            <a:noFill/>
            <a:ln w="9525">
              <a:noFill/>
              <a:miter lim="800000"/>
              <a:headEnd/>
              <a:tailEnd/>
            </a:ln>
          </p:spPr>
          <p:txBody>
            <a:bodyPr>
              <a:spAutoFit/>
            </a:bodyPr>
            <a:lstStyle/>
            <a:p>
              <a:pPr eaLnBrk="1" hangingPunct="1">
                <a:spcBef>
                  <a:spcPct val="50000"/>
                </a:spcBef>
                <a:defRPr/>
              </a:pPr>
              <a:r>
                <a:rPr lang="en-US" sz="1400" dirty="0"/>
                <a:t>D</a:t>
              </a:r>
              <a:r>
                <a:rPr lang="en-US" sz="1400" baseline="-25000" dirty="0"/>
                <a:t>2</a:t>
              </a:r>
            </a:p>
          </p:txBody>
        </p:sp>
        <p:sp>
          <p:nvSpPr>
            <p:cNvPr id="68675" name="Rectangle 33">
              <a:extLst>
                <a:ext uri="{FF2B5EF4-FFF2-40B4-BE49-F238E27FC236}">
                  <a16:creationId xmlns:a16="http://schemas.microsoft.com/office/drawing/2014/main" id="{C052F09A-279C-48C0-9663-D7067515E9BA}"/>
                </a:ext>
              </a:extLst>
            </p:cNvPr>
            <p:cNvSpPr>
              <a:spLocks noChangeArrowheads="1"/>
            </p:cNvSpPr>
            <p:nvPr/>
          </p:nvSpPr>
          <p:spPr bwMode="auto">
            <a:xfrm>
              <a:off x="5336776" y="1422756"/>
              <a:ext cx="561096" cy="410533"/>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76" name="Rectangle 34">
              <a:extLst>
                <a:ext uri="{FF2B5EF4-FFF2-40B4-BE49-F238E27FC236}">
                  <a16:creationId xmlns:a16="http://schemas.microsoft.com/office/drawing/2014/main" id="{B3BF59B1-7979-4FBD-984E-39456C237979}"/>
                </a:ext>
              </a:extLst>
            </p:cNvPr>
            <p:cNvSpPr>
              <a:spLocks noChangeArrowheads="1"/>
            </p:cNvSpPr>
            <p:nvPr/>
          </p:nvSpPr>
          <p:spPr bwMode="auto">
            <a:xfrm>
              <a:off x="5897872" y="1422756"/>
              <a:ext cx="559426" cy="410533"/>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77" name="Rectangle 35">
              <a:extLst>
                <a:ext uri="{FF2B5EF4-FFF2-40B4-BE49-F238E27FC236}">
                  <a16:creationId xmlns:a16="http://schemas.microsoft.com/office/drawing/2014/main" id="{1548AB54-344D-4C8D-89B9-5787A8567CA5}"/>
                </a:ext>
              </a:extLst>
            </p:cNvPr>
            <p:cNvSpPr>
              <a:spLocks noChangeArrowheads="1"/>
            </p:cNvSpPr>
            <p:nvPr/>
          </p:nvSpPr>
          <p:spPr bwMode="auto">
            <a:xfrm>
              <a:off x="6457298" y="1422756"/>
              <a:ext cx="559425" cy="410533"/>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78" name="Rectangle 36">
              <a:extLst>
                <a:ext uri="{FF2B5EF4-FFF2-40B4-BE49-F238E27FC236}">
                  <a16:creationId xmlns:a16="http://schemas.microsoft.com/office/drawing/2014/main" id="{0F15AFFA-AD71-4540-898C-1271D8739E31}"/>
                </a:ext>
              </a:extLst>
            </p:cNvPr>
            <p:cNvSpPr>
              <a:spLocks noChangeArrowheads="1"/>
            </p:cNvSpPr>
            <p:nvPr/>
          </p:nvSpPr>
          <p:spPr bwMode="auto">
            <a:xfrm>
              <a:off x="7016723" y="1422756"/>
              <a:ext cx="561096" cy="410533"/>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79" name="Rectangle 37">
              <a:extLst>
                <a:ext uri="{FF2B5EF4-FFF2-40B4-BE49-F238E27FC236}">
                  <a16:creationId xmlns:a16="http://schemas.microsoft.com/office/drawing/2014/main" id="{C9F12EF5-F127-4903-9099-A21A215C89FE}"/>
                </a:ext>
              </a:extLst>
            </p:cNvPr>
            <p:cNvSpPr>
              <a:spLocks noChangeArrowheads="1"/>
            </p:cNvSpPr>
            <p:nvPr/>
          </p:nvSpPr>
          <p:spPr bwMode="auto">
            <a:xfrm>
              <a:off x="5336776" y="1833289"/>
              <a:ext cx="561096" cy="410532"/>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80" name="Rectangle 38">
              <a:extLst>
                <a:ext uri="{FF2B5EF4-FFF2-40B4-BE49-F238E27FC236}">
                  <a16:creationId xmlns:a16="http://schemas.microsoft.com/office/drawing/2014/main" id="{8F4F7FE1-67A1-49FD-8B90-F98F66508106}"/>
                </a:ext>
              </a:extLst>
            </p:cNvPr>
            <p:cNvSpPr>
              <a:spLocks noChangeArrowheads="1"/>
            </p:cNvSpPr>
            <p:nvPr/>
          </p:nvSpPr>
          <p:spPr bwMode="auto">
            <a:xfrm>
              <a:off x="5897872" y="1833289"/>
              <a:ext cx="559426" cy="410532"/>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681" name="Rectangle 39">
              <a:extLst>
                <a:ext uri="{FF2B5EF4-FFF2-40B4-BE49-F238E27FC236}">
                  <a16:creationId xmlns:a16="http://schemas.microsoft.com/office/drawing/2014/main" id="{251D13F2-6375-4718-B70A-E937D672058D}"/>
                </a:ext>
              </a:extLst>
            </p:cNvPr>
            <p:cNvSpPr>
              <a:spLocks noChangeArrowheads="1"/>
            </p:cNvSpPr>
            <p:nvPr/>
          </p:nvSpPr>
          <p:spPr bwMode="auto">
            <a:xfrm>
              <a:off x="6457298" y="1833289"/>
              <a:ext cx="559425" cy="41053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82" name="Rectangle 40">
              <a:extLst>
                <a:ext uri="{FF2B5EF4-FFF2-40B4-BE49-F238E27FC236}">
                  <a16:creationId xmlns:a16="http://schemas.microsoft.com/office/drawing/2014/main" id="{36D861D3-AF71-4872-959D-85541B5D4FFD}"/>
                </a:ext>
              </a:extLst>
            </p:cNvPr>
            <p:cNvSpPr>
              <a:spLocks noChangeArrowheads="1"/>
            </p:cNvSpPr>
            <p:nvPr/>
          </p:nvSpPr>
          <p:spPr bwMode="auto">
            <a:xfrm>
              <a:off x="7016723" y="1833289"/>
              <a:ext cx="561096" cy="410532"/>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683" name="Rectangle 41">
              <a:extLst>
                <a:ext uri="{FF2B5EF4-FFF2-40B4-BE49-F238E27FC236}">
                  <a16:creationId xmlns:a16="http://schemas.microsoft.com/office/drawing/2014/main" id="{42FEC009-7D77-43C7-8AF1-98370CFA5A92}"/>
                </a:ext>
              </a:extLst>
            </p:cNvPr>
            <p:cNvSpPr>
              <a:spLocks noChangeArrowheads="1"/>
            </p:cNvSpPr>
            <p:nvPr/>
          </p:nvSpPr>
          <p:spPr bwMode="auto">
            <a:xfrm>
              <a:off x="5336776" y="2243820"/>
              <a:ext cx="561096" cy="410533"/>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84" name="Rectangle 42">
              <a:extLst>
                <a:ext uri="{FF2B5EF4-FFF2-40B4-BE49-F238E27FC236}">
                  <a16:creationId xmlns:a16="http://schemas.microsoft.com/office/drawing/2014/main" id="{B594F4C8-322A-426A-8C51-85259C09FD9D}"/>
                </a:ext>
              </a:extLst>
            </p:cNvPr>
            <p:cNvSpPr>
              <a:spLocks noChangeArrowheads="1"/>
            </p:cNvSpPr>
            <p:nvPr/>
          </p:nvSpPr>
          <p:spPr bwMode="auto">
            <a:xfrm>
              <a:off x="5897872" y="2243820"/>
              <a:ext cx="559426" cy="410533"/>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85" name="Rectangle 43">
              <a:extLst>
                <a:ext uri="{FF2B5EF4-FFF2-40B4-BE49-F238E27FC236}">
                  <a16:creationId xmlns:a16="http://schemas.microsoft.com/office/drawing/2014/main" id="{26A09C24-681F-4D72-90E4-E3D068FD883D}"/>
                </a:ext>
              </a:extLst>
            </p:cNvPr>
            <p:cNvSpPr>
              <a:spLocks noChangeArrowheads="1"/>
            </p:cNvSpPr>
            <p:nvPr/>
          </p:nvSpPr>
          <p:spPr bwMode="auto">
            <a:xfrm>
              <a:off x="6457298" y="2243820"/>
              <a:ext cx="559425" cy="410533"/>
            </a:xfrm>
            <a:prstGeom prst="rect">
              <a:avLst/>
            </a:prstGeom>
            <a:noFill/>
            <a:ln w="9525">
              <a:noFill/>
              <a:miter lim="800000"/>
              <a:headEnd/>
              <a:tailEnd/>
            </a:ln>
          </p:spPr>
          <p:txBody>
            <a:bodyPr/>
            <a:lstStyle/>
            <a:p>
              <a:pPr algn="ctr" eaLnBrk="1" hangingPunct="1">
                <a:spcBef>
                  <a:spcPct val="20000"/>
                </a:spcBef>
                <a:defRPr/>
              </a:pPr>
              <a:endParaRPr lang="en-US" sz="1400" dirty="0"/>
            </a:p>
          </p:txBody>
        </p:sp>
        <p:sp>
          <p:nvSpPr>
            <p:cNvPr id="68686" name="Rectangle 44">
              <a:extLst>
                <a:ext uri="{FF2B5EF4-FFF2-40B4-BE49-F238E27FC236}">
                  <a16:creationId xmlns:a16="http://schemas.microsoft.com/office/drawing/2014/main" id="{C06214FE-51C4-4BC7-8780-423769F74464}"/>
                </a:ext>
              </a:extLst>
            </p:cNvPr>
            <p:cNvSpPr>
              <a:spLocks noChangeArrowheads="1"/>
            </p:cNvSpPr>
            <p:nvPr/>
          </p:nvSpPr>
          <p:spPr bwMode="auto">
            <a:xfrm>
              <a:off x="7016723" y="2243820"/>
              <a:ext cx="561096" cy="410533"/>
            </a:xfrm>
            <a:prstGeom prst="rect">
              <a:avLst/>
            </a:prstGeom>
            <a:noFill/>
            <a:ln w="9525">
              <a:noFill/>
              <a:miter lim="800000"/>
              <a:headEnd/>
              <a:tailEnd/>
            </a:ln>
          </p:spPr>
          <p:txBody>
            <a:bodyPr/>
            <a:lstStyle/>
            <a:p>
              <a:pPr algn="ctr" eaLnBrk="1" hangingPunct="1">
                <a:spcBef>
                  <a:spcPct val="20000"/>
                </a:spcBef>
                <a:defRPr/>
              </a:pPr>
              <a:endParaRPr lang="en-US" sz="1400" dirty="0"/>
            </a:p>
          </p:txBody>
        </p:sp>
        <p:sp>
          <p:nvSpPr>
            <p:cNvPr id="68687" name="Rectangle 45">
              <a:extLst>
                <a:ext uri="{FF2B5EF4-FFF2-40B4-BE49-F238E27FC236}">
                  <a16:creationId xmlns:a16="http://schemas.microsoft.com/office/drawing/2014/main" id="{5DADE465-0310-4678-B03D-2B014BF4BBBA}"/>
                </a:ext>
              </a:extLst>
            </p:cNvPr>
            <p:cNvSpPr>
              <a:spLocks noChangeArrowheads="1"/>
            </p:cNvSpPr>
            <p:nvPr/>
          </p:nvSpPr>
          <p:spPr bwMode="auto">
            <a:xfrm>
              <a:off x="5336776" y="2654353"/>
              <a:ext cx="561096" cy="408740"/>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88" name="Rectangle 46">
              <a:extLst>
                <a:ext uri="{FF2B5EF4-FFF2-40B4-BE49-F238E27FC236}">
                  <a16:creationId xmlns:a16="http://schemas.microsoft.com/office/drawing/2014/main" id="{797F1C69-E878-46AC-AFED-6D04C1412DA2}"/>
                </a:ext>
              </a:extLst>
            </p:cNvPr>
            <p:cNvSpPr>
              <a:spLocks noChangeArrowheads="1"/>
            </p:cNvSpPr>
            <p:nvPr/>
          </p:nvSpPr>
          <p:spPr bwMode="auto">
            <a:xfrm>
              <a:off x="5897872" y="2654353"/>
              <a:ext cx="559426" cy="408740"/>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89" name="Rectangle 47">
              <a:extLst>
                <a:ext uri="{FF2B5EF4-FFF2-40B4-BE49-F238E27FC236}">
                  <a16:creationId xmlns:a16="http://schemas.microsoft.com/office/drawing/2014/main" id="{7B550802-8A40-4D40-B112-1B4A5C90ECB1}"/>
                </a:ext>
              </a:extLst>
            </p:cNvPr>
            <p:cNvSpPr>
              <a:spLocks noChangeArrowheads="1"/>
            </p:cNvSpPr>
            <p:nvPr/>
          </p:nvSpPr>
          <p:spPr bwMode="auto">
            <a:xfrm>
              <a:off x="6457298" y="2654353"/>
              <a:ext cx="559425" cy="408740"/>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90" name="Rectangle 48">
              <a:extLst>
                <a:ext uri="{FF2B5EF4-FFF2-40B4-BE49-F238E27FC236}">
                  <a16:creationId xmlns:a16="http://schemas.microsoft.com/office/drawing/2014/main" id="{02AE66F1-A562-4F05-87C2-5A76AA975886}"/>
                </a:ext>
              </a:extLst>
            </p:cNvPr>
            <p:cNvSpPr>
              <a:spLocks noChangeArrowheads="1"/>
            </p:cNvSpPr>
            <p:nvPr/>
          </p:nvSpPr>
          <p:spPr bwMode="auto">
            <a:xfrm>
              <a:off x="7016723" y="2654353"/>
              <a:ext cx="561096" cy="408740"/>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691" name="Line 49">
              <a:extLst>
                <a:ext uri="{FF2B5EF4-FFF2-40B4-BE49-F238E27FC236}">
                  <a16:creationId xmlns:a16="http://schemas.microsoft.com/office/drawing/2014/main" id="{5AFED0A2-2241-4421-B873-EBF7F125A03B}"/>
                </a:ext>
              </a:extLst>
            </p:cNvPr>
            <p:cNvSpPr>
              <a:spLocks noChangeShapeType="1"/>
            </p:cNvSpPr>
            <p:nvPr/>
          </p:nvSpPr>
          <p:spPr bwMode="auto">
            <a:xfrm>
              <a:off x="5897872" y="1422756"/>
              <a:ext cx="0" cy="16403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2" name="Line 50">
              <a:extLst>
                <a:ext uri="{FF2B5EF4-FFF2-40B4-BE49-F238E27FC236}">
                  <a16:creationId xmlns:a16="http://schemas.microsoft.com/office/drawing/2014/main" id="{058B1747-8191-47AE-891E-7F5EB51759D3}"/>
                </a:ext>
              </a:extLst>
            </p:cNvPr>
            <p:cNvSpPr>
              <a:spLocks noChangeShapeType="1"/>
            </p:cNvSpPr>
            <p:nvPr/>
          </p:nvSpPr>
          <p:spPr bwMode="auto">
            <a:xfrm>
              <a:off x="6457298" y="1422756"/>
              <a:ext cx="0" cy="16403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3" name="Line 51">
              <a:extLst>
                <a:ext uri="{FF2B5EF4-FFF2-40B4-BE49-F238E27FC236}">
                  <a16:creationId xmlns:a16="http://schemas.microsoft.com/office/drawing/2014/main" id="{C06D3DFC-8DF0-4618-9FA2-2CB21EB3C1FB}"/>
                </a:ext>
              </a:extLst>
            </p:cNvPr>
            <p:cNvSpPr>
              <a:spLocks noChangeShapeType="1"/>
            </p:cNvSpPr>
            <p:nvPr/>
          </p:nvSpPr>
          <p:spPr bwMode="auto">
            <a:xfrm>
              <a:off x="7016723" y="1422756"/>
              <a:ext cx="0" cy="164033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4" name="Line 52">
              <a:extLst>
                <a:ext uri="{FF2B5EF4-FFF2-40B4-BE49-F238E27FC236}">
                  <a16:creationId xmlns:a16="http://schemas.microsoft.com/office/drawing/2014/main" id="{D7FE20B0-EA61-4AB3-88CD-95FD3701714F}"/>
                </a:ext>
              </a:extLst>
            </p:cNvPr>
            <p:cNvSpPr>
              <a:spLocks noChangeShapeType="1"/>
            </p:cNvSpPr>
            <p:nvPr/>
          </p:nvSpPr>
          <p:spPr bwMode="auto">
            <a:xfrm>
              <a:off x="5336776" y="1833289"/>
              <a:ext cx="224104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5" name="Line 53">
              <a:extLst>
                <a:ext uri="{FF2B5EF4-FFF2-40B4-BE49-F238E27FC236}">
                  <a16:creationId xmlns:a16="http://schemas.microsoft.com/office/drawing/2014/main" id="{575E1BA5-CE23-45F2-9DE5-21C69E07CF8F}"/>
                </a:ext>
              </a:extLst>
            </p:cNvPr>
            <p:cNvSpPr>
              <a:spLocks noChangeShapeType="1"/>
            </p:cNvSpPr>
            <p:nvPr/>
          </p:nvSpPr>
          <p:spPr bwMode="auto">
            <a:xfrm>
              <a:off x="5336776" y="2243820"/>
              <a:ext cx="224104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6" name="Line 54">
              <a:extLst>
                <a:ext uri="{FF2B5EF4-FFF2-40B4-BE49-F238E27FC236}">
                  <a16:creationId xmlns:a16="http://schemas.microsoft.com/office/drawing/2014/main" id="{91F3DBFC-F657-4D8D-BD28-A9105C2E0864}"/>
                </a:ext>
              </a:extLst>
            </p:cNvPr>
            <p:cNvSpPr>
              <a:spLocks noChangeShapeType="1"/>
            </p:cNvSpPr>
            <p:nvPr/>
          </p:nvSpPr>
          <p:spPr bwMode="auto">
            <a:xfrm>
              <a:off x="5336776" y="2654353"/>
              <a:ext cx="2241042"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697" name="Line 55">
              <a:extLst>
                <a:ext uri="{FF2B5EF4-FFF2-40B4-BE49-F238E27FC236}">
                  <a16:creationId xmlns:a16="http://schemas.microsoft.com/office/drawing/2014/main" id="{87BB5C89-6609-4166-9DEB-10FF19B5F102}"/>
                </a:ext>
              </a:extLst>
            </p:cNvPr>
            <p:cNvSpPr>
              <a:spLocks noChangeShapeType="1"/>
            </p:cNvSpPr>
            <p:nvPr/>
          </p:nvSpPr>
          <p:spPr bwMode="auto">
            <a:xfrm>
              <a:off x="5336776" y="1422756"/>
              <a:ext cx="0" cy="164033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98" name="Line 56">
              <a:extLst>
                <a:ext uri="{FF2B5EF4-FFF2-40B4-BE49-F238E27FC236}">
                  <a16:creationId xmlns:a16="http://schemas.microsoft.com/office/drawing/2014/main" id="{570054C6-1966-4A3C-BD44-AA0F4AC1BA7E}"/>
                </a:ext>
              </a:extLst>
            </p:cNvPr>
            <p:cNvSpPr>
              <a:spLocks noChangeShapeType="1"/>
            </p:cNvSpPr>
            <p:nvPr/>
          </p:nvSpPr>
          <p:spPr bwMode="auto">
            <a:xfrm>
              <a:off x="7577818" y="1422756"/>
              <a:ext cx="0" cy="1640337"/>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699" name="Line 57">
              <a:extLst>
                <a:ext uri="{FF2B5EF4-FFF2-40B4-BE49-F238E27FC236}">
                  <a16:creationId xmlns:a16="http://schemas.microsoft.com/office/drawing/2014/main" id="{9586E14D-0013-4724-9363-97E31F40D4D4}"/>
                </a:ext>
              </a:extLst>
            </p:cNvPr>
            <p:cNvSpPr>
              <a:spLocks noChangeShapeType="1"/>
            </p:cNvSpPr>
            <p:nvPr/>
          </p:nvSpPr>
          <p:spPr bwMode="auto">
            <a:xfrm>
              <a:off x="5336776" y="1422756"/>
              <a:ext cx="2241042"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00" name="Line 58">
              <a:extLst>
                <a:ext uri="{FF2B5EF4-FFF2-40B4-BE49-F238E27FC236}">
                  <a16:creationId xmlns:a16="http://schemas.microsoft.com/office/drawing/2014/main" id="{ECBFCDC3-BC98-4D7A-8832-4682A6AE4E43}"/>
                </a:ext>
              </a:extLst>
            </p:cNvPr>
            <p:cNvSpPr>
              <a:spLocks noChangeShapeType="1"/>
            </p:cNvSpPr>
            <p:nvPr/>
          </p:nvSpPr>
          <p:spPr bwMode="auto">
            <a:xfrm>
              <a:off x="5336776" y="3063093"/>
              <a:ext cx="2241042"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01" name="Text Box 131">
              <a:extLst>
                <a:ext uri="{FF2B5EF4-FFF2-40B4-BE49-F238E27FC236}">
                  <a16:creationId xmlns:a16="http://schemas.microsoft.com/office/drawing/2014/main" id="{38E618B8-5E98-43AD-9BD5-5C653495E9B3}"/>
                </a:ext>
              </a:extLst>
            </p:cNvPr>
            <p:cNvSpPr txBox="1">
              <a:spLocks noChangeArrowheads="1"/>
            </p:cNvSpPr>
            <p:nvPr/>
          </p:nvSpPr>
          <p:spPr bwMode="auto">
            <a:xfrm>
              <a:off x="5166443" y="1085725"/>
              <a:ext cx="2703613" cy="347564"/>
            </a:xfrm>
            <a:prstGeom prst="rect">
              <a:avLst/>
            </a:prstGeom>
            <a:noFill/>
            <a:ln w="9525">
              <a:noFill/>
              <a:miter lim="800000"/>
              <a:headEnd/>
              <a:tailEnd/>
            </a:ln>
          </p:spPr>
          <p:txBody>
            <a:bodyPr>
              <a:spAutoFit/>
            </a:bodyPr>
            <a:lstStyle/>
            <a:p>
              <a:pPr eaLnBrk="1" hangingPunct="1">
                <a:spcBef>
                  <a:spcPct val="50000"/>
                </a:spcBef>
                <a:defRPr/>
              </a:pPr>
              <a:r>
                <a:rPr lang="en-US" sz="1400" dirty="0"/>
                <a:t>q</a:t>
              </a:r>
              <a:r>
                <a:rPr lang="en-US" sz="1400" baseline="-25000" dirty="0"/>
                <a:t>3</a:t>
              </a:r>
              <a:r>
                <a:rPr lang="en-US" sz="1400" dirty="0"/>
                <a:t>x 00       01        11        10</a:t>
              </a:r>
            </a:p>
          </p:txBody>
        </p:sp>
        <p:sp>
          <p:nvSpPr>
            <p:cNvPr id="68702" name="Line 132">
              <a:extLst>
                <a:ext uri="{FF2B5EF4-FFF2-40B4-BE49-F238E27FC236}">
                  <a16:creationId xmlns:a16="http://schemas.microsoft.com/office/drawing/2014/main" id="{1BB30B3F-B4C2-4477-900B-034834725468}"/>
                </a:ext>
              </a:extLst>
            </p:cNvPr>
            <p:cNvSpPr>
              <a:spLocks noChangeShapeType="1"/>
            </p:cNvSpPr>
            <p:nvPr/>
          </p:nvSpPr>
          <p:spPr bwMode="auto">
            <a:xfrm>
              <a:off x="5104657" y="1191496"/>
              <a:ext cx="232119" cy="222297"/>
            </a:xfrm>
            <a:prstGeom prst="line">
              <a:avLst/>
            </a:prstGeom>
            <a:noFill/>
            <a:ln w="31750">
              <a:solidFill>
                <a:schemeClr val="tx1"/>
              </a:solidFill>
              <a:round/>
              <a:headEnd/>
              <a:tailEnd/>
            </a:ln>
          </p:spPr>
          <p:txBody>
            <a:bodyPr/>
            <a:lstStyle/>
            <a:p>
              <a:pPr eaLnBrk="1" hangingPunct="1">
                <a:defRPr/>
              </a:pPr>
              <a:endParaRPr lang="en-US" sz="1400" dirty="0"/>
            </a:p>
          </p:txBody>
        </p:sp>
        <p:sp>
          <p:nvSpPr>
            <p:cNvPr id="68703" name="Text Box 133">
              <a:extLst>
                <a:ext uri="{FF2B5EF4-FFF2-40B4-BE49-F238E27FC236}">
                  <a16:creationId xmlns:a16="http://schemas.microsoft.com/office/drawing/2014/main" id="{8474168B-EC7A-4845-BDE0-43CA721BDC6D}"/>
                </a:ext>
              </a:extLst>
            </p:cNvPr>
            <p:cNvSpPr txBox="1">
              <a:spLocks noChangeArrowheads="1"/>
            </p:cNvSpPr>
            <p:nvPr/>
          </p:nvSpPr>
          <p:spPr bwMode="auto">
            <a:xfrm>
              <a:off x="4717234" y="1137714"/>
              <a:ext cx="671311" cy="2212819"/>
            </a:xfrm>
            <a:prstGeom prst="rect">
              <a:avLst/>
            </a:prstGeom>
            <a:noFill/>
            <a:ln w="9525">
              <a:noFill/>
              <a:miter lim="800000"/>
              <a:headEnd/>
              <a:tailEnd/>
            </a:ln>
          </p:spPr>
          <p:txBody>
            <a:bodyPr>
              <a:spAutoFit/>
            </a:bodyPr>
            <a:lstStyle/>
            <a:p>
              <a:pPr eaLnBrk="1" hangingPunct="1">
                <a:defRPr/>
              </a:pPr>
              <a:r>
                <a:rPr lang="en-US" sz="1400" dirty="0"/>
                <a:t>q</a:t>
              </a:r>
              <a:r>
                <a:rPr lang="en-US" sz="1400" baseline="-25000" dirty="0"/>
                <a:t>1</a:t>
              </a:r>
              <a:r>
                <a:rPr lang="en-US" sz="1400" dirty="0"/>
                <a:t>q</a:t>
              </a:r>
              <a:r>
                <a:rPr lang="en-US" sz="1400" baseline="-25000" dirty="0"/>
                <a:t>2</a:t>
              </a:r>
            </a:p>
            <a:p>
              <a:pPr eaLnBrk="1" hangingPunct="1">
                <a:defRPr/>
              </a:pPr>
              <a:endParaRPr lang="en-US" sz="1400" baseline="-25000" dirty="0"/>
            </a:p>
            <a:p>
              <a:pPr eaLnBrk="1" hangingPunct="1">
                <a:defRPr/>
              </a:pPr>
              <a:r>
                <a:rPr lang="en-US" sz="1400" dirty="0"/>
                <a:t>00</a:t>
              </a:r>
            </a:p>
            <a:p>
              <a:pPr eaLnBrk="1" hangingPunct="1">
                <a:defRPr/>
              </a:pPr>
              <a:endParaRPr lang="en-US" sz="1400" dirty="0"/>
            </a:p>
            <a:p>
              <a:pPr eaLnBrk="1" hangingPunct="1">
                <a:defRPr/>
              </a:pPr>
              <a:r>
                <a:rPr lang="en-US" sz="1400" dirty="0"/>
                <a:t>01</a:t>
              </a:r>
            </a:p>
            <a:p>
              <a:pPr eaLnBrk="1" hangingPunct="1">
                <a:defRPr/>
              </a:pPr>
              <a:endParaRPr lang="en-US" sz="1400" dirty="0"/>
            </a:p>
            <a:p>
              <a:pPr eaLnBrk="1" hangingPunct="1">
                <a:defRPr/>
              </a:pPr>
              <a:r>
                <a:rPr lang="en-US" sz="1400" dirty="0"/>
                <a:t>11</a:t>
              </a:r>
            </a:p>
            <a:p>
              <a:pPr eaLnBrk="1" hangingPunct="1">
                <a:defRPr/>
              </a:pPr>
              <a:endParaRPr lang="en-US" sz="1400" dirty="0"/>
            </a:p>
            <a:p>
              <a:pPr eaLnBrk="1" hangingPunct="1">
                <a:defRPr/>
              </a:pPr>
              <a:r>
                <a:rPr lang="en-US" sz="1400" dirty="0"/>
                <a:t>10</a:t>
              </a:r>
            </a:p>
          </p:txBody>
        </p:sp>
        <p:sp>
          <p:nvSpPr>
            <p:cNvPr id="68704" name="AutoShape 195">
              <a:extLst>
                <a:ext uri="{FF2B5EF4-FFF2-40B4-BE49-F238E27FC236}">
                  <a16:creationId xmlns:a16="http://schemas.microsoft.com/office/drawing/2014/main" id="{FAB282DB-AA94-47CC-9C0E-859A271A4B46}"/>
                </a:ext>
              </a:extLst>
            </p:cNvPr>
            <p:cNvSpPr>
              <a:spLocks noChangeArrowheads="1"/>
            </p:cNvSpPr>
            <p:nvPr/>
          </p:nvSpPr>
          <p:spPr bwMode="auto">
            <a:xfrm>
              <a:off x="5468701" y="1451439"/>
              <a:ext cx="387423" cy="1552493"/>
            </a:xfrm>
            <a:prstGeom prst="roundRect">
              <a:avLst>
                <a:gd name="adj" fmla="val 16667"/>
              </a:avLst>
            </a:prstGeom>
            <a:noFill/>
            <a:ln w="31750">
              <a:solidFill>
                <a:schemeClr val="tx1"/>
              </a:solidFill>
              <a:round/>
              <a:headEnd/>
              <a:tailEnd/>
            </a:ln>
          </p:spPr>
          <p:txBody>
            <a:bodyPr wrap="none" anchor="ctr"/>
            <a:lstStyle/>
            <a:p>
              <a:pPr eaLnBrk="1" hangingPunct="1">
                <a:defRPr/>
              </a:pPr>
              <a:endParaRPr lang="ru-RU" sz="1400"/>
            </a:p>
          </p:txBody>
        </p:sp>
        <p:sp>
          <p:nvSpPr>
            <p:cNvPr id="68705" name="AutoShape 196">
              <a:extLst>
                <a:ext uri="{FF2B5EF4-FFF2-40B4-BE49-F238E27FC236}">
                  <a16:creationId xmlns:a16="http://schemas.microsoft.com/office/drawing/2014/main" id="{7FA1DDA8-4719-4F78-A8B5-75525B2DC730}"/>
                </a:ext>
              </a:extLst>
            </p:cNvPr>
            <p:cNvSpPr>
              <a:spLocks noChangeArrowheads="1"/>
            </p:cNvSpPr>
            <p:nvPr/>
          </p:nvSpPr>
          <p:spPr bwMode="auto">
            <a:xfrm>
              <a:off x="5578916" y="2333456"/>
              <a:ext cx="1932105" cy="641793"/>
            </a:xfrm>
            <a:prstGeom prst="roundRect">
              <a:avLst>
                <a:gd name="adj" fmla="val 16667"/>
              </a:avLst>
            </a:prstGeom>
            <a:noFill/>
            <a:ln w="31750">
              <a:solidFill>
                <a:srgbClr val="0000FF"/>
              </a:solidFill>
              <a:round/>
              <a:headEnd/>
              <a:tailEnd/>
            </a:ln>
          </p:spPr>
          <p:txBody>
            <a:bodyPr wrap="none" anchor="ctr"/>
            <a:lstStyle/>
            <a:p>
              <a:pPr eaLnBrk="1" hangingPunct="1">
                <a:defRPr/>
              </a:pPr>
              <a:endParaRPr lang="ru-RU" sz="1400">
                <a:solidFill>
                  <a:srgbClr val="0066CC"/>
                </a:solidFill>
              </a:endParaRPr>
            </a:p>
          </p:txBody>
        </p:sp>
        <p:sp>
          <p:nvSpPr>
            <p:cNvPr id="68706" name="AutoShape 197">
              <a:extLst>
                <a:ext uri="{FF2B5EF4-FFF2-40B4-BE49-F238E27FC236}">
                  <a16:creationId xmlns:a16="http://schemas.microsoft.com/office/drawing/2014/main" id="{D9D72CF0-9C81-4D29-804A-43429ED80CA2}"/>
                </a:ext>
              </a:extLst>
            </p:cNvPr>
            <p:cNvSpPr>
              <a:spLocks noChangeArrowheads="1"/>
            </p:cNvSpPr>
            <p:nvPr/>
          </p:nvSpPr>
          <p:spPr bwMode="auto">
            <a:xfrm>
              <a:off x="6036476" y="1879899"/>
              <a:ext cx="926809" cy="695574"/>
            </a:xfrm>
            <a:prstGeom prst="roundRect">
              <a:avLst>
                <a:gd name="adj" fmla="val 16667"/>
              </a:avLst>
            </a:prstGeom>
            <a:noFill/>
            <a:ln w="31750">
              <a:solidFill>
                <a:srgbClr val="FF0000"/>
              </a:solidFill>
              <a:round/>
              <a:headEnd/>
              <a:tailEnd/>
            </a:ln>
          </p:spPr>
          <p:txBody>
            <a:bodyPr wrap="none" anchor="ctr"/>
            <a:lstStyle/>
            <a:p>
              <a:pPr eaLnBrk="1" hangingPunct="1">
                <a:defRPr/>
              </a:pPr>
              <a:endParaRPr lang="ru-RU" sz="1400"/>
            </a:p>
          </p:txBody>
        </p:sp>
        <p:sp>
          <p:nvSpPr>
            <p:cNvPr id="68707" name="Text Box 209">
              <a:extLst>
                <a:ext uri="{FF2B5EF4-FFF2-40B4-BE49-F238E27FC236}">
                  <a16:creationId xmlns:a16="http://schemas.microsoft.com/office/drawing/2014/main" id="{E371788A-4897-4BEA-B228-443825ACEE33}"/>
                </a:ext>
              </a:extLst>
            </p:cNvPr>
            <p:cNvSpPr txBox="1">
              <a:spLocks noChangeArrowheads="1"/>
            </p:cNvSpPr>
            <p:nvPr/>
          </p:nvSpPr>
          <p:spPr bwMode="auto">
            <a:xfrm>
              <a:off x="7654635" y="1198667"/>
              <a:ext cx="617873" cy="347564"/>
            </a:xfrm>
            <a:prstGeom prst="rect">
              <a:avLst/>
            </a:prstGeom>
            <a:noFill/>
            <a:ln w="9525">
              <a:noFill/>
              <a:miter lim="800000"/>
              <a:headEnd/>
              <a:tailEnd/>
            </a:ln>
          </p:spPr>
          <p:txBody>
            <a:bodyPr>
              <a:spAutoFit/>
            </a:bodyPr>
            <a:lstStyle/>
            <a:p>
              <a:pPr eaLnBrk="1" hangingPunct="1">
                <a:spcBef>
                  <a:spcPct val="50000"/>
                </a:spcBef>
                <a:defRPr/>
              </a:pPr>
              <a:r>
                <a:rPr lang="en-US" sz="1400" dirty="0"/>
                <a:t>D</a:t>
              </a:r>
              <a:r>
                <a:rPr lang="en-US" sz="1400" baseline="-25000" dirty="0"/>
                <a:t>3</a:t>
              </a:r>
            </a:p>
          </p:txBody>
        </p:sp>
        <p:grpSp>
          <p:nvGrpSpPr>
            <p:cNvPr id="135264" name="Group 141">
              <a:extLst>
                <a:ext uri="{FF2B5EF4-FFF2-40B4-BE49-F238E27FC236}">
                  <a16:creationId xmlns:a16="http://schemas.microsoft.com/office/drawing/2014/main" id="{D9B95942-020C-20B8-0872-BC73FF9AED8D}"/>
                </a:ext>
              </a:extLst>
            </p:cNvPr>
            <p:cNvGrpSpPr>
              <a:grpSpLocks/>
            </p:cNvGrpSpPr>
            <p:nvPr/>
          </p:nvGrpSpPr>
          <p:grpSpPr bwMode="auto">
            <a:xfrm>
              <a:off x="5431209" y="3481869"/>
              <a:ext cx="2240807" cy="1790190"/>
              <a:chOff x="3424" y="2482"/>
              <a:chExt cx="1392" cy="1476"/>
            </a:xfrm>
          </p:grpSpPr>
          <p:sp>
            <p:nvSpPr>
              <p:cNvPr id="68718" name="Rectangle 93">
                <a:extLst>
                  <a:ext uri="{FF2B5EF4-FFF2-40B4-BE49-F238E27FC236}">
                    <a16:creationId xmlns:a16="http://schemas.microsoft.com/office/drawing/2014/main" id="{C9AF09CF-EBB7-4A36-AD93-5B2C7AF2359B}"/>
                  </a:ext>
                </a:extLst>
              </p:cNvPr>
              <p:cNvSpPr>
                <a:spLocks noChangeArrowheads="1"/>
              </p:cNvSpPr>
              <p:nvPr/>
            </p:nvSpPr>
            <p:spPr bwMode="auto">
              <a:xfrm>
                <a:off x="3424" y="2484"/>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19" name="Rectangle 94">
                <a:extLst>
                  <a:ext uri="{FF2B5EF4-FFF2-40B4-BE49-F238E27FC236}">
                    <a16:creationId xmlns:a16="http://schemas.microsoft.com/office/drawing/2014/main" id="{C6491B7B-042F-4C05-AE02-42A39C4E5315}"/>
                  </a:ext>
                </a:extLst>
              </p:cNvPr>
              <p:cNvSpPr>
                <a:spLocks noChangeArrowheads="1"/>
              </p:cNvSpPr>
              <p:nvPr/>
            </p:nvSpPr>
            <p:spPr bwMode="auto">
              <a:xfrm>
                <a:off x="3772" y="2484"/>
                <a:ext cx="349"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0" name="Rectangle 95">
                <a:extLst>
                  <a:ext uri="{FF2B5EF4-FFF2-40B4-BE49-F238E27FC236}">
                    <a16:creationId xmlns:a16="http://schemas.microsoft.com/office/drawing/2014/main" id="{1DBC7201-7B34-4364-BCF7-A76D40E0520D}"/>
                  </a:ext>
                </a:extLst>
              </p:cNvPr>
              <p:cNvSpPr>
                <a:spLocks noChangeArrowheads="1"/>
              </p:cNvSpPr>
              <p:nvPr/>
            </p:nvSpPr>
            <p:spPr bwMode="auto">
              <a:xfrm>
                <a:off x="4121" y="2484"/>
                <a:ext cx="339" cy="368"/>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721" name="Rectangle 96">
                <a:extLst>
                  <a:ext uri="{FF2B5EF4-FFF2-40B4-BE49-F238E27FC236}">
                    <a16:creationId xmlns:a16="http://schemas.microsoft.com/office/drawing/2014/main" id="{5D68F2E1-0062-4A76-90DC-2A085090D5BC}"/>
                  </a:ext>
                </a:extLst>
              </p:cNvPr>
              <p:cNvSpPr>
                <a:spLocks noChangeArrowheads="1"/>
              </p:cNvSpPr>
              <p:nvPr/>
            </p:nvSpPr>
            <p:spPr bwMode="auto">
              <a:xfrm>
                <a:off x="4460" y="2484"/>
                <a:ext cx="348" cy="368"/>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722" name="Rectangle 97">
                <a:extLst>
                  <a:ext uri="{FF2B5EF4-FFF2-40B4-BE49-F238E27FC236}">
                    <a16:creationId xmlns:a16="http://schemas.microsoft.com/office/drawing/2014/main" id="{10D6CF1E-0B3E-4F8F-B3BF-9FCE48EC9A04}"/>
                  </a:ext>
                </a:extLst>
              </p:cNvPr>
              <p:cNvSpPr>
                <a:spLocks noChangeArrowheads="1"/>
              </p:cNvSpPr>
              <p:nvPr/>
            </p:nvSpPr>
            <p:spPr bwMode="auto">
              <a:xfrm>
                <a:off x="3424" y="2852"/>
                <a:ext cx="348" cy="367"/>
              </a:xfrm>
              <a:prstGeom prst="rect">
                <a:avLst/>
              </a:prstGeom>
              <a:noFill/>
              <a:ln w="9525">
                <a:noFill/>
                <a:miter lim="800000"/>
                <a:headEnd/>
                <a:tailEnd/>
              </a:ln>
            </p:spPr>
            <p:txBody>
              <a:bodyPr/>
              <a:lstStyle/>
              <a:p>
                <a:pPr algn="ctr" eaLnBrk="1" hangingPunct="1">
                  <a:spcBef>
                    <a:spcPct val="20000"/>
                  </a:spcBef>
                  <a:defRPr/>
                </a:pPr>
                <a:endParaRPr lang="en-US" sz="1400" dirty="0"/>
              </a:p>
            </p:txBody>
          </p:sp>
          <p:sp>
            <p:nvSpPr>
              <p:cNvPr id="68723" name="Rectangle 98">
                <a:extLst>
                  <a:ext uri="{FF2B5EF4-FFF2-40B4-BE49-F238E27FC236}">
                    <a16:creationId xmlns:a16="http://schemas.microsoft.com/office/drawing/2014/main" id="{91F300CD-7208-4C99-A74C-D3E1A1947F9A}"/>
                  </a:ext>
                </a:extLst>
              </p:cNvPr>
              <p:cNvSpPr>
                <a:spLocks noChangeArrowheads="1"/>
              </p:cNvSpPr>
              <p:nvPr/>
            </p:nvSpPr>
            <p:spPr bwMode="auto">
              <a:xfrm>
                <a:off x="3772" y="2852"/>
                <a:ext cx="349" cy="367"/>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724" name="Rectangle 99">
                <a:extLst>
                  <a:ext uri="{FF2B5EF4-FFF2-40B4-BE49-F238E27FC236}">
                    <a16:creationId xmlns:a16="http://schemas.microsoft.com/office/drawing/2014/main" id="{68CD10FF-6159-46B0-AFA1-C35B36819DE4}"/>
                  </a:ext>
                </a:extLst>
              </p:cNvPr>
              <p:cNvSpPr>
                <a:spLocks noChangeArrowheads="1"/>
              </p:cNvSpPr>
              <p:nvPr/>
            </p:nvSpPr>
            <p:spPr bwMode="auto">
              <a:xfrm>
                <a:off x="4121" y="2852"/>
                <a:ext cx="339" cy="36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725" name="Rectangle 100">
                <a:extLst>
                  <a:ext uri="{FF2B5EF4-FFF2-40B4-BE49-F238E27FC236}">
                    <a16:creationId xmlns:a16="http://schemas.microsoft.com/office/drawing/2014/main" id="{C358C2D7-CA2B-4118-992F-845C651C1885}"/>
                  </a:ext>
                </a:extLst>
              </p:cNvPr>
              <p:cNvSpPr>
                <a:spLocks noChangeArrowheads="1"/>
              </p:cNvSpPr>
              <p:nvPr/>
            </p:nvSpPr>
            <p:spPr bwMode="auto">
              <a:xfrm>
                <a:off x="4460" y="2852"/>
                <a:ext cx="348" cy="367"/>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6" name="Rectangle 101">
                <a:extLst>
                  <a:ext uri="{FF2B5EF4-FFF2-40B4-BE49-F238E27FC236}">
                    <a16:creationId xmlns:a16="http://schemas.microsoft.com/office/drawing/2014/main" id="{6B5BE99C-A830-46CC-8806-E7E7DF25448C}"/>
                  </a:ext>
                </a:extLst>
              </p:cNvPr>
              <p:cNvSpPr>
                <a:spLocks noChangeArrowheads="1"/>
              </p:cNvSpPr>
              <p:nvPr/>
            </p:nvSpPr>
            <p:spPr bwMode="auto">
              <a:xfrm>
                <a:off x="3424" y="3219"/>
                <a:ext cx="348" cy="367"/>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7" name="Rectangle 102">
                <a:extLst>
                  <a:ext uri="{FF2B5EF4-FFF2-40B4-BE49-F238E27FC236}">
                    <a16:creationId xmlns:a16="http://schemas.microsoft.com/office/drawing/2014/main" id="{9711F19D-6937-487A-841B-B4691E1CD69F}"/>
                  </a:ext>
                </a:extLst>
              </p:cNvPr>
              <p:cNvSpPr>
                <a:spLocks noChangeArrowheads="1"/>
              </p:cNvSpPr>
              <p:nvPr/>
            </p:nvSpPr>
            <p:spPr bwMode="auto">
              <a:xfrm>
                <a:off x="3772" y="3219"/>
                <a:ext cx="349" cy="367"/>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28" name="Rectangle 103">
                <a:extLst>
                  <a:ext uri="{FF2B5EF4-FFF2-40B4-BE49-F238E27FC236}">
                    <a16:creationId xmlns:a16="http://schemas.microsoft.com/office/drawing/2014/main" id="{4D03675B-7474-4AD4-9994-491119897511}"/>
                  </a:ext>
                </a:extLst>
              </p:cNvPr>
              <p:cNvSpPr>
                <a:spLocks noChangeArrowheads="1"/>
              </p:cNvSpPr>
              <p:nvPr/>
            </p:nvSpPr>
            <p:spPr bwMode="auto">
              <a:xfrm>
                <a:off x="4121" y="3219"/>
                <a:ext cx="339" cy="36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68729" name="Rectangle 104">
                <a:extLst>
                  <a:ext uri="{FF2B5EF4-FFF2-40B4-BE49-F238E27FC236}">
                    <a16:creationId xmlns:a16="http://schemas.microsoft.com/office/drawing/2014/main" id="{9D6B5996-5C53-403C-A844-457CB9E0C524}"/>
                  </a:ext>
                </a:extLst>
              </p:cNvPr>
              <p:cNvSpPr>
                <a:spLocks noChangeArrowheads="1"/>
              </p:cNvSpPr>
              <p:nvPr/>
            </p:nvSpPr>
            <p:spPr bwMode="auto">
              <a:xfrm>
                <a:off x="4460" y="3219"/>
                <a:ext cx="348" cy="367"/>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68730" name="Rectangle 105">
                <a:extLst>
                  <a:ext uri="{FF2B5EF4-FFF2-40B4-BE49-F238E27FC236}">
                    <a16:creationId xmlns:a16="http://schemas.microsoft.com/office/drawing/2014/main" id="{504C7CB5-05A2-40FE-BD09-AB0324E95BD6}"/>
                  </a:ext>
                </a:extLst>
              </p:cNvPr>
              <p:cNvSpPr>
                <a:spLocks noChangeArrowheads="1"/>
              </p:cNvSpPr>
              <p:nvPr/>
            </p:nvSpPr>
            <p:spPr bwMode="auto">
              <a:xfrm>
                <a:off x="3424" y="3585"/>
                <a:ext cx="348" cy="368"/>
              </a:xfrm>
              <a:prstGeom prst="rect">
                <a:avLst/>
              </a:prstGeom>
              <a:noFill/>
              <a:ln w="9525">
                <a:noFill/>
                <a:miter lim="800000"/>
                <a:headEnd/>
                <a:tailEnd/>
              </a:ln>
            </p:spPr>
            <p:txBody>
              <a:bodyPr/>
              <a:lstStyle/>
              <a:p>
                <a:pPr algn="ctr" eaLnBrk="1" hangingPunct="1">
                  <a:spcBef>
                    <a:spcPct val="20000"/>
                  </a:spcBef>
                  <a:defRPr/>
                </a:pPr>
                <a:endParaRPr lang="ru-RU" sz="1400"/>
              </a:p>
            </p:txBody>
          </p:sp>
          <p:sp>
            <p:nvSpPr>
              <p:cNvPr id="68731" name="Rectangle 106">
                <a:extLst>
                  <a:ext uri="{FF2B5EF4-FFF2-40B4-BE49-F238E27FC236}">
                    <a16:creationId xmlns:a16="http://schemas.microsoft.com/office/drawing/2014/main" id="{9BB66676-B434-4CFC-88A2-D6B89E8FA5F8}"/>
                  </a:ext>
                </a:extLst>
              </p:cNvPr>
              <p:cNvSpPr>
                <a:spLocks noChangeArrowheads="1"/>
              </p:cNvSpPr>
              <p:nvPr/>
            </p:nvSpPr>
            <p:spPr bwMode="auto">
              <a:xfrm>
                <a:off x="3772" y="3585"/>
                <a:ext cx="349" cy="368"/>
              </a:xfrm>
              <a:prstGeom prst="rect">
                <a:avLst/>
              </a:prstGeom>
              <a:noFill/>
              <a:ln w="9525">
                <a:noFill/>
                <a:miter lim="800000"/>
                <a:headEnd/>
                <a:tailEnd/>
              </a:ln>
            </p:spPr>
            <p:txBody>
              <a:bodyPr/>
              <a:lstStyle/>
              <a:p>
                <a:pPr algn="ctr" eaLnBrk="1" hangingPunct="1">
                  <a:spcBef>
                    <a:spcPct val="20000"/>
                  </a:spcBef>
                  <a:defRPr/>
                </a:pPr>
                <a:endParaRPr lang="en-US" sz="1400" dirty="0"/>
              </a:p>
            </p:txBody>
          </p:sp>
          <p:sp>
            <p:nvSpPr>
              <p:cNvPr id="68732" name="Rectangle 107">
                <a:extLst>
                  <a:ext uri="{FF2B5EF4-FFF2-40B4-BE49-F238E27FC236}">
                    <a16:creationId xmlns:a16="http://schemas.microsoft.com/office/drawing/2014/main" id="{01F6D681-E759-4A63-8468-3A20FD302DA8}"/>
                  </a:ext>
                </a:extLst>
              </p:cNvPr>
              <p:cNvSpPr>
                <a:spLocks noChangeArrowheads="1"/>
              </p:cNvSpPr>
              <p:nvPr/>
            </p:nvSpPr>
            <p:spPr bwMode="auto">
              <a:xfrm>
                <a:off x="4121" y="3585"/>
                <a:ext cx="339" cy="368"/>
              </a:xfrm>
              <a:prstGeom prst="rect">
                <a:avLst/>
              </a:prstGeom>
              <a:noFill/>
              <a:ln w="9525">
                <a:noFill/>
                <a:miter lim="800000"/>
                <a:headEnd/>
                <a:tailEnd/>
              </a:ln>
            </p:spPr>
            <p:txBody>
              <a:bodyPr/>
              <a:lstStyle/>
              <a:p>
                <a:pPr algn="ctr" eaLnBrk="1" hangingPunct="1">
                  <a:spcBef>
                    <a:spcPct val="20000"/>
                  </a:spcBef>
                  <a:defRPr/>
                </a:pPr>
                <a:endParaRPr lang="en-US" sz="1400" dirty="0"/>
              </a:p>
            </p:txBody>
          </p:sp>
          <p:sp>
            <p:nvSpPr>
              <p:cNvPr id="68733" name="Rectangle 108">
                <a:extLst>
                  <a:ext uri="{FF2B5EF4-FFF2-40B4-BE49-F238E27FC236}">
                    <a16:creationId xmlns:a16="http://schemas.microsoft.com/office/drawing/2014/main" id="{1907210C-D25D-4AC4-9550-A3A39A44E87F}"/>
                  </a:ext>
                </a:extLst>
              </p:cNvPr>
              <p:cNvSpPr>
                <a:spLocks noChangeArrowheads="1"/>
              </p:cNvSpPr>
              <p:nvPr/>
            </p:nvSpPr>
            <p:spPr bwMode="auto">
              <a:xfrm>
                <a:off x="4460" y="3585"/>
                <a:ext cx="348" cy="368"/>
              </a:xfrm>
              <a:prstGeom prst="rect">
                <a:avLst/>
              </a:prstGeom>
              <a:noFill/>
              <a:ln w="9525">
                <a:noFill/>
                <a:miter lim="800000"/>
                <a:headEnd/>
                <a:tailEnd/>
              </a:ln>
            </p:spPr>
            <p:txBody>
              <a:bodyPr/>
              <a:lstStyle/>
              <a:p>
                <a:pPr algn="ctr" eaLnBrk="1" hangingPunct="1">
                  <a:spcBef>
                    <a:spcPct val="20000"/>
                  </a:spcBef>
                  <a:defRPr/>
                </a:pPr>
                <a:endParaRPr lang="en-US" sz="1400" dirty="0"/>
              </a:p>
            </p:txBody>
          </p:sp>
          <p:sp>
            <p:nvSpPr>
              <p:cNvPr id="68734" name="Line 109">
                <a:extLst>
                  <a:ext uri="{FF2B5EF4-FFF2-40B4-BE49-F238E27FC236}">
                    <a16:creationId xmlns:a16="http://schemas.microsoft.com/office/drawing/2014/main" id="{EC35D772-FC3F-4942-A1AE-5AD29220EA35}"/>
                  </a:ext>
                </a:extLst>
              </p:cNvPr>
              <p:cNvSpPr>
                <a:spLocks noChangeShapeType="1"/>
              </p:cNvSpPr>
              <p:nvPr/>
            </p:nvSpPr>
            <p:spPr bwMode="auto">
              <a:xfrm>
                <a:off x="3772" y="2484"/>
                <a:ext cx="0" cy="1466"/>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5" name="Line 110">
                <a:extLst>
                  <a:ext uri="{FF2B5EF4-FFF2-40B4-BE49-F238E27FC236}">
                    <a16:creationId xmlns:a16="http://schemas.microsoft.com/office/drawing/2014/main" id="{573EEA73-C186-4208-896D-1BA7F5D0201F}"/>
                  </a:ext>
                </a:extLst>
              </p:cNvPr>
              <p:cNvSpPr>
                <a:spLocks noChangeShapeType="1"/>
              </p:cNvSpPr>
              <p:nvPr/>
            </p:nvSpPr>
            <p:spPr bwMode="auto">
              <a:xfrm>
                <a:off x="4121" y="2484"/>
                <a:ext cx="0" cy="1466"/>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6" name="Line 111">
                <a:extLst>
                  <a:ext uri="{FF2B5EF4-FFF2-40B4-BE49-F238E27FC236}">
                    <a16:creationId xmlns:a16="http://schemas.microsoft.com/office/drawing/2014/main" id="{8931C676-228A-4C31-97BC-58594AF1E58C}"/>
                  </a:ext>
                </a:extLst>
              </p:cNvPr>
              <p:cNvSpPr>
                <a:spLocks noChangeShapeType="1"/>
              </p:cNvSpPr>
              <p:nvPr/>
            </p:nvSpPr>
            <p:spPr bwMode="auto">
              <a:xfrm>
                <a:off x="4460" y="2484"/>
                <a:ext cx="0" cy="1466"/>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7" name="Line 112">
                <a:extLst>
                  <a:ext uri="{FF2B5EF4-FFF2-40B4-BE49-F238E27FC236}">
                    <a16:creationId xmlns:a16="http://schemas.microsoft.com/office/drawing/2014/main" id="{ACFA1443-6B89-4483-BD6F-69E25EA45F78}"/>
                  </a:ext>
                </a:extLst>
              </p:cNvPr>
              <p:cNvSpPr>
                <a:spLocks noChangeShapeType="1"/>
              </p:cNvSpPr>
              <p:nvPr/>
            </p:nvSpPr>
            <p:spPr bwMode="auto">
              <a:xfrm>
                <a:off x="3424" y="2852"/>
                <a:ext cx="1388"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8" name="Line 113">
                <a:extLst>
                  <a:ext uri="{FF2B5EF4-FFF2-40B4-BE49-F238E27FC236}">
                    <a16:creationId xmlns:a16="http://schemas.microsoft.com/office/drawing/2014/main" id="{F4CB791A-3A93-44E6-8DF2-F13D8742759B}"/>
                  </a:ext>
                </a:extLst>
              </p:cNvPr>
              <p:cNvSpPr>
                <a:spLocks noChangeShapeType="1"/>
              </p:cNvSpPr>
              <p:nvPr/>
            </p:nvSpPr>
            <p:spPr bwMode="auto">
              <a:xfrm>
                <a:off x="3424" y="3219"/>
                <a:ext cx="1388"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39" name="Line 114">
                <a:extLst>
                  <a:ext uri="{FF2B5EF4-FFF2-40B4-BE49-F238E27FC236}">
                    <a16:creationId xmlns:a16="http://schemas.microsoft.com/office/drawing/2014/main" id="{8E5B26C7-FDE0-4AD2-8B50-481ADE8E5801}"/>
                  </a:ext>
                </a:extLst>
              </p:cNvPr>
              <p:cNvSpPr>
                <a:spLocks noChangeShapeType="1"/>
              </p:cNvSpPr>
              <p:nvPr/>
            </p:nvSpPr>
            <p:spPr bwMode="auto">
              <a:xfrm>
                <a:off x="3424" y="3585"/>
                <a:ext cx="1388" cy="0"/>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68740" name="Line 115">
                <a:extLst>
                  <a:ext uri="{FF2B5EF4-FFF2-40B4-BE49-F238E27FC236}">
                    <a16:creationId xmlns:a16="http://schemas.microsoft.com/office/drawing/2014/main" id="{EBEEF715-9569-42ED-8527-F4F06B5799A2}"/>
                  </a:ext>
                </a:extLst>
              </p:cNvPr>
              <p:cNvSpPr>
                <a:spLocks noChangeShapeType="1"/>
              </p:cNvSpPr>
              <p:nvPr/>
            </p:nvSpPr>
            <p:spPr bwMode="auto">
              <a:xfrm>
                <a:off x="3424" y="2484"/>
                <a:ext cx="0" cy="1466"/>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41" name="Line 116">
                <a:extLst>
                  <a:ext uri="{FF2B5EF4-FFF2-40B4-BE49-F238E27FC236}">
                    <a16:creationId xmlns:a16="http://schemas.microsoft.com/office/drawing/2014/main" id="{64E8860C-4253-4893-842C-DBD6E2B2EB8C}"/>
                  </a:ext>
                </a:extLst>
              </p:cNvPr>
              <p:cNvSpPr>
                <a:spLocks noChangeShapeType="1"/>
              </p:cNvSpPr>
              <p:nvPr/>
            </p:nvSpPr>
            <p:spPr bwMode="auto">
              <a:xfrm>
                <a:off x="4816" y="2484"/>
                <a:ext cx="0" cy="1466"/>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42" name="Line 117">
                <a:extLst>
                  <a:ext uri="{FF2B5EF4-FFF2-40B4-BE49-F238E27FC236}">
                    <a16:creationId xmlns:a16="http://schemas.microsoft.com/office/drawing/2014/main" id="{5111203B-6B67-4873-A4E0-7FDED86AF9A2}"/>
                  </a:ext>
                </a:extLst>
              </p:cNvPr>
              <p:cNvSpPr>
                <a:spLocks noChangeShapeType="1"/>
              </p:cNvSpPr>
              <p:nvPr/>
            </p:nvSpPr>
            <p:spPr bwMode="auto">
              <a:xfrm>
                <a:off x="3424" y="2484"/>
                <a:ext cx="1388"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68743" name="Line 118">
                <a:extLst>
                  <a:ext uri="{FF2B5EF4-FFF2-40B4-BE49-F238E27FC236}">
                    <a16:creationId xmlns:a16="http://schemas.microsoft.com/office/drawing/2014/main" id="{94F4A872-C606-46CE-A4FE-170672CFE07E}"/>
                  </a:ext>
                </a:extLst>
              </p:cNvPr>
              <p:cNvSpPr>
                <a:spLocks noChangeShapeType="1"/>
              </p:cNvSpPr>
              <p:nvPr/>
            </p:nvSpPr>
            <p:spPr bwMode="auto">
              <a:xfrm>
                <a:off x="3424" y="3950"/>
                <a:ext cx="1388" cy="0"/>
              </a:xfrm>
              <a:prstGeom prst="line">
                <a:avLst/>
              </a:prstGeom>
              <a:noFill/>
              <a:ln w="28575" algn="ctr">
                <a:solidFill>
                  <a:schemeClr val="tx1"/>
                </a:solidFill>
                <a:round/>
                <a:headEnd/>
                <a:tailEnd/>
              </a:ln>
            </p:spPr>
            <p:txBody>
              <a:bodyPr/>
              <a:lstStyle/>
              <a:p>
                <a:pPr eaLnBrk="1" hangingPunct="1">
                  <a:defRPr/>
                </a:pPr>
                <a:endParaRPr lang="en-US" sz="1400" dirty="0"/>
              </a:p>
            </p:txBody>
          </p:sp>
          <p:sp>
            <p:nvSpPr>
              <p:cNvPr id="149" name="Rectangle 102">
                <a:extLst>
                  <a:ext uri="{FF2B5EF4-FFF2-40B4-BE49-F238E27FC236}">
                    <a16:creationId xmlns:a16="http://schemas.microsoft.com/office/drawing/2014/main" id="{E2EEFF0A-693A-4001-A566-F86AB776D1E3}"/>
                  </a:ext>
                </a:extLst>
              </p:cNvPr>
              <p:cNvSpPr>
                <a:spLocks noChangeArrowheads="1"/>
              </p:cNvSpPr>
              <p:nvPr/>
            </p:nvSpPr>
            <p:spPr bwMode="auto">
              <a:xfrm>
                <a:off x="3800" y="3579"/>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150" name="Line 110">
                <a:extLst>
                  <a:ext uri="{FF2B5EF4-FFF2-40B4-BE49-F238E27FC236}">
                    <a16:creationId xmlns:a16="http://schemas.microsoft.com/office/drawing/2014/main" id="{E90F4DF8-1A2C-43DA-97F3-69A4CB287FB4}"/>
                  </a:ext>
                </a:extLst>
              </p:cNvPr>
              <p:cNvSpPr>
                <a:spLocks noChangeShapeType="1"/>
              </p:cNvSpPr>
              <p:nvPr/>
            </p:nvSpPr>
            <p:spPr bwMode="auto">
              <a:xfrm>
                <a:off x="3744" y="2490"/>
                <a:ext cx="0" cy="1468"/>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151" name="Rectangle 102">
                <a:extLst>
                  <a:ext uri="{FF2B5EF4-FFF2-40B4-BE49-F238E27FC236}">
                    <a16:creationId xmlns:a16="http://schemas.microsoft.com/office/drawing/2014/main" id="{8094A8E9-F46B-432F-8D40-7F96A97BE472}"/>
                  </a:ext>
                </a:extLst>
              </p:cNvPr>
              <p:cNvSpPr>
                <a:spLocks noChangeArrowheads="1"/>
              </p:cNvSpPr>
              <p:nvPr/>
            </p:nvSpPr>
            <p:spPr bwMode="auto">
              <a:xfrm>
                <a:off x="3424" y="3585"/>
                <a:ext cx="348" cy="368"/>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grpSp>
        <p:sp>
          <p:nvSpPr>
            <p:cNvPr id="3" name="Text Box 191">
              <a:extLst>
                <a:ext uri="{FF2B5EF4-FFF2-40B4-BE49-F238E27FC236}">
                  <a16:creationId xmlns:a16="http://schemas.microsoft.com/office/drawing/2014/main" id="{917699FE-A35E-46CE-9CF4-65547F871CFB}"/>
                </a:ext>
              </a:extLst>
            </p:cNvPr>
            <p:cNvSpPr txBox="1">
              <a:spLocks noChangeArrowheads="1"/>
            </p:cNvSpPr>
            <p:nvPr/>
          </p:nvSpPr>
          <p:spPr bwMode="auto">
            <a:xfrm>
              <a:off x="5251610" y="3133008"/>
              <a:ext cx="2549978" cy="347564"/>
            </a:xfrm>
            <a:prstGeom prst="rect">
              <a:avLst/>
            </a:prstGeom>
            <a:noFill/>
            <a:ln w="9525">
              <a:noFill/>
              <a:miter lim="800000"/>
              <a:headEnd/>
              <a:tailEnd/>
            </a:ln>
          </p:spPr>
          <p:txBody>
            <a:bodyPr>
              <a:spAutoFit/>
            </a:bodyPr>
            <a:lstStyle/>
            <a:p>
              <a:pPr eaLnBrk="1" hangingPunct="1">
                <a:spcBef>
                  <a:spcPct val="50000"/>
                </a:spcBef>
                <a:defRPr/>
              </a:pPr>
              <a:r>
                <a:rPr lang="en-US" sz="1400" dirty="0"/>
                <a:t>q</a:t>
              </a:r>
              <a:r>
                <a:rPr lang="en-US" sz="1400" baseline="-25000" dirty="0"/>
                <a:t>3</a:t>
              </a:r>
              <a:r>
                <a:rPr lang="en-US" sz="1400" dirty="0"/>
                <a:t>x 00        01       11      10</a:t>
              </a:r>
            </a:p>
          </p:txBody>
        </p:sp>
        <p:sp>
          <p:nvSpPr>
            <p:cNvPr id="68710" name="Line 192">
              <a:extLst>
                <a:ext uri="{FF2B5EF4-FFF2-40B4-BE49-F238E27FC236}">
                  <a16:creationId xmlns:a16="http://schemas.microsoft.com/office/drawing/2014/main" id="{FEB2DACA-1809-44EA-8FE0-C54B7A49E911}"/>
                </a:ext>
              </a:extLst>
            </p:cNvPr>
            <p:cNvSpPr>
              <a:spLocks noChangeShapeType="1"/>
            </p:cNvSpPr>
            <p:nvPr/>
          </p:nvSpPr>
          <p:spPr bwMode="auto">
            <a:xfrm>
              <a:off x="5244931" y="3263877"/>
              <a:ext cx="232119" cy="242016"/>
            </a:xfrm>
            <a:prstGeom prst="line">
              <a:avLst/>
            </a:prstGeom>
            <a:noFill/>
            <a:ln w="31750">
              <a:solidFill>
                <a:schemeClr val="tx1"/>
              </a:solidFill>
              <a:round/>
              <a:headEnd/>
              <a:tailEnd/>
            </a:ln>
          </p:spPr>
          <p:txBody>
            <a:bodyPr/>
            <a:lstStyle/>
            <a:p>
              <a:pPr eaLnBrk="1" hangingPunct="1">
                <a:defRPr/>
              </a:pPr>
              <a:endParaRPr lang="en-US" sz="1400" dirty="0"/>
            </a:p>
          </p:txBody>
        </p:sp>
        <p:sp>
          <p:nvSpPr>
            <p:cNvPr id="68711" name="Text Box 193">
              <a:extLst>
                <a:ext uri="{FF2B5EF4-FFF2-40B4-BE49-F238E27FC236}">
                  <a16:creationId xmlns:a16="http://schemas.microsoft.com/office/drawing/2014/main" id="{6FB32948-6F31-4D0B-93A9-8E0DE1A63C91}"/>
                </a:ext>
              </a:extLst>
            </p:cNvPr>
            <p:cNvSpPr txBox="1">
              <a:spLocks noChangeArrowheads="1"/>
            </p:cNvSpPr>
            <p:nvPr/>
          </p:nvSpPr>
          <p:spPr bwMode="auto">
            <a:xfrm>
              <a:off x="4822438" y="3192169"/>
              <a:ext cx="669641" cy="2212819"/>
            </a:xfrm>
            <a:prstGeom prst="rect">
              <a:avLst/>
            </a:prstGeom>
            <a:noFill/>
            <a:ln w="9525">
              <a:noFill/>
              <a:miter lim="800000"/>
              <a:headEnd/>
              <a:tailEnd/>
            </a:ln>
          </p:spPr>
          <p:txBody>
            <a:bodyPr>
              <a:spAutoFit/>
            </a:bodyPr>
            <a:lstStyle/>
            <a:p>
              <a:pPr eaLnBrk="1" hangingPunct="1">
                <a:defRPr/>
              </a:pPr>
              <a:r>
                <a:rPr lang="en-US" sz="1400" dirty="0"/>
                <a:t>q</a:t>
              </a:r>
              <a:r>
                <a:rPr lang="en-US" sz="1400" baseline="-25000" dirty="0"/>
                <a:t>1</a:t>
              </a:r>
              <a:r>
                <a:rPr lang="en-US" sz="1400" dirty="0"/>
                <a:t>q</a:t>
              </a:r>
              <a:r>
                <a:rPr lang="en-US" sz="1400" baseline="-25000" dirty="0"/>
                <a:t>2</a:t>
              </a:r>
            </a:p>
            <a:p>
              <a:pPr eaLnBrk="1" hangingPunct="1">
                <a:defRPr/>
              </a:pPr>
              <a:endParaRPr lang="en-US" sz="1400" baseline="-25000" dirty="0"/>
            </a:p>
            <a:p>
              <a:pPr eaLnBrk="1" hangingPunct="1">
                <a:defRPr/>
              </a:pPr>
              <a:r>
                <a:rPr lang="en-US" sz="1400" dirty="0"/>
                <a:t>00</a:t>
              </a:r>
            </a:p>
            <a:p>
              <a:pPr eaLnBrk="1" hangingPunct="1">
                <a:defRPr/>
              </a:pPr>
              <a:endParaRPr lang="en-US" sz="1400" dirty="0"/>
            </a:p>
            <a:p>
              <a:pPr eaLnBrk="1" hangingPunct="1">
                <a:defRPr/>
              </a:pPr>
              <a:r>
                <a:rPr lang="en-US" sz="1400" dirty="0"/>
                <a:t>01</a:t>
              </a:r>
            </a:p>
            <a:p>
              <a:pPr eaLnBrk="1" hangingPunct="1">
                <a:defRPr/>
              </a:pPr>
              <a:endParaRPr lang="en-US" sz="1400" dirty="0"/>
            </a:p>
            <a:p>
              <a:pPr eaLnBrk="1" hangingPunct="1">
                <a:defRPr/>
              </a:pPr>
              <a:r>
                <a:rPr lang="en-US" sz="1400" dirty="0"/>
                <a:t>11</a:t>
              </a:r>
            </a:p>
            <a:p>
              <a:pPr eaLnBrk="1" hangingPunct="1">
                <a:defRPr/>
              </a:pPr>
              <a:endParaRPr lang="en-US" sz="1400" dirty="0"/>
            </a:p>
            <a:p>
              <a:pPr eaLnBrk="1" hangingPunct="1">
                <a:defRPr/>
              </a:pPr>
              <a:r>
                <a:rPr lang="en-US" sz="1400" dirty="0"/>
                <a:t>10</a:t>
              </a:r>
            </a:p>
          </p:txBody>
        </p:sp>
        <p:sp>
          <p:nvSpPr>
            <p:cNvPr id="68716" name="Text Box 210">
              <a:extLst>
                <a:ext uri="{FF2B5EF4-FFF2-40B4-BE49-F238E27FC236}">
                  <a16:creationId xmlns:a16="http://schemas.microsoft.com/office/drawing/2014/main" id="{D5558827-C6FB-40B3-9E6A-7504A86727D4}"/>
                </a:ext>
              </a:extLst>
            </p:cNvPr>
            <p:cNvSpPr txBox="1">
              <a:spLocks noChangeArrowheads="1"/>
            </p:cNvSpPr>
            <p:nvPr/>
          </p:nvSpPr>
          <p:spPr bwMode="auto">
            <a:xfrm>
              <a:off x="7846677" y="3299732"/>
              <a:ext cx="617873" cy="347564"/>
            </a:xfrm>
            <a:prstGeom prst="rect">
              <a:avLst/>
            </a:prstGeom>
            <a:noFill/>
            <a:ln w="9525">
              <a:noFill/>
              <a:miter lim="800000"/>
              <a:headEnd/>
              <a:tailEnd/>
            </a:ln>
          </p:spPr>
          <p:txBody>
            <a:bodyPr>
              <a:spAutoFit/>
            </a:bodyPr>
            <a:lstStyle/>
            <a:p>
              <a:pPr eaLnBrk="1" hangingPunct="1">
                <a:spcBef>
                  <a:spcPct val="50000"/>
                </a:spcBef>
                <a:defRPr/>
              </a:pPr>
              <a:r>
                <a:rPr lang="en-US" sz="1400" dirty="0"/>
                <a:t>y</a:t>
              </a:r>
              <a:endParaRPr lang="en-US" sz="1400" baseline="-25000" dirty="0"/>
            </a:p>
          </p:txBody>
        </p:sp>
        <p:sp>
          <p:nvSpPr>
            <p:cNvPr id="137" name="Rectangle 69">
              <a:extLst>
                <a:ext uri="{FF2B5EF4-FFF2-40B4-BE49-F238E27FC236}">
                  <a16:creationId xmlns:a16="http://schemas.microsoft.com/office/drawing/2014/main" id="{785304F9-2C1B-46C4-91BC-01417AAAD165}"/>
                </a:ext>
              </a:extLst>
            </p:cNvPr>
            <p:cNvSpPr>
              <a:spLocks noChangeArrowheads="1"/>
            </p:cNvSpPr>
            <p:nvPr/>
          </p:nvSpPr>
          <p:spPr bwMode="auto">
            <a:xfrm>
              <a:off x="3062335" y="4000683"/>
              <a:ext cx="559426" cy="44638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138" name="AutoShape 194">
              <a:extLst>
                <a:ext uri="{FF2B5EF4-FFF2-40B4-BE49-F238E27FC236}">
                  <a16:creationId xmlns:a16="http://schemas.microsoft.com/office/drawing/2014/main" id="{4114D4A0-1530-42C0-9581-7E9445D1ED08}"/>
                </a:ext>
              </a:extLst>
            </p:cNvPr>
            <p:cNvSpPr>
              <a:spLocks noChangeArrowheads="1"/>
            </p:cNvSpPr>
            <p:nvPr/>
          </p:nvSpPr>
          <p:spPr bwMode="auto">
            <a:xfrm>
              <a:off x="2678252" y="4058050"/>
              <a:ext cx="851663" cy="731429"/>
            </a:xfrm>
            <a:prstGeom prst="roundRect">
              <a:avLst>
                <a:gd name="adj" fmla="val 16667"/>
              </a:avLst>
            </a:prstGeom>
            <a:noFill/>
            <a:ln w="34925">
              <a:solidFill>
                <a:srgbClr val="0000FF"/>
              </a:solidFill>
              <a:round/>
              <a:headEnd/>
              <a:tailEnd/>
            </a:ln>
          </p:spPr>
          <p:txBody>
            <a:bodyPr wrap="none" anchor="ctr"/>
            <a:lstStyle/>
            <a:p>
              <a:pPr eaLnBrk="1" hangingPunct="1">
                <a:defRPr/>
              </a:pPr>
              <a:endParaRPr lang="ru-RU" sz="1400"/>
            </a:p>
          </p:txBody>
        </p:sp>
        <p:sp>
          <p:nvSpPr>
            <p:cNvPr id="139" name="Rectangle 11">
              <a:extLst>
                <a:ext uri="{FF2B5EF4-FFF2-40B4-BE49-F238E27FC236}">
                  <a16:creationId xmlns:a16="http://schemas.microsoft.com/office/drawing/2014/main" id="{3ADF9150-1BF3-407F-A50B-BB52323B2E7B}"/>
                </a:ext>
              </a:extLst>
            </p:cNvPr>
            <p:cNvSpPr>
              <a:spLocks noChangeArrowheads="1"/>
            </p:cNvSpPr>
            <p:nvPr/>
          </p:nvSpPr>
          <p:spPr bwMode="auto">
            <a:xfrm>
              <a:off x="1412447" y="2659731"/>
              <a:ext cx="559426" cy="403362"/>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140" name="Line 19">
              <a:extLst>
                <a:ext uri="{FF2B5EF4-FFF2-40B4-BE49-F238E27FC236}">
                  <a16:creationId xmlns:a16="http://schemas.microsoft.com/office/drawing/2014/main" id="{E07E2EBD-8A6F-4FAB-9774-15BBFDA0D277}"/>
                </a:ext>
              </a:extLst>
            </p:cNvPr>
            <p:cNvSpPr>
              <a:spLocks noChangeShapeType="1"/>
            </p:cNvSpPr>
            <p:nvPr/>
          </p:nvSpPr>
          <p:spPr bwMode="auto">
            <a:xfrm>
              <a:off x="2516270" y="1442476"/>
              <a:ext cx="0" cy="1620617"/>
            </a:xfrm>
            <a:prstGeom prst="line">
              <a:avLst/>
            </a:prstGeom>
            <a:noFill/>
            <a:ln w="12700" algn="ctr">
              <a:solidFill>
                <a:schemeClr val="tx1"/>
              </a:solidFill>
              <a:round/>
              <a:headEnd/>
              <a:tailEnd/>
            </a:ln>
          </p:spPr>
          <p:txBody>
            <a:bodyPr/>
            <a:lstStyle/>
            <a:p>
              <a:pPr eaLnBrk="1" hangingPunct="1">
                <a:defRPr/>
              </a:pPr>
              <a:endParaRPr lang="en-US" sz="1400" dirty="0"/>
            </a:p>
          </p:txBody>
        </p:sp>
        <p:sp>
          <p:nvSpPr>
            <p:cNvPr id="141" name="Rectangle 11">
              <a:extLst>
                <a:ext uri="{FF2B5EF4-FFF2-40B4-BE49-F238E27FC236}">
                  <a16:creationId xmlns:a16="http://schemas.microsoft.com/office/drawing/2014/main" id="{3E76F782-B1CD-4A55-B290-797452047509}"/>
                </a:ext>
              </a:extLst>
            </p:cNvPr>
            <p:cNvSpPr>
              <a:spLocks noChangeArrowheads="1"/>
            </p:cNvSpPr>
            <p:nvPr/>
          </p:nvSpPr>
          <p:spPr bwMode="auto">
            <a:xfrm>
              <a:off x="1971873" y="2666902"/>
              <a:ext cx="561096" cy="405154"/>
            </a:xfrm>
            <a:prstGeom prst="rect">
              <a:avLst/>
            </a:prstGeom>
            <a:noFill/>
            <a:ln w="9525">
              <a:noFill/>
              <a:miter lim="800000"/>
              <a:headEnd/>
              <a:tailEnd/>
            </a:ln>
          </p:spPr>
          <p:txBody>
            <a:bodyPr/>
            <a:lstStyle/>
            <a:p>
              <a:pPr algn="ctr" eaLnBrk="1" hangingPunct="1">
                <a:spcBef>
                  <a:spcPct val="20000"/>
                </a:spcBef>
                <a:defRPr/>
              </a:pPr>
              <a:r>
                <a:rPr lang="en-US" sz="1400" dirty="0"/>
                <a:t>-</a:t>
              </a:r>
            </a:p>
          </p:txBody>
        </p:sp>
        <p:sp>
          <p:nvSpPr>
            <p:cNvPr id="142" name="Rectangle 69">
              <a:extLst>
                <a:ext uri="{FF2B5EF4-FFF2-40B4-BE49-F238E27FC236}">
                  <a16:creationId xmlns:a16="http://schemas.microsoft.com/office/drawing/2014/main" id="{90655ABB-FEE1-4CAC-B155-37E97D1D649A}"/>
                </a:ext>
              </a:extLst>
            </p:cNvPr>
            <p:cNvSpPr>
              <a:spLocks noChangeArrowheads="1"/>
            </p:cNvSpPr>
            <p:nvPr/>
          </p:nvSpPr>
          <p:spPr bwMode="auto">
            <a:xfrm>
              <a:off x="2531298" y="3963037"/>
              <a:ext cx="559426" cy="446386"/>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144" name="Rectangle 69">
              <a:extLst>
                <a:ext uri="{FF2B5EF4-FFF2-40B4-BE49-F238E27FC236}">
                  <a16:creationId xmlns:a16="http://schemas.microsoft.com/office/drawing/2014/main" id="{B08EB36D-F99C-47E0-92FB-57FEC32AD8EC}"/>
                </a:ext>
              </a:extLst>
            </p:cNvPr>
            <p:cNvSpPr>
              <a:spLocks noChangeArrowheads="1"/>
            </p:cNvSpPr>
            <p:nvPr/>
          </p:nvSpPr>
          <p:spPr bwMode="auto">
            <a:xfrm>
              <a:off x="2591416" y="4447071"/>
              <a:ext cx="561096" cy="446386"/>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145" name="Rectangle 69">
              <a:extLst>
                <a:ext uri="{FF2B5EF4-FFF2-40B4-BE49-F238E27FC236}">
                  <a16:creationId xmlns:a16="http://schemas.microsoft.com/office/drawing/2014/main" id="{AF2639F3-9D97-42DC-9F00-8F1897F34C1F}"/>
                </a:ext>
              </a:extLst>
            </p:cNvPr>
            <p:cNvSpPr>
              <a:spLocks noChangeArrowheads="1"/>
            </p:cNvSpPr>
            <p:nvPr/>
          </p:nvSpPr>
          <p:spPr bwMode="auto">
            <a:xfrm>
              <a:off x="3107424" y="4423765"/>
              <a:ext cx="559425" cy="446387"/>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146" name="Rectangle 38">
              <a:extLst>
                <a:ext uri="{FF2B5EF4-FFF2-40B4-BE49-F238E27FC236}">
                  <a16:creationId xmlns:a16="http://schemas.microsoft.com/office/drawing/2014/main" id="{1400C803-7FB7-4384-9F05-3A7DC2301669}"/>
                </a:ext>
              </a:extLst>
            </p:cNvPr>
            <p:cNvSpPr>
              <a:spLocks noChangeArrowheads="1"/>
            </p:cNvSpPr>
            <p:nvPr/>
          </p:nvSpPr>
          <p:spPr bwMode="auto">
            <a:xfrm>
              <a:off x="6435588" y="1844045"/>
              <a:ext cx="561096" cy="410532"/>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147" name="Rectangle 38">
              <a:extLst>
                <a:ext uri="{FF2B5EF4-FFF2-40B4-BE49-F238E27FC236}">
                  <a16:creationId xmlns:a16="http://schemas.microsoft.com/office/drawing/2014/main" id="{F7572568-130C-4D38-96A6-2D482E497ECA}"/>
                </a:ext>
              </a:extLst>
            </p:cNvPr>
            <p:cNvSpPr>
              <a:spLocks noChangeArrowheads="1"/>
            </p:cNvSpPr>
            <p:nvPr/>
          </p:nvSpPr>
          <p:spPr bwMode="auto">
            <a:xfrm>
              <a:off x="7026742" y="2270712"/>
              <a:ext cx="559426" cy="408740"/>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148" name="Rectangle 38">
              <a:extLst>
                <a:ext uri="{FF2B5EF4-FFF2-40B4-BE49-F238E27FC236}">
                  <a16:creationId xmlns:a16="http://schemas.microsoft.com/office/drawing/2014/main" id="{5D437A30-677C-4775-8D4E-87C1C7290612}"/>
                </a:ext>
              </a:extLst>
            </p:cNvPr>
            <p:cNvSpPr>
              <a:spLocks noChangeArrowheads="1"/>
            </p:cNvSpPr>
            <p:nvPr/>
          </p:nvSpPr>
          <p:spPr bwMode="auto">
            <a:xfrm>
              <a:off x="6484016" y="2259955"/>
              <a:ext cx="559425" cy="408740"/>
            </a:xfrm>
            <a:prstGeom prst="rect">
              <a:avLst/>
            </a:prstGeom>
            <a:noFill/>
            <a:ln w="9525">
              <a:noFill/>
              <a:miter lim="800000"/>
              <a:headEnd/>
              <a:tailEnd/>
            </a:ln>
          </p:spPr>
          <p:txBody>
            <a:bodyPr/>
            <a:lstStyle/>
            <a:p>
              <a:pPr algn="ctr" eaLnBrk="1" hangingPunct="1">
                <a:spcBef>
                  <a:spcPct val="20000"/>
                </a:spcBef>
                <a:defRPr/>
              </a:pPr>
              <a:r>
                <a:rPr lang="en-US" sz="1400" dirty="0"/>
                <a:t>1</a:t>
              </a:r>
            </a:p>
          </p:txBody>
        </p:sp>
        <p:sp>
          <p:nvSpPr>
            <p:cNvPr id="152" name="AutoShape 202">
              <a:extLst>
                <a:ext uri="{FF2B5EF4-FFF2-40B4-BE49-F238E27FC236}">
                  <a16:creationId xmlns:a16="http://schemas.microsoft.com/office/drawing/2014/main" id="{5A180340-B1C3-4F3D-A17B-C438AD38B531}"/>
                </a:ext>
              </a:extLst>
            </p:cNvPr>
            <p:cNvSpPr>
              <a:spLocks noChangeArrowheads="1"/>
            </p:cNvSpPr>
            <p:nvPr/>
          </p:nvSpPr>
          <p:spPr bwMode="auto">
            <a:xfrm>
              <a:off x="6587552" y="4006062"/>
              <a:ext cx="961878" cy="697366"/>
            </a:xfrm>
            <a:prstGeom prst="roundRect">
              <a:avLst>
                <a:gd name="adj" fmla="val 16667"/>
              </a:avLst>
            </a:prstGeom>
            <a:noFill/>
            <a:ln w="31750">
              <a:solidFill>
                <a:srgbClr val="0000FF"/>
              </a:solidFill>
              <a:round/>
              <a:headEnd/>
              <a:tailEnd/>
            </a:ln>
          </p:spPr>
          <p:txBody>
            <a:bodyPr wrap="none" anchor="ctr"/>
            <a:lstStyle/>
            <a:p>
              <a:pPr eaLnBrk="1" hangingPunct="1">
                <a:defRPr/>
              </a:pPr>
              <a:endParaRPr lang="ru-RU" sz="1400"/>
            </a:p>
          </p:txBody>
        </p:sp>
      </p:grpSp>
      <p:sp>
        <p:nvSpPr>
          <p:cNvPr id="135172" name="TextBox 4">
            <a:extLst>
              <a:ext uri="{FF2B5EF4-FFF2-40B4-BE49-F238E27FC236}">
                <a16:creationId xmlns:a16="http://schemas.microsoft.com/office/drawing/2014/main" id="{F90A8B1E-FCC8-E502-6066-E7A36939E0E5}"/>
              </a:ext>
            </a:extLst>
          </p:cNvPr>
          <p:cNvSpPr txBox="1">
            <a:spLocks noChangeArrowheads="1"/>
          </p:cNvSpPr>
          <p:nvPr/>
        </p:nvSpPr>
        <p:spPr bwMode="auto">
          <a:xfrm>
            <a:off x="1836738" y="5418138"/>
            <a:ext cx="8432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D</a:t>
            </a:r>
            <a:r>
              <a:rPr lang="en-US" altLang="en-US" sz="2000" baseline="-25000"/>
              <a:t>1</a:t>
            </a:r>
            <a:r>
              <a:rPr lang="en-US" altLang="en-US" sz="2000"/>
              <a:t>=</a:t>
            </a:r>
            <a:r>
              <a:rPr lang="en-US" altLang="en-US" sz="2000">
                <a:sym typeface="Symbol" panose="05050102010706020507" pitchFamily="18" charset="2"/>
              </a:rPr>
              <a:t>q</a:t>
            </a:r>
            <a:r>
              <a:rPr lang="en-US" altLang="en-US" sz="2000" baseline="-25000">
                <a:sym typeface="Symbol" panose="05050102010706020507" pitchFamily="18" charset="2"/>
              </a:rPr>
              <a:t>1</a:t>
            </a:r>
            <a:r>
              <a:rPr lang="en-US" altLang="en-US" sz="2000">
                <a:sym typeface="Symbol" panose="05050102010706020507" pitchFamily="18" charset="2"/>
              </a:rPr>
              <a:t>q</a:t>
            </a:r>
            <a:r>
              <a:rPr lang="en-US" altLang="en-US" sz="2000" baseline="-25000">
                <a:sym typeface="Symbol" panose="05050102010706020507" pitchFamily="18" charset="2"/>
              </a:rPr>
              <a:t>2</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x; D</a:t>
            </a:r>
            <a:r>
              <a:rPr lang="en-US" altLang="en-US" sz="2000" baseline="-25000">
                <a:sym typeface="Symbol" panose="05050102010706020507" pitchFamily="18" charset="2"/>
              </a:rPr>
              <a:t>2 </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x+q</a:t>
            </a:r>
            <a:r>
              <a:rPr lang="en-US" altLang="en-US" sz="2000" baseline="-25000">
                <a:sym typeface="Symbol" panose="05050102010706020507" pitchFamily="18" charset="2"/>
              </a:rPr>
              <a:t>2</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 D</a:t>
            </a:r>
            <a:r>
              <a:rPr lang="en-US" altLang="en-US" sz="2000" baseline="-25000">
                <a:sym typeface="Symbol" panose="05050102010706020507" pitchFamily="18" charset="2"/>
              </a:rPr>
              <a:t>3 </a:t>
            </a:r>
            <a:r>
              <a:rPr lang="en-US" altLang="en-US" sz="2000">
                <a:sym typeface="Symbol" panose="05050102010706020507" pitchFamily="18" charset="2"/>
              </a:rPr>
              <a:t>=q</a:t>
            </a:r>
            <a:r>
              <a:rPr lang="en-US" altLang="en-US" sz="2000" baseline="-25000">
                <a:sym typeface="Symbol" panose="05050102010706020507" pitchFamily="18" charset="2"/>
              </a:rPr>
              <a:t>1</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x+q</a:t>
            </a:r>
            <a:r>
              <a:rPr lang="en-US" altLang="en-US" sz="2000" baseline="-25000">
                <a:sym typeface="Symbol" panose="05050102010706020507" pitchFamily="18" charset="2"/>
              </a:rPr>
              <a:t>2</a:t>
            </a:r>
            <a:r>
              <a:rPr lang="en-US" altLang="en-US" sz="2000">
                <a:sym typeface="Symbol" panose="05050102010706020507" pitchFamily="18" charset="2"/>
              </a:rPr>
              <a:t>x; y=q</a:t>
            </a:r>
            <a:r>
              <a:rPr lang="en-US" altLang="en-US" sz="2000" baseline="-25000">
                <a:sym typeface="Symbol" panose="05050102010706020507" pitchFamily="18" charset="2"/>
              </a:rPr>
              <a:t>2</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+q</a:t>
            </a:r>
            <a:r>
              <a:rPr lang="en-US" altLang="en-US" sz="2000" baseline="-25000">
                <a:sym typeface="Symbol" panose="05050102010706020507" pitchFamily="18" charset="2"/>
              </a:rPr>
              <a:t>1</a:t>
            </a:r>
            <a:r>
              <a:rPr lang="en-US" altLang="en-US" sz="2000">
                <a:sym typeface="Symbol" panose="05050102010706020507" pitchFamily="18" charset="2"/>
              </a:rPr>
              <a:t>q</a:t>
            </a:r>
            <a:r>
              <a:rPr lang="en-US" altLang="en-US" sz="2000" baseline="-25000">
                <a:sym typeface="Symbol" panose="05050102010706020507" pitchFamily="18" charset="2"/>
              </a:rPr>
              <a:t>3</a:t>
            </a:r>
            <a:r>
              <a:rPr lang="en-US" altLang="en-US" sz="2000">
                <a:sym typeface="Symbol" panose="05050102010706020507" pitchFamily="18" charset="2"/>
              </a:rPr>
              <a:t>x;</a:t>
            </a:r>
            <a:endParaRPr lang="en-US" altLang="en-US" sz="2000" baseline="-25000"/>
          </a:p>
        </p:txBody>
      </p:sp>
      <p:sp>
        <p:nvSpPr>
          <p:cNvPr id="10" name="Title 9">
            <a:extLst>
              <a:ext uri="{FF2B5EF4-FFF2-40B4-BE49-F238E27FC236}">
                <a16:creationId xmlns:a16="http://schemas.microsoft.com/office/drawing/2014/main" id="{E5DE96C0-C371-A865-6CA0-79A77E48E0A1}"/>
              </a:ext>
            </a:extLst>
          </p:cNvPr>
          <p:cNvSpPr>
            <a:spLocks noGrp="1"/>
          </p:cNvSpPr>
          <p:nvPr>
            <p:ph type="title"/>
          </p:nvPr>
        </p:nvSpPr>
        <p:spPr/>
        <p:txBody>
          <a:bodyPr>
            <a:normAutofit/>
          </a:bodyPr>
          <a:lstStyle/>
          <a:p>
            <a:r>
              <a:rPr lang="en-US" dirty="0"/>
              <a:t>Excitation Functions</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5E59460-9DE9-998E-C2DB-EB6109E2A447}"/>
              </a:ext>
            </a:extLst>
          </p:cNvPr>
          <p:cNvSpPr>
            <a:spLocks noGrp="1"/>
          </p:cNvSpPr>
          <p:nvPr>
            <p:ph type="body" sz="quarter" idx="10"/>
          </p:nvPr>
        </p:nvSpPr>
        <p:spPr/>
        <p:txBody>
          <a:bodyPr/>
          <a:lstStyle/>
          <a:p>
            <a:pPr eaLnBrk="1" hangingPunct="1">
              <a:spcBef>
                <a:spcPct val="50000"/>
              </a:spcBef>
            </a:pPr>
            <a:r>
              <a:rPr lang="en-US" altLang="en-US" dirty="0"/>
              <a:t>D</a:t>
            </a:r>
            <a:r>
              <a:rPr lang="en-US" altLang="en-US" baseline="-25000" dirty="0"/>
              <a:t>1</a:t>
            </a:r>
            <a:r>
              <a:rPr lang="en-US" altLang="en-US" dirty="0"/>
              <a:t> = q</a:t>
            </a:r>
            <a:r>
              <a:rPr lang="en-US" altLang="en-US" baseline="-25000" dirty="0"/>
              <a:t>2</a:t>
            </a:r>
            <a:r>
              <a:rPr lang="en-US" altLang="en-US" dirty="0">
                <a:sym typeface="Symbol" panose="05050102010706020507" pitchFamily="18" charset="2"/>
              </a:rPr>
              <a:t>q</a:t>
            </a:r>
            <a:r>
              <a:rPr lang="en-US" altLang="en-US" baseline="-25000" dirty="0">
                <a:sym typeface="Symbol" panose="05050102010706020507" pitchFamily="18" charset="2"/>
              </a:rPr>
              <a:t>3</a:t>
            </a:r>
            <a:r>
              <a:rPr lang="en-US" altLang="en-US" dirty="0">
                <a:sym typeface="Symbol" panose="05050102010706020507" pitchFamily="18" charset="2"/>
              </a:rPr>
              <a:t>x;</a:t>
            </a:r>
          </a:p>
          <a:p>
            <a:pPr eaLnBrk="1" hangingPunct="1">
              <a:spcBef>
                <a:spcPct val="50000"/>
              </a:spcBef>
            </a:pPr>
            <a:r>
              <a:rPr lang="en-US" altLang="en-US" dirty="0">
                <a:sym typeface="Symbol" panose="05050102010706020507" pitchFamily="18" charset="2"/>
              </a:rPr>
              <a:t>D</a:t>
            </a:r>
            <a:r>
              <a:rPr lang="en-US" altLang="en-US" baseline="-25000" dirty="0">
                <a:sym typeface="Symbol" panose="05050102010706020507" pitchFamily="18" charset="2"/>
              </a:rPr>
              <a:t>2  </a:t>
            </a:r>
            <a:r>
              <a:rPr lang="en-US" altLang="en-US" dirty="0">
                <a:sym typeface="Symbol" panose="05050102010706020507" pitchFamily="18" charset="2"/>
              </a:rPr>
              <a:t>= q</a:t>
            </a:r>
            <a:r>
              <a:rPr lang="en-US" altLang="en-US" baseline="-25000" dirty="0">
                <a:sym typeface="Symbol" panose="05050102010706020507" pitchFamily="18" charset="2"/>
              </a:rPr>
              <a:t>2</a:t>
            </a:r>
            <a:r>
              <a:rPr lang="en-US" altLang="en-US" dirty="0">
                <a:sym typeface="Symbol" panose="05050102010706020507" pitchFamily="18" charset="2"/>
              </a:rPr>
              <a:t>q</a:t>
            </a:r>
            <a:r>
              <a:rPr lang="en-US" altLang="en-US" baseline="-25000" dirty="0">
                <a:sym typeface="Symbol" panose="05050102010706020507" pitchFamily="18" charset="2"/>
              </a:rPr>
              <a:t>3</a:t>
            </a:r>
            <a:r>
              <a:rPr lang="en-US" altLang="en-US" dirty="0">
                <a:sym typeface="Symbol" panose="05050102010706020507" pitchFamily="18" charset="2"/>
              </a:rPr>
              <a:t> x</a:t>
            </a:r>
            <a:r>
              <a:rPr lang="en-US" altLang="en-US" baseline="-25000" dirty="0">
                <a:sym typeface="Symbol" panose="05050102010706020507" pitchFamily="18" charset="2"/>
              </a:rPr>
              <a:t> </a:t>
            </a:r>
            <a:r>
              <a:rPr lang="en-US" altLang="en-US" dirty="0">
                <a:sym typeface="Symbol" panose="05050102010706020507" pitchFamily="18" charset="2"/>
              </a:rPr>
              <a:t>+q</a:t>
            </a:r>
            <a:r>
              <a:rPr lang="en-US" altLang="en-US" baseline="-25000" dirty="0">
                <a:sym typeface="Symbol" panose="05050102010706020507" pitchFamily="18" charset="2"/>
              </a:rPr>
              <a:t>3</a:t>
            </a:r>
            <a:r>
              <a:rPr lang="en-US" altLang="en-US" dirty="0">
                <a:sym typeface="Symbol" panose="05050102010706020507" pitchFamily="18" charset="2"/>
              </a:rPr>
              <a:t> x +q1;</a:t>
            </a:r>
          </a:p>
          <a:p>
            <a:pPr eaLnBrk="1" hangingPunct="1">
              <a:spcBef>
                <a:spcPct val="50000"/>
              </a:spcBef>
            </a:pPr>
            <a:r>
              <a:rPr lang="en-US" altLang="en-US" dirty="0">
                <a:sym typeface="Symbol" panose="05050102010706020507" pitchFamily="18" charset="2"/>
              </a:rPr>
              <a:t>D</a:t>
            </a:r>
            <a:r>
              <a:rPr lang="en-US" altLang="en-US" baseline="-25000" dirty="0">
                <a:sym typeface="Symbol" panose="05050102010706020507" pitchFamily="18" charset="2"/>
              </a:rPr>
              <a:t>3</a:t>
            </a:r>
            <a:r>
              <a:rPr lang="en-US" altLang="en-US" dirty="0">
                <a:sym typeface="Symbol" panose="05050102010706020507" pitchFamily="18" charset="2"/>
              </a:rPr>
              <a:t> = q</a:t>
            </a:r>
            <a:r>
              <a:rPr lang="en-US" altLang="en-US" baseline="-25000" dirty="0">
                <a:sym typeface="Symbol" panose="05050102010706020507" pitchFamily="18" charset="2"/>
              </a:rPr>
              <a:t>3 </a:t>
            </a:r>
            <a:r>
              <a:rPr lang="en-US" altLang="en-US" dirty="0">
                <a:sym typeface="Symbol" panose="05050102010706020507" pitchFamily="18" charset="2"/>
              </a:rPr>
              <a:t>x + q</a:t>
            </a:r>
            <a:r>
              <a:rPr lang="en-US" altLang="en-US" baseline="-25000" dirty="0">
                <a:sym typeface="Symbol" panose="05050102010706020507" pitchFamily="18" charset="2"/>
              </a:rPr>
              <a:t>2</a:t>
            </a:r>
            <a:r>
              <a:rPr lang="en-US" altLang="en-US" dirty="0">
                <a:sym typeface="Symbol" panose="05050102010706020507" pitchFamily="18" charset="2"/>
              </a:rPr>
              <a:t>x + q</a:t>
            </a:r>
            <a:r>
              <a:rPr lang="en-US" altLang="en-US" baseline="-25000" dirty="0">
                <a:sym typeface="Symbol" panose="05050102010706020507" pitchFamily="18" charset="2"/>
              </a:rPr>
              <a:t>1</a:t>
            </a:r>
            <a:r>
              <a:rPr lang="en-US" altLang="en-US" dirty="0">
                <a:sym typeface="Symbol" panose="05050102010706020507" pitchFamily="18" charset="2"/>
              </a:rPr>
              <a:t>;</a:t>
            </a:r>
          </a:p>
          <a:p>
            <a:pPr eaLnBrk="1" hangingPunct="1">
              <a:spcBef>
                <a:spcPct val="50000"/>
              </a:spcBef>
            </a:pPr>
            <a:r>
              <a:rPr lang="en-US" altLang="en-US" dirty="0">
                <a:sym typeface="Symbol" panose="05050102010706020507" pitchFamily="18" charset="2"/>
              </a:rPr>
              <a:t>y =  q</a:t>
            </a:r>
            <a:r>
              <a:rPr lang="en-US" altLang="en-US" baseline="-25000" dirty="0">
                <a:sym typeface="Symbol" panose="05050102010706020507" pitchFamily="18" charset="2"/>
              </a:rPr>
              <a:t>2</a:t>
            </a:r>
            <a:r>
              <a:rPr lang="en-US" altLang="en-US" dirty="0">
                <a:sym typeface="Symbol" panose="05050102010706020507" pitchFamily="18" charset="2"/>
              </a:rPr>
              <a:t> x</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q</a:t>
            </a:r>
            <a:r>
              <a:rPr lang="en-US" altLang="en-US" baseline="-25000" dirty="0">
                <a:sym typeface="Symbol" panose="05050102010706020507" pitchFamily="18" charset="2"/>
              </a:rPr>
              <a:t>2</a:t>
            </a:r>
            <a:r>
              <a:rPr lang="en-US" altLang="en-US" dirty="0">
                <a:sym typeface="Symbol" panose="05050102010706020507" pitchFamily="18" charset="2"/>
              </a:rPr>
              <a:t>x;</a:t>
            </a:r>
          </a:p>
          <a:p>
            <a:pPr eaLnBrk="1" hangingPunct="1">
              <a:spcBef>
                <a:spcPct val="50000"/>
              </a:spcBef>
            </a:pPr>
            <a:r>
              <a:rPr lang="en-US" altLang="en-US" dirty="0">
                <a:sym typeface="Symbol" panose="05050102010706020507" pitchFamily="18" charset="2"/>
              </a:rPr>
              <a:t>Design a circuit using IC 74LS74 D flip-flops and NAND gates</a:t>
            </a:r>
          </a:p>
          <a:p>
            <a:endParaRPr lang="en-US" dirty="0"/>
          </a:p>
        </p:txBody>
      </p:sp>
      <p:sp>
        <p:nvSpPr>
          <p:cNvPr id="137218" name="Text Box 3">
            <a:extLst>
              <a:ext uri="{FF2B5EF4-FFF2-40B4-BE49-F238E27FC236}">
                <a16:creationId xmlns:a16="http://schemas.microsoft.com/office/drawing/2014/main" id="{16E3CFE9-588E-61F9-57C3-0A0E501BCC39}"/>
              </a:ext>
            </a:extLst>
          </p:cNvPr>
          <p:cNvSpPr txBox="1">
            <a:spLocks noChangeArrowheads="1"/>
          </p:cNvSpPr>
          <p:nvPr/>
        </p:nvSpPr>
        <p:spPr bwMode="auto">
          <a:xfrm>
            <a:off x="2025650" y="1763713"/>
            <a:ext cx="81549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dirty="0">
              <a:sym typeface="Symbol" panose="05050102010706020507" pitchFamily="18" charset="2"/>
            </a:endParaRPr>
          </a:p>
        </p:txBody>
      </p:sp>
      <p:sp>
        <p:nvSpPr>
          <p:cNvPr id="8" name="Title 7">
            <a:extLst>
              <a:ext uri="{FF2B5EF4-FFF2-40B4-BE49-F238E27FC236}">
                <a16:creationId xmlns:a16="http://schemas.microsoft.com/office/drawing/2014/main" id="{AC28EEC4-215E-8E5A-F2B7-36EE15B0B7D0}"/>
              </a:ext>
            </a:extLst>
          </p:cNvPr>
          <p:cNvSpPr>
            <a:spLocks noGrp="1"/>
          </p:cNvSpPr>
          <p:nvPr>
            <p:ph type="title"/>
          </p:nvPr>
        </p:nvSpPr>
        <p:spPr/>
        <p:txBody>
          <a:bodyPr>
            <a:normAutofit/>
          </a:bodyPr>
          <a:lstStyle/>
          <a:p>
            <a:r>
              <a:rPr lang="en-US" dirty="0"/>
              <a:t>Excitation and Output Functions of FSM</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9267" name="Group 153">
            <a:extLst>
              <a:ext uri="{FF2B5EF4-FFF2-40B4-BE49-F238E27FC236}">
                <a16:creationId xmlns:a16="http://schemas.microsoft.com/office/drawing/2014/main" id="{E4A2FF05-3518-D5DB-39BA-6C7F9E2ACCBF}"/>
              </a:ext>
            </a:extLst>
          </p:cNvPr>
          <p:cNvGrpSpPr>
            <a:grpSpLocks/>
          </p:cNvGrpSpPr>
          <p:nvPr/>
        </p:nvGrpSpPr>
        <p:grpSpPr bwMode="auto">
          <a:xfrm>
            <a:off x="2344738" y="1631950"/>
            <a:ext cx="7726362" cy="4167188"/>
            <a:chOff x="821363" y="1330325"/>
            <a:chExt cx="7726125" cy="4167188"/>
          </a:xfrm>
        </p:grpSpPr>
        <p:sp>
          <p:nvSpPr>
            <p:cNvPr id="70660" name="Rectangle 273">
              <a:extLst>
                <a:ext uri="{FF2B5EF4-FFF2-40B4-BE49-F238E27FC236}">
                  <a16:creationId xmlns:a16="http://schemas.microsoft.com/office/drawing/2014/main" id="{6667784A-28E6-414D-8954-58ACC798F3A2}"/>
                </a:ext>
              </a:extLst>
            </p:cNvPr>
            <p:cNvSpPr>
              <a:spLocks noChangeArrowheads="1"/>
            </p:cNvSpPr>
            <p:nvPr/>
          </p:nvSpPr>
          <p:spPr bwMode="auto">
            <a:xfrm>
              <a:off x="5064620" y="4319588"/>
              <a:ext cx="796901" cy="892175"/>
            </a:xfrm>
            <a:prstGeom prst="rect">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661" name="Rectangle 239">
              <a:extLst>
                <a:ext uri="{FF2B5EF4-FFF2-40B4-BE49-F238E27FC236}">
                  <a16:creationId xmlns:a16="http://schemas.microsoft.com/office/drawing/2014/main" id="{F2684D77-27A0-475B-A256-2EA24381F22F}"/>
                </a:ext>
              </a:extLst>
            </p:cNvPr>
            <p:cNvSpPr>
              <a:spLocks noChangeArrowheads="1"/>
            </p:cNvSpPr>
            <p:nvPr/>
          </p:nvSpPr>
          <p:spPr bwMode="auto">
            <a:xfrm>
              <a:off x="5039221" y="1570038"/>
              <a:ext cx="798489" cy="895350"/>
            </a:xfrm>
            <a:prstGeom prst="rect">
              <a:avLst/>
            </a:prstGeom>
            <a:solidFill>
              <a:schemeClr val="accent1"/>
            </a:solidFill>
            <a:ln w="25400">
              <a:solidFill>
                <a:srgbClr val="000000"/>
              </a:solidFill>
              <a:round/>
              <a:headEnd/>
              <a:tailEnd/>
            </a:ln>
          </p:spPr>
          <p:txBody>
            <a:bodyPr/>
            <a:lstStyle/>
            <a:p>
              <a:pPr eaLnBrk="1" hangingPunct="1">
                <a:lnSpc>
                  <a:spcPct val="90000"/>
                </a:lnSpc>
                <a:defRPr/>
              </a:pPr>
              <a:endParaRPr lang="ru-RU" sz="1200">
                <a:solidFill>
                  <a:schemeClr val="bg1"/>
                </a:solidFill>
              </a:endParaRPr>
            </a:p>
          </p:txBody>
        </p:sp>
        <p:sp>
          <p:nvSpPr>
            <p:cNvPr id="70662" name="Line 96">
              <a:extLst>
                <a:ext uri="{FF2B5EF4-FFF2-40B4-BE49-F238E27FC236}">
                  <a16:creationId xmlns:a16="http://schemas.microsoft.com/office/drawing/2014/main" id="{E697BA42-9843-4CBA-8EC0-8CC6C3F9403D}"/>
                </a:ext>
              </a:extLst>
            </p:cNvPr>
            <p:cNvSpPr>
              <a:spLocks noChangeShapeType="1"/>
            </p:cNvSpPr>
            <p:nvPr/>
          </p:nvSpPr>
          <p:spPr bwMode="auto">
            <a:xfrm>
              <a:off x="1073767" y="2800350"/>
              <a:ext cx="1150903"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63" name="Line 6">
              <a:extLst>
                <a:ext uri="{FF2B5EF4-FFF2-40B4-BE49-F238E27FC236}">
                  <a16:creationId xmlns:a16="http://schemas.microsoft.com/office/drawing/2014/main" id="{58C58547-1CE2-4EB4-BF0C-F42C60C20CE9}"/>
                </a:ext>
              </a:extLst>
            </p:cNvPr>
            <p:cNvSpPr>
              <a:spLocks noChangeShapeType="1"/>
            </p:cNvSpPr>
            <p:nvPr/>
          </p:nvSpPr>
          <p:spPr bwMode="auto">
            <a:xfrm flipH="1">
              <a:off x="3243814" y="1863725"/>
              <a:ext cx="1795407"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64" name="Line 7">
              <a:extLst>
                <a:ext uri="{FF2B5EF4-FFF2-40B4-BE49-F238E27FC236}">
                  <a16:creationId xmlns:a16="http://schemas.microsoft.com/office/drawing/2014/main" id="{8294C597-DF08-485D-B787-16B8DAD83B76}"/>
                </a:ext>
              </a:extLst>
            </p:cNvPr>
            <p:cNvSpPr>
              <a:spLocks noChangeShapeType="1"/>
            </p:cNvSpPr>
            <p:nvPr/>
          </p:nvSpPr>
          <p:spPr bwMode="auto">
            <a:xfrm flipH="1">
              <a:off x="4550286" y="2184400"/>
              <a:ext cx="482585"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65" name="Line 8">
              <a:extLst>
                <a:ext uri="{FF2B5EF4-FFF2-40B4-BE49-F238E27FC236}">
                  <a16:creationId xmlns:a16="http://schemas.microsoft.com/office/drawing/2014/main" id="{67327F67-8AB7-4660-82AF-E123D2F2A14A}"/>
                </a:ext>
              </a:extLst>
            </p:cNvPr>
            <p:cNvSpPr>
              <a:spLocks noChangeShapeType="1"/>
            </p:cNvSpPr>
            <p:nvPr/>
          </p:nvSpPr>
          <p:spPr bwMode="auto">
            <a:xfrm flipH="1">
              <a:off x="4774117" y="2676525"/>
              <a:ext cx="663555"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66" name="Line 9">
              <a:extLst>
                <a:ext uri="{FF2B5EF4-FFF2-40B4-BE49-F238E27FC236}">
                  <a16:creationId xmlns:a16="http://schemas.microsoft.com/office/drawing/2014/main" id="{A4625B4A-12E7-403B-9233-C57B50ABCC5D}"/>
                </a:ext>
              </a:extLst>
            </p:cNvPr>
            <p:cNvSpPr>
              <a:spLocks noChangeShapeType="1"/>
            </p:cNvSpPr>
            <p:nvPr/>
          </p:nvSpPr>
          <p:spPr bwMode="auto">
            <a:xfrm>
              <a:off x="5840884" y="1846263"/>
              <a:ext cx="569895"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67" name="Line 27">
              <a:extLst>
                <a:ext uri="{FF2B5EF4-FFF2-40B4-BE49-F238E27FC236}">
                  <a16:creationId xmlns:a16="http://schemas.microsoft.com/office/drawing/2014/main" id="{FE29FF91-0CD4-413D-A70A-63D556F0CDBB}"/>
                </a:ext>
              </a:extLst>
            </p:cNvPr>
            <p:cNvSpPr>
              <a:spLocks noChangeShapeType="1"/>
            </p:cNvSpPr>
            <p:nvPr/>
          </p:nvSpPr>
          <p:spPr bwMode="auto">
            <a:xfrm flipH="1">
              <a:off x="4332805" y="3259138"/>
              <a:ext cx="723878"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68" name="Line 28">
              <a:extLst>
                <a:ext uri="{FF2B5EF4-FFF2-40B4-BE49-F238E27FC236}">
                  <a16:creationId xmlns:a16="http://schemas.microsoft.com/office/drawing/2014/main" id="{EF44075E-E79E-4E8F-8F60-1D08EC63AAF2}"/>
                </a:ext>
              </a:extLst>
            </p:cNvPr>
            <p:cNvSpPr>
              <a:spLocks noChangeShapeType="1"/>
            </p:cNvSpPr>
            <p:nvPr/>
          </p:nvSpPr>
          <p:spPr bwMode="auto">
            <a:xfrm flipH="1">
              <a:off x="4551874" y="3563938"/>
              <a:ext cx="487347" cy="0"/>
            </a:xfrm>
            <a:prstGeom prst="line">
              <a:avLst/>
            </a:prstGeom>
            <a:noFill/>
            <a:ln w="25400">
              <a:solidFill>
                <a:srgbClr val="000000"/>
              </a:solidFill>
              <a:round/>
              <a:headEnd/>
              <a:tailEnd type="oval" w="med" len="med"/>
            </a:ln>
          </p:spPr>
          <p:txBody>
            <a:bodyPr/>
            <a:lstStyle/>
            <a:p>
              <a:pPr eaLnBrk="1" hangingPunct="1">
                <a:defRPr/>
              </a:pPr>
              <a:endParaRPr lang="en-US" sz="1200" dirty="0"/>
            </a:p>
          </p:txBody>
        </p:sp>
        <p:sp>
          <p:nvSpPr>
            <p:cNvPr id="70669" name="Line 30">
              <a:extLst>
                <a:ext uri="{FF2B5EF4-FFF2-40B4-BE49-F238E27FC236}">
                  <a16:creationId xmlns:a16="http://schemas.microsoft.com/office/drawing/2014/main" id="{0DEE5346-F618-4F81-9061-4AD5BD825A7F}"/>
                </a:ext>
              </a:extLst>
            </p:cNvPr>
            <p:cNvSpPr>
              <a:spLocks noChangeShapeType="1"/>
            </p:cNvSpPr>
            <p:nvPr/>
          </p:nvSpPr>
          <p:spPr bwMode="auto">
            <a:xfrm>
              <a:off x="5866283" y="3263900"/>
              <a:ext cx="595294"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70" name="Line 47">
              <a:extLst>
                <a:ext uri="{FF2B5EF4-FFF2-40B4-BE49-F238E27FC236}">
                  <a16:creationId xmlns:a16="http://schemas.microsoft.com/office/drawing/2014/main" id="{45DE998B-8DF3-42B3-9792-89868891890F}"/>
                </a:ext>
              </a:extLst>
            </p:cNvPr>
            <p:cNvSpPr>
              <a:spLocks noChangeShapeType="1"/>
            </p:cNvSpPr>
            <p:nvPr/>
          </p:nvSpPr>
          <p:spPr bwMode="auto">
            <a:xfrm flipH="1">
              <a:off x="4374079" y="4575175"/>
              <a:ext cx="693716"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71" name="Line 49">
              <a:extLst>
                <a:ext uri="{FF2B5EF4-FFF2-40B4-BE49-F238E27FC236}">
                  <a16:creationId xmlns:a16="http://schemas.microsoft.com/office/drawing/2014/main" id="{79DB7EE7-D463-44A1-969F-E26EE2C82D99}"/>
                </a:ext>
              </a:extLst>
            </p:cNvPr>
            <p:cNvSpPr>
              <a:spLocks noChangeShapeType="1"/>
            </p:cNvSpPr>
            <p:nvPr/>
          </p:nvSpPr>
          <p:spPr bwMode="auto">
            <a:xfrm flipH="1">
              <a:off x="4550286" y="4922838"/>
              <a:ext cx="512747" cy="0"/>
            </a:xfrm>
            <a:prstGeom prst="line">
              <a:avLst/>
            </a:prstGeom>
            <a:noFill/>
            <a:ln w="25400">
              <a:solidFill>
                <a:srgbClr val="000000"/>
              </a:solidFill>
              <a:round/>
              <a:headEnd/>
              <a:tailEnd type="oval" w="med" len="med"/>
            </a:ln>
          </p:spPr>
          <p:txBody>
            <a:bodyPr/>
            <a:lstStyle/>
            <a:p>
              <a:pPr eaLnBrk="1" hangingPunct="1">
                <a:defRPr/>
              </a:pPr>
              <a:endParaRPr lang="en-US" sz="1200" dirty="0"/>
            </a:p>
          </p:txBody>
        </p:sp>
        <p:sp>
          <p:nvSpPr>
            <p:cNvPr id="70672" name="Line 50">
              <a:extLst>
                <a:ext uri="{FF2B5EF4-FFF2-40B4-BE49-F238E27FC236}">
                  <a16:creationId xmlns:a16="http://schemas.microsoft.com/office/drawing/2014/main" id="{EB6EBC61-4C2A-43E8-B842-365D7FC147F2}"/>
                </a:ext>
              </a:extLst>
            </p:cNvPr>
            <p:cNvSpPr>
              <a:spLocks noChangeShapeType="1"/>
            </p:cNvSpPr>
            <p:nvPr/>
          </p:nvSpPr>
          <p:spPr bwMode="auto">
            <a:xfrm flipH="1">
              <a:off x="1222988" y="5446713"/>
              <a:ext cx="4240083" cy="9525"/>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73" name="Line 51">
              <a:extLst>
                <a:ext uri="{FF2B5EF4-FFF2-40B4-BE49-F238E27FC236}">
                  <a16:creationId xmlns:a16="http://schemas.microsoft.com/office/drawing/2014/main" id="{3986CE09-AE6E-4478-8D0A-88DBDF06BA9F}"/>
                </a:ext>
              </a:extLst>
            </p:cNvPr>
            <p:cNvSpPr>
              <a:spLocks noChangeShapeType="1"/>
            </p:cNvSpPr>
            <p:nvPr/>
          </p:nvSpPr>
          <p:spPr bwMode="auto">
            <a:xfrm>
              <a:off x="5851996" y="4565650"/>
              <a:ext cx="565133"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74" name="Line 52">
              <a:extLst>
                <a:ext uri="{FF2B5EF4-FFF2-40B4-BE49-F238E27FC236}">
                  <a16:creationId xmlns:a16="http://schemas.microsoft.com/office/drawing/2014/main" id="{CE34A934-89E1-4524-A632-46C0AA7DDDB8}"/>
                </a:ext>
              </a:extLst>
            </p:cNvPr>
            <p:cNvSpPr>
              <a:spLocks noChangeShapeType="1"/>
            </p:cNvSpPr>
            <p:nvPr/>
          </p:nvSpPr>
          <p:spPr bwMode="auto">
            <a:xfrm>
              <a:off x="5991691" y="4902200"/>
              <a:ext cx="419087"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675" name="Line 73">
              <a:extLst>
                <a:ext uri="{FF2B5EF4-FFF2-40B4-BE49-F238E27FC236}">
                  <a16:creationId xmlns:a16="http://schemas.microsoft.com/office/drawing/2014/main" id="{B0966141-6D6E-4475-8783-A5FDD3A93469}"/>
                </a:ext>
              </a:extLst>
            </p:cNvPr>
            <p:cNvSpPr>
              <a:spLocks noChangeShapeType="1"/>
            </p:cNvSpPr>
            <p:nvPr/>
          </p:nvSpPr>
          <p:spPr bwMode="auto">
            <a:xfrm>
              <a:off x="3408909" y="3259138"/>
              <a:ext cx="380988"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76" name="Line 74">
              <a:extLst>
                <a:ext uri="{FF2B5EF4-FFF2-40B4-BE49-F238E27FC236}">
                  <a16:creationId xmlns:a16="http://schemas.microsoft.com/office/drawing/2014/main" id="{DA5A8FFF-85FD-4746-AD20-64E915A75240}"/>
                </a:ext>
              </a:extLst>
            </p:cNvPr>
            <p:cNvSpPr>
              <a:spLocks noChangeShapeType="1"/>
            </p:cNvSpPr>
            <p:nvPr/>
          </p:nvSpPr>
          <p:spPr bwMode="auto">
            <a:xfrm>
              <a:off x="3385096" y="2719388"/>
              <a:ext cx="203194"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77" name="Line 75">
              <a:extLst>
                <a:ext uri="{FF2B5EF4-FFF2-40B4-BE49-F238E27FC236}">
                  <a16:creationId xmlns:a16="http://schemas.microsoft.com/office/drawing/2014/main" id="{C378F494-4D25-4286-BB6F-F31912468C5B}"/>
                </a:ext>
              </a:extLst>
            </p:cNvPr>
            <p:cNvSpPr>
              <a:spLocks noChangeShapeType="1"/>
            </p:cNvSpPr>
            <p:nvPr/>
          </p:nvSpPr>
          <p:spPr bwMode="auto">
            <a:xfrm>
              <a:off x="3572416" y="2713038"/>
              <a:ext cx="0" cy="41910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78" name="Line 76">
              <a:extLst>
                <a:ext uri="{FF2B5EF4-FFF2-40B4-BE49-F238E27FC236}">
                  <a16:creationId xmlns:a16="http://schemas.microsoft.com/office/drawing/2014/main" id="{AE08EDD2-3697-457D-BFA6-E962CF7C78F5}"/>
                </a:ext>
              </a:extLst>
            </p:cNvPr>
            <p:cNvSpPr>
              <a:spLocks noChangeShapeType="1"/>
            </p:cNvSpPr>
            <p:nvPr/>
          </p:nvSpPr>
          <p:spPr bwMode="auto">
            <a:xfrm>
              <a:off x="3562891" y="3128963"/>
              <a:ext cx="234943"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79" name="Line 77">
              <a:extLst>
                <a:ext uri="{FF2B5EF4-FFF2-40B4-BE49-F238E27FC236}">
                  <a16:creationId xmlns:a16="http://schemas.microsoft.com/office/drawing/2014/main" id="{4846C27C-39B7-4862-AEB8-FAA1C4B82FE5}"/>
                </a:ext>
              </a:extLst>
            </p:cNvPr>
            <p:cNvSpPr>
              <a:spLocks noChangeShapeType="1"/>
            </p:cNvSpPr>
            <p:nvPr/>
          </p:nvSpPr>
          <p:spPr bwMode="auto">
            <a:xfrm>
              <a:off x="3593053" y="3398838"/>
              <a:ext cx="201606"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80" name="Line 78">
              <a:extLst>
                <a:ext uri="{FF2B5EF4-FFF2-40B4-BE49-F238E27FC236}">
                  <a16:creationId xmlns:a16="http://schemas.microsoft.com/office/drawing/2014/main" id="{21EB5154-714E-4DE3-8C71-9B19482D10C3}"/>
                </a:ext>
              </a:extLst>
            </p:cNvPr>
            <p:cNvSpPr>
              <a:spLocks noChangeShapeType="1"/>
            </p:cNvSpPr>
            <p:nvPr/>
          </p:nvSpPr>
          <p:spPr bwMode="auto">
            <a:xfrm>
              <a:off x="3583528" y="3387725"/>
              <a:ext cx="0" cy="365125"/>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81" name="Line 85">
              <a:extLst>
                <a:ext uri="{FF2B5EF4-FFF2-40B4-BE49-F238E27FC236}">
                  <a16:creationId xmlns:a16="http://schemas.microsoft.com/office/drawing/2014/main" id="{7C4730C9-F676-47E4-A6EB-FFB97DE7D0C4}"/>
                </a:ext>
              </a:extLst>
            </p:cNvPr>
            <p:cNvSpPr>
              <a:spLocks noChangeShapeType="1"/>
            </p:cNvSpPr>
            <p:nvPr/>
          </p:nvSpPr>
          <p:spPr bwMode="auto">
            <a:xfrm>
              <a:off x="3442245" y="4589463"/>
              <a:ext cx="350827"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82" name="Line 86">
              <a:extLst>
                <a:ext uri="{FF2B5EF4-FFF2-40B4-BE49-F238E27FC236}">
                  <a16:creationId xmlns:a16="http://schemas.microsoft.com/office/drawing/2014/main" id="{6A6D3BF7-DF27-4E0D-A553-3F9E7B4D1963}"/>
                </a:ext>
              </a:extLst>
            </p:cNvPr>
            <p:cNvSpPr>
              <a:spLocks noChangeShapeType="1"/>
            </p:cNvSpPr>
            <p:nvPr/>
          </p:nvSpPr>
          <p:spPr bwMode="auto">
            <a:xfrm>
              <a:off x="3442245" y="4062413"/>
              <a:ext cx="161920"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83" name="Line 87">
              <a:extLst>
                <a:ext uri="{FF2B5EF4-FFF2-40B4-BE49-F238E27FC236}">
                  <a16:creationId xmlns:a16="http://schemas.microsoft.com/office/drawing/2014/main" id="{BF3BC88F-9EAE-49F4-873F-AFC50FB00279}"/>
                </a:ext>
              </a:extLst>
            </p:cNvPr>
            <p:cNvSpPr>
              <a:spLocks noChangeShapeType="1"/>
            </p:cNvSpPr>
            <p:nvPr/>
          </p:nvSpPr>
          <p:spPr bwMode="auto">
            <a:xfrm>
              <a:off x="3593053" y="4062413"/>
              <a:ext cx="0" cy="395287"/>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84" name="Line 88">
              <a:extLst>
                <a:ext uri="{FF2B5EF4-FFF2-40B4-BE49-F238E27FC236}">
                  <a16:creationId xmlns:a16="http://schemas.microsoft.com/office/drawing/2014/main" id="{C80690F0-DE18-435F-923E-C42A4931D4B4}"/>
                </a:ext>
              </a:extLst>
            </p:cNvPr>
            <p:cNvSpPr>
              <a:spLocks noChangeShapeType="1"/>
            </p:cNvSpPr>
            <p:nvPr/>
          </p:nvSpPr>
          <p:spPr bwMode="auto">
            <a:xfrm>
              <a:off x="3581940" y="4470400"/>
              <a:ext cx="220656"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85" name="Line 89">
              <a:extLst>
                <a:ext uri="{FF2B5EF4-FFF2-40B4-BE49-F238E27FC236}">
                  <a16:creationId xmlns:a16="http://schemas.microsoft.com/office/drawing/2014/main" id="{A8915598-2114-440E-A3E6-58FC30E70FE1}"/>
                </a:ext>
              </a:extLst>
            </p:cNvPr>
            <p:cNvSpPr>
              <a:spLocks noChangeShapeType="1"/>
            </p:cNvSpPr>
            <p:nvPr/>
          </p:nvSpPr>
          <p:spPr bwMode="auto">
            <a:xfrm>
              <a:off x="3593053" y="4710113"/>
              <a:ext cx="193669"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86" name="Line 90">
              <a:extLst>
                <a:ext uri="{FF2B5EF4-FFF2-40B4-BE49-F238E27FC236}">
                  <a16:creationId xmlns:a16="http://schemas.microsoft.com/office/drawing/2014/main" id="{38B84490-0DDB-4C7B-B134-262FDA05D965}"/>
                </a:ext>
              </a:extLst>
            </p:cNvPr>
            <p:cNvSpPr>
              <a:spLocks noChangeShapeType="1"/>
            </p:cNvSpPr>
            <p:nvPr/>
          </p:nvSpPr>
          <p:spPr bwMode="auto">
            <a:xfrm>
              <a:off x="3593053" y="4710113"/>
              <a:ext cx="0" cy="225425"/>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87" name="Line 91">
              <a:extLst>
                <a:ext uri="{FF2B5EF4-FFF2-40B4-BE49-F238E27FC236}">
                  <a16:creationId xmlns:a16="http://schemas.microsoft.com/office/drawing/2014/main" id="{AA3CFCFF-74EE-4779-ADDA-AF144B0D98DA}"/>
                </a:ext>
              </a:extLst>
            </p:cNvPr>
            <p:cNvSpPr>
              <a:spLocks noChangeShapeType="1"/>
            </p:cNvSpPr>
            <p:nvPr/>
          </p:nvSpPr>
          <p:spPr bwMode="auto">
            <a:xfrm>
              <a:off x="6413953" y="1330325"/>
              <a:ext cx="0" cy="3594100"/>
            </a:xfrm>
            <a:prstGeom prst="line">
              <a:avLst/>
            </a:prstGeom>
            <a:noFill/>
            <a:ln w="38100">
              <a:solidFill>
                <a:schemeClr val="tx1"/>
              </a:solidFill>
              <a:round/>
              <a:headEnd/>
              <a:tailEnd/>
            </a:ln>
          </p:spPr>
          <p:txBody>
            <a:bodyPr/>
            <a:lstStyle/>
            <a:p>
              <a:pPr eaLnBrk="1" hangingPunct="1">
                <a:defRPr/>
              </a:pPr>
              <a:endParaRPr lang="en-US" sz="1200" dirty="0"/>
            </a:p>
          </p:txBody>
        </p:sp>
        <p:sp>
          <p:nvSpPr>
            <p:cNvPr id="70688" name="Line 92">
              <a:extLst>
                <a:ext uri="{FF2B5EF4-FFF2-40B4-BE49-F238E27FC236}">
                  <a16:creationId xmlns:a16="http://schemas.microsoft.com/office/drawing/2014/main" id="{89FBEAC3-9D8F-4696-B7BF-ECB994788DDD}"/>
                </a:ext>
              </a:extLst>
            </p:cNvPr>
            <p:cNvSpPr>
              <a:spLocks noChangeShapeType="1"/>
            </p:cNvSpPr>
            <p:nvPr/>
          </p:nvSpPr>
          <p:spPr bwMode="auto">
            <a:xfrm>
              <a:off x="2231020" y="1338263"/>
              <a:ext cx="4176584" cy="0"/>
            </a:xfrm>
            <a:prstGeom prst="line">
              <a:avLst/>
            </a:prstGeom>
            <a:noFill/>
            <a:ln w="34925">
              <a:solidFill>
                <a:schemeClr val="tx1"/>
              </a:solidFill>
              <a:round/>
              <a:headEnd/>
              <a:tailEnd/>
            </a:ln>
          </p:spPr>
          <p:txBody>
            <a:bodyPr/>
            <a:lstStyle/>
            <a:p>
              <a:pPr eaLnBrk="1" hangingPunct="1">
                <a:defRPr/>
              </a:pPr>
              <a:endParaRPr lang="en-US" sz="1200" dirty="0"/>
            </a:p>
          </p:txBody>
        </p:sp>
        <p:sp>
          <p:nvSpPr>
            <p:cNvPr id="70689" name="Line 93">
              <a:extLst>
                <a:ext uri="{FF2B5EF4-FFF2-40B4-BE49-F238E27FC236}">
                  <a16:creationId xmlns:a16="http://schemas.microsoft.com/office/drawing/2014/main" id="{721DECD2-8279-48F3-A005-E8B743ED945F}"/>
                </a:ext>
              </a:extLst>
            </p:cNvPr>
            <p:cNvSpPr>
              <a:spLocks noChangeShapeType="1"/>
            </p:cNvSpPr>
            <p:nvPr/>
          </p:nvSpPr>
          <p:spPr bwMode="auto">
            <a:xfrm>
              <a:off x="2231020" y="1338263"/>
              <a:ext cx="0" cy="3633787"/>
            </a:xfrm>
            <a:prstGeom prst="line">
              <a:avLst/>
            </a:prstGeom>
            <a:noFill/>
            <a:ln w="38100">
              <a:solidFill>
                <a:schemeClr val="tx1"/>
              </a:solidFill>
              <a:round/>
              <a:headEnd/>
              <a:tailEnd/>
            </a:ln>
          </p:spPr>
          <p:txBody>
            <a:bodyPr/>
            <a:lstStyle/>
            <a:p>
              <a:pPr eaLnBrk="1" hangingPunct="1">
                <a:defRPr/>
              </a:pPr>
              <a:endParaRPr lang="en-US" sz="1200" dirty="0"/>
            </a:p>
          </p:txBody>
        </p:sp>
        <p:sp>
          <p:nvSpPr>
            <p:cNvPr id="70690" name="Line 94">
              <a:extLst>
                <a:ext uri="{FF2B5EF4-FFF2-40B4-BE49-F238E27FC236}">
                  <a16:creationId xmlns:a16="http://schemas.microsoft.com/office/drawing/2014/main" id="{7D6A72FF-A510-4B66-ACCF-B6B2D0E9A35F}"/>
                </a:ext>
              </a:extLst>
            </p:cNvPr>
            <p:cNvSpPr>
              <a:spLocks noChangeShapeType="1"/>
            </p:cNvSpPr>
            <p:nvPr/>
          </p:nvSpPr>
          <p:spPr bwMode="auto">
            <a:xfrm>
              <a:off x="2219907" y="4945063"/>
              <a:ext cx="1369971"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91" name="Line 95">
              <a:extLst>
                <a:ext uri="{FF2B5EF4-FFF2-40B4-BE49-F238E27FC236}">
                  <a16:creationId xmlns:a16="http://schemas.microsoft.com/office/drawing/2014/main" id="{4B4D5E14-6EF3-440D-A20A-46481338FB68}"/>
                </a:ext>
              </a:extLst>
            </p:cNvPr>
            <p:cNvSpPr>
              <a:spLocks noChangeShapeType="1"/>
            </p:cNvSpPr>
            <p:nvPr/>
          </p:nvSpPr>
          <p:spPr bwMode="auto">
            <a:xfrm>
              <a:off x="2231020" y="3740150"/>
              <a:ext cx="1341396"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92" name="Line 100">
              <a:extLst>
                <a:ext uri="{FF2B5EF4-FFF2-40B4-BE49-F238E27FC236}">
                  <a16:creationId xmlns:a16="http://schemas.microsoft.com/office/drawing/2014/main" id="{6EE6A9DF-0987-444E-9A88-2847D0020AE9}"/>
                </a:ext>
              </a:extLst>
            </p:cNvPr>
            <p:cNvSpPr>
              <a:spLocks noChangeShapeType="1"/>
            </p:cNvSpPr>
            <p:nvPr/>
          </p:nvSpPr>
          <p:spPr bwMode="auto">
            <a:xfrm>
              <a:off x="1957978" y="3170238"/>
              <a:ext cx="261929"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93" name="Line 101">
              <a:extLst>
                <a:ext uri="{FF2B5EF4-FFF2-40B4-BE49-F238E27FC236}">
                  <a16:creationId xmlns:a16="http://schemas.microsoft.com/office/drawing/2014/main" id="{9ECD6B66-A0AD-463A-8787-8C6EF5D8497C}"/>
                </a:ext>
              </a:extLst>
            </p:cNvPr>
            <p:cNvSpPr>
              <a:spLocks noChangeShapeType="1"/>
            </p:cNvSpPr>
            <p:nvPr/>
          </p:nvSpPr>
          <p:spPr bwMode="auto">
            <a:xfrm>
              <a:off x="1311885" y="2800350"/>
              <a:ext cx="0" cy="360363"/>
            </a:xfrm>
            <a:prstGeom prst="line">
              <a:avLst/>
            </a:prstGeom>
            <a:noFill/>
            <a:ln w="25400">
              <a:solidFill>
                <a:schemeClr val="tx1"/>
              </a:solidFill>
              <a:round/>
              <a:headEnd type="oval" w="med" len="med"/>
              <a:tailEnd/>
            </a:ln>
          </p:spPr>
          <p:txBody>
            <a:bodyPr/>
            <a:lstStyle/>
            <a:p>
              <a:pPr eaLnBrk="1" hangingPunct="1">
                <a:defRPr/>
              </a:pPr>
              <a:endParaRPr lang="en-US" sz="1200" dirty="0"/>
            </a:p>
          </p:txBody>
        </p:sp>
        <p:sp>
          <p:nvSpPr>
            <p:cNvPr id="70694" name="Line 102">
              <a:extLst>
                <a:ext uri="{FF2B5EF4-FFF2-40B4-BE49-F238E27FC236}">
                  <a16:creationId xmlns:a16="http://schemas.microsoft.com/office/drawing/2014/main" id="{7DA04BC7-377C-4F13-851D-F700B1839E9E}"/>
                </a:ext>
              </a:extLst>
            </p:cNvPr>
            <p:cNvSpPr>
              <a:spLocks noChangeShapeType="1"/>
            </p:cNvSpPr>
            <p:nvPr/>
          </p:nvSpPr>
          <p:spPr bwMode="auto">
            <a:xfrm>
              <a:off x="1302360" y="3160713"/>
              <a:ext cx="190494"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695" name="Text Box 103">
              <a:extLst>
                <a:ext uri="{FF2B5EF4-FFF2-40B4-BE49-F238E27FC236}">
                  <a16:creationId xmlns:a16="http://schemas.microsoft.com/office/drawing/2014/main" id="{2B60D988-8FBB-45EE-8C68-BC3F1A8BBC73}"/>
                </a:ext>
              </a:extLst>
            </p:cNvPr>
            <p:cNvSpPr txBox="1">
              <a:spLocks noChangeArrowheads="1"/>
            </p:cNvSpPr>
            <p:nvPr/>
          </p:nvSpPr>
          <p:spPr bwMode="auto">
            <a:xfrm>
              <a:off x="2000839" y="2606675"/>
              <a:ext cx="253992"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1</a:t>
              </a:r>
            </a:p>
          </p:txBody>
        </p:sp>
        <p:sp>
          <p:nvSpPr>
            <p:cNvPr id="70696" name="Text Box 104">
              <a:extLst>
                <a:ext uri="{FF2B5EF4-FFF2-40B4-BE49-F238E27FC236}">
                  <a16:creationId xmlns:a16="http://schemas.microsoft.com/office/drawing/2014/main" id="{272612A1-778F-45CC-AD35-82E25BD613F9}"/>
                </a:ext>
              </a:extLst>
            </p:cNvPr>
            <p:cNvSpPr txBox="1">
              <a:spLocks noChangeArrowheads="1"/>
            </p:cNvSpPr>
            <p:nvPr/>
          </p:nvSpPr>
          <p:spPr bwMode="auto">
            <a:xfrm>
              <a:off x="2000839" y="2963863"/>
              <a:ext cx="253992"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2</a:t>
              </a:r>
            </a:p>
          </p:txBody>
        </p:sp>
        <p:sp>
          <p:nvSpPr>
            <p:cNvPr id="70697" name="Text Box 105">
              <a:extLst>
                <a:ext uri="{FF2B5EF4-FFF2-40B4-BE49-F238E27FC236}">
                  <a16:creationId xmlns:a16="http://schemas.microsoft.com/office/drawing/2014/main" id="{FE606C3F-A9E5-460F-A6F4-3E348383B114}"/>
                </a:ext>
              </a:extLst>
            </p:cNvPr>
            <p:cNvSpPr txBox="1">
              <a:spLocks noChangeArrowheads="1"/>
            </p:cNvSpPr>
            <p:nvPr/>
          </p:nvSpPr>
          <p:spPr bwMode="auto">
            <a:xfrm>
              <a:off x="821363" y="2632075"/>
              <a:ext cx="255579" cy="342900"/>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dirty="0"/>
                <a:t>x</a:t>
              </a:r>
            </a:p>
          </p:txBody>
        </p:sp>
        <p:sp>
          <p:nvSpPr>
            <p:cNvPr id="70698" name="Text Box 106">
              <a:extLst>
                <a:ext uri="{FF2B5EF4-FFF2-40B4-BE49-F238E27FC236}">
                  <a16:creationId xmlns:a16="http://schemas.microsoft.com/office/drawing/2014/main" id="{BE0FB390-75D7-420A-9581-1B46015ADB2F}"/>
                </a:ext>
              </a:extLst>
            </p:cNvPr>
            <p:cNvSpPr txBox="1">
              <a:spLocks noChangeArrowheads="1"/>
            </p:cNvSpPr>
            <p:nvPr/>
          </p:nvSpPr>
          <p:spPr bwMode="auto">
            <a:xfrm>
              <a:off x="6147262" y="1631950"/>
              <a:ext cx="253992"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3</a:t>
              </a:r>
            </a:p>
          </p:txBody>
        </p:sp>
        <p:sp>
          <p:nvSpPr>
            <p:cNvPr id="70699" name="Text Box 107">
              <a:extLst>
                <a:ext uri="{FF2B5EF4-FFF2-40B4-BE49-F238E27FC236}">
                  <a16:creationId xmlns:a16="http://schemas.microsoft.com/office/drawing/2014/main" id="{17AC15C6-B679-4B53-BE97-B710403981A7}"/>
                </a:ext>
              </a:extLst>
            </p:cNvPr>
            <p:cNvSpPr txBox="1">
              <a:spLocks noChangeArrowheads="1"/>
            </p:cNvSpPr>
            <p:nvPr/>
          </p:nvSpPr>
          <p:spPr bwMode="auto">
            <a:xfrm>
              <a:off x="6147262" y="1970088"/>
              <a:ext cx="253992"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4</a:t>
              </a:r>
            </a:p>
          </p:txBody>
        </p:sp>
        <p:sp>
          <p:nvSpPr>
            <p:cNvPr id="70700" name="Text Box 108">
              <a:extLst>
                <a:ext uri="{FF2B5EF4-FFF2-40B4-BE49-F238E27FC236}">
                  <a16:creationId xmlns:a16="http://schemas.microsoft.com/office/drawing/2014/main" id="{56AEEC0F-B9CA-4AA9-8B91-A453DC3F3D85}"/>
                </a:ext>
              </a:extLst>
            </p:cNvPr>
            <p:cNvSpPr txBox="1">
              <a:spLocks noChangeArrowheads="1"/>
            </p:cNvSpPr>
            <p:nvPr/>
          </p:nvSpPr>
          <p:spPr bwMode="auto">
            <a:xfrm>
              <a:off x="6147262" y="3051175"/>
              <a:ext cx="253992"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5</a:t>
              </a:r>
            </a:p>
          </p:txBody>
        </p:sp>
        <p:sp>
          <p:nvSpPr>
            <p:cNvPr id="70701" name="Text Box 110">
              <a:extLst>
                <a:ext uri="{FF2B5EF4-FFF2-40B4-BE49-F238E27FC236}">
                  <a16:creationId xmlns:a16="http://schemas.microsoft.com/office/drawing/2014/main" id="{6EC73CD4-A7B1-4D78-85E1-1D7B1C9CE558}"/>
                </a:ext>
              </a:extLst>
            </p:cNvPr>
            <p:cNvSpPr txBox="1">
              <a:spLocks noChangeArrowheads="1"/>
            </p:cNvSpPr>
            <p:nvPr/>
          </p:nvSpPr>
          <p:spPr bwMode="auto">
            <a:xfrm>
              <a:off x="6147262" y="4281488"/>
              <a:ext cx="253992" cy="257175"/>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7</a:t>
              </a:r>
            </a:p>
          </p:txBody>
        </p:sp>
        <p:sp>
          <p:nvSpPr>
            <p:cNvPr id="70702" name="Text Box 111">
              <a:extLst>
                <a:ext uri="{FF2B5EF4-FFF2-40B4-BE49-F238E27FC236}">
                  <a16:creationId xmlns:a16="http://schemas.microsoft.com/office/drawing/2014/main" id="{133BBA90-44C8-4D82-B696-3428585F6CEB}"/>
                </a:ext>
              </a:extLst>
            </p:cNvPr>
            <p:cNvSpPr txBox="1">
              <a:spLocks noChangeArrowheads="1"/>
            </p:cNvSpPr>
            <p:nvPr/>
          </p:nvSpPr>
          <p:spPr bwMode="auto">
            <a:xfrm>
              <a:off x="6147262" y="4678363"/>
              <a:ext cx="255580"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8</a:t>
              </a:r>
            </a:p>
          </p:txBody>
        </p:sp>
        <p:sp>
          <p:nvSpPr>
            <p:cNvPr id="70703" name="Text Box 112">
              <a:extLst>
                <a:ext uri="{FF2B5EF4-FFF2-40B4-BE49-F238E27FC236}">
                  <a16:creationId xmlns:a16="http://schemas.microsoft.com/office/drawing/2014/main" id="{48EC01DB-49C3-4AFD-BAE7-F05694DFB0C5}"/>
                </a:ext>
              </a:extLst>
            </p:cNvPr>
            <p:cNvSpPr txBox="1">
              <a:spLocks noChangeArrowheads="1"/>
            </p:cNvSpPr>
            <p:nvPr/>
          </p:nvSpPr>
          <p:spPr bwMode="auto">
            <a:xfrm>
              <a:off x="5829771" y="1568450"/>
              <a:ext cx="384163"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q</a:t>
              </a:r>
              <a:r>
                <a:rPr lang="en-US" sz="1200" baseline="-25000" dirty="0"/>
                <a:t>1</a:t>
              </a:r>
              <a:endParaRPr lang="en-US" sz="1200" dirty="0"/>
            </a:p>
          </p:txBody>
        </p:sp>
        <p:sp>
          <p:nvSpPr>
            <p:cNvPr id="70704" name="Text Box 113">
              <a:extLst>
                <a:ext uri="{FF2B5EF4-FFF2-40B4-BE49-F238E27FC236}">
                  <a16:creationId xmlns:a16="http://schemas.microsoft.com/office/drawing/2014/main" id="{2EBD151C-17EE-4CE3-AFC9-5B42B1B609E5}"/>
                </a:ext>
              </a:extLst>
            </p:cNvPr>
            <p:cNvSpPr txBox="1">
              <a:spLocks noChangeArrowheads="1"/>
            </p:cNvSpPr>
            <p:nvPr/>
          </p:nvSpPr>
          <p:spPr bwMode="auto">
            <a:xfrm>
              <a:off x="5836121" y="2995613"/>
              <a:ext cx="384163"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q</a:t>
              </a:r>
              <a:r>
                <a:rPr lang="en-US" sz="1200" baseline="-25000" dirty="0"/>
                <a:t>2</a:t>
              </a:r>
              <a:endParaRPr lang="en-US" sz="1200" dirty="0"/>
            </a:p>
          </p:txBody>
        </p:sp>
        <p:sp>
          <p:nvSpPr>
            <p:cNvPr id="70705" name="Text Box 114">
              <a:extLst>
                <a:ext uri="{FF2B5EF4-FFF2-40B4-BE49-F238E27FC236}">
                  <a16:creationId xmlns:a16="http://schemas.microsoft.com/office/drawing/2014/main" id="{8862CEEA-55F1-4B83-B41B-31B6DDA882FC}"/>
                </a:ext>
              </a:extLst>
            </p:cNvPr>
            <p:cNvSpPr txBox="1">
              <a:spLocks noChangeArrowheads="1"/>
            </p:cNvSpPr>
            <p:nvPr/>
          </p:nvSpPr>
          <p:spPr bwMode="auto">
            <a:xfrm>
              <a:off x="5869458" y="4289425"/>
              <a:ext cx="382575"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q</a:t>
              </a:r>
              <a:r>
                <a:rPr lang="en-US" sz="1200" baseline="-25000" dirty="0"/>
                <a:t>3</a:t>
              </a:r>
              <a:endParaRPr lang="en-US" sz="1200" dirty="0"/>
            </a:p>
          </p:txBody>
        </p:sp>
        <p:sp>
          <p:nvSpPr>
            <p:cNvPr id="70706" name="Line 115">
              <a:extLst>
                <a:ext uri="{FF2B5EF4-FFF2-40B4-BE49-F238E27FC236}">
                  <a16:creationId xmlns:a16="http://schemas.microsoft.com/office/drawing/2014/main" id="{3F7E64AF-CD45-44A4-B9EA-C49205B75895}"/>
                </a:ext>
              </a:extLst>
            </p:cNvPr>
            <p:cNvSpPr>
              <a:spLocks noChangeShapeType="1"/>
            </p:cNvSpPr>
            <p:nvPr/>
          </p:nvSpPr>
          <p:spPr bwMode="auto">
            <a:xfrm>
              <a:off x="2245306" y="1724025"/>
              <a:ext cx="558783"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07" name="Line 116">
              <a:extLst>
                <a:ext uri="{FF2B5EF4-FFF2-40B4-BE49-F238E27FC236}">
                  <a16:creationId xmlns:a16="http://schemas.microsoft.com/office/drawing/2014/main" id="{48605D20-D553-4471-9E73-D04AB33B9368}"/>
                </a:ext>
              </a:extLst>
            </p:cNvPr>
            <p:cNvSpPr>
              <a:spLocks noChangeShapeType="1"/>
            </p:cNvSpPr>
            <p:nvPr/>
          </p:nvSpPr>
          <p:spPr bwMode="auto">
            <a:xfrm>
              <a:off x="2232607" y="1857375"/>
              <a:ext cx="558783"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08" name="Line 117">
              <a:extLst>
                <a:ext uri="{FF2B5EF4-FFF2-40B4-BE49-F238E27FC236}">
                  <a16:creationId xmlns:a16="http://schemas.microsoft.com/office/drawing/2014/main" id="{8AF9BA77-8356-4619-9C8B-4EE26A42E10F}"/>
                </a:ext>
              </a:extLst>
            </p:cNvPr>
            <p:cNvSpPr>
              <a:spLocks noChangeShapeType="1"/>
            </p:cNvSpPr>
            <p:nvPr/>
          </p:nvSpPr>
          <p:spPr bwMode="auto">
            <a:xfrm>
              <a:off x="2245306" y="1992313"/>
              <a:ext cx="558783"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09" name="Text Box 118">
              <a:extLst>
                <a:ext uri="{FF2B5EF4-FFF2-40B4-BE49-F238E27FC236}">
                  <a16:creationId xmlns:a16="http://schemas.microsoft.com/office/drawing/2014/main" id="{9023DB37-B217-4D1E-BDCD-EEEA3BA9282F}"/>
                </a:ext>
              </a:extLst>
            </p:cNvPr>
            <p:cNvSpPr txBox="1">
              <a:spLocks noChangeArrowheads="1"/>
            </p:cNvSpPr>
            <p:nvPr/>
          </p:nvSpPr>
          <p:spPr bwMode="auto">
            <a:xfrm>
              <a:off x="2223082" y="1493838"/>
              <a:ext cx="257167"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5</a:t>
              </a:r>
            </a:p>
          </p:txBody>
        </p:sp>
        <p:sp>
          <p:nvSpPr>
            <p:cNvPr id="70710" name="Text Box 119">
              <a:extLst>
                <a:ext uri="{FF2B5EF4-FFF2-40B4-BE49-F238E27FC236}">
                  <a16:creationId xmlns:a16="http://schemas.microsoft.com/office/drawing/2014/main" id="{347BC393-D01F-41BA-8F3B-165B5CF136A7}"/>
                </a:ext>
              </a:extLst>
            </p:cNvPr>
            <p:cNvSpPr txBox="1">
              <a:spLocks noChangeArrowheads="1"/>
            </p:cNvSpPr>
            <p:nvPr/>
          </p:nvSpPr>
          <p:spPr bwMode="auto">
            <a:xfrm>
              <a:off x="2223082" y="1681163"/>
              <a:ext cx="255580" cy="257175"/>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7</a:t>
              </a:r>
            </a:p>
          </p:txBody>
        </p:sp>
        <p:sp>
          <p:nvSpPr>
            <p:cNvPr id="70711" name="Text Box 120">
              <a:extLst>
                <a:ext uri="{FF2B5EF4-FFF2-40B4-BE49-F238E27FC236}">
                  <a16:creationId xmlns:a16="http://schemas.microsoft.com/office/drawing/2014/main" id="{E95625BF-94B6-4488-862D-59D3D9A8F1DF}"/>
                </a:ext>
              </a:extLst>
            </p:cNvPr>
            <p:cNvSpPr txBox="1">
              <a:spLocks noChangeArrowheads="1"/>
            </p:cNvSpPr>
            <p:nvPr/>
          </p:nvSpPr>
          <p:spPr bwMode="auto">
            <a:xfrm>
              <a:off x="2223082" y="1814513"/>
              <a:ext cx="257167" cy="257175"/>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1</a:t>
              </a:r>
            </a:p>
          </p:txBody>
        </p:sp>
        <p:sp>
          <p:nvSpPr>
            <p:cNvPr id="70712" name="Line 121">
              <a:extLst>
                <a:ext uri="{FF2B5EF4-FFF2-40B4-BE49-F238E27FC236}">
                  <a16:creationId xmlns:a16="http://schemas.microsoft.com/office/drawing/2014/main" id="{F7786C03-ADA8-420C-A5E8-1096A26DBF11}"/>
                </a:ext>
              </a:extLst>
            </p:cNvPr>
            <p:cNvSpPr>
              <a:spLocks noChangeShapeType="1"/>
            </p:cNvSpPr>
            <p:nvPr/>
          </p:nvSpPr>
          <p:spPr bwMode="auto">
            <a:xfrm>
              <a:off x="2245306" y="2625725"/>
              <a:ext cx="590532"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13" name="Line 122">
              <a:extLst>
                <a:ext uri="{FF2B5EF4-FFF2-40B4-BE49-F238E27FC236}">
                  <a16:creationId xmlns:a16="http://schemas.microsoft.com/office/drawing/2014/main" id="{91CCCDD6-8274-4FA5-AA46-B10D44264A87}"/>
                </a:ext>
              </a:extLst>
            </p:cNvPr>
            <p:cNvSpPr>
              <a:spLocks noChangeShapeType="1"/>
            </p:cNvSpPr>
            <p:nvPr/>
          </p:nvSpPr>
          <p:spPr bwMode="auto">
            <a:xfrm>
              <a:off x="2245306" y="2797175"/>
              <a:ext cx="590532"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14" name="Text Box 124">
              <a:extLst>
                <a:ext uri="{FF2B5EF4-FFF2-40B4-BE49-F238E27FC236}">
                  <a16:creationId xmlns:a16="http://schemas.microsoft.com/office/drawing/2014/main" id="{211CD89D-281B-4BE9-8DE2-2686E064112A}"/>
                </a:ext>
              </a:extLst>
            </p:cNvPr>
            <p:cNvSpPr txBox="1">
              <a:spLocks noChangeArrowheads="1"/>
            </p:cNvSpPr>
            <p:nvPr/>
          </p:nvSpPr>
          <p:spPr bwMode="auto">
            <a:xfrm>
              <a:off x="2223082" y="2611438"/>
              <a:ext cx="255580"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8</a:t>
              </a:r>
            </a:p>
          </p:txBody>
        </p:sp>
        <p:sp>
          <p:nvSpPr>
            <p:cNvPr id="70715" name="Text Box 125">
              <a:extLst>
                <a:ext uri="{FF2B5EF4-FFF2-40B4-BE49-F238E27FC236}">
                  <a16:creationId xmlns:a16="http://schemas.microsoft.com/office/drawing/2014/main" id="{18650938-9A40-4D71-A616-1A201F076E08}"/>
                </a:ext>
              </a:extLst>
            </p:cNvPr>
            <p:cNvSpPr txBox="1">
              <a:spLocks noChangeArrowheads="1"/>
            </p:cNvSpPr>
            <p:nvPr/>
          </p:nvSpPr>
          <p:spPr bwMode="auto">
            <a:xfrm>
              <a:off x="2223082" y="2413000"/>
              <a:ext cx="255580"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2</a:t>
              </a:r>
            </a:p>
          </p:txBody>
        </p:sp>
        <p:sp>
          <p:nvSpPr>
            <p:cNvPr id="70716" name="Line 126">
              <a:extLst>
                <a:ext uri="{FF2B5EF4-FFF2-40B4-BE49-F238E27FC236}">
                  <a16:creationId xmlns:a16="http://schemas.microsoft.com/office/drawing/2014/main" id="{E48286E9-F118-4764-91EF-FAAA7E98384F}"/>
                </a:ext>
              </a:extLst>
            </p:cNvPr>
            <p:cNvSpPr>
              <a:spLocks noChangeShapeType="1"/>
            </p:cNvSpPr>
            <p:nvPr/>
          </p:nvSpPr>
          <p:spPr bwMode="auto">
            <a:xfrm>
              <a:off x="2227845" y="3136900"/>
              <a:ext cx="606406"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17" name="Line 127">
              <a:extLst>
                <a:ext uri="{FF2B5EF4-FFF2-40B4-BE49-F238E27FC236}">
                  <a16:creationId xmlns:a16="http://schemas.microsoft.com/office/drawing/2014/main" id="{F326B492-1BA9-4843-9E0E-6135A5EA8FBC}"/>
                </a:ext>
              </a:extLst>
            </p:cNvPr>
            <p:cNvSpPr>
              <a:spLocks noChangeShapeType="1"/>
            </p:cNvSpPr>
            <p:nvPr/>
          </p:nvSpPr>
          <p:spPr bwMode="auto">
            <a:xfrm>
              <a:off x="2245306" y="3308350"/>
              <a:ext cx="590532"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18" name="Text Box 128">
              <a:extLst>
                <a:ext uri="{FF2B5EF4-FFF2-40B4-BE49-F238E27FC236}">
                  <a16:creationId xmlns:a16="http://schemas.microsoft.com/office/drawing/2014/main" id="{2DE81C38-7A37-4303-851E-6ABC3A81431A}"/>
                </a:ext>
              </a:extLst>
            </p:cNvPr>
            <p:cNvSpPr txBox="1">
              <a:spLocks noChangeArrowheads="1"/>
            </p:cNvSpPr>
            <p:nvPr/>
          </p:nvSpPr>
          <p:spPr bwMode="auto">
            <a:xfrm>
              <a:off x="2223082" y="2935288"/>
              <a:ext cx="253992" cy="257175"/>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7</a:t>
              </a:r>
            </a:p>
          </p:txBody>
        </p:sp>
        <p:sp>
          <p:nvSpPr>
            <p:cNvPr id="70719" name="Text Box 129">
              <a:extLst>
                <a:ext uri="{FF2B5EF4-FFF2-40B4-BE49-F238E27FC236}">
                  <a16:creationId xmlns:a16="http://schemas.microsoft.com/office/drawing/2014/main" id="{23EC1B41-D9B2-4C53-B755-7C0481A8A899}"/>
                </a:ext>
              </a:extLst>
            </p:cNvPr>
            <p:cNvSpPr txBox="1">
              <a:spLocks noChangeArrowheads="1"/>
            </p:cNvSpPr>
            <p:nvPr/>
          </p:nvSpPr>
          <p:spPr bwMode="auto">
            <a:xfrm>
              <a:off x="2223082" y="3116263"/>
              <a:ext cx="253992"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5</a:t>
              </a:r>
            </a:p>
          </p:txBody>
        </p:sp>
        <p:sp>
          <p:nvSpPr>
            <p:cNvPr id="70720" name="Line 130">
              <a:extLst>
                <a:ext uri="{FF2B5EF4-FFF2-40B4-BE49-F238E27FC236}">
                  <a16:creationId xmlns:a16="http://schemas.microsoft.com/office/drawing/2014/main" id="{C6556E7E-8F33-43B0-BC15-92F133D36A00}"/>
                </a:ext>
              </a:extLst>
            </p:cNvPr>
            <p:cNvSpPr>
              <a:spLocks noChangeShapeType="1"/>
            </p:cNvSpPr>
            <p:nvPr/>
          </p:nvSpPr>
          <p:spPr bwMode="auto">
            <a:xfrm>
              <a:off x="2242131" y="3957638"/>
              <a:ext cx="641330"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21" name="Line 131">
              <a:extLst>
                <a:ext uri="{FF2B5EF4-FFF2-40B4-BE49-F238E27FC236}">
                  <a16:creationId xmlns:a16="http://schemas.microsoft.com/office/drawing/2014/main" id="{AED6B8F9-D549-4554-A39D-A3F9A7CDF5AB}"/>
                </a:ext>
              </a:extLst>
            </p:cNvPr>
            <p:cNvSpPr>
              <a:spLocks noChangeShapeType="1"/>
            </p:cNvSpPr>
            <p:nvPr/>
          </p:nvSpPr>
          <p:spPr bwMode="auto">
            <a:xfrm>
              <a:off x="2253244" y="4157663"/>
              <a:ext cx="641330"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22" name="Text Box 132">
              <a:extLst>
                <a:ext uri="{FF2B5EF4-FFF2-40B4-BE49-F238E27FC236}">
                  <a16:creationId xmlns:a16="http://schemas.microsoft.com/office/drawing/2014/main" id="{4E1DF4DB-B97A-43E4-A6F6-2824546F60E3}"/>
                </a:ext>
              </a:extLst>
            </p:cNvPr>
            <p:cNvSpPr txBox="1">
              <a:spLocks noChangeArrowheads="1"/>
            </p:cNvSpPr>
            <p:nvPr/>
          </p:nvSpPr>
          <p:spPr bwMode="auto">
            <a:xfrm>
              <a:off x="2223082" y="3756025"/>
              <a:ext cx="255580"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5</a:t>
              </a:r>
            </a:p>
          </p:txBody>
        </p:sp>
        <p:sp>
          <p:nvSpPr>
            <p:cNvPr id="70723" name="Text Box 133">
              <a:extLst>
                <a:ext uri="{FF2B5EF4-FFF2-40B4-BE49-F238E27FC236}">
                  <a16:creationId xmlns:a16="http://schemas.microsoft.com/office/drawing/2014/main" id="{56F5992E-CDC2-4E20-AE2B-0DA02464EB65}"/>
                </a:ext>
              </a:extLst>
            </p:cNvPr>
            <p:cNvSpPr txBox="1">
              <a:spLocks noChangeArrowheads="1"/>
            </p:cNvSpPr>
            <p:nvPr/>
          </p:nvSpPr>
          <p:spPr bwMode="auto">
            <a:xfrm>
              <a:off x="2223082" y="3952875"/>
              <a:ext cx="255580"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8</a:t>
              </a:r>
            </a:p>
          </p:txBody>
        </p:sp>
        <p:sp>
          <p:nvSpPr>
            <p:cNvPr id="70724" name="Text Box 134">
              <a:extLst>
                <a:ext uri="{FF2B5EF4-FFF2-40B4-BE49-F238E27FC236}">
                  <a16:creationId xmlns:a16="http://schemas.microsoft.com/office/drawing/2014/main" id="{6C9080C4-33C1-40EF-8C04-6DD847501E46}"/>
                </a:ext>
              </a:extLst>
            </p:cNvPr>
            <p:cNvSpPr txBox="1">
              <a:spLocks noChangeArrowheads="1"/>
            </p:cNvSpPr>
            <p:nvPr/>
          </p:nvSpPr>
          <p:spPr bwMode="auto">
            <a:xfrm>
              <a:off x="2223082" y="3533775"/>
              <a:ext cx="255580"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4</a:t>
              </a:r>
            </a:p>
          </p:txBody>
        </p:sp>
        <p:sp>
          <p:nvSpPr>
            <p:cNvPr id="70725" name="Text Box 135">
              <a:extLst>
                <a:ext uri="{FF2B5EF4-FFF2-40B4-BE49-F238E27FC236}">
                  <a16:creationId xmlns:a16="http://schemas.microsoft.com/office/drawing/2014/main" id="{EDB41D44-A96D-4CEA-B76B-D6D7B9ACC8C9}"/>
                </a:ext>
              </a:extLst>
            </p:cNvPr>
            <p:cNvSpPr txBox="1">
              <a:spLocks noChangeArrowheads="1"/>
            </p:cNvSpPr>
            <p:nvPr/>
          </p:nvSpPr>
          <p:spPr bwMode="auto">
            <a:xfrm>
              <a:off x="2223082" y="4730750"/>
              <a:ext cx="255580" cy="257175"/>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4</a:t>
              </a:r>
            </a:p>
          </p:txBody>
        </p:sp>
        <p:sp>
          <p:nvSpPr>
            <p:cNvPr id="70726" name="Line 136">
              <a:extLst>
                <a:ext uri="{FF2B5EF4-FFF2-40B4-BE49-F238E27FC236}">
                  <a16:creationId xmlns:a16="http://schemas.microsoft.com/office/drawing/2014/main" id="{41BC9CE9-431A-4641-B512-A6631C4B9D87}"/>
                </a:ext>
              </a:extLst>
            </p:cNvPr>
            <p:cNvSpPr>
              <a:spLocks noChangeShapeType="1"/>
            </p:cNvSpPr>
            <p:nvPr/>
          </p:nvSpPr>
          <p:spPr bwMode="auto">
            <a:xfrm>
              <a:off x="4556635" y="2173288"/>
              <a:ext cx="0" cy="3089275"/>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27" name="Line 137">
              <a:extLst>
                <a:ext uri="{FF2B5EF4-FFF2-40B4-BE49-F238E27FC236}">
                  <a16:creationId xmlns:a16="http://schemas.microsoft.com/office/drawing/2014/main" id="{546B8B5D-0A26-4677-A5B7-3015F6CC5573}"/>
                </a:ext>
              </a:extLst>
            </p:cNvPr>
            <p:cNvSpPr>
              <a:spLocks noChangeShapeType="1"/>
            </p:cNvSpPr>
            <p:nvPr/>
          </p:nvSpPr>
          <p:spPr bwMode="auto">
            <a:xfrm>
              <a:off x="1211876" y="5241925"/>
              <a:ext cx="3344759"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28" name="Line 138">
              <a:extLst>
                <a:ext uri="{FF2B5EF4-FFF2-40B4-BE49-F238E27FC236}">
                  <a16:creationId xmlns:a16="http://schemas.microsoft.com/office/drawing/2014/main" id="{F3A2E019-A426-4FD8-85BB-FC96550914E0}"/>
                </a:ext>
              </a:extLst>
            </p:cNvPr>
            <p:cNvSpPr>
              <a:spLocks noChangeShapeType="1"/>
            </p:cNvSpPr>
            <p:nvPr/>
          </p:nvSpPr>
          <p:spPr bwMode="auto">
            <a:xfrm>
              <a:off x="4785228" y="2676525"/>
              <a:ext cx="0" cy="2765425"/>
            </a:xfrm>
            <a:prstGeom prst="line">
              <a:avLst/>
            </a:prstGeom>
            <a:noFill/>
            <a:ln w="25400">
              <a:solidFill>
                <a:schemeClr val="tx1"/>
              </a:solidFill>
              <a:round/>
              <a:headEnd/>
              <a:tailEnd type="oval" w="med" len="med"/>
            </a:ln>
          </p:spPr>
          <p:txBody>
            <a:bodyPr/>
            <a:lstStyle/>
            <a:p>
              <a:pPr eaLnBrk="1" hangingPunct="1">
                <a:defRPr/>
              </a:pPr>
              <a:endParaRPr lang="en-US" sz="1200" dirty="0"/>
            </a:p>
          </p:txBody>
        </p:sp>
        <p:sp>
          <p:nvSpPr>
            <p:cNvPr id="70729" name="Line 139">
              <a:extLst>
                <a:ext uri="{FF2B5EF4-FFF2-40B4-BE49-F238E27FC236}">
                  <a16:creationId xmlns:a16="http://schemas.microsoft.com/office/drawing/2014/main" id="{1CEAFC16-153A-45D2-8B6F-B90619C97823}"/>
                </a:ext>
              </a:extLst>
            </p:cNvPr>
            <p:cNvSpPr>
              <a:spLocks noChangeShapeType="1"/>
            </p:cNvSpPr>
            <p:nvPr/>
          </p:nvSpPr>
          <p:spPr bwMode="auto">
            <a:xfrm>
              <a:off x="2242131" y="4516438"/>
              <a:ext cx="612756"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30" name="Line 140">
              <a:extLst>
                <a:ext uri="{FF2B5EF4-FFF2-40B4-BE49-F238E27FC236}">
                  <a16:creationId xmlns:a16="http://schemas.microsoft.com/office/drawing/2014/main" id="{71544D84-8812-434C-B8BC-1304E2C2CCE6}"/>
                </a:ext>
              </a:extLst>
            </p:cNvPr>
            <p:cNvSpPr>
              <a:spLocks noChangeShapeType="1"/>
            </p:cNvSpPr>
            <p:nvPr/>
          </p:nvSpPr>
          <p:spPr bwMode="auto">
            <a:xfrm>
              <a:off x="2227845" y="4708525"/>
              <a:ext cx="642917"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31" name="Text Box 141">
              <a:extLst>
                <a:ext uri="{FF2B5EF4-FFF2-40B4-BE49-F238E27FC236}">
                  <a16:creationId xmlns:a16="http://schemas.microsoft.com/office/drawing/2014/main" id="{4A6A6B26-5D1E-45EE-8EE2-81DFCA92D4D1}"/>
                </a:ext>
              </a:extLst>
            </p:cNvPr>
            <p:cNvSpPr txBox="1">
              <a:spLocks noChangeArrowheads="1"/>
            </p:cNvSpPr>
            <p:nvPr/>
          </p:nvSpPr>
          <p:spPr bwMode="auto">
            <a:xfrm>
              <a:off x="2223082" y="4303713"/>
              <a:ext cx="255580"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2</a:t>
              </a:r>
            </a:p>
          </p:txBody>
        </p:sp>
        <p:sp>
          <p:nvSpPr>
            <p:cNvPr id="70732" name="Text Box 142">
              <a:extLst>
                <a:ext uri="{FF2B5EF4-FFF2-40B4-BE49-F238E27FC236}">
                  <a16:creationId xmlns:a16="http://schemas.microsoft.com/office/drawing/2014/main" id="{5E755939-E837-4A65-AEB9-8F2EE4E6E0A0}"/>
                </a:ext>
              </a:extLst>
            </p:cNvPr>
            <p:cNvSpPr txBox="1">
              <a:spLocks noChangeArrowheads="1"/>
            </p:cNvSpPr>
            <p:nvPr/>
          </p:nvSpPr>
          <p:spPr bwMode="auto">
            <a:xfrm>
              <a:off x="2223082" y="4503738"/>
              <a:ext cx="255580"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8</a:t>
              </a:r>
            </a:p>
          </p:txBody>
        </p:sp>
        <p:sp>
          <p:nvSpPr>
            <p:cNvPr id="70733" name="Text Box 149">
              <a:extLst>
                <a:ext uri="{FF2B5EF4-FFF2-40B4-BE49-F238E27FC236}">
                  <a16:creationId xmlns:a16="http://schemas.microsoft.com/office/drawing/2014/main" id="{CAEF16C5-1F24-476B-8E8E-7EA61E652E1E}"/>
                </a:ext>
              </a:extLst>
            </p:cNvPr>
            <p:cNvSpPr txBox="1">
              <a:spLocks noChangeArrowheads="1"/>
            </p:cNvSpPr>
            <p:nvPr/>
          </p:nvSpPr>
          <p:spPr bwMode="auto">
            <a:xfrm>
              <a:off x="1105516" y="5014913"/>
              <a:ext cx="947709"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Clock</a:t>
              </a:r>
            </a:p>
          </p:txBody>
        </p:sp>
        <p:sp>
          <p:nvSpPr>
            <p:cNvPr id="70734" name="Text Box 150">
              <a:extLst>
                <a:ext uri="{FF2B5EF4-FFF2-40B4-BE49-F238E27FC236}">
                  <a16:creationId xmlns:a16="http://schemas.microsoft.com/office/drawing/2014/main" id="{6604A5E4-7B57-4611-9B67-F395E2325E0D}"/>
                </a:ext>
              </a:extLst>
            </p:cNvPr>
            <p:cNvSpPr txBox="1">
              <a:spLocks noChangeArrowheads="1"/>
            </p:cNvSpPr>
            <p:nvPr/>
          </p:nvSpPr>
          <p:spPr bwMode="auto">
            <a:xfrm>
              <a:off x="1113454" y="5238750"/>
              <a:ext cx="768326" cy="258763"/>
            </a:xfrm>
            <a:prstGeom prst="rect">
              <a:avLst/>
            </a:prstGeom>
            <a:noFill/>
            <a:ln w="9525">
              <a:noFill/>
              <a:miter lim="800000"/>
              <a:headEnd/>
              <a:tailEnd/>
            </a:ln>
          </p:spPr>
          <p:txBody>
            <a:bodyPr>
              <a:spAutoFit/>
            </a:bodyPr>
            <a:lstStyle/>
            <a:p>
              <a:pPr eaLnBrk="1" hangingPunct="1">
                <a:lnSpc>
                  <a:spcPct val="90000"/>
                </a:lnSpc>
                <a:spcBef>
                  <a:spcPct val="50000"/>
                </a:spcBef>
                <a:defRPr/>
              </a:pPr>
              <a:r>
                <a:rPr lang="en-US" sz="1200" dirty="0"/>
                <a:t>Reset</a:t>
              </a:r>
            </a:p>
          </p:txBody>
        </p:sp>
        <p:sp>
          <p:nvSpPr>
            <p:cNvPr id="70735" name="Line 157">
              <a:extLst>
                <a:ext uri="{FF2B5EF4-FFF2-40B4-BE49-F238E27FC236}">
                  <a16:creationId xmlns:a16="http://schemas.microsoft.com/office/drawing/2014/main" id="{6834BD0D-B729-4E01-8D1D-F96B5D8B29A2}"/>
                </a:ext>
              </a:extLst>
            </p:cNvPr>
            <p:cNvSpPr>
              <a:spLocks noChangeShapeType="1"/>
            </p:cNvSpPr>
            <p:nvPr/>
          </p:nvSpPr>
          <p:spPr bwMode="auto">
            <a:xfrm>
              <a:off x="7304514" y="3351213"/>
              <a:ext cx="126996"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36" name="Line 158">
              <a:extLst>
                <a:ext uri="{FF2B5EF4-FFF2-40B4-BE49-F238E27FC236}">
                  <a16:creationId xmlns:a16="http://schemas.microsoft.com/office/drawing/2014/main" id="{19046128-4EE2-4DDE-8DEE-AD465DF53582}"/>
                </a:ext>
              </a:extLst>
            </p:cNvPr>
            <p:cNvSpPr>
              <a:spLocks noChangeShapeType="1"/>
            </p:cNvSpPr>
            <p:nvPr/>
          </p:nvSpPr>
          <p:spPr bwMode="auto">
            <a:xfrm>
              <a:off x="7315626" y="3894138"/>
              <a:ext cx="126996"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37" name="Line 159">
              <a:extLst>
                <a:ext uri="{FF2B5EF4-FFF2-40B4-BE49-F238E27FC236}">
                  <a16:creationId xmlns:a16="http://schemas.microsoft.com/office/drawing/2014/main" id="{BF54E45D-7B7B-47DB-855F-B08046C1E500}"/>
                </a:ext>
              </a:extLst>
            </p:cNvPr>
            <p:cNvSpPr>
              <a:spLocks noChangeShapeType="1"/>
            </p:cNvSpPr>
            <p:nvPr/>
          </p:nvSpPr>
          <p:spPr bwMode="auto">
            <a:xfrm>
              <a:off x="7431510" y="3351213"/>
              <a:ext cx="0" cy="160337"/>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38" name="Line 160">
              <a:extLst>
                <a:ext uri="{FF2B5EF4-FFF2-40B4-BE49-F238E27FC236}">
                  <a16:creationId xmlns:a16="http://schemas.microsoft.com/office/drawing/2014/main" id="{48300148-94FD-4F02-9B9B-6F29071BA5C1}"/>
                </a:ext>
              </a:extLst>
            </p:cNvPr>
            <p:cNvSpPr>
              <a:spLocks noChangeShapeType="1"/>
            </p:cNvSpPr>
            <p:nvPr/>
          </p:nvSpPr>
          <p:spPr bwMode="auto">
            <a:xfrm>
              <a:off x="7421986" y="3506788"/>
              <a:ext cx="157157"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39" name="Line 161">
              <a:extLst>
                <a:ext uri="{FF2B5EF4-FFF2-40B4-BE49-F238E27FC236}">
                  <a16:creationId xmlns:a16="http://schemas.microsoft.com/office/drawing/2014/main" id="{28E84784-EC15-4920-8DB6-EB55A8C52DEB}"/>
                </a:ext>
              </a:extLst>
            </p:cNvPr>
            <p:cNvSpPr>
              <a:spLocks noChangeShapeType="1"/>
            </p:cNvSpPr>
            <p:nvPr/>
          </p:nvSpPr>
          <p:spPr bwMode="auto">
            <a:xfrm>
              <a:off x="7442622" y="3689350"/>
              <a:ext cx="0" cy="207963"/>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40" name="Line 162">
              <a:extLst>
                <a:ext uri="{FF2B5EF4-FFF2-40B4-BE49-F238E27FC236}">
                  <a16:creationId xmlns:a16="http://schemas.microsoft.com/office/drawing/2014/main" id="{E7E7925A-686F-46C4-8819-4D478256980E}"/>
                </a:ext>
              </a:extLst>
            </p:cNvPr>
            <p:cNvSpPr>
              <a:spLocks noChangeShapeType="1"/>
            </p:cNvSpPr>
            <p:nvPr/>
          </p:nvSpPr>
          <p:spPr bwMode="auto">
            <a:xfrm>
              <a:off x="7431510" y="3689350"/>
              <a:ext cx="157157"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41" name="Line 163">
              <a:extLst>
                <a:ext uri="{FF2B5EF4-FFF2-40B4-BE49-F238E27FC236}">
                  <a16:creationId xmlns:a16="http://schemas.microsoft.com/office/drawing/2014/main" id="{5F7F2436-9C6D-4B26-8A94-759883288A81}"/>
                </a:ext>
              </a:extLst>
            </p:cNvPr>
            <p:cNvSpPr>
              <a:spLocks noChangeShapeType="1"/>
            </p:cNvSpPr>
            <p:nvPr/>
          </p:nvSpPr>
          <p:spPr bwMode="auto">
            <a:xfrm>
              <a:off x="8115701" y="3571875"/>
              <a:ext cx="217481"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42" name="Text Box 164">
              <a:extLst>
                <a:ext uri="{FF2B5EF4-FFF2-40B4-BE49-F238E27FC236}">
                  <a16:creationId xmlns:a16="http://schemas.microsoft.com/office/drawing/2014/main" id="{A9203950-0364-4CC9-9B69-9A44085C3F98}"/>
                </a:ext>
              </a:extLst>
            </p:cNvPr>
            <p:cNvSpPr txBox="1">
              <a:spLocks noChangeArrowheads="1"/>
            </p:cNvSpPr>
            <p:nvPr/>
          </p:nvSpPr>
          <p:spPr bwMode="auto">
            <a:xfrm>
              <a:off x="8291909" y="3363913"/>
              <a:ext cx="255579" cy="341312"/>
            </a:xfrm>
            <a:prstGeom prst="rect">
              <a:avLst/>
            </a:prstGeom>
            <a:noFill/>
            <a:ln w="9525">
              <a:noFill/>
              <a:miter lim="800000"/>
              <a:headEnd/>
              <a:tailEnd/>
            </a:ln>
          </p:spPr>
          <p:txBody>
            <a:bodyPr>
              <a:spAutoFit/>
            </a:bodyPr>
            <a:lstStyle/>
            <a:p>
              <a:pPr eaLnBrk="1" hangingPunct="1">
                <a:lnSpc>
                  <a:spcPct val="90000"/>
                </a:lnSpc>
                <a:spcBef>
                  <a:spcPct val="50000"/>
                </a:spcBef>
                <a:defRPr/>
              </a:pPr>
              <a:r>
                <a:rPr lang="en-US" dirty="0"/>
                <a:t>y</a:t>
              </a:r>
            </a:p>
          </p:txBody>
        </p:sp>
        <p:sp>
          <p:nvSpPr>
            <p:cNvPr id="70743" name="Line 165">
              <a:extLst>
                <a:ext uri="{FF2B5EF4-FFF2-40B4-BE49-F238E27FC236}">
                  <a16:creationId xmlns:a16="http://schemas.microsoft.com/office/drawing/2014/main" id="{42E70D3D-671C-4704-B2FC-ED91EF86AC80}"/>
                </a:ext>
              </a:extLst>
            </p:cNvPr>
            <p:cNvSpPr>
              <a:spLocks noChangeShapeType="1"/>
            </p:cNvSpPr>
            <p:nvPr/>
          </p:nvSpPr>
          <p:spPr bwMode="auto">
            <a:xfrm>
              <a:off x="6420303" y="3265488"/>
              <a:ext cx="355589"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44" name="Line 166">
              <a:extLst>
                <a:ext uri="{FF2B5EF4-FFF2-40B4-BE49-F238E27FC236}">
                  <a16:creationId xmlns:a16="http://schemas.microsoft.com/office/drawing/2014/main" id="{71B823FE-DAD7-419D-8192-F1C576F264EA}"/>
                </a:ext>
              </a:extLst>
            </p:cNvPr>
            <p:cNvSpPr>
              <a:spLocks noChangeShapeType="1"/>
            </p:cNvSpPr>
            <p:nvPr/>
          </p:nvSpPr>
          <p:spPr bwMode="auto">
            <a:xfrm>
              <a:off x="6429828" y="3436938"/>
              <a:ext cx="357177"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45" name="Line 167">
              <a:extLst>
                <a:ext uri="{FF2B5EF4-FFF2-40B4-BE49-F238E27FC236}">
                  <a16:creationId xmlns:a16="http://schemas.microsoft.com/office/drawing/2014/main" id="{8806F473-EDB2-4E62-9536-9477BE2C689D}"/>
                </a:ext>
              </a:extLst>
            </p:cNvPr>
            <p:cNvSpPr>
              <a:spLocks noChangeShapeType="1"/>
            </p:cNvSpPr>
            <p:nvPr/>
          </p:nvSpPr>
          <p:spPr bwMode="auto">
            <a:xfrm>
              <a:off x="6429828" y="3819525"/>
              <a:ext cx="357177"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46" name="Line 168">
              <a:extLst>
                <a:ext uri="{FF2B5EF4-FFF2-40B4-BE49-F238E27FC236}">
                  <a16:creationId xmlns:a16="http://schemas.microsoft.com/office/drawing/2014/main" id="{D62BEB78-28F0-45C9-BCEB-969674EE2F38}"/>
                </a:ext>
              </a:extLst>
            </p:cNvPr>
            <p:cNvSpPr>
              <a:spLocks noChangeShapeType="1"/>
            </p:cNvSpPr>
            <p:nvPr/>
          </p:nvSpPr>
          <p:spPr bwMode="auto">
            <a:xfrm>
              <a:off x="6404429" y="3992563"/>
              <a:ext cx="358764"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47" name="Text Box 169">
              <a:extLst>
                <a:ext uri="{FF2B5EF4-FFF2-40B4-BE49-F238E27FC236}">
                  <a16:creationId xmlns:a16="http://schemas.microsoft.com/office/drawing/2014/main" id="{5B770B9E-C171-4C4C-9EFC-FA529D593A28}"/>
                </a:ext>
              </a:extLst>
            </p:cNvPr>
            <p:cNvSpPr txBox="1">
              <a:spLocks noChangeArrowheads="1"/>
            </p:cNvSpPr>
            <p:nvPr/>
          </p:nvSpPr>
          <p:spPr bwMode="auto">
            <a:xfrm>
              <a:off x="6486976" y="3032125"/>
              <a:ext cx="255580"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5</a:t>
              </a:r>
            </a:p>
          </p:txBody>
        </p:sp>
        <p:sp>
          <p:nvSpPr>
            <p:cNvPr id="70748" name="Text Box 170">
              <a:extLst>
                <a:ext uri="{FF2B5EF4-FFF2-40B4-BE49-F238E27FC236}">
                  <a16:creationId xmlns:a16="http://schemas.microsoft.com/office/drawing/2014/main" id="{03569029-C15E-41E9-BE4D-A0B8110FFB22}"/>
                </a:ext>
              </a:extLst>
            </p:cNvPr>
            <p:cNvSpPr txBox="1">
              <a:spLocks noChangeArrowheads="1"/>
            </p:cNvSpPr>
            <p:nvPr/>
          </p:nvSpPr>
          <p:spPr bwMode="auto">
            <a:xfrm>
              <a:off x="6469515" y="3241675"/>
              <a:ext cx="255579"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2</a:t>
              </a:r>
            </a:p>
          </p:txBody>
        </p:sp>
        <p:sp>
          <p:nvSpPr>
            <p:cNvPr id="70749" name="Text Box 171">
              <a:extLst>
                <a:ext uri="{FF2B5EF4-FFF2-40B4-BE49-F238E27FC236}">
                  <a16:creationId xmlns:a16="http://schemas.microsoft.com/office/drawing/2014/main" id="{BD788336-B1A2-48E1-803F-3FFABC5F62FE}"/>
                </a:ext>
              </a:extLst>
            </p:cNvPr>
            <p:cNvSpPr txBox="1">
              <a:spLocks noChangeArrowheads="1"/>
            </p:cNvSpPr>
            <p:nvPr/>
          </p:nvSpPr>
          <p:spPr bwMode="auto">
            <a:xfrm>
              <a:off x="6428241" y="3579813"/>
              <a:ext cx="255579"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1</a:t>
              </a:r>
            </a:p>
          </p:txBody>
        </p:sp>
        <p:sp>
          <p:nvSpPr>
            <p:cNvPr id="70750" name="Text Box 172">
              <a:extLst>
                <a:ext uri="{FF2B5EF4-FFF2-40B4-BE49-F238E27FC236}">
                  <a16:creationId xmlns:a16="http://schemas.microsoft.com/office/drawing/2014/main" id="{1EE079AA-1B7F-41CB-9379-80B7CCB3C1B0}"/>
                </a:ext>
              </a:extLst>
            </p:cNvPr>
            <p:cNvSpPr txBox="1">
              <a:spLocks noChangeArrowheads="1"/>
            </p:cNvSpPr>
            <p:nvPr/>
          </p:nvSpPr>
          <p:spPr bwMode="auto">
            <a:xfrm>
              <a:off x="6428241" y="3787775"/>
              <a:ext cx="255579"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6</a:t>
              </a:r>
            </a:p>
          </p:txBody>
        </p:sp>
        <p:sp>
          <p:nvSpPr>
            <p:cNvPr id="70751" name="Oval 193">
              <a:extLst>
                <a:ext uri="{FF2B5EF4-FFF2-40B4-BE49-F238E27FC236}">
                  <a16:creationId xmlns:a16="http://schemas.microsoft.com/office/drawing/2014/main" id="{48C7CADB-5455-4103-AAA1-40F002A8698E}"/>
                </a:ext>
              </a:extLst>
            </p:cNvPr>
            <p:cNvSpPr>
              <a:spLocks noChangeArrowheads="1"/>
            </p:cNvSpPr>
            <p:nvPr/>
          </p:nvSpPr>
          <p:spPr bwMode="auto">
            <a:xfrm>
              <a:off x="3267625" y="2667000"/>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52" name="Oval 199">
              <a:extLst>
                <a:ext uri="{FF2B5EF4-FFF2-40B4-BE49-F238E27FC236}">
                  <a16:creationId xmlns:a16="http://schemas.microsoft.com/office/drawing/2014/main" id="{7E1C6E46-86B6-4F15-95A4-44968A7E0FE3}"/>
                </a:ext>
              </a:extLst>
            </p:cNvPr>
            <p:cNvSpPr>
              <a:spLocks noChangeArrowheads="1"/>
            </p:cNvSpPr>
            <p:nvPr/>
          </p:nvSpPr>
          <p:spPr bwMode="auto">
            <a:xfrm>
              <a:off x="3278738" y="3211513"/>
              <a:ext cx="122233" cy="100012"/>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53" name="Oval 205">
              <a:extLst>
                <a:ext uri="{FF2B5EF4-FFF2-40B4-BE49-F238E27FC236}">
                  <a16:creationId xmlns:a16="http://schemas.microsoft.com/office/drawing/2014/main" id="{C92BE8B4-1E12-4690-AE02-C634DCFBE6F2}"/>
                </a:ext>
              </a:extLst>
            </p:cNvPr>
            <p:cNvSpPr>
              <a:spLocks noChangeArrowheads="1"/>
            </p:cNvSpPr>
            <p:nvPr/>
          </p:nvSpPr>
          <p:spPr bwMode="auto">
            <a:xfrm>
              <a:off x="4221684" y="3217863"/>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54" name="Line 237">
              <a:extLst>
                <a:ext uri="{FF2B5EF4-FFF2-40B4-BE49-F238E27FC236}">
                  <a16:creationId xmlns:a16="http://schemas.microsoft.com/office/drawing/2014/main" id="{4CD8978B-6CBC-4BB0-90BA-33E23D56E17A}"/>
                </a:ext>
              </a:extLst>
            </p:cNvPr>
            <p:cNvSpPr>
              <a:spLocks noChangeShapeType="1"/>
            </p:cNvSpPr>
            <p:nvPr/>
          </p:nvSpPr>
          <p:spPr bwMode="auto">
            <a:xfrm>
              <a:off x="5915494" y="2189163"/>
              <a:ext cx="515922" cy="0"/>
            </a:xfrm>
            <a:prstGeom prst="line">
              <a:avLst/>
            </a:prstGeom>
            <a:noFill/>
            <a:ln w="25400">
              <a:solidFill>
                <a:srgbClr val="000000"/>
              </a:solidFill>
              <a:miter lim="800000"/>
              <a:headEnd/>
              <a:tailEnd/>
            </a:ln>
          </p:spPr>
          <p:txBody>
            <a:bodyPr/>
            <a:lstStyle/>
            <a:p>
              <a:pPr eaLnBrk="1" hangingPunct="1">
                <a:defRPr/>
              </a:pPr>
              <a:endParaRPr lang="en-US" sz="1200" dirty="0"/>
            </a:p>
          </p:txBody>
        </p:sp>
        <p:sp>
          <p:nvSpPr>
            <p:cNvPr id="70755" name="Oval 11">
              <a:extLst>
                <a:ext uri="{FF2B5EF4-FFF2-40B4-BE49-F238E27FC236}">
                  <a16:creationId xmlns:a16="http://schemas.microsoft.com/office/drawing/2014/main" id="{114CAECD-BB7D-4304-992F-F77DA2FB7146}"/>
                </a:ext>
              </a:extLst>
            </p:cNvPr>
            <p:cNvSpPr>
              <a:spLocks noChangeArrowheads="1"/>
            </p:cNvSpPr>
            <p:nvPr/>
          </p:nvSpPr>
          <p:spPr bwMode="auto">
            <a:xfrm>
              <a:off x="5401160" y="2471738"/>
              <a:ext cx="107947" cy="96837"/>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57" name="Rectangle 230">
              <a:extLst>
                <a:ext uri="{FF2B5EF4-FFF2-40B4-BE49-F238E27FC236}">
                  <a16:creationId xmlns:a16="http://schemas.microsoft.com/office/drawing/2014/main" id="{28ACDC75-C679-45D0-9211-DC883CFCB8D6}"/>
                </a:ext>
              </a:extLst>
            </p:cNvPr>
            <p:cNvSpPr>
              <a:spLocks noChangeArrowheads="1"/>
            </p:cNvSpPr>
            <p:nvPr/>
          </p:nvSpPr>
          <p:spPr bwMode="auto">
            <a:xfrm>
              <a:off x="5091607" y="1768475"/>
              <a:ext cx="111122" cy="166688"/>
            </a:xfrm>
            <a:prstGeom prst="rect">
              <a:avLst/>
            </a:prstGeom>
            <a:noFill/>
            <a:ln w="9525">
              <a:noFill/>
              <a:miter lim="800000"/>
              <a:headEnd/>
              <a:tailEnd/>
            </a:ln>
          </p:spPr>
          <p:txBody>
            <a:bodyPr wrap="none" lIns="0" tIns="0" rIns="0" bIns="0">
              <a:spAutoFit/>
            </a:bodyPr>
            <a:lstStyle/>
            <a:p>
              <a:pPr eaLnBrk="1" hangingPunct="1">
                <a:lnSpc>
                  <a:spcPct val="90000"/>
                </a:lnSpc>
                <a:defRPr/>
              </a:pPr>
              <a:r>
                <a:rPr lang="en-US" sz="1200" dirty="0">
                  <a:solidFill>
                    <a:schemeClr val="bg1"/>
                  </a:solidFill>
                </a:rPr>
                <a:t>D</a:t>
              </a:r>
            </a:p>
          </p:txBody>
        </p:sp>
        <p:sp>
          <p:nvSpPr>
            <p:cNvPr id="70758" name="Freeform 234">
              <a:extLst>
                <a:ext uri="{FF2B5EF4-FFF2-40B4-BE49-F238E27FC236}">
                  <a16:creationId xmlns:a16="http://schemas.microsoft.com/office/drawing/2014/main" id="{7BF62A96-0A70-4E91-930D-749642591DDF}"/>
                </a:ext>
              </a:extLst>
            </p:cNvPr>
            <p:cNvSpPr>
              <a:spLocks/>
            </p:cNvSpPr>
            <p:nvPr/>
          </p:nvSpPr>
          <p:spPr bwMode="auto">
            <a:xfrm>
              <a:off x="5031284" y="2108200"/>
              <a:ext cx="155570" cy="141288"/>
            </a:xfrm>
            <a:custGeom>
              <a:avLst/>
              <a:gdLst>
                <a:gd name="T0" fmla="*/ 0 w 155"/>
                <a:gd name="T1" fmla="*/ 2147483647 h 155"/>
                <a:gd name="T2" fmla="*/ 2147483647 w 155"/>
                <a:gd name="T3" fmla="*/ 2147483647 h 155"/>
                <a:gd name="T4" fmla="*/ 0 w 155"/>
                <a:gd name="T5" fmla="*/ 0 h 155"/>
                <a:gd name="T6" fmla="*/ 0 60000 65536"/>
                <a:gd name="T7" fmla="*/ 0 60000 65536"/>
                <a:gd name="T8" fmla="*/ 0 60000 65536"/>
                <a:gd name="T9" fmla="*/ 0 w 155"/>
                <a:gd name="T10" fmla="*/ 0 h 155"/>
                <a:gd name="T11" fmla="*/ 155 w 155"/>
                <a:gd name="T12" fmla="*/ 155 h 155"/>
              </a:gdLst>
              <a:ahLst/>
              <a:cxnLst>
                <a:cxn ang="T6">
                  <a:pos x="T0" y="T1"/>
                </a:cxn>
                <a:cxn ang="T7">
                  <a:pos x="T2" y="T3"/>
                </a:cxn>
                <a:cxn ang="T8">
                  <a:pos x="T4" y="T5"/>
                </a:cxn>
              </a:cxnLst>
              <a:rect l="T9" t="T10" r="T11" b="T12"/>
              <a:pathLst>
                <a:path w="155" h="155">
                  <a:moveTo>
                    <a:pt x="0" y="155"/>
                  </a:moveTo>
                  <a:lnTo>
                    <a:pt x="155" y="75"/>
                  </a:lnTo>
                  <a:lnTo>
                    <a:pt x="0" y="0"/>
                  </a:lnTo>
                </a:path>
              </a:pathLst>
            </a:cu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59" name="Oval 241">
              <a:extLst>
                <a:ext uri="{FF2B5EF4-FFF2-40B4-BE49-F238E27FC236}">
                  <a16:creationId xmlns:a16="http://schemas.microsoft.com/office/drawing/2014/main" id="{2894EB5D-7A9F-4FB5-9337-AED957D29729}"/>
                </a:ext>
              </a:extLst>
            </p:cNvPr>
            <p:cNvSpPr>
              <a:spLocks noChangeArrowheads="1"/>
            </p:cNvSpPr>
            <p:nvPr/>
          </p:nvSpPr>
          <p:spPr bwMode="auto">
            <a:xfrm>
              <a:off x="5815485" y="2144713"/>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60" name="Oval 244">
              <a:extLst>
                <a:ext uri="{FF2B5EF4-FFF2-40B4-BE49-F238E27FC236}">
                  <a16:creationId xmlns:a16="http://schemas.microsoft.com/office/drawing/2014/main" id="{0293731E-70B2-4AAD-9473-1C9F423C3A25}"/>
                </a:ext>
              </a:extLst>
            </p:cNvPr>
            <p:cNvSpPr>
              <a:spLocks noChangeArrowheads="1"/>
            </p:cNvSpPr>
            <p:nvPr/>
          </p:nvSpPr>
          <p:spPr bwMode="auto">
            <a:xfrm>
              <a:off x="5402747" y="3846513"/>
              <a:ext cx="120646" cy="96837"/>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62" name="Rectangle 246">
              <a:extLst>
                <a:ext uri="{FF2B5EF4-FFF2-40B4-BE49-F238E27FC236}">
                  <a16:creationId xmlns:a16="http://schemas.microsoft.com/office/drawing/2014/main" id="{38AC2FDB-9841-4513-AA73-82A205341853}"/>
                </a:ext>
              </a:extLst>
            </p:cNvPr>
            <p:cNvSpPr>
              <a:spLocks noChangeArrowheads="1"/>
            </p:cNvSpPr>
            <p:nvPr/>
          </p:nvSpPr>
          <p:spPr bwMode="auto">
            <a:xfrm>
              <a:off x="5104307" y="3152775"/>
              <a:ext cx="111122" cy="165100"/>
            </a:xfrm>
            <a:prstGeom prst="rect">
              <a:avLst/>
            </a:prstGeom>
            <a:noFill/>
            <a:ln w="9525">
              <a:noFill/>
              <a:miter lim="800000"/>
              <a:headEnd/>
              <a:tailEnd/>
            </a:ln>
          </p:spPr>
          <p:txBody>
            <a:bodyPr wrap="none" lIns="0" tIns="0" rIns="0" bIns="0">
              <a:spAutoFit/>
            </a:bodyPr>
            <a:lstStyle/>
            <a:p>
              <a:pPr eaLnBrk="1" hangingPunct="1">
                <a:lnSpc>
                  <a:spcPct val="90000"/>
                </a:lnSpc>
                <a:defRPr/>
              </a:pPr>
              <a:r>
                <a:rPr lang="en-US" sz="1200" dirty="0">
                  <a:solidFill>
                    <a:srgbClr val="000000"/>
                  </a:solidFill>
                </a:rPr>
                <a:t>D</a:t>
              </a:r>
              <a:endParaRPr lang="en-US" sz="1200" dirty="0"/>
            </a:p>
          </p:txBody>
        </p:sp>
        <p:sp>
          <p:nvSpPr>
            <p:cNvPr id="70763" name="Rectangle 248">
              <a:extLst>
                <a:ext uri="{FF2B5EF4-FFF2-40B4-BE49-F238E27FC236}">
                  <a16:creationId xmlns:a16="http://schemas.microsoft.com/office/drawing/2014/main" id="{2F3CF806-6B8D-4177-92B5-7BEF875032BB}"/>
                </a:ext>
              </a:extLst>
            </p:cNvPr>
            <p:cNvSpPr>
              <a:spLocks noChangeArrowheads="1"/>
            </p:cNvSpPr>
            <p:nvPr/>
          </p:nvSpPr>
          <p:spPr bwMode="auto">
            <a:xfrm>
              <a:off x="5053508" y="2954338"/>
              <a:ext cx="796901" cy="893762"/>
            </a:xfrm>
            <a:prstGeom prst="rect">
              <a:avLst/>
            </a:prstGeom>
            <a:solidFill>
              <a:schemeClr val="accent1"/>
            </a:solidFill>
            <a:ln w="25400">
              <a:solidFill>
                <a:srgbClr val="000000"/>
              </a:solidFill>
              <a:round/>
              <a:headEnd/>
              <a:tailEnd/>
            </a:ln>
          </p:spPr>
          <p:txBody>
            <a:bodyPr/>
            <a:lstStyle/>
            <a:p>
              <a:pPr eaLnBrk="1" hangingPunct="1">
                <a:lnSpc>
                  <a:spcPct val="90000"/>
                </a:lnSpc>
                <a:defRPr/>
              </a:pPr>
              <a:endParaRPr lang="en-US" sz="1200" dirty="0"/>
            </a:p>
            <a:p>
              <a:pPr eaLnBrk="1" hangingPunct="1">
                <a:lnSpc>
                  <a:spcPct val="90000"/>
                </a:lnSpc>
                <a:defRPr/>
              </a:pPr>
              <a:r>
                <a:rPr lang="en-US" sz="1200" dirty="0">
                  <a:solidFill>
                    <a:schemeClr val="bg1"/>
                  </a:solidFill>
                </a:rPr>
                <a:t>D</a:t>
              </a:r>
              <a:endParaRPr lang="ru-RU" sz="1200" dirty="0">
                <a:solidFill>
                  <a:schemeClr val="bg1"/>
                </a:solidFill>
              </a:endParaRPr>
            </a:p>
          </p:txBody>
        </p:sp>
        <p:sp>
          <p:nvSpPr>
            <p:cNvPr id="70764" name="Oval 249">
              <a:extLst>
                <a:ext uri="{FF2B5EF4-FFF2-40B4-BE49-F238E27FC236}">
                  <a16:creationId xmlns:a16="http://schemas.microsoft.com/office/drawing/2014/main" id="{043D1C3F-937F-4A76-B0F0-D84ED038FE64}"/>
                </a:ext>
              </a:extLst>
            </p:cNvPr>
            <p:cNvSpPr>
              <a:spLocks noChangeArrowheads="1"/>
            </p:cNvSpPr>
            <p:nvPr/>
          </p:nvSpPr>
          <p:spPr bwMode="auto">
            <a:xfrm>
              <a:off x="5840884" y="3519488"/>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65" name="Oval 255">
              <a:extLst>
                <a:ext uri="{FF2B5EF4-FFF2-40B4-BE49-F238E27FC236}">
                  <a16:creationId xmlns:a16="http://schemas.microsoft.com/office/drawing/2014/main" id="{5A4ECC34-3E58-4D30-BF08-0014F4535BD9}"/>
                </a:ext>
              </a:extLst>
            </p:cNvPr>
            <p:cNvSpPr>
              <a:spLocks noChangeArrowheads="1"/>
            </p:cNvSpPr>
            <p:nvPr/>
          </p:nvSpPr>
          <p:spPr bwMode="auto">
            <a:xfrm>
              <a:off x="7217204" y="3282950"/>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66" name="Oval 261">
              <a:extLst>
                <a:ext uri="{FF2B5EF4-FFF2-40B4-BE49-F238E27FC236}">
                  <a16:creationId xmlns:a16="http://schemas.microsoft.com/office/drawing/2014/main" id="{EE150397-BD2D-4184-A9BD-D38B315443A6}"/>
                </a:ext>
              </a:extLst>
            </p:cNvPr>
            <p:cNvSpPr>
              <a:spLocks noChangeArrowheads="1"/>
            </p:cNvSpPr>
            <p:nvPr/>
          </p:nvSpPr>
          <p:spPr bwMode="auto">
            <a:xfrm>
              <a:off x="7217204" y="3836988"/>
              <a:ext cx="122234"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67" name="Oval 267">
              <a:extLst>
                <a:ext uri="{FF2B5EF4-FFF2-40B4-BE49-F238E27FC236}">
                  <a16:creationId xmlns:a16="http://schemas.microsoft.com/office/drawing/2014/main" id="{7DADCCCF-1C44-4AE2-B371-C605EF3337C5}"/>
                </a:ext>
              </a:extLst>
            </p:cNvPr>
            <p:cNvSpPr>
              <a:spLocks noChangeArrowheads="1"/>
            </p:cNvSpPr>
            <p:nvPr/>
          </p:nvSpPr>
          <p:spPr bwMode="auto">
            <a:xfrm>
              <a:off x="7996643" y="3540125"/>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68" name="Oval 269">
              <a:extLst>
                <a:ext uri="{FF2B5EF4-FFF2-40B4-BE49-F238E27FC236}">
                  <a16:creationId xmlns:a16="http://schemas.microsoft.com/office/drawing/2014/main" id="{6E6DEE6A-EDDA-40AD-9953-81ABC00BE8DE}"/>
                </a:ext>
              </a:extLst>
            </p:cNvPr>
            <p:cNvSpPr>
              <a:spLocks noChangeArrowheads="1"/>
            </p:cNvSpPr>
            <p:nvPr/>
          </p:nvSpPr>
          <p:spPr bwMode="auto">
            <a:xfrm>
              <a:off x="5401160" y="5211763"/>
              <a:ext cx="120646" cy="96837"/>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70" name="Rectangle 271">
              <a:extLst>
                <a:ext uri="{FF2B5EF4-FFF2-40B4-BE49-F238E27FC236}">
                  <a16:creationId xmlns:a16="http://schemas.microsoft.com/office/drawing/2014/main" id="{1D9F99E6-D7EC-4FC0-9B1B-14B1F1E9C9B0}"/>
                </a:ext>
              </a:extLst>
            </p:cNvPr>
            <p:cNvSpPr>
              <a:spLocks noChangeArrowheads="1"/>
            </p:cNvSpPr>
            <p:nvPr/>
          </p:nvSpPr>
          <p:spPr bwMode="auto">
            <a:xfrm>
              <a:off x="5128118" y="4497388"/>
              <a:ext cx="109535" cy="166687"/>
            </a:xfrm>
            <a:prstGeom prst="rect">
              <a:avLst/>
            </a:prstGeom>
            <a:noFill/>
            <a:ln w="9525">
              <a:noFill/>
              <a:miter lim="800000"/>
              <a:headEnd/>
              <a:tailEnd/>
            </a:ln>
          </p:spPr>
          <p:txBody>
            <a:bodyPr wrap="none" lIns="0" tIns="0" rIns="0" bIns="0">
              <a:spAutoFit/>
            </a:bodyPr>
            <a:lstStyle/>
            <a:p>
              <a:pPr eaLnBrk="1" hangingPunct="1">
                <a:lnSpc>
                  <a:spcPct val="90000"/>
                </a:lnSpc>
                <a:defRPr/>
              </a:pPr>
              <a:r>
                <a:rPr lang="en-US" sz="1200" dirty="0">
                  <a:solidFill>
                    <a:schemeClr val="bg1"/>
                  </a:solidFill>
                </a:rPr>
                <a:t>D</a:t>
              </a:r>
            </a:p>
          </p:txBody>
        </p:sp>
        <p:sp>
          <p:nvSpPr>
            <p:cNvPr id="70771" name="Freeform 272">
              <a:extLst>
                <a:ext uri="{FF2B5EF4-FFF2-40B4-BE49-F238E27FC236}">
                  <a16:creationId xmlns:a16="http://schemas.microsoft.com/office/drawing/2014/main" id="{4F2FB5F3-183D-4ED9-AB2C-9BB1D6343C10}"/>
                </a:ext>
              </a:extLst>
            </p:cNvPr>
            <p:cNvSpPr>
              <a:spLocks/>
            </p:cNvSpPr>
            <p:nvPr/>
          </p:nvSpPr>
          <p:spPr bwMode="auto">
            <a:xfrm>
              <a:off x="5067795" y="4857750"/>
              <a:ext cx="146046" cy="141288"/>
            </a:xfrm>
            <a:custGeom>
              <a:avLst/>
              <a:gdLst>
                <a:gd name="T0" fmla="*/ 0 w 155"/>
                <a:gd name="T1" fmla="*/ 2147483647 h 155"/>
                <a:gd name="T2" fmla="*/ 2147483647 w 155"/>
                <a:gd name="T3" fmla="*/ 2147483647 h 155"/>
                <a:gd name="T4" fmla="*/ 0 w 155"/>
                <a:gd name="T5" fmla="*/ 0 h 155"/>
                <a:gd name="T6" fmla="*/ 0 60000 65536"/>
                <a:gd name="T7" fmla="*/ 0 60000 65536"/>
                <a:gd name="T8" fmla="*/ 0 60000 65536"/>
                <a:gd name="T9" fmla="*/ 0 w 155"/>
                <a:gd name="T10" fmla="*/ 0 h 155"/>
                <a:gd name="T11" fmla="*/ 155 w 155"/>
                <a:gd name="T12" fmla="*/ 155 h 155"/>
              </a:gdLst>
              <a:ahLst/>
              <a:cxnLst>
                <a:cxn ang="T6">
                  <a:pos x="T0" y="T1"/>
                </a:cxn>
                <a:cxn ang="T7">
                  <a:pos x="T2" y="T3"/>
                </a:cxn>
                <a:cxn ang="T8">
                  <a:pos x="T4" y="T5"/>
                </a:cxn>
              </a:cxnLst>
              <a:rect l="T9" t="T10" r="T11" b="T12"/>
              <a:pathLst>
                <a:path w="155" h="155">
                  <a:moveTo>
                    <a:pt x="0" y="155"/>
                  </a:moveTo>
                  <a:lnTo>
                    <a:pt x="155" y="75"/>
                  </a:lnTo>
                  <a:lnTo>
                    <a:pt x="0" y="0"/>
                  </a:lnTo>
                </a:path>
              </a:pathLst>
            </a:cu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72" name="Oval 274">
              <a:extLst>
                <a:ext uri="{FF2B5EF4-FFF2-40B4-BE49-F238E27FC236}">
                  <a16:creationId xmlns:a16="http://schemas.microsoft.com/office/drawing/2014/main" id="{F92E55D2-73BA-427E-8CF0-B2A5433CFA24}"/>
                </a:ext>
              </a:extLst>
            </p:cNvPr>
            <p:cNvSpPr>
              <a:spLocks noChangeArrowheads="1"/>
            </p:cNvSpPr>
            <p:nvPr/>
          </p:nvSpPr>
          <p:spPr bwMode="auto">
            <a:xfrm>
              <a:off x="5863108" y="4854575"/>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73" name="Oval 280">
              <a:extLst>
                <a:ext uri="{FF2B5EF4-FFF2-40B4-BE49-F238E27FC236}">
                  <a16:creationId xmlns:a16="http://schemas.microsoft.com/office/drawing/2014/main" id="{8F0C58E7-7776-4030-89EE-2BBC2A718877}"/>
                </a:ext>
              </a:extLst>
            </p:cNvPr>
            <p:cNvSpPr>
              <a:spLocks noChangeArrowheads="1"/>
            </p:cNvSpPr>
            <p:nvPr/>
          </p:nvSpPr>
          <p:spPr bwMode="auto">
            <a:xfrm>
              <a:off x="3304137" y="4013200"/>
              <a:ext cx="122233" cy="96838"/>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74" name="Oval 286">
              <a:extLst>
                <a:ext uri="{FF2B5EF4-FFF2-40B4-BE49-F238E27FC236}">
                  <a16:creationId xmlns:a16="http://schemas.microsoft.com/office/drawing/2014/main" id="{3773FDA5-01CA-4242-9690-C32F91362B44}"/>
                </a:ext>
              </a:extLst>
            </p:cNvPr>
            <p:cNvSpPr>
              <a:spLocks noChangeArrowheads="1"/>
            </p:cNvSpPr>
            <p:nvPr/>
          </p:nvSpPr>
          <p:spPr bwMode="auto">
            <a:xfrm>
              <a:off x="3304137" y="4543425"/>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75" name="Oval 297">
              <a:extLst>
                <a:ext uri="{FF2B5EF4-FFF2-40B4-BE49-F238E27FC236}">
                  <a16:creationId xmlns:a16="http://schemas.microsoft.com/office/drawing/2014/main" id="{3EFF8210-43DC-488B-AA10-54B8BD4C321B}"/>
                </a:ext>
              </a:extLst>
            </p:cNvPr>
            <p:cNvSpPr>
              <a:spLocks noChangeArrowheads="1"/>
            </p:cNvSpPr>
            <p:nvPr/>
          </p:nvSpPr>
          <p:spPr bwMode="auto">
            <a:xfrm>
              <a:off x="4237558" y="4522788"/>
              <a:ext cx="120646" cy="98425"/>
            </a:xfrm>
            <a:prstGeom prst="ellipse">
              <a:avLst/>
            </a:pr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76" name="Line 303">
              <a:extLst>
                <a:ext uri="{FF2B5EF4-FFF2-40B4-BE49-F238E27FC236}">
                  <a16:creationId xmlns:a16="http://schemas.microsoft.com/office/drawing/2014/main" id="{FE9D33E6-C271-4DBD-9617-DC20110147C0}"/>
                </a:ext>
              </a:extLst>
            </p:cNvPr>
            <p:cNvSpPr>
              <a:spLocks noChangeShapeType="1"/>
            </p:cNvSpPr>
            <p:nvPr/>
          </p:nvSpPr>
          <p:spPr bwMode="auto">
            <a:xfrm>
              <a:off x="5958355" y="3565525"/>
              <a:ext cx="463536" cy="0"/>
            </a:xfrm>
            <a:prstGeom prst="line">
              <a:avLst/>
            </a:prstGeom>
            <a:noFill/>
            <a:ln w="25400">
              <a:solidFill>
                <a:srgbClr val="000000"/>
              </a:solidFill>
              <a:round/>
              <a:headEnd/>
              <a:tailEnd/>
            </a:ln>
          </p:spPr>
          <p:txBody>
            <a:bodyPr/>
            <a:lstStyle/>
            <a:p>
              <a:pPr eaLnBrk="1" hangingPunct="1">
                <a:defRPr/>
              </a:pPr>
              <a:endParaRPr lang="en-US" sz="1200" dirty="0"/>
            </a:p>
          </p:txBody>
        </p:sp>
        <p:sp>
          <p:nvSpPr>
            <p:cNvPr id="70777" name="Text Box 304">
              <a:extLst>
                <a:ext uri="{FF2B5EF4-FFF2-40B4-BE49-F238E27FC236}">
                  <a16:creationId xmlns:a16="http://schemas.microsoft.com/office/drawing/2014/main" id="{D19733EA-F0FD-4924-A6E1-46254D027FE0}"/>
                </a:ext>
              </a:extLst>
            </p:cNvPr>
            <p:cNvSpPr txBox="1">
              <a:spLocks noChangeArrowheads="1"/>
            </p:cNvSpPr>
            <p:nvPr/>
          </p:nvSpPr>
          <p:spPr bwMode="auto">
            <a:xfrm>
              <a:off x="6147262" y="3359150"/>
              <a:ext cx="255580"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6</a:t>
              </a:r>
            </a:p>
          </p:txBody>
        </p:sp>
        <p:sp>
          <p:nvSpPr>
            <p:cNvPr id="70778" name="Line 305">
              <a:extLst>
                <a:ext uri="{FF2B5EF4-FFF2-40B4-BE49-F238E27FC236}">
                  <a16:creationId xmlns:a16="http://schemas.microsoft.com/office/drawing/2014/main" id="{C6FFF1FD-203F-47AF-8CD0-93483FB93C0C}"/>
                </a:ext>
              </a:extLst>
            </p:cNvPr>
            <p:cNvSpPr>
              <a:spLocks noChangeShapeType="1"/>
            </p:cNvSpPr>
            <p:nvPr/>
          </p:nvSpPr>
          <p:spPr bwMode="auto">
            <a:xfrm flipV="1">
              <a:off x="5450371" y="2559050"/>
              <a:ext cx="0" cy="122238"/>
            </a:xfrm>
            <a:prstGeom prst="line">
              <a:avLst/>
            </a:prstGeom>
            <a:solidFill>
              <a:schemeClr val="accent1"/>
            </a:solidFill>
            <a:ln w="25400">
              <a:solidFill>
                <a:srgbClr val="000000"/>
              </a:solidFill>
              <a:round/>
              <a:headEnd/>
              <a:tailEnd/>
            </a:ln>
          </p:spPr>
          <p:txBody>
            <a:bodyPr/>
            <a:lstStyle/>
            <a:p>
              <a:pPr eaLnBrk="1" hangingPunct="1">
                <a:lnSpc>
                  <a:spcPct val="90000"/>
                </a:lnSpc>
                <a:defRPr/>
              </a:pPr>
              <a:endParaRPr lang="en-US" sz="1200" dirty="0"/>
            </a:p>
          </p:txBody>
        </p:sp>
        <p:sp>
          <p:nvSpPr>
            <p:cNvPr id="70779" name="Line 306">
              <a:extLst>
                <a:ext uri="{FF2B5EF4-FFF2-40B4-BE49-F238E27FC236}">
                  <a16:creationId xmlns:a16="http://schemas.microsoft.com/office/drawing/2014/main" id="{F7CB718F-2081-48FD-A63E-06CF3599FCF9}"/>
                </a:ext>
              </a:extLst>
            </p:cNvPr>
            <p:cNvSpPr>
              <a:spLocks noChangeShapeType="1"/>
            </p:cNvSpPr>
            <p:nvPr/>
          </p:nvSpPr>
          <p:spPr bwMode="auto">
            <a:xfrm flipV="1">
              <a:off x="5461483" y="3944938"/>
              <a:ext cx="0" cy="122237"/>
            </a:xfrm>
            <a:prstGeom prst="line">
              <a:avLst/>
            </a:prstGeom>
            <a:noFill/>
            <a:ln w="25400">
              <a:solidFill>
                <a:schemeClr val="tx1"/>
              </a:solidFill>
              <a:round/>
              <a:headEnd/>
              <a:tailEnd/>
            </a:ln>
          </p:spPr>
          <p:txBody>
            <a:bodyPr/>
            <a:lstStyle/>
            <a:p>
              <a:pPr eaLnBrk="1" hangingPunct="1">
                <a:defRPr/>
              </a:pPr>
              <a:endParaRPr lang="en-US" sz="1200" dirty="0"/>
            </a:p>
          </p:txBody>
        </p:sp>
        <p:sp>
          <p:nvSpPr>
            <p:cNvPr id="70780" name="Line 307">
              <a:extLst>
                <a:ext uri="{FF2B5EF4-FFF2-40B4-BE49-F238E27FC236}">
                  <a16:creationId xmlns:a16="http://schemas.microsoft.com/office/drawing/2014/main" id="{CD0AB3BC-D52D-484D-9AD2-D7692BE3577D}"/>
                </a:ext>
              </a:extLst>
            </p:cNvPr>
            <p:cNvSpPr>
              <a:spLocks noChangeShapeType="1"/>
            </p:cNvSpPr>
            <p:nvPr/>
          </p:nvSpPr>
          <p:spPr bwMode="auto">
            <a:xfrm flipV="1">
              <a:off x="5461483" y="5319713"/>
              <a:ext cx="0" cy="122237"/>
            </a:xfrm>
            <a:prstGeom prst="line">
              <a:avLst/>
            </a:prstGeom>
            <a:noFill/>
            <a:ln w="25400">
              <a:solidFill>
                <a:schemeClr val="tx1"/>
              </a:solidFill>
              <a:round/>
              <a:headEnd/>
              <a:tailEnd/>
            </a:ln>
          </p:spPr>
          <p:txBody>
            <a:bodyPr/>
            <a:lstStyle/>
            <a:p>
              <a:pPr eaLnBrk="1" hangingPunct="1">
                <a:defRPr/>
              </a:pPr>
              <a:endParaRPr lang="en-US" sz="1200" dirty="0"/>
            </a:p>
          </p:txBody>
        </p:sp>
        <p:grpSp>
          <p:nvGrpSpPr>
            <p:cNvPr id="139386" name="Group 311">
              <a:extLst>
                <a:ext uri="{FF2B5EF4-FFF2-40B4-BE49-F238E27FC236}">
                  <a16:creationId xmlns:a16="http://schemas.microsoft.com/office/drawing/2014/main" id="{39562607-6C23-5195-7ABF-FFC47F671CE1}"/>
                </a:ext>
              </a:extLst>
            </p:cNvPr>
            <p:cNvGrpSpPr>
              <a:grpSpLocks/>
            </p:cNvGrpSpPr>
            <p:nvPr/>
          </p:nvGrpSpPr>
          <p:grpSpPr bwMode="auto">
            <a:xfrm>
              <a:off x="1493576" y="2997802"/>
              <a:ext cx="448736" cy="352594"/>
              <a:chOff x="894" y="2432"/>
              <a:chExt cx="337" cy="326"/>
            </a:xfrm>
          </p:grpSpPr>
          <p:sp>
            <p:nvSpPr>
              <p:cNvPr id="70806" name="AutoShape 312">
                <a:extLst>
                  <a:ext uri="{FF2B5EF4-FFF2-40B4-BE49-F238E27FC236}">
                    <a16:creationId xmlns:a16="http://schemas.microsoft.com/office/drawing/2014/main" id="{87BF6951-EE45-4F50-8E08-956219BC3F5C}"/>
                  </a:ext>
                </a:extLst>
              </p:cNvPr>
              <p:cNvSpPr>
                <a:spLocks noChangeArrowheads="1"/>
              </p:cNvSpPr>
              <p:nvPr/>
            </p:nvSpPr>
            <p:spPr bwMode="auto">
              <a:xfrm rot="5400000">
                <a:off x="859" y="2464"/>
                <a:ext cx="326" cy="260"/>
              </a:xfrm>
              <a:prstGeom prst="triangle">
                <a:avLst>
                  <a:gd name="adj" fmla="val 50000"/>
                </a:avLst>
              </a:prstGeom>
              <a:solidFill>
                <a:schemeClr val="accent1"/>
              </a:solidFill>
              <a:ln w="25400">
                <a:solidFill>
                  <a:schemeClr val="tx1"/>
                </a:solidFill>
                <a:miter lim="800000"/>
                <a:headEnd/>
                <a:tailEnd/>
              </a:ln>
            </p:spPr>
            <p:txBody>
              <a:bodyPr wrap="none" anchor="ctr"/>
              <a:lstStyle/>
              <a:p>
                <a:pPr eaLnBrk="1" hangingPunct="1">
                  <a:lnSpc>
                    <a:spcPct val="90000"/>
                  </a:lnSpc>
                  <a:defRPr/>
                </a:pPr>
                <a:endParaRPr lang="ru-RU" sz="1200"/>
              </a:p>
            </p:txBody>
          </p:sp>
          <p:sp>
            <p:nvSpPr>
              <p:cNvPr id="70807" name="Oval 313">
                <a:extLst>
                  <a:ext uri="{FF2B5EF4-FFF2-40B4-BE49-F238E27FC236}">
                    <a16:creationId xmlns:a16="http://schemas.microsoft.com/office/drawing/2014/main" id="{8B8EE976-F15F-4704-99C6-6DBC65DBCBA2}"/>
                  </a:ext>
                </a:extLst>
              </p:cNvPr>
              <p:cNvSpPr>
                <a:spLocks noChangeArrowheads="1"/>
              </p:cNvSpPr>
              <p:nvPr/>
            </p:nvSpPr>
            <p:spPr bwMode="auto">
              <a:xfrm>
                <a:off x="1152" y="2558"/>
                <a:ext cx="77" cy="76"/>
              </a:xfrm>
              <a:prstGeom prst="ellipse">
                <a:avLst/>
              </a:prstGeom>
              <a:solidFill>
                <a:schemeClr val="accent1"/>
              </a:solidFill>
              <a:ln w="28575">
                <a:solidFill>
                  <a:schemeClr val="tx1"/>
                </a:solidFill>
                <a:round/>
                <a:headEnd/>
                <a:tailEnd/>
              </a:ln>
            </p:spPr>
            <p:txBody>
              <a:bodyPr wrap="none" anchor="ctr"/>
              <a:lstStyle/>
              <a:p>
                <a:pPr eaLnBrk="1" hangingPunct="1">
                  <a:lnSpc>
                    <a:spcPct val="90000"/>
                  </a:lnSpc>
                  <a:defRPr/>
                </a:pPr>
                <a:endParaRPr lang="ru-RU" sz="1200"/>
              </a:p>
            </p:txBody>
          </p:sp>
        </p:grpSp>
        <p:sp>
          <p:nvSpPr>
            <p:cNvPr id="70782" name="Line 314">
              <a:extLst>
                <a:ext uri="{FF2B5EF4-FFF2-40B4-BE49-F238E27FC236}">
                  <a16:creationId xmlns:a16="http://schemas.microsoft.com/office/drawing/2014/main" id="{17444C41-C669-40E2-997F-B5128A3179BF}"/>
                </a:ext>
              </a:extLst>
            </p:cNvPr>
            <p:cNvSpPr>
              <a:spLocks noChangeShapeType="1"/>
            </p:cNvSpPr>
            <p:nvPr/>
          </p:nvSpPr>
          <p:spPr bwMode="auto">
            <a:xfrm>
              <a:off x="4797928" y="4071938"/>
              <a:ext cx="673079" cy="0"/>
            </a:xfrm>
            <a:prstGeom prst="line">
              <a:avLst/>
            </a:prstGeom>
            <a:noFill/>
            <a:ln w="25400">
              <a:solidFill>
                <a:schemeClr val="tx1"/>
              </a:solidFill>
              <a:round/>
              <a:headEnd type="oval" w="med" len="med"/>
              <a:tailEnd/>
            </a:ln>
          </p:spPr>
          <p:txBody>
            <a:bodyPr/>
            <a:lstStyle/>
            <a:p>
              <a:pPr eaLnBrk="1" hangingPunct="1">
                <a:defRPr/>
              </a:pPr>
              <a:endParaRPr lang="en-US" sz="1200" dirty="0"/>
            </a:p>
          </p:txBody>
        </p:sp>
        <p:sp>
          <p:nvSpPr>
            <p:cNvPr id="70792" name="Text Box 324">
              <a:extLst>
                <a:ext uri="{FF2B5EF4-FFF2-40B4-BE49-F238E27FC236}">
                  <a16:creationId xmlns:a16="http://schemas.microsoft.com/office/drawing/2014/main" id="{0995A3B3-DBD2-4CD6-8B5C-002ED400D36C}"/>
                </a:ext>
              </a:extLst>
            </p:cNvPr>
            <p:cNvSpPr txBox="1">
              <a:spLocks noChangeArrowheads="1"/>
            </p:cNvSpPr>
            <p:nvPr/>
          </p:nvSpPr>
          <p:spPr bwMode="auto">
            <a:xfrm>
              <a:off x="5315437" y="2222500"/>
              <a:ext cx="382576" cy="258763"/>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solidFill>
                    <a:schemeClr val="bg1"/>
                  </a:solidFill>
                </a:rPr>
                <a:t>R</a:t>
              </a:r>
            </a:p>
          </p:txBody>
        </p:sp>
        <p:sp>
          <p:nvSpPr>
            <p:cNvPr id="70793" name="Text Box 326">
              <a:extLst>
                <a:ext uri="{FF2B5EF4-FFF2-40B4-BE49-F238E27FC236}">
                  <a16:creationId xmlns:a16="http://schemas.microsoft.com/office/drawing/2014/main" id="{324A19E0-7F7A-4EB0-96D3-C2079FE784EC}"/>
                </a:ext>
              </a:extLst>
            </p:cNvPr>
            <p:cNvSpPr txBox="1">
              <a:spLocks noChangeArrowheads="1"/>
            </p:cNvSpPr>
            <p:nvPr/>
          </p:nvSpPr>
          <p:spPr bwMode="auto">
            <a:xfrm>
              <a:off x="5326550" y="3595688"/>
              <a:ext cx="382575"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solidFill>
                    <a:schemeClr val="bg1"/>
                  </a:solidFill>
                </a:rPr>
                <a:t>R</a:t>
              </a:r>
            </a:p>
          </p:txBody>
        </p:sp>
        <p:sp>
          <p:nvSpPr>
            <p:cNvPr id="139390" name="Text Box 327">
              <a:extLst>
                <a:ext uri="{FF2B5EF4-FFF2-40B4-BE49-F238E27FC236}">
                  <a16:creationId xmlns:a16="http://schemas.microsoft.com/office/drawing/2014/main" id="{0F523EE8-DD7E-E484-BAB2-777777A4B99D}"/>
                </a:ext>
              </a:extLst>
            </p:cNvPr>
            <p:cNvSpPr txBox="1">
              <a:spLocks noChangeArrowheads="1"/>
            </p:cNvSpPr>
            <p:nvPr/>
          </p:nvSpPr>
          <p:spPr bwMode="auto">
            <a:xfrm>
              <a:off x="5300663" y="4972050"/>
              <a:ext cx="3841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en-US" altLang="en-US" sz="1200">
                  <a:solidFill>
                    <a:schemeClr val="bg1"/>
                  </a:solidFill>
                </a:rPr>
                <a:t>R</a:t>
              </a:r>
            </a:p>
          </p:txBody>
        </p:sp>
        <p:sp>
          <p:nvSpPr>
            <p:cNvPr id="70795" name="Freeform 247">
              <a:extLst>
                <a:ext uri="{FF2B5EF4-FFF2-40B4-BE49-F238E27FC236}">
                  <a16:creationId xmlns:a16="http://schemas.microsoft.com/office/drawing/2014/main" id="{22DE38F9-CD26-4CDB-996B-36FF9E8823BA}"/>
                </a:ext>
              </a:extLst>
            </p:cNvPr>
            <p:cNvSpPr>
              <a:spLocks/>
            </p:cNvSpPr>
            <p:nvPr/>
          </p:nvSpPr>
          <p:spPr bwMode="auto">
            <a:xfrm>
              <a:off x="5058270" y="3492500"/>
              <a:ext cx="146046" cy="141288"/>
            </a:xfrm>
            <a:custGeom>
              <a:avLst/>
              <a:gdLst>
                <a:gd name="T0" fmla="*/ 0 w 155"/>
                <a:gd name="T1" fmla="*/ 2147483647 h 155"/>
                <a:gd name="T2" fmla="*/ 2147483647 w 155"/>
                <a:gd name="T3" fmla="*/ 2147483647 h 155"/>
                <a:gd name="T4" fmla="*/ 0 w 155"/>
                <a:gd name="T5" fmla="*/ 0 h 155"/>
                <a:gd name="T6" fmla="*/ 0 60000 65536"/>
                <a:gd name="T7" fmla="*/ 0 60000 65536"/>
                <a:gd name="T8" fmla="*/ 0 60000 65536"/>
                <a:gd name="T9" fmla="*/ 0 w 155"/>
                <a:gd name="T10" fmla="*/ 0 h 155"/>
                <a:gd name="T11" fmla="*/ 155 w 155"/>
                <a:gd name="T12" fmla="*/ 155 h 155"/>
              </a:gdLst>
              <a:ahLst/>
              <a:cxnLst>
                <a:cxn ang="T6">
                  <a:pos x="T0" y="T1"/>
                </a:cxn>
                <a:cxn ang="T7">
                  <a:pos x="T2" y="T3"/>
                </a:cxn>
                <a:cxn ang="T8">
                  <a:pos x="T4" y="T5"/>
                </a:cxn>
              </a:cxnLst>
              <a:rect l="T9" t="T10" r="T11" b="T12"/>
              <a:pathLst>
                <a:path w="155" h="155">
                  <a:moveTo>
                    <a:pt x="0" y="155"/>
                  </a:moveTo>
                  <a:lnTo>
                    <a:pt x="155" y="75"/>
                  </a:lnTo>
                  <a:lnTo>
                    <a:pt x="0" y="0"/>
                  </a:lnTo>
                </a:path>
              </a:pathLst>
            </a:custGeom>
            <a:solidFill>
              <a:schemeClr val="accent1"/>
            </a:solidFill>
            <a:ln w="25400">
              <a:solidFill>
                <a:srgbClr val="000000"/>
              </a:solidFill>
              <a:round/>
              <a:headEnd/>
              <a:tailEnd/>
            </a:ln>
          </p:spPr>
          <p:txBody>
            <a:bodyPr/>
            <a:lstStyle/>
            <a:p>
              <a:pPr eaLnBrk="1" hangingPunct="1">
                <a:lnSpc>
                  <a:spcPct val="90000"/>
                </a:lnSpc>
                <a:defRPr/>
              </a:pPr>
              <a:endParaRPr lang="ru-RU" sz="1200"/>
            </a:p>
          </p:txBody>
        </p:sp>
        <p:sp>
          <p:nvSpPr>
            <p:cNvPr id="70796" name="AutoShape 142">
              <a:extLst>
                <a:ext uri="{FF2B5EF4-FFF2-40B4-BE49-F238E27FC236}">
                  <a16:creationId xmlns:a16="http://schemas.microsoft.com/office/drawing/2014/main" id="{0DE83255-F34F-4F23-B33F-A1271D81FF53}"/>
                </a:ext>
              </a:extLst>
            </p:cNvPr>
            <p:cNvSpPr>
              <a:spLocks noChangeArrowheads="1"/>
            </p:cNvSpPr>
            <p:nvPr/>
          </p:nvSpPr>
          <p:spPr bwMode="auto">
            <a:xfrm>
              <a:off x="2880287" y="4418013"/>
              <a:ext cx="407975" cy="376237"/>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70797" name="AutoShape 143">
              <a:extLst>
                <a:ext uri="{FF2B5EF4-FFF2-40B4-BE49-F238E27FC236}">
                  <a16:creationId xmlns:a16="http://schemas.microsoft.com/office/drawing/2014/main" id="{6CBEB771-73DA-4167-A1AF-09966842479A}"/>
                </a:ext>
              </a:extLst>
            </p:cNvPr>
            <p:cNvSpPr>
              <a:spLocks noChangeArrowheads="1"/>
            </p:cNvSpPr>
            <p:nvPr/>
          </p:nvSpPr>
          <p:spPr bwMode="auto">
            <a:xfrm>
              <a:off x="3802597" y="4416425"/>
              <a:ext cx="417499" cy="376238"/>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70798" name="AutoShape 144">
              <a:extLst>
                <a:ext uri="{FF2B5EF4-FFF2-40B4-BE49-F238E27FC236}">
                  <a16:creationId xmlns:a16="http://schemas.microsoft.com/office/drawing/2014/main" id="{093B60CC-2E38-4332-B834-C08566FC9D29}"/>
                </a:ext>
              </a:extLst>
            </p:cNvPr>
            <p:cNvSpPr>
              <a:spLocks noChangeArrowheads="1"/>
            </p:cNvSpPr>
            <p:nvPr/>
          </p:nvSpPr>
          <p:spPr bwMode="auto">
            <a:xfrm>
              <a:off x="2897749" y="3875088"/>
              <a:ext cx="407974" cy="374650"/>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70799" name="AutoShape 145">
              <a:extLst>
                <a:ext uri="{FF2B5EF4-FFF2-40B4-BE49-F238E27FC236}">
                  <a16:creationId xmlns:a16="http://schemas.microsoft.com/office/drawing/2014/main" id="{0CC895C8-A06D-4FF7-AF70-267776C7E34B}"/>
                </a:ext>
              </a:extLst>
            </p:cNvPr>
            <p:cNvSpPr>
              <a:spLocks noChangeArrowheads="1"/>
            </p:cNvSpPr>
            <p:nvPr/>
          </p:nvSpPr>
          <p:spPr bwMode="auto">
            <a:xfrm>
              <a:off x="2832663" y="3060700"/>
              <a:ext cx="430200" cy="457200"/>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70800" name="AutoShape 146">
              <a:extLst>
                <a:ext uri="{FF2B5EF4-FFF2-40B4-BE49-F238E27FC236}">
                  <a16:creationId xmlns:a16="http://schemas.microsoft.com/office/drawing/2014/main" id="{909F8487-FC90-4CA4-B378-262CF2680C17}"/>
                </a:ext>
              </a:extLst>
            </p:cNvPr>
            <p:cNvSpPr>
              <a:spLocks noChangeArrowheads="1"/>
            </p:cNvSpPr>
            <p:nvPr/>
          </p:nvSpPr>
          <p:spPr bwMode="auto">
            <a:xfrm>
              <a:off x="2831076" y="2525713"/>
              <a:ext cx="439724" cy="374650"/>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70801" name="AutoShape 147">
              <a:extLst>
                <a:ext uri="{FF2B5EF4-FFF2-40B4-BE49-F238E27FC236}">
                  <a16:creationId xmlns:a16="http://schemas.microsoft.com/office/drawing/2014/main" id="{A3D93E8A-57CD-4B1B-9D17-AA0D0B108981}"/>
                </a:ext>
              </a:extLst>
            </p:cNvPr>
            <p:cNvSpPr>
              <a:spLocks noChangeArrowheads="1"/>
            </p:cNvSpPr>
            <p:nvPr/>
          </p:nvSpPr>
          <p:spPr bwMode="auto">
            <a:xfrm>
              <a:off x="2808852" y="1673225"/>
              <a:ext cx="428612" cy="376238"/>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70802" name="AutoShape 148">
              <a:extLst>
                <a:ext uri="{FF2B5EF4-FFF2-40B4-BE49-F238E27FC236}">
                  <a16:creationId xmlns:a16="http://schemas.microsoft.com/office/drawing/2014/main" id="{241A80C5-5BFC-4ABE-BBFA-6C949A85D505}"/>
                </a:ext>
              </a:extLst>
            </p:cNvPr>
            <p:cNvSpPr>
              <a:spLocks noChangeArrowheads="1"/>
            </p:cNvSpPr>
            <p:nvPr/>
          </p:nvSpPr>
          <p:spPr bwMode="auto">
            <a:xfrm>
              <a:off x="3789897" y="3078163"/>
              <a:ext cx="417499" cy="374650"/>
            </a:xfrm>
            <a:prstGeom prst="flowChartDelay">
              <a:avLst/>
            </a:prstGeom>
            <a:solidFill>
              <a:schemeClr val="accent1"/>
            </a:solidFill>
            <a:ln w="19050">
              <a:solidFill>
                <a:schemeClr val="tx1"/>
              </a:solidFill>
              <a:miter lim="800000"/>
              <a:headEnd/>
              <a:tailEnd/>
            </a:ln>
          </p:spPr>
          <p:txBody>
            <a:bodyPr wrap="none" anchor="ctr"/>
            <a:lstStyle/>
            <a:p>
              <a:pPr eaLnBrk="1" hangingPunct="1">
                <a:defRPr/>
              </a:pPr>
              <a:endParaRPr lang="en-US" sz="1200" dirty="0"/>
            </a:p>
          </p:txBody>
        </p:sp>
        <p:sp>
          <p:nvSpPr>
            <p:cNvPr id="70803" name="AutoShape 149">
              <a:extLst>
                <a:ext uri="{FF2B5EF4-FFF2-40B4-BE49-F238E27FC236}">
                  <a16:creationId xmlns:a16="http://schemas.microsoft.com/office/drawing/2014/main" id="{CBF73BFF-911E-45F6-9AEA-17326CF1C10C}"/>
                </a:ext>
              </a:extLst>
            </p:cNvPr>
            <p:cNvSpPr>
              <a:spLocks noChangeArrowheads="1"/>
            </p:cNvSpPr>
            <p:nvPr/>
          </p:nvSpPr>
          <p:spPr bwMode="auto">
            <a:xfrm>
              <a:off x="7577556" y="3389313"/>
              <a:ext cx="417499" cy="376237"/>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70804" name="AutoShape 150">
              <a:extLst>
                <a:ext uri="{FF2B5EF4-FFF2-40B4-BE49-F238E27FC236}">
                  <a16:creationId xmlns:a16="http://schemas.microsoft.com/office/drawing/2014/main" id="{23CFD6C5-AA4A-498F-A163-7F7A30F4CCA5}"/>
                </a:ext>
              </a:extLst>
            </p:cNvPr>
            <p:cNvSpPr>
              <a:spLocks noChangeArrowheads="1"/>
            </p:cNvSpPr>
            <p:nvPr/>
          </p:nvSpPr>
          <p:spPr bwMode="auto">
            <a:xfrm>
              <a:off x="6767956" y="3149600"/>
              <a:ext cx="449248" cy="376238"/>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70805" name="AutoShape 151">
              <a:extLst>
                <a:ext uri="{FF2B5EF4-FFF2-40B4-BE49-F238E27FC236}">
                  <a16:creationId xmlns:a16="http://schemas.microsoft.com/office/drawing/2014/main" id="{BA39212C-249B-44E6-904F-67A6C9B62FF1}"/>
                </a:ext>
              </a:extLst>
            </p:cNvPr>
            <p:cNvSpPr>
              <a:spLocks noChangeArrowheads="1"/>
            </p:cNvSpPr>
            <p:nvPr/>
          </p:nvSpPr>
          <p:spPr bwMode="auto">
            <a:xfrm>
              <a:off x="6775892" y="3698875"/>
              <a:ext cx="450836" cy="374650"/>
            </a:xfrm>
            <a:prstGeom prst="flowChartDelay">
              <a:avLst/>
            </a:prstGeom>
            <a:solidFill>
              <a:schemeClr val="accent1"/>
            </a:solidFill>
            <a:ln w="22225">
              <a:solidFill>
                <a:schemeClr val="tx1"/>
              </a:solidFill>
              <a:miter lim="800000"/>
              <a:headEnd/>
              <a:tailEnd/>
            </a:ln>
          </p:spPr>
          <p:txBody>
            <a:bodyPr wrap="none" anchor="ctr"/>
            <a:lstStyle/>
            <a:p>
              <a:pPr eaLnBrk="1" hangingPunct="1">
                <a:defRPr/>
              </a:pPr>
              <a:endParaRPr lang="en-US" sz="1200" dirty="0"/>
            </a:p>
          </p:txBody>
        </p:sp>
        <p:sp>
          <p:nvSpPr>
            <p:cNvPr id="152" name="Line 127">
              <a:extLst>
                <a:ext uri="{FF2B5EF4-FFF2-40B4-BE49-F238E27FC236}">
                  <a16:creationId xmlns:a16="http://schemas.microsoft.com/office/drawing/2014/main" id="{27466AD6-4D42-4CC0-BBD0-C9B393B3077E}"/>
                </a:ext>
              </a:extLst>
            </p:cNvPr>
            <p:cNvSpPr>
              <a:spLocks noChangeShapeType="1"/>
            </p:cNvSpPr>
            <p:nvPr/>
          </p:nvSpPr>
          <p:spPr bwMode="auto">
            <a:xfrm>
              <a:off x="2234195" y="3470275"/>
              <a:ext cx="590532" cy="0"/>
            </a:xfrm>
            <a:prstGeom prst="line">
              <a:avLst/>
            </a:prstGeom>
            <a:noFill/>
            <a:ln w="25400">
              <a:solidFill>
                <a:schemeClr val="tx1"/>
              </a:solidFill>
              <a:round/>
              <a:headEnd/>
              <a:tailEnd/>
            </a:ln>
          </p:spPr>
          <p:txBody>
            <a:bodyPr/>
            <a:lstStyle/>
            <a:p>
              <a:pPr eaLnBrk="1" hangingPunct="1">
                <a:defRPr/>
              </a:pPr>
              <a:endParaRPr lang="en-US" sz="1200" dirty="0"/>
            </a:p>
          </p:txBody>
        </p:sp>
        <p:sp>
          <p:nvSpPr>
            <p:cNvPr id="153" name="Text Box 125">
              <a:extLst>
                <a:ext uri="{FF2B5EF4-FFF2-40B4-BE49-F238E27FC236}">
                  <a16:creationId xmlns:a16="http://schemas.microsoft.com/office/drawing/2014/main" id="{617BD5F8-25D5-457A-9A84-1C2B5E3EDE98}"/>
                </a:ext>
              </a:extLst>
            </p:cNvPr>
            <p:cNvSpPr txBox="1">
              <a:spLocks noChangeArrowheads="1"/>
            </p:cNvSpPr>
            <p:nvPr/>
          </p:nvSpPr>
          <p:spPr bwMode="auto">
            <a:xfrm>
              <a:off x="2246894" y="3268663"/>
              <a:ext cx="255579" cy="258762"/>
            </a:xfrm>
            <a:prstGeom prst="rect">
              <a:avLst/>
            </a:prstGeom>
            <a:noFill/>
            <a:ln w="25400">
              <a:noFill/>
              <a:miter lim="800000"/>
              <a:headEnd/>
              <a:tailEnd/>
            </a:ln>
          </p:spPr>
          <p:txBody>
            <a:bodyPr>
              <a:spAutoFit/>
            </a:bodyPr>
            <a:lstStyle/>
            <a:p>
              <a:pPr eaLnBrk="1" hangingPunct="1">
                <a:lnSpc>
                  <a:spcPct val="90000"/>
                </a:lnSpc>
                <a:spcBef>
                  <a:spcPct val="50000"/>
                </a:spcBef>
                <a:defRPr/>
              </a:pPr>
              <a:r>
                <a:rPr lang="en-US" sz="1200" dirty="0"/>
                <a:t>2</a:t>
              </a:r>
            </a:p>
          </p:txBody>
        </p:sp>
      </p:grpSp>
      <p:sp>
        <p:nvSpPr>
          <p:cNvPr id="8" name="Title 7">
            <a:extLst>
              <a:ext uri="{FF2B5EF4-FFF2-40B4-BE49-F238E27FC236}">
                <a16:creationId xmlns:a16="http://schemas.microsoft.com/office/drawing/2014/main" id="{A045E1A4-64EB-30C6-9FA1-A30CBE351891}"/>
              </a:ext>
            </a:extLst>
          </p:cNvPr>
          <p:cNvSpPr>
            <a:spLocks noGrp="1"/>
          </p:cNvSpPr>
          <p:nvPr>
            <p:ph type="title"/>
          </p:nvPr>
        </p:nvSpPr>
        <p:spPr/>
        <p:txBody>
          <a:bodyPr>
            <a:normAutofit/>
          </a:bodyPr>
          <a:lstStyle/>
          <a:p>
            <a:r>
              <a:rPr lang="en-US" dirty="0"/>
              <a:t>The Circuit of Linear Adder</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95BA8CFF-7E50-C2FE-DF31-D6CE239BF2A6}"/>
              </a:ext>
            </a:extLst>
          </p:cNvPr>
          <p:cNvSpPr>
            <a:spLocks noGrp="1"/>
          </p:cNvSpPr>
          <p:nvPr>
            <p:ph type="body" sz="quarter" idx="10"/>
          </p:nvPr>
        </p:nvSpPr>
        <p:spPr/>
        <p:txBody>
          <a:bodyPr/>
          <a:lstStyle/>
          <a:p>
            <a:pPr algn="just" eaLnBrk="1" hangingPunct="1">
              <a:lnSpc>
                <a:spcPct val="90000"/>
              </a:lnSpc>
            </a:pPr>
            <a:r>
              <a:rPr lang="en-US" altLang="en-US" sz="1600" b="1" dirty="0">
                <a:cs typeface="Times New Roman" panose="02020603050405020304" pitchFamily="18" charset="0"/>
              </a:rPr>
              <a:t> </a:t>
            </a:r>
            <a:r>
              <a:rPr lang="en-US" altLang="en-US" sz="1600" dirty="0">
                <a:solidFill>
                  <a:srgbClr val="0000FF"/>
                </a:solidFill>
                <a:cs typeface="Times New Roman" panose="02020603050405020304" pitchFamily="18" charset="0"/>
              </a:rPr>
              <a:t>module</a:t>
            </a:r>
            <a:r>
              <a:rPr lang="en-US" altLang="en-US" sz="1600" dirty="0">
                <a:cs typeface="Times New Roman" panose="02020603050405020304" pitchFamily="18" charset="0"/>
              </a:rPr>
              <a:t> </a:t>
            </a:r>
            <a:r>
              <a:rPr lang="en-US" altLang="en-US" sz="1600" dirty="0" err="1">
                <a:cs typeface="Times New Roman" panose="02020603050405020304" pitchFamily="18" charset="0"/>
              </a:rPr>
              <a:t>linear_adder</a:t>
            </a:r>
            <a:r>
              <a:rPr lang="en-US" altLang="en-US" sz="1600" dirty="0">
                <a:cs typeface="Times New Roman" panose="02020603050405020304" pitchFamily="18" charset="0"/>
              </a:rPr>
              <a:t>(</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 </a:t>
            </a:r>
            <a:r>
              <a:rPr lang="en-US" altLang="en-US" sz="1600" dirty="0" err="1">
                <a:cs typeface="Times New Roman" panose="02020603050405020304" pitchFamily="18" charset="0"/>
              </a:rPr>
              <a:t>data_out</a:t>
            </a:r>
            <a:r>
              <a:rPr lang="en-US" altLang="en-US" sz="1600" dirty="0">
                <a:cs typeface="Times New Roman" panose="02020603050405020304" pitchFamily="18" charset="0"/>
              </a:rPr>
              <a:t>, reset, clock);</a:t>
            </a:r>
          </a:p>
          <a:p>
            <a:pPr algn="just" eaLnBrk="1" hangingPunct="1">
              <a:lnSpc>
                <a:spcPct val="90000"/>
              </a:lnSpc>
            </a:pPr>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input</a:t>
            </a:r>
            <a:r>
              <a:rPr lang="en-US" altLang="en-US" sz="1600" dirty="0">
                <a:cs typeface="Times New Roman" panose="02020603050405020304" pitchFamily="18" charset="0"/>
              </a:rPr>
              <a:t> </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 reset, clock;</a:t>
            </a:r>
          </a:p>
          <a:p>
            <a:pPr algn="just" eaLnBrk="1" hangingPunct="1">
              <a:lnSpc>
                <a:spcPct val="90000"/>
              </a:lnSpc>
            </a:pPr>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output</a:t>
            </a:r>
            <a:r>
              <a:rPr lang="en-US" altLang="en-US" sz="1600" dirty="0">
                <a:cs typeface="Times New Roman" panose="02020603050405020304" pitchFamily="18" charset="0"/>
              </a:rPr>
              <a:t>  </a:t>
            </a:r>
            <a:r>
              <a:rPr lang="en-US" altLang="en-US" sz="1600" dirty="0" err="1">
                <a:cs typeface="Times New Roman" panose="02020603050405020304" pitchFamily="18" charset="0"/>
              </a:rPr>
              <a:t>data_out</a:t>
            </a:r>
            <a:r>
              <a:rPr lang="en-US" altLang="en-US" sz="1600" dirty="0">
                <a:cs typeface="Times New Roman" panose="02020603050405020304" pitchFamily="18" charset="0"/>
              </a:rPr>
              <a:t>;</a:t>
            </a:r>
          </a:p>
          <a:p>
            <a:pPr algn="just" eaLnBrk="1" hangingPunct="1">
              <a:lnSpc>
                <a:spcPct val="90000"/>
              </a:lnSpc>
            </a:pPr>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reg</a:t>
            </a:r>
            <a:r>
              <a:rPr lang="en-US" altLang="en-US" sz="1600" dirty="0">
                <a:cs typeface="Times New Roman" panose="02020603050405020304" pitchFamily="18" charset="0"/>
              </a:rPr>
              <a:t>  </a:t>
            </a:r>
            <a:r>
              <a:rPr lang="en-US" altLang="en-US" sz="1600" dirty="0" err="1">
                <a:cs typeface="Times New Roman" panose="02020603050405020304" pitchFamily="18" charset="0"/>
              </a:rPr>
              <a:t>data_out</a:t>
            </a:r>
            <a:r>
              <a:rPr lang="en-US" altLang="en-US" sz="1600" dirty="0">
                <a:cs typeface="Times New Roman" panose="02020603050405020304" pitchFamily="18" charset="0"/>
              </a:rPr>
              <a:t>;</a:t>
            </a:r>
          </a:p>
          <a:p>
            <a:pPr algn="just" eaLnBrk="1" hangingPunct="1">
              <a:lnSpc>
                <a:spcPct val="90000"/>
              </a:lnSpc>
            </a:pPr>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reg</a:t>
            </a:r>
            <a:r>
              <a:rPr lang="en-US" altLang="en-US" sz="1600" dirty="0">
                <a:cs typeface="Times New Roman" panose="02020603050405020304" pitchFamily="18" charset="0"/>
              </a:rPr>
              <a:t> [2:0] </a:t>
            </a:r>
            <a:r>
              <a:rPr lang="en-US" altLang="en-US" sz="1600" dirty="0" err="1">
                <a:cs typeface="Times New Roman" panose="02020603050405020304" pitchFamily="18" charset="0"/>
              </a:rPr>
              <a:t>pres_state</a:t>
            </a:r>
            <a:r>
              <a:rPr lang="en-US" altLang="en-US" sz="1600" dirty="0">
                <a:cs typeface="Times New Roman" panose="02020603050405020304" pitchFamily="18" charset="0"/>
              </a:rPr>
              <a:t>, </a:t>
            </a:r>
            <a:r>
              <a:rPr lang="en-US" altLang="en-US" sz="1600" dirty="0" err="1">
                <a:cs typeface="Times New Roman" panose="02020603050405020304" pitchFamily="18" charset="0"/>
              </a:rPr>
              <a:t>next_state</a:t>
            </a:r>
            <a:r>
              <a:rPr lang="en-US" altLang="en-US" sz="1600" dirty="0">
                <a:cs typeface="Times New Roman" panose="02020603050405020304" pitchFamily="18" charset="0"/>
              </a:rPr>
              <a:t>;</a:t>
            </a:r>
          </a:p>
          <a:p>
            <a:pPr algn="just" eaLnBrk="1" hangingPunct="1">
              <a:lnSpc>
                <a:spcPct val="90000"/>
              </a:lnSpc>
            </a:pPr>
            <a:r>
              <a:rPr lang="en-US" altLang="en-US" sz="1600" dirty="0">
                <a:solidFill>
                  <a:srgbClr val="0000FF"/>
                </a:solidFill>
                <a:cs typeface="Times New Roman" panose="02020603050405020304" pitchFamily="18" charset="0"/>
              </a:rPr>
              <a:t>parameter</a:t>
            </a:r>
            <a:r>
              <a:rPr lang="en-US" altLang="en-US" sz="1600" dirty="0">
                <a:cs typeface="Times New Roman" panose="02020603050405020304" pitchFamily="18" charset="0"/>
              </a:rPr>
              <a:t> S0 = 3’d0, S1= 3’d1, S2= 3’d2, S3 = 3’d3,</a:t>
            </a:r>
          </a:p>
          <a:p>
            <a:pPr algn="just" eaLnBrk="1" hangingPunct="1">
              <a:lnSpc>
                <a:spcPct val="90000"/>
              </a:lnSpc>
            </a:pPr>
            <a:r>
              <a:rPr lang="en-US" altLang="en-US" sz="1600" dirty="0">
                <a:cs typeface="Times New Roman" panose="02020603050405020304" pitchFamily="18" charset="0"/>
              </a:rPr>
              <a:t> S4= 3’d4;</a:t>
            </a:r>
          </a:p>
          <a:p>
            <a:pPr algn="just" eaLnBrk="1" hangingPunct="1">
              <a:lnSpc>
                <a:spcPct val="90000"/>
              </a:lnSpc>
            </a:pPr>
            <a:r>
              <a:rPr lang="en-US" altLang="en-US" sz="1600" dirty="0">
                <a:cs typeface="Times New Roman" panose="02020603050405020304" pitchFamily="18" charset="0"/>
              </a:rPr>
              <a:t>// FSM register</a:t>
            </a:r>
          </a:p>
          <a:p>
            <a:pPr algn="just" eaLnBrk="1" hangingPunct="1">
              <a:lnSpc>
                <a:spcPct val="90000"/>
              </a:lnSpc>
            </a:pPr>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always</a:t>
            </a:r>
            <a:r>
              <a:rPr lang="en-US" altLang="en-US" sz="1600" dirty="0">
                <a:cs typeface="Times New Roman" panose="02020603050405020304" pitchFamily="18" charset="0"/>
              </a:rPr>
              <a:t>  @(posedge clock or </a:t>
            </a:r>
            <a:r>
              <a:rPr lang="en-US" altLang="en-US" sz="1600" dirty="0" err="1">
                <a:cs typeface="Times New Roman" panose="02020603050405020304" pitchFamily="18" charset="0"/>
              </a:rPr>
              <a:t>negedge</a:t>
            </a:r>
            <a:r>
              <a:rPr lang="en-US" altLang="en-US" sz="1600" dirty="0">
                <a:cs typeface="Times New Roman" panose="02020603050405020304" pitchFamily="18" charset="0"/>
              </a:rPr>
              <a:t> reset)</a:t>
            </a:r>
          </a:p>
          <a:p>
            <a:pPr eaLnBrk="1" hangingPunct="1">
              <a:lnSpc>
                <a:spcPct val="90000"/>
              </a:lnSpc>
            </a:pPr>
            <a:r>
              <a:rPr lang="en-US" altLang="en-US" sz="1600" dirty="0" err="1">
                <a:solidFill>
                  <a:srgbClr val="0000FF"/>
                </a:solidFill>
              </a:rPr>
              <a:t>begin:statereg</a:t>
            </a:r>
            <a:endParaRPr lang="en-US" altLang="en-US" sz="1600" dirty="0">
              <a:solidFill>
                <a:srgbClr val="0000FF"/>
              </a:solidFill>
            </a:endParaRPr>
          </a:p>
          <a:p>
            <a:pPr eaLnBrk="1" hangingPunct="1">
              <a:lnSpc>
                <a:spcPct val="90000"/>
              </a:lnSpc>
            </a:pPr>
            <a:r>
              <a:rPr lang="en-US" altLang="en-US" sz="1600" dirty="0"/>
              <a:t>	</a:t>
            </a:r>
            <a:r>
              <a:rPr lang="en-US" altLang="en-US" sz="1600" dirty="0">
                <a:solidFill>
                  <a:srgbClr val="0000FF"/>
                </a:solidFill>
              </a:rPr>
              <a:t>if</a:t>
            </a:r>
            <a:r>
              <a:rPr lang="en-US" altLang="en-US" sz="1600" dirty="0"/>
              <a:t>(!reset)  //asynchronous reset</a:t>
            </a:r>
          </a:p>
          <a:p>
            <a:pPr eaLnBrk="1" hangingPunct="1">
              <a:lnSpc>
                <a:spcPct val="90000"/>
              </a:lnSpc>
            </a:pPr>
            <a:r>
              <a:rPr lang="en-US" altLang="en-US" sz="1600" dirty="0"/>
              <a:t>	</a:t>
            </a:r>
            <a:r>
              <a:rPr lang="en-US" altLang="en-US" sz="1600" dirty="0" err="1">
                <a:solidFill>
                  <a:srgbClr val="0000FF"/>
                </a:solidFill>
              </a:rPr>
              <a:t>pres_state</a:t>
            </a:r>
            <a:r>
              <a:rPr lang="en-US" altLang="en-US" sz="1600" dirty="0">
                <a:solidFill>
                  <a:srgbClr val="0000FF"/>
                </a:solidFill>
              </a:rPr>
              <a:t>&lt;</a:t>
            </a:r>
            <a:r>
              <a:rPr lang="en-US" altLang="en-US" sz="1600" dirty="0"/>
              <a:t> = S0;</a:t>
            </a:r>
          </a:p>
          <a:p>
            <a:pPr eaLnBrk="1" hangingPunct="1">
              <a:lnSpc>
                <a:spcPct val="90000"/>
              </a:lnSpc>
            </a:pPr>
            <a:r>
              <a:rPr lang="en-US" altLang="en-US" sz="1600" dirty="0"/>
              <a:t>	</a:t>
            </a:r>
            <a:r>
              <a:rPr lang="en-US" altLang="en-US" sz="1600" dirty="0">
                <a:solidFill>
                  <a:srgbClr val="0000FF"/>
                </a:solidFill>
              </a:rPr>
              <a:t>else</a:t>
            </a:r>
            <a:r>
              <a:rPr lang="en-US" altLang="en-US" sz="1600" dirty="0"/>
              <a:t>  </a:t>
            </a:r>
            <a:r>
              <a:rPr lang="en-US" altLang="en-US" sz="1600" dirty="0" err="1"/>
              <a:t>pres_state</a:t>
            </a:r>
            <a:r>
              <a:rPr lang="en-US" altLang="en-US" sz="1600" dirty="0"/>
              <a:t> &lt;= </a:t>
            </a:r>
            <a:r>
              <a:rPr lang="en-US" altLang="en-US" sz="1600" dirty="0" err="1"/>
              <a:t>next_state</a:t>
            </a:r>
            <a:r>
              <a:rPr lang="en-US" altLang="en-US" sz="1600" dirty="0"/>
              <a:t>;</a:t>
            </a:r>
          </a:p>
          <a:p>
            <a:pPr eaLnBrk="1" hangingPunct="1">
              <a:lnSpc>
                <a:spcPct val="90000"/>
              </a:lnSpc>
            </a:pPr>
            <a:r>
              <a:rPr lang="en-US" altLang="en-US" sz="1600" dirty="0">
                <a:solidFill>
                  <a:srgbClr val="0000FF"/>
                </a:solidFill>
              </a:rPr>
              <a:t>end</a:t>
            </a:r>
            <a:r>
              <a:rPr lang="en-US" altLang="en-US" sz="1600" dirty="0"/>
              <a:t> //</a:t>
            </a:r>
            <a:r>
              <a:rPr lang="en-US" altLang="en-US" sz="1600" dirty="0" err="1"/>
              <a:t>statereg</a:t>
            </a:r>
            <a:endParaRPr lang="en-US" altLang="en-US" sz="1600" dirty="0"/>
          </a:p>
          <a:p>
            <a:endParaRPr lang="en-US" sz="1600" dirty="0"/>
          </a:p>
        </p:txBody>
      </p:sp>
      <p:sp>
        <p:nvSpPr>
          <p:cNvPr id="8" name="Title 7">
            <a:extLst>
              <a:ext uri="{FF2B5EF4-FFF2-40B4-BE49-F238E27FC236}">
                <a16:creationId xmlns:a16="http://schemas.microsoft.com/office/drawing/2014/main" id="{22095955-56BD-7CA7-6B80-D1A1292C7D4C}"/>
              </a:ext>
            </a:extLst>
          </p:cNvPr>
          <p:cNvSpPr>
            <a:spLocks noGrp="1"/>
          </p:cNvSpPr>
          <p:nvPr>
            <p:ph type="title"/>
          </p:nvPr>
        </p:nvSpPr>
        <p:spPr/>
        <p:txBody>
          <a:bodyPr>
            <a:normAutofit/>
          </a:bodyPr>
          <a:lstStyle/>
          <a:p>
            <a:r>
              <a:rPr lang="en-US" dirty="0"/>
              <a:t>FSM Description by Verilog Description of Linear Adder</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B0F5E81-7BB2-8D32-A320-1190F59435BD}"/>
              </a:ext>
            </a:extLst>
          </p:cNvPr>
          <p:cNvSpPr>
            <a:spLocks noGrp="1"/>
          </p:cNvSpPr>
          <p:nvPr>
            <p:ph type="body" sz="quarter" idx="10"/>
          </p:nvPr>
        </p:nvSpPr>
        <p:spPr/>
        <p:txBody>
          <a:bodyPr/>
          <a:lstStyle/>
          <a:p>
            <a:pPr algn="just" eaLnBrk="1" hangingPunct="1"/>
            <a:r>
              <a:rPr lang="en-US" altLang="en-US" sz="1600" dirty="0">
                <a:cs typeface="Times New Roman" panose="02020603050405020304" pitchFamily="18" charset="0"/>
              </a:rPr>
              <a:t>// Next state logic</a:t>
            </a:r>
          </a:p>
          <a:p>
            <a:pPr algn="just" eaLnBrk="1" hangingPunct="1"/>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always</a:t>
            </a:r>
            <a:r>
              <a:rPr lang="en-US" altLang="en-US" sz="1600" dirty="0">
                <a:cs typeface="Times New Roman" panose="02020603050405020304" pitchFamily="18" charset="0"/>
              </a:rPr>
              <a:t> @(pres_state, </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a:t>
            </a:r>
          </a:p>
          <a:p>
            <a:pPr algn="just" eaLnBrk="1" hangingPunct="1"/>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begin</a:t>
            </a:r>
            <a:r>
              <a:rPr lang="en-US" altLang="en-US" sz="1600" dirty="0">
                <a:cs typeface="Times New Roman" panose="02020603050405020304" pitchFamily="18" charset="0"/>
              </a:rPr>
              <a:t>: </a:t>
            </a:r>
            <a:r>
              <a:rPr lang="en-US" altLang="en-US" sz="1600" dirty="0" err="1">
                <a:cs typeface="Times New Roman" panose="02020603050405020304" pitchFamily="18" charset="0"/>
              </a:rPr>
              <a:t>fsm</a:t>
            </a:r>
            <a:endParaRPr lang="en-US" altLang="en-US" sz="1600" dirty="0">
              <a:cs typeface="Times New Roman" panose="02020603050405020304" pitchFamily="18" charset="0"/>
            </a:endParaRPr>
          </a:p>
          <a:p>
            <a:pPr algn="just" eaLnBrk="1" hangingPunct="1"/>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case</a:t>
            </a:r>
            <a:r>
              <a:rPr lang="en-US" altLang="en-US" sz="1600" dirty="0">
                <a:cs typeface="Times New Roman" panose="02020603050405020304" pitchFamily="18" charset="0"/>
              </a:rPr>
              <a:t> (</a:t>
            </a:r>
            <a:r>
              <a:rPr lang="en-US" altLang="en-US" sz="1600" dirty="0" err="1">
                <a:cs typeface="Times New Roman" panose="02020603050405020304" pitchFamily="18" charset="0"/>
              </a:rPr>
              <a:t>pres_state</a:t>
            </a:r>
            <a:r>
              <a:rPr lang="en-US" altLang="en-US" sz="1600" dirty="0">
                <a:cs typeface="Times New Roman" panose="02020603050405020304" pitchFamily="18" charset="0"/>
              </a:rPr>
              <a:t>)</a:t>
            </a:r>
          </a:p>
          <a:p>
            <a:pPr algn="just" eaLnBrk="1" hangingPunct="1"/>
            <a:r>
              <a:rPr lang="en-US" altLang="en-US" sz="1600" dirty="0">
                <a:cs typeface="Times New Roman" panose="02020603050405020304" pitchFamily="18" charset="0"/>
              </a:rPr>
              <a:t>	S0:  case (</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a:t>
            </a:r>
          </a:p>
          <a:p>
            <a:pPr algn="just" eaLnBrk="1" hangingPunct="1"/>
            <a:r>
              <a:rPr lang="en-US" altLang="en-US" sz="1600" dirty="0">
                <a:cs typeface="Times New Roman" panose="02020603050405020304" pitchFamily="18" charset="0"/>
              </a:rPr>
              <a:t>1’b0:  </a:t>
            </a:r>
            <a:r>
              <a:rPr lang="en-US" altLang="en-US" sz="1600" dirty="0" err="1">
                <a:cs typeface="Times New Roman" panose="02020603050405020304" pitchFamily="18" charset="0"/>
              </a:rPr>
              <a:t>next_state</a:t>
            </a:r>
            <a:r>
              <a:rPr lang="en-US" altLang="en-US" sz="1600" dirty="0">
                <a:cs typeface="Times New Roman" panose="02020603050405020304" pitchFamily="18" charset="0"/>
              </a:rPr>
              <a:t> = S1;</a:t>
            </a:r>
          </a:p>
          <a:p>
            <a:pPr algn="just" eaLnBrk="1" hangingPunct="1"/>
            <a:r>
              <a:rPr lang="en-US" altLang="en-US" sz="1600" dirty="0">
                <a:cs typeface="Times New Roman" panose="02020603050405020304" pitchFamily="18" charset="0"/>
              </a:rPr>
              <a:t>1’b1:  </a:t>
            </a:r>
            <a:r>
              <a:rPr lang="en-US" altLang="en-US" sz="1600" dirty="0" err="1">
                <a:cs typeface="Times New Roman" panose="02020603050405020304" pitchFamily="18" charset="0"/>
              </a:rPr>
              <a:t>next_state</a:t>
            </a:r>
            <a:r>
              <a:rPr lang="en-US" altLang="en-US" sz="1600" dirty="0">
                <a:cs typeface="Times New Roman" panose="02020603050405020304" pitchFamily="18" charset="0"/>
              </a:rPr>
              <a:t> = S2;</a:t>
            </a:r>
          </a:p>
          <a:p>
            <a:pPr algn="just" eaLnBrk="1" hangingPunct="1"/>
            <a:r>
              <a:rPr lang="en-US" altLang="en-US" sz="1600" dirty="0" err="1">
                <a:solidFill>
                  <a:srgbClr val="0000FF"/>
                </a:solidFill>
                <a:cs typeface="Times New Roman" panose="02020603050405020304" pitchFamily="18" charset="0"/>
              </a:rPr>
              <a:t>endcase</a:t>
            </a:r>
            <a:endParaRPr lang="en-US" altLang="en-US" sz="1600" dirty="0">
              <a:solidFill>
                <a:srgbClr val="0000FF"/>
              </a:solidFill>
              <a:cs typeface="Times New Roman" panose="02020603050405020304" pitchFamily="18" charset="0"/>
            </a:endParaRPr>
          </a:p>
          <a:p>
            <a:pPr eaLnBrk="1" hangingPunct="1"/>
            <a:r>
              <a:rPr lang="en-US" altLang="en-US" sz="1600" dirty="0"/>
              <a:t>S1: </a:t>
            </a:r>
            <a:r>
              <a:rPr lang="en-US" altLang="en-US" sz="1600" dirty="0" err="1"/>
              <a:t>next_state</a:t>
            </a:r>
            <a:r>
              <a:rPr lang="en-US" altLang="en-US" sz="1600" dirty="0"/>
              <a:t> = S0;</a:t>
            </a:r>
          </a:p>
          <a:p>
            <a:pPr eaLnBrk="1" hangingPunct="1"/>
            <a:r>
              <a:rPr lang="en-US" altLang="en-US" sz="1600" dirty="0"/>
              <a:t>S2: </a:t>
            </a:r>
            <a:r>
              <a:rPr lang="en-US" altLang="en-US" sz="1600" dirty="0">
                <a:solidFill>
                  <a:srgbClr val="0000FF"/>
                </a:solidFill>
              </a:rPr>
              <a:t>case(</a:t>
            </a:r>
            <a:r>
              <a:rPr lang="en-US" altLang="en-US" sz="1600" dirty="0" err="1">
                <a:solidFill>
                  <a:srgbClr val="0000FF"/>
                </a:solidFill>
              </a:rPr>
              <a:t>data_in</a:t>
            </a:r>
            <a:r>
              <a:rPr lang="en-US" altLang="en-US" sz="1600" dirty="0"/>
              <a:t>)</a:t>
            </a:r>
          </a:p>
          <a:p>
            <a:pPr eaLnBrk="1" hangingPunct="1"/>
            <a:r>
              <a:rPr lang="en-US" altLang="en-US" sz="1600" dirty="0"/>
              <a:t>1’b0: </a:t>
            </a:r>
            <a:r>
              <a:rPr lang="en-US" altLang="en-US" sz="1600" dirty="0" err="1"/>
              <a:t>next_state</a:t>
            </a:r>
            <a:r>
              <a:rPr lang="en-US" altLang="en-US" sz="1600" dirty="0"/>
              <a:t> = S0;</a:t>
            </a:r>
          </a:p>
          <a:p>
            <a:pPr eaLnBrk="1" hangingPunct="1"/>
            <a:r>
              <a:rPr lang="en-US" altLang="en-US" sz="1600" dirty="0"/>
              <a:t>1’b1: </a:t>
            </a:r>
            <a:r>
              <a:rPr lang="en-US" altLang="en-US" sz="1600" dirty="0" err="1"/>
              <a:t>next_state</a:t>
            </a:r>
            <a:r>
              <a:rPr lang="en-US" altLang="en-US" sz="1600" dirty="0"/>
              <a:t> = S3;</a:t>
            </a:r>
          </a:p>
          <a:p>
            <a:pPr eaLnBrk="1" hangingPunct="1"/>
            <a:r>
              <a:rPr lang="en-US" altLang="en-US" sz="1600" dirty="0" err="1">
                <a:solidFill>
                  <a:srgbClr val="0000FF"/>
                </a:solidFill>
              </a:rPr>
              <a:t>endcase</a:t>
            </a:r>
            <a:r>
              <a:rPr lang="en-US" altLang="en-US" sz="1600" dirty="0"/>
              <a:t>	</a:t>
            </a:r>
          </a:p>
          <a:p>
            <a:endParaRPr lang="en-US" sz="1600" dirty="0"/>
          </a:p>
        </p:txBody>
      </p:sp>
      <p:sp>
        <p:nvSpPr>
          <p:cNvPr id="8" name="Title 7">
            <a:extLst>
              <a:ext uri="{FF2B5EF4-FFF2-40B4-BE49-F238E27FC236}">
                <a16:creationId xmlns:a16="http://schemas.microsoft.com/office/drawing/2014/main" id="{05BA1DD0-BBBA-0584-8427-7D13BE81717F}"/>
              </a:ext>
            </a:extLst>
          </p:cNvPr>
          <p:cNvSpPr>
            <a:spLocks noGrp="1"/>
          </p:cNvSpPr>
          <p:nvPr>
            <p:ph type="title"/>
          </p:nvPr>
        </p:nvSpPr>
        <p:spPr/>
        <p:txBody>
          <a:bodyPr>
            <a:normAutofit/>
          </a:bodyPr>
          <a:lstStyle/>
          <a:p>
            <a:r>
              <a:rPr lang="en-US" dirty="0"/>
              <a:t>Description of Linear Adder (2)</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CD34553-6B49-2B6A-AC6B-0E07B58CE33B}"/>
              </a:ext>
            </a:extLst>
          </p:cNvPr>
          <p:cNvSpPr>
            <a:spLocks noGrp="1"/>
          </p:cNvSpPr>
          <p:nvPr>
            <p:ph type="body" sz="quarter" idx="10"/>
          </p:nvPr>
        </p:nvSpPr>
        <p:spPr/>
        <p:txBody>
          <a:bodyPr/>
          <a:lstStyle/>
          <a:p>
            <a:pPr eaLnBrk="1" hangingPunct="1"/>
            <a:r>
              <a:rPr lang="en-US" altLang="en-US" sz="1600" dirty="0"/>
              <a:t>S3: </a:t>
            </a:r>
            <a:r>
              <a:rPr lang="en-US" altLang="en-US" sz="1600" dirty="0">
                <a:solidFill>
                  <a:srgbClr val="0000FF"/>
                </a:solidFill>
              </a:rPr>
              <a:t>case</a:t>
            </a:r>
            <a:r>
              <a:rPr lang="en-US" altLang="en-US" sz="1600" dirty="0"/>
              <a:t> (</a:t>
            </a:r>
            <a:r>
              <a:rPr lang="en-US" altLang="en-US" sz="1600" dirty="0" err="1"/>
              <a:t>data_in</a:t>
            </a:r>
            <a:r>
              <a:rPr lang="en-US" altLang="en-US" sz="1600" dirty="0"/>
              <a:t>)</a:t>
            </a:r>
          </a:p>
          <a:p>
            <a:pPr eaLnBrk="1" hangingPunct="1"/>
            <a:r>
              <a:rPr lang="en-US" altLang="en-US" sz="1600" dirty="0"/>
              <a:t>1’b0:  </a:t>
            </a:r>
            <a:r>
              <a:rPr lang="en-US" altLang="en-US" sz="1600" dirty="0" err="1"/>
              <a:t>next_state</a:t>
            </a:r>
            <a:r>
              <a:rPr lang="en-US" altLang="en-US" sz="1600" dirty="0"/>
              <a:t> = S2;</a:t>
            </a:r>
          </a:p>
          <a:p>
            <a:pPr eaLnBrk="1" hangingPunct="1"/>
            <a:r>
              <a:rPr lang="en-US" altLang="en-US" sz="1600" dirty="0"/>
              <a:t>1’b1:  </a:t>
            </a:r>
            <a:r>
              <a:rPr lang="en-US" altLang="en-US" sz="1600" dirty="0" err="1"/>
              <a:t>next_state</a:t>
            </a:r>
            <a:r>
              <a:rPr lang="en-US" altLang="en-US" sz="1600" dirty="0"/>
              <a:t> = S4;</a:t>
            </a:r>
          </a:p>
          <a:p>
            <a:pPr eaLnBrk="1" hangingPunct="1"/>
            <a:r>
              <a:rPr lang="en-US" altLang="en-US" sz="1600" dirty="0" err="1">
                <a:solidFill>
                  <a:srgbClr val="0000FF"/>
                </a:solidFill>
              </a:rPr>
              <a:t>endcase</a:t>
            </a:r>
            <a:endParaRPr lang="en-US" altLang="en-US" sz="1600" dirty="0">
              <a:solidFill>
                <a:srgbClr val="0000FF"/>
              </a:solidFill>
            </a:endParaRPr>
          </a:p>
          <a:p>
            <a:pPr eaLnBrk="1" hangingPunct="1"/>
            <a:r>
              <a:rPr lang="en-US" altLang="en-US" sz="1600" dirty="0">
                <a:cs typeface="Times New Roman" panose="02020603050405020304" pitchFamily="18" charset="0"/>
              </a:rPr>
              <a:t>S4: </a:t>
            </a:r>
            <a:r>
              <a:rPr lang="en-US" altLang="en-US" sz="1600" dirty="0" err="1">
                <a:cs typeface="Times New Roman" panose="02020603050405020304" pitchFamily="18" charset="0"/>
              </a:rPr>
              <a:t>next_state</a:t>
            </a:r>
            <a:r>
              <a:rPr lang="en-US" altLang="en-US" sz="1600" dirty="0">
                <a:cs typeface="Times New Roman" panose="02020603050405020304" pitchFamily="18" charset="0"/>
              </a:rPr>
              <a:t> = S3;</a:t>
            </a:r>
          </a:p>
          <a:p>
            <a:pPr algn="just" eaLnBrk="1" hangingPunct="1"/>
            <a:r>
              <a:rPr lang="en-US" altLang="en-US" sz="1600" dirty="0">
                <a:cs typeface="Times New Roman" panose="02020603050405020304" pitchFamily="18" charset="0"/>
              </a:rPr>
              <a:t>default: </a:t>
            </a:r>
            <a:r>
              <a:rPr lang="en-US" altLang="en-US" sz="1600" dirty="0" err="1">
                <a:cs typeface="Times New Roman" panose="02020603050405020304" pitchFamily="18" charset="0"/>
              </a:rPr>
              <a:t>next_state</a:t>
            </a:r>
            <a:r>
              <a:rPr lang="en-US" altLang="en-US" sz="1600" dirty="0">
                <a:cs typeface="Times New Roman" panose="02020603050405020304" pitchFamily="18" charset="0"/>
              </a:rPr>
              <a:t> = S0;</a:t>
            </a:r>
          </a:p>
          <a:p>
            <a:pPr algn="just" eaLnBrk="1" hangingPunct="1"/>
            <a:r>
              <a:rPr lang="en-US" altLang="en-US" sz="1600" dirty="0" err="1">
                <a:solidFill>
                  <a:srgbClr val="0000FF"/>
                </a:solidFill>
                <a:cs typeface="Times New Roman" panose="02020603050405020304" pitchFamily="18" charset="0"/>
              </a:rPr>
              <a:t>endcase</a:t>
            </a:r>
            <a:endParaRPr lang="en-US" altLang="en-US" sz="1600" dirty="0">
              <a:solidFill>
                <a:srgbClr val="0000FF"/>
              </a:solidFill>
              <a:cs typeface="Times New Roman" panose="02020603050405020304" pitchFamily="18" charset="0"/>
            </a:endParaRPr>
          </a:p>
          <a:p>
            <a:pPr algn="just" eaLnBrk="1" hangingPunct="1"/>
            <a:r>
              <a:rPr lang="en-US" altLang="en-US" sz="1600" dirty="0">
                <a:solidFill>
                  <a:srgbClr val="0000FF"/>
                </a:solidFill>
                <a:cs typeface="Times New Roman" panose="02020603050405020304" pitchFamily="18" charset="0"/>
              </a:rPr>
              <a:t>end</a:t>
            </a:r>
            <a:r>
              <a:rPr lang="en-US" altLang="en-US" sz="1600" dirty="0">
                <a:cs typeface="Times New Roman" panose="02020603050405020304" pitchFamily="18" charset="0"/>
              </a:rPr>
              <a:t> //</a:t>
            </a:r>
            <a:r>
              <a:rPr lang="en-US" altLang="en-US" sz="1600" dirty="0" err="1">
                <a:cs typeface="Times New Roman" panose="02020603050405020304" pitchFamily="18" charset="0"/>
              </a:rPr>
              <a:t>fsm</a:t>
            </a:r>
            <a:endParaRPr lang="en-US" altLang="en-US" sz="1600" dirty="0">
              <a:cs typeface="Times New Roman" panose="02020603050405020304" pitchFamily="18" charset="0"/>
            </a:endParaRPr>
          </a:p>
          <a:p>
            <a:pPr eaLnBrk="1" hangingPunct="1"/>
            <a:r>
              <a:rPr lang="en-US" altLang="en-US" sz="1600" dirty="0"/>
              <a:t>//Mealy output definition</a:t>
            </a:r>
          </a:p>
          <a:p>
            <a:pPr eaLnBrk="1" hangingPunct="1"/>
            <a:r>
              <a:rPr lang="en-US" altLang="en-US" sz="1600" dirty="0"/>
              <a:t>	</a:t>
            </a:r>
            <a:r>
              <a:rPr lang="en-US" altLang="en-US" sz="1600" dirty="0">
                <a:solidFill>
                  <a:srgbClr val="0000FF"/>
                </a:solidFill>
              </a:rPr>
              <a:t>always</a:t>
            </a:r>
            <a:r>
              <a:rPr lang="en-US" altLang="en-US" sz="1600" dirty="0"/>
              <a:t> @(data_in, </a:t>
            </a:r>
            <a:r>
              <a:rPr lang="en-US" altLang="en-US" sz="1600" dirty="0" err="1"/>
              <a:t>pres_state</a:t>
            </a:r>
            <a:r>
              <a:rPr lang="en-US" altLang="en-US" sz="1600" dirty="0"/>
              <a:t>)</a:t>
            </a:r>
          </a:p>
          <a:p>
            <a:pPr eaLnBrk="1" hangingPunct="1"/>
            <a:r>
              <a:rPr lang="en-US" altLang="en-US" sz="1600" dirty="0" err="1">
                <a:solidFill>
                  <a:srgbClr val="0000FF"/>
                </a:solidFill>
              </a:rPr>
              <a:t>begin:outputs</a:t>
            </a:r>
            <a:endParaRPr lang="en-US" altLang="en-US" sz="1600" dirty="0">
              <a:solidFill>
                <a:srgbClr val="0000FF"/>
              </a:solidFill>
            </a:endParaRPr>
          </a:p>
          <a:p>
            <a:pPr eaLnBrk="1" hangingPunct="1"/>
            <a:r>
              <a:rPr lang="en-US" altLang="en-US" sz="1600" dirty="0" err="1">
                <a:solidFill>
                  <a:srgbClr val="0000FF"/>
                </a:solidFill>
              </a:rPr>
              <a:t>casex</a:t>
            </a:r>
            <a:r>
              <a:rPr lang="en-US" altLang="en-US" sz="1600" dirty="0"/>
              <a:t> (</a:t>
            </a:r>
            <a:r>
              <a:rPr lang="en-US" altLang="en-US" sz="1600" dirty="0" err="1"/>
              <a:t>pres_state</a:t>
            </a:r>
            <a:r>
              <a:rPr lang="en-US" altLang="en-US" sz="1600" dirty="0"/>
              <a:t>)</a:t>
            </a:r>
          </a:p>
          <a:p>
            <a:pPr eaLnBrk="1" hangingPunct="1"/>
            <a:r>
              <a:rPr lang="en-US" altLang="en-US" sz="1600" dirty="0"/>
              <a:t>S0: </a:t>
            </a:r>
            <a:r>
              <a:rPr lang="en-US" altLang="en-US" sz="1600" dirty="0" err="1"/>
              <a:t>data_out</a:t>
            </a:r>
            <a:r>
              <a:rPr lang="en-US" altLang="en-US" sz="1600" dirty="0"/>
              <a:t> =1’bx;</a:t>
            </a:r>
          </a:p>
          <a:p>
            <a:endParaRPr lang="en-US" sz="1600" dirty="0"/>
          </a:p>
        </p:txBody>
      </p:sp>
      <p:sp>
        <p:nvSpPr>
          <p:cNvPr id="8" name="Title 7">
            <a:extLst>
              <a:ext uri="{FF2B5EF4-FFF2-40B4-BE49-F238E27FC236}">
                <a16:creationId xmlns:a16="http://schemas.microsoft.com/office/drawing/2014/main" id="{7052EC0C-2EAE-7BB7-7A8F-7755CBE2EBD3}"/>
              </a:ext>
            </a:extLst>
          </p:cNvPr>
          <p:cNvSpPr>
            <a:spLocks noGrp="1"/>
          </p:cNvSpPr>
          <p:nvPr>
            <p:ph type="title"/>
          </p:nvPr>
        </p:nvSpPr>
        <p:spPr/>
        <p:txBody>
          <a:bodyPr>
            <a:normAutofit/>
          </a:bodyPr>
          <a:lstStyle/>
          <a:p>
            <a:r>
              <a:rPr lang="en-US" dirty="0"/>
              <a:t>Description of Linear Adder (3)</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486A2F2-6A96-76EC-494B-E797730A910A}"/>
              </a:ext>
            </a:extLst>
          </p:cNvPr>
          <p:cNvSpPr>
            <a:spLocks noGrp="1"/>
          </p:cNvSpPr>
          <p:nvPr>
            <p:ph type="body" sz="quarter" idx="10"/>
          </p:nvPr>
        </p:nvSpPr>
        <p:spPr/>
        <p:txBody>
          <a:bodyPr/>
          <a:lstStyle/>
          <a:p>
            <a:pPr eaLnBrk="1" hangingPunct="1"/>
            <a:r>
              <a:rPr lang="en-US" altLang="en-US" sz="1600" dirty="0"/>
              <a:t>S1: if(</a:t>
            </a:r>
            <a:r>
              <a:rPr lang="en-US" altLang="en-US" sz="1600" dirty="0" err="1"/>
              <a:t>data_in</a:t>
            </a:r>
            <a:r>
              <a:rPr lang="en-US" altLang="en-US" sz="1600" dirty="0"/>
              <a:t>)</a:t>
            </a:r>
          </a:p>
          <a:p>
            <a:pPr eaLnBrk="1" hangingPunct="1"/>
            <a:r>
              <a:rPr lang="en-US" altLang="en-US" sz="1600" dirty="0" err="1">
                <a:solidFill>
                  <a:srgbClr val="0000FF"/>
                </a:solidFill>
              </a:rPr>
              <a:t>data_out</a:t>
            </a:r>
            <a:r>
              <a:rPr lang="en-US" altLang="en-US" sz="1600" dirty="0"/>
              <a:t>= 1’b1;</a:t>
            </a:r>
          </a:p>
          <a:p>
            <a:pPr eaLnBrk="1" hangingPunct="1"/>
            <a:r>
              <a:rPr lang="en-US" altLang="en-US" sz="1600" dirty="0">
                <a:solidFill>
                  <a:srgbClr val="0000FF"/>
                </a:solidFill>
              </a:rPr>
              <a:t>else</a:t>
            </a:r>
            <a:r>
              <a:rPr lang="en-US" altLang="en-US" sz="1600" dirty="0"/>
              <a:t> </a:t>
            </a:r>
            <a:r>
              <a:rPr lang="en-US" altLang="en-US" sz="1600" dirty="0" err="1"/>
              <a:t>data_out</a:t>
            </a:r>
            <a:r>
              <a:rPr lang="en-US" altLang="en-US" sz="1600" dirty="0"/>
              <a:t> = 1’b0;</a:t>
            </a:r>
          </a:p>
          <a:p>
            <a:pPr eaLnBrk="1" hangingPunct="1"/>
            <a:r>
              <a:rPr lang="en-US" altLang="en-US" sz="1600" dirty="0"/>
              <a:t>	S2: if (</a:t>
            </a:r>
            <a:r>
              <a:rPr lang="en-US" altLang="en-US" sz="1600" dirty="0" err="1"/>
              <a:t>data_in</a:t>
            </a:r>
            <a:r>
              <a:rPr lang="en-US" altLang="en-US" sz="1600" dirty="0"/>
              <a:t>)</a:t>
            </a:r>
          </a:p>
          <a:p>
            <a:pPr eaLnBrk="1" hangingPunct="1"/>
            <a:r>
              <a:rPr lang="en-US" altLang="en-US" sz="1600" dirty="0" err="1"/>
              <a:t>data_out</a:t>
            </a:r>
            <a:r>
              <a:rPr lang="en-US" altLang="en-US" sz="1600" dirty="0"/>
              <a:t> = 1’b0;</a:t>
            </a:r>
          </a:p>
          <a:p>
            <a:pPr eaLnBrk="1" hangingPunct="1"/>
            <a:r>
              <a:rPr lang="en-US" altLang="en-US" sz="1600" dirty="0">
                <a:solidFill>
                  <a:srgbClr val="0000FF"/>
                </a:solidFill>
              </a:rPr>
              <a:t>else</a:t>
            </a:r>
            <a:r>
              <a:rPr lang="en-US" altLang="en-US" sz="1600" dirty="0"/>
              <a:t> </a:t>
            </a:r>
            <a:r>
              <a:rPr lang="en-US" altLang="en-US" sz="1600" dirty="0" err="1"/>
              <a:t>data_out</a:t>
            </a:r>
            <a:r>
              <a:rPr lang="en-US" altLang="en-US" sz="1600" dirty="0"/>
              <a:t> = 1’b1;</a:t>
            </a:r>
          </a:p>
          <a:p>
            <a:pPr eaLnBrk="1" hangingPunct="1"/>
            <a:r>
              <a:rPr lang="en-US" altLang="en-US" sz="1600" dirty="0"/>
              <a:t>	S3: </a:t>
            </a:r>
            <a:r>
              <a:rPr lang="en-US" altLang="en-US" sz="1600" dirty="0" err="1"/>
              <a:t>data_out</a:t>
            </a:r>
            <a:r>
              <a:rPr lang="en-US" altLang="en-US" sz="1600" dirty="0"/>
              <a:t> =1’bx; </a:t>
            </a:r>
            <a:r>
              <a:rPr lang="en-US" altLang="en-US" sz="1600" dirty="0">
                <a:cs typeface="Times New Roman" panose="02020603050405020304" pitchFamily="18" charset="0"/>
              </a:rPr>
              <a:t>S4: if(</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a:t>
            </a:r>
          </a:p>
          <a:p>
            <a:pPr algn="just" eaLnBrk="1" hangingPunct="1"/>
            <a:r>
              <a:rPr lang="en-US" altLang="en-US" sz="1600" dirty="0" err="1">
                <a:cs typeface="Times New Roman" panose="02020603050405020304" pitchFamily="18" charset="0"/>
              </a:rPr>
              <a:t>data_out</a:t>
            </a:r>
            <a:r>
              <a:rPr lang="en-US" altLang="en-US" sz="1600" dirty="0">
                <a:cs typeface="Times New Roman" panose="02020603050405020304" pitchFamily="18" charset="0"/>
              </a:rPr>
              <a:t>= 1’b1;</a:t>
            </a:r>
          </a:p>
          <a:p>
            <a:pPr algn="just" eaLnBrk="1" hangingPunct="1"/>
            <a:r>
              <a:rPr lang="en-US" altLang="en-US" sz="1600" dirty="0">
                <a:solidFill>
                  <a:srgbClr val="0000FF"/>
                </a:solidFill>
                <a:cs typeface="Times New Roman" panose="02020603050405020304" pitchFamily="18" charset="0"/>
              </a:rPr>
              <a:t>else</a:t>
            </a:r>
            <a:r>
              <a:rPr lang="en-US" altLang="en-US" sz="1600" dirty="0">
                <a:cs typeface="Times New Roman" panose="02020603050405020304" pitchFamily="18" charset="0"/>
              </a:rPr>
              <a:t> </a:t>
            </a:r>
            <a:r>
              <a:rPr lang="en-US" altLang="en-US" sz="1600" dirty="0" err="1">
                <a:cs typeface="Times New Roman" panose="02020603050405020304" pitchFamily="18" charset="0"/>
              </a:rPr>
              <a:t>data_out</a:t>
            </a:r>
            <a:r>
              <a:rPr lang="en-US" altLang="en-US" sz="1600" dirty="0">
                <a:cs typeface="Times New Roman" panose="02020603050405020304" pitchFamily="18" charset="0"/>
              </a:rPr>
              <a:t> = 1’b0;</a:t>
            </a:r>
          </a:p>
          <a:p>
            <a:pPr algn="just" eaLnBrk="1" hangingPunct="1"/>
            <a:r>
              <a:rPr lang="en-US" altLang="en-US" sz="1600" dirty="0">
                <a:solidFill>
                  <a:srgbClr val="0000FF"/>
                </a:solidFill>
                <a:cs typeface="Times New Roman" panose="02020603050405020304" pitchFamily="18" charset="0"/>
              </a:rPr>
              <a:t>default</a:t>
            </a:r>
            <a:r>
              <a:rPr lang="en-US" altLang="en-US" sz="1600" dirty="0">
                <a:cs typeface="Times New Roman" panose="02020603050405020304" pitchFamily="18" charset="0"/>
              </a:rPr>
              <a:t>: </a:t>
            </a:r>
            <a:r>
              <a:rPr lang="en-US" altLang="en-US" sz="1600" dirty="0" err="1">
                <a:cs typeface="Times New Roman" panose="02020603050405020304" pitchFamily="18" charset="0"/>
              </a:rPr>
              <a:t>data_out</a:t>
            </a:r>
            <a:r>
              <a:rPr lang="en-US" altLang="en-US" sz="1600" dirty="0">
                <a:cs typeface="Times New Roman" panose="02020603050405020304" pitchFamily="18" charset="0"/>
              </a:rPr>
              <a:t> = 1’b0;</a:t>
            </a:r>
          </a:p>
          <a:p>
            <a:pPr algn="just" eaLnBrk="1" hangingPunct="1"/>
            <a:r>
              <a:rPr lang="en-US" altLang="en-US" sz="1600" dirty="0" err="1">
                <a:solidFill>
                  <a:srgbClr val="0000FF"/>
                </a:solidFill>
                <a:cs typeface="Times New Roman" panose="02020603050405020304" pitchFamily="18" charset="0"/>
              </a:rPr>
              <a:t>endcase</a:t>
            </a:r>
            <a:endParaRPr lang="en-US" altLang="en-US" sz="1600" dirty="0">
              <a:solidFill>
                <a:srgbClr val="0000FF"/>
              </a:solidFill>
              <a:cs typeface="Times New Roman" panose="02020603050405020304" pitchFamily="18" charset="0"/>
            </a:endParaRPr>
          </a:p>
          <a:p>
            <a:pPr algn="just" eaLnBrk="1" hangingPunct="1"/>
            <a:r>
              <a:rPr lang="en-US" altLang="en-US" sz="1600" dirty="0">
                <a:solidFill>
                  <a:srgbClr val="0000FF"/>
                </a:solidFill>
                <a:cs typeface="Times New Roman" panose="02020603050405020304" pitchFamily="18" charset="0"/>
              </a:rPr>
              <a:t>end</a:t>
            </a:r>
            <a:r>
              <a:rPr lang="en-US" altLang="en-US" sz="1600" dirty="0">
                <a:cs typeface="Times New Roman" panose="02020603050405020304" pitchFamily="18" charset="0"/>
              </a:rPr>
              <a:t> //outputs</a:t>
            </a:r>
          </a:p>
          <a:p>
            <a:pPr algn="just" eaLnBrk="1" hangingPunct="1"/>
            <a:r>
              <a:rPr lang="en-US" altLang="en-US" sz="1600" dirty="0" err="1">
                <a:solidFill>
                  <a:srgbClr val="0000FF"/>
                </a:solidFill>
                <a:cs typeface="Times New Roman" panose="02020603050405020304" pitchFamily="18" charset="0"/>
              </a:rPr>
              <a:t>endmodule</a:t>
            </a:r>
            <a:endParaRPr lang="en-US" altLang="en-US" sz="1600" dirty="0">
              <a:solidFill>
                <a:srgbClr val="0000FF"/>
              </a:solidFill>
              <a:cs typeface="Times New Roman" panose="02020603050405020304" pitchFamily="18" charset="0"/>
            </a:endParaRPr>
          </a:p>
          <a:p>
            <a:endParaRPr lang="en-US" sz="1600" dirty="0"/>
          </a:p>
        </p:txBody>
      </p:sp>
      <p:sp>
        <p:nvSpPr>
          <p:cNvPr id="147459" name="Rectangle 4">
            <a:extLst>
              <a:ext uri="{FF2B5EF4-FFF2-40B4-BE49-F238E27FC236}">
                <a16:creationId xmlns:a16="http://schemas.microsoft.com/office/drawing/2014/main" id="{5D42E25C-5587-BBDC-D9B4-D70C2F6AEBE9}"/>
              </a:ext>
            </a:extLst>
          </p:cNvPr>
          <p:cNvSpPr>
            <a:spLocks noGrp="1" noChangeArrowheads="1"/>
          </p:cNvSpPr>
          <p:nvPr>
            <p:ph type="title"/>
          </p:nvPr>
        </p:nvSpPr>
        <p:spPr/>
        <p:txBody>
          <a:bodyPr>
            <a:normAutofit/>
          </a:bodyPr>
          <a:lstStyle/>
          <a:p>
            <a:r>
              <a:rPr lang="en-US" altLang="en-US" dirty="0"/>
              <a:t>Description of Linear Adder (4)</a:t>
            </a:r>
            <a:endParaRPr lang="ru-RU" altLang="en-US" dirty="0"/>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8767FA7A-EF87-39F1-0354-2F11A56B2616}"/>
              </a:ext>
            </a:extLst>
          </p:cNvPr>
          <p:cNvSpPr>
            <a:spLocks noGrp="1"/>
          </p:cNvSpPr>
          <p:nvPr>
            <p:ph type="body" sz="quarter" idx="10"/>
          </p:nvPr>
        </p:nvSpPr>
        <p:spPr/>
        <p:txBody>
          <a:bodyPr/>
          <a:lstStyle/>
          <a:p>
            <a:pPr algn="just" eaLnBrk="1" hangingPunct="1"/>
            <a:r>
              <a:rPr lang="en-US" altLang="en-US" sz="1600" dirty="0">
                <a:solidFill>
                  <a:srgbClr val="0000FF"/>
                </a:solidFill>
                <a:cs typeface="Times New Roman" panose="02020603050405020304" pitchFamily="18" charset="0"/>
              </a:rPr>
              <a:t>module</a:t>
            </a:r>
            <a:r>
              <a:rPr lang="en-US" altLang="en-US" sz="1600" dirty="0">
                <a:cs typeface="Times New Roman" panose="02020603050405020304" pitchFamily="18" charset="0"/>
              </a:rPr>
              <a:t> </a:t>
            </a:r>
            <a:r>
              <a:rPr lang="en-US" altLang="en-US" sz="1600" dirty="0" err="1">
                <a:cs typeface="Times New Roman" panose="02020603050405020304" pitchFamily="18" charset="0"/>
              </a:rPr>
              <a:t>line_adder_stimulus</a:t>
            </a:r>
            <a:r>
              <a:rPr lang="en-US" altLang="en-US" sz="1600" dirty="0">
                <a:cs typeface="Times New Roman" panose="02020603050405020304" pitchFamily="18" charset="0"/>
              </a:rPr>
              <a:t>;</a:t>
            </a:r>
          </a:p>
          <a:p>
            <a:pPr algn="just" eaLnBrk="1" hangingPunct="1"/>
            <a:r>
              <a:rPr lang="en-US" altLang="en-US" sz="1600" dirty="0">
                <a:solidFill>
                  <a:srgbClr val="0000FF"/>
                </a:solidFill>
                <a:cs typeface="Times New Roman" panose="02020603050405020304" pitchFamily="18" charset="0"/>
              </a:rPr>
              <a:t>wire</a:t>
            </a:r>
            <a:r>
              <a:rPr lang="en-US" altLang="en-US" sz="1600" dirty="0">
                <a:cs typeface="Times New Roman" panose="02020603050405020304" pitchFamily="18" charset="0"/>
              </a:rPr>
              <a:t> </a:t>
            </a:r>
            <a:r>
              <a:rPr lang="en-US" altLang="en-US" sz="1600" dirty="0" err="1">
                <a:cs typeface="Times New Roman" panose="02020603050405020304" pitchFamily="18" charset="0"/>
              </a:rPr>
              <a:t>data_out</a:t>
            </a:r>
            <a:r>
              <a:rPr lang="en-US" altLang="en-US" sz="1600" dirty="0">
                <a:cs typeface="Times New Roman" panose="02020603050405020304" pitchFamily="18" charset="0"/>
              </a:rPr>
              <a:t>;</a:t>
            </a:r>
          </a:p>
          <a:p>
            <a:pPr algn="just" eaLnBrk="1" hangingPunct="1"/>
            <a:r>
              <a:rPr lang="en-US" altLang="en-US" sz="1600" dirty="0">
                <a:solidFill>
                  <a:srgbClr val="0000FF"/>
                </a:solidFill>
                <a:cs typeface="Times New Roman" panose="02020603050405020304" pitchFamily="18" charset="0"/>
              </a:rPr>
              <a:t>reg</a:t>
            </a:r>
            <a:r>
              <a:rPr lang="en-US" altLang="en-US" sz="1600" dirty="0">
                <a:cs typeface="Times New Roman" panose="02020603050405020304" pitchFamily="18" charset="0"/>
              </a:rPr>
              <a:t> </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 clock, reset;</a:t>
            </a:r>
          </a:p>
          <a:p>
            <a:pPr algn="just" eaLnBrk="1" hangingPunct="1"/>
            <a:r>
              <a:rPr lang="en-US" altLang="en-US" sz="1600" dirty="0" err="1">
                <a:solidFill>
                  <a:srgbClr val="0000FF"/>
                </a:solidFill>
                <a:cs typeface="Times New Roman" panose="02020603050405020304" pitchFamily="18" charset="0"/>
              </a:rPr>
              <a:t>linear_adder</a:t>
            </a:r>
            <a:r>
              <a:rPr lang="en-US" altLang="en-US" sz="1600" dirty="0">
                <a:cs typeface="Times New Roman" panose="02020603050405020304" pitchFamily="18" charset="0"/>
              </a:rPr>
              <a:t>  line(</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 </a:t>
            </a:r>
            <a:r>
              <a:rPr lang="en-US" altLang="en-US" sz="1600" dirty="0" err="1">
                <a:cs typeface="Times New Roman" panose="02020603050405020304" pitchFamily="18" charset="0"/>
              </a:rPr>
              <a:t>data_out</a:t>
            </a:r>
            <a:r>
              <a:rPr lang="en-US" altLang="en-US" sz="1600" dirty="0">
                <a:cs typeface="Times New Roman" panose="02020603050405020304" pitchFamily="18" charset="0"/>
              </a:rPr>
              <a:t>, reset, clock);</a:t>
            </a:r>
          </a:p>
          <a:p>
            <a:pPr algn="just" eaLnBrk="1" hangingPunct="1"/>
            <a:r>
              <a:rPr lang="en-US" altLang="en-US" sz="1600" dirty="0">
                <a:solidFill>
                  <a:srgbClr val="0000FF"/>
                </a:solidFill>
                <a:cs typeface="Times New Roman" panose="02020603050405020304" pitchFamily="18" charset="0"/>
              </a:rPr>
              <a:t>initial</a:t>
            </a:r>
            <a:r>
              <a:rPr lang="en-US" altLang="en-US" sz="1600" dirty="0">
                <a:cs typeface="Times New Roman" panose="02020603050405020304" pitchFamily="18" charset="0"/>
              </a:rPr>
              <a:t> begin</a:t>
            </a:r>
          </a:p>
          <a:p>
            <a:pPr algn="just" eaLnBrk="1" hangingPunct="1"/>
            <a:r>
              <a:rPr lang="en-US" altLang="en-US" sz="1600" dirty="0" err="1">
                <a:solidFill>
                  <a:srgbClr val="0000FF"/>
                </a:solidFill>
                <a:cs typeface="Times New Roman" panose="02020603050405020304" pitchFamily="18" charset="0"/>
              </a:rPr>
              <a:t>data_in</a:t>
            </a:r>
            <a:r>
              <a:rPr lang="en-US" altLang="en-US" sz="1600" dirty="0">
                <a:solidFill>
                  <a:srgbClr val="0000FF"/>
                </a:solidFill>
                <a:cs typeface="Times New Roman" panose="02020603050405020304" pitchFamily="18" charset="0"/>
              </a:rPr>
              <a:t>=1</a:t>
            </a:r>
            <a:r>
              <a:rPr lang="en-US" altLang="en-US" sz="1600" dirty="0">
                <a:cs typeface="Times New Roman" panose="02020603050405020304" pitchFamily="18" charset="0"/>
              </a:rPr>
              <a:t>;</a:t>
            </a:r>
          </a:p>
          <a:p>
            <a:pPr algn="just" eaLnBrk="1" hangingPunct="1"/>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reset</a:t>
            </a:r>
            <a:r>
              <a:rPr lang="en-US" altLang="en-US" sz="1600" dirty="0">
                <a:cs typeface="Times New Roman" panose="02020603050405020304" pitchFamily="18" charset="0"/>
              </a:rPr>
              <a:t> =0;</a:t>
            </a:r>
          </a:p>
          <a:p>
            <a:pPr algn="just" eaLnBrk="1" hangingPunct="1"/>
            <a:r>
              <a:rPr lang="en-US" altLang="en-US" sz="1600" dirty="0">
                <a:solidFill>
                  <a:srgbClr val="0000FF"/>
                </a:solidFill>
                <a:cs typeface="Times New Roman" panose="02020603050405020304" pitchFamily="18" charset="0"/>
              </a:rPr>
              <a:t>clock</a:t>
            </a:r>
            <a:r>
              <a:rPr lang="en-US" altLang="en-US" sz="1600" dirty="0">
                <a:cs typeface="Times New Roman" panose="02020603050405020304" pitchFamily="18" charset="0"/>
              </a:rPr>
              <a:t> = 0; </a:t>
            </a:r>
          </a:p>
          <a:p>
            <a:pPr algn="just" eaLnBrk="1" hangingPunct="1"/>
            <a:r>
              <a:rPr lang="en-US" altLang="en-US" sz="1600" dirty="0">
                <a:cs typeface="Times New Roman" panose="02020603050405020304" pitchFamily="18" charset="0"/>
              </a:rPr>
              <a:t>#12 reset=1;</a:t>
            </a:r>
          </a:p>
          <a:p>
            <a:pPr algn="just" eaLnBrk="1" hangingPunct="1"/>
            <a:r>
              <a:rPr lang="en-US" altLang="en-US" sz="1600" dirty="0">
                <a:cs typeface="Times New Roman" panose="02020603050405020304" pitchFamily="18" charset="0"/>
              </a:rPr>
              <a:t>#60 </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=0;</a:t>
            </a:r>
          </a:p>
          <a:p>
            <a:pPr algn="just" eaLnBrk="1" hangingPunct="1"/>
            <a:r>
              <a:rPr lang="en-US" altLang="en-US" sz="1600" dirty="0">
                <a:cs typeface="Times New Roman" panose="02020603050405020304" pitchFamily="18" charset="0"/>
              </a:rPr>
              <a:t># 45 </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=1;</a:t>
            </a:r>
          </a:p>
          <a:p>
            <a:pPr algn="just" eaLnBrk="1" hangingPunct="1"/>
            <a:r>
              <a:rPr lang="en-US" altLang="en-US" sz="1600" dirty="0">
                <a:cs typeface="Times New Roman" panose="02020603050405020304" pitchFamily="18" charset="0"/>
              </a:rPr>
              <a:t># 50 </a:t>
            </a:r>
            <a:r>
              <a:rPr lang="en-US" altLang="en-US" sz="1600" dirty="0" err="1">
                <a:cs typeface="Times New Roman" panose="02020603050405020304" pitchFamily="18" charset="0"/>
              </a:rPr>
              <a:t>data_in</a:t>
            </a:r>
            <a:r>
              <a:rPr lang="en-US" altLang="en-US" sz="1600" dirty="0">
                <a:cs typeface="Times New Roman" panose="02020603050405020304" pitchFamily="18" charset="0"/>
              </a:rPr>
              <a:t>=0;</a:t>
            </a:r>
          </a:p>
          <a:p>
            <a:endParaRPr lang="en-US" sz="1600" dirty="0"/>
          </a:p>
        </p:txBody>
      </p:sp>
      <p:sp>
        <p:nvSpPr>
          <p:cNvPr id="9" name="Title 8">
            <a:extLst>
              <a:ext uri="{FF2B5EF4-FFF2-40B4-BE49-F238E27FC236}">
                <a16:creationId xmlns:a16="http://schemas.microsoft.com/office/drawing/2014/main" id="{256FA383-58C4-7BCD-9B37-F6E96BDDBAB7}"/>
              </a:ext>
            </a:extLst>
          </p:cNvPr>
          <p:cNvSpPr>
            <a:spLocks noGrp="1"/>
          </p:cNvSpPr>
          <p:nvPr>
            <p:ph type="title"/>
          </p:nvPr>
        </p:nvSpPr>
        <p:spPr/>
        <p:txBody>
          <a:bodyPr>
            <a:normAutofit/>
          </a:bodyPr>
          <a:lstStyle/>
          <a:p>
            <a:r>
              <a:rPr lang="en-US" dirty="0"/>
              <a:t>Test Bench</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01338F05-04A7-4FC8-7F1A-4A5ADF63FC39}"/>
              </a:ext>
            </a:extLst>
          </p:cNvPr>
          <p:cNvSpPr>
            <a:spLocks noGrp="1"/>
          </p:cNvSpPr>
          <p:nvPr>
            <p:ph type="body" sz="quarter" idx="10"/>
          </p:nvPr>
        </p:nvSpPr>
        <p:spPr/>
        <p:txBody>
          <a:bodyPr/>
          <a:lstStyle/>
          <a:p>
            <a:pPr algn="just" eaLnBrk="1" hangingPunct="1">
              <a:lnSpc>
                <a:spcPct val="90000"/>
              </a:lnSpc>
            </a:pPr>
            <a:r>
              <a:rPr lang="en-US" altLang="en-US" sz="1200" dirty="0">
                <a:cs typeface="Times New Roman" panose="02020603050405020304" pitchFamily="18" charset="0"/>
              </a:rPr>
              <a:t>#15 </a:t>
            </a:r>
            <a:r>
              <a:rPr lang="en-US" altLang="en-US" sz="1200" dirty="0" err="1">
                <a:cs typeface="Times New Roman" panose="02020603050405020304" pitchFamily="18" charset="0"/>
              </a:rPr>
              <a:t>data_in</a:t>
            </a:r>
            <a:r>
              <a:rPr lang="en-US" altLang="en-US" sz="1200" dirty="0">
                <a:cs typeface="Times New Roman" panose="02020603050405020304" pitchFamily="18" charset="0"/>
              </a:rPr>
              <a:t> = 1;</a:t>
            </a:r>
          </a:p>
          <a:p>
            <a:pPr algn="just" eaLnBrk="1" hangingPunct="1">
              <a:lnSpc>
                <a:spcPct val="90000"/>
              </a:lnSpc>
            </a:pPr>
            <a:r>
              <a:rPr lang="en-US" altLang="en-US" sz="1200" dirty="0">
                <a:cs typeface="Times New Roman" panose="02020603050405020304" pitchFamily="18" charset="0"/>
              </a:rPr>
              <a:t>#50 $stop;</a:t>
            </a:r>
          </a:p>
          <a:p>
            <a:pPr algn="just" eaLnBrk="1" hangingPunct="1">
              <a:lnSpc>
                <a:spcPct val="90000"/>
              </a:lnSpc>
            </a:pPr>
            <a:r>
              <a:rPr lang="en-US" altLang="en-US" sz="1200" dirty="0">
                <a:solidFill>
                  <a:srgbClr val="0000FF"/>
                </a:solidFill>
                <a:cs typeface="Times New Roman" panose="02020603050405020304" pitchFamily="18" charset="0"/>
              </a:rPr>
              <a:t>end</a:t>
            </a:r>
          </a:p>
          <a:p>
            <a:pPr algn="just" eaLnBrk="1" hangingPunct="1">
              <a:lnSpc>
                <a:spcPct val="90000"/>
              </a:lnSpc>
            </a:pPr>
            <a:r>
              <a:rPr lang="en-US" altLang="en-US" sz="1200" dirty="0">
                <a:solidFill>
                  <a:srgbClr val="0000FF"/>
                </a:solidFill>
                <a:cs typeface="Times New Roman" panose="02020603050405020304" pitchFamily="18" charset="0"/>
              </a:rPr>
              <a:t>always</a:t>
            </a:r>
            <a:r>
              <a:rPr lang="en-US" altLang="en-US" sz="1200" dirty="0">
                <a:cs typeface="Times New Roman" panose="02020603050405020304" pitchFamily="18" charset="0"/>
              </a:rPr>
              <a:t> #5 clock = ~clock; //clock generation</a:t>
            </a:r>
          </a:p>
          <a:p>
            <a:pPr algn="just" eaLnBrk="1" hangingPunct="1">
              <a:lnSpc>
                <a:spcPct val="90000"/>
              </a:lnSpc>
            </a:pPr>
            <a:r>
              <a:rPr lang="en-US" altLang="en-US" sz="1200" dirty="0" err="1">
                <a:solidFill>
                  <a:srgbClr val="0000FF"/>
                </a:solidFill>
                <a:cs typeface="Times New Roman" panose="02020603050405020304" pitchFamily="18" charset="0"/>
              </a:rPr>
              <a:t>endmodule</a:t>
            </a:r>
            <a:endParaRPr lang="en-US" altLang="en-US" sz="1200" dirty="0">
              <a:solidFill>
                <a:srgbClr val="0000FF"/>
              </a:solidFill>
            </a:endParaRPr>
          </a:p>
          <a:p>
            <a:pPr eaLnBrk="1" hangingPunct="1">
              <a:lnSpc>
                <a:spcPct val="90000"/>
              </a:lnSpc>
              <a:spcBef>
                <a:spcPct val="50000"/>
              </a:spcBef>
            </a:pPr>
            <a:r>
              <a:rPr lang="en-US" altLang="en-US" sz="1200" dirty="0"/>
              <a:t>Other example of clock generation within a test bench</a:t>
            </a:r>
          </a:p>
          <a:p>
            <a:pPr eaLnBrk="1" hangingPunct="1">
              <a:lnSpc>
                <a:spcPct val="90000"/>
              </a:lnSpc>
            </a:pPr>
            <a:r>
              <a:rPr lang="en-US" altLang="en-US" sz="1200" dirty="0"/>
              <a:t>`</a:t>
            </a:r>
            <a:r>
              <a:rPr lang="en-US" altLang="en-US" sz="1200" dirty="0">
                <a:solidFill>
                  <a:srgbClr val="0000FF"/>
                </a:solidFill>
              </a:rPr>
              <a:t>timescale</a:t>
            </a:r>
            <a:r>
              <a:rPr lang="en-US" altLang="en-US" sz="1200" dirty="0"/>
              <a:t> 1ns/1ps</a:t>
            </a:r>
          </a:p>
          <a:p>
            <a:pPr eaLnBrk="1" hangingPunct="1">
              <a:lnSpc>
                <a:spcPct val="90000"/>
              </a:lnSpc>
            </a:pPr>
            <a:r>
              <a:rPr lang="en-US" altLang="en-US" sz="1200" dirty="0">
                <a:solidFill>
                  <a:srgbClr val="0000FF"/>
                </a:solidFill>
              </a:rPr>
              <a:t>module</a:t>
            </a:r>
            <a:r>
              <a:rPr lang="en-US" altLang="en-US" sz="1200" dirty="0"/>
              <a:t> </a:t>
            </a:r>
            <a:r>
              <a:rPr lang="en-US" altLang="en-US" sz="1200" dirty="0" err="1"/>
              <a:t>clkgen</a:t>
            </a:r>
            <a:r>
              <a:rPr lang="en-US" altLang="en-US" sz="1200" dirty="0"/>
              <a:t>(</a:t>
            </a:r>
            <a:r>
              <a:rPr lang="en-US" altLang="en-US" sz="1200" dirty="0" err="1"/>
              <a:t>clk</a:t>
            </a:r>
            <a:r>
              <a:rPr lang="en-US" altLang="en-US" sz="1200" dirty="0"/>
              <a:t>);</a:t>
            </a:r>
          </a:p>
          <a:p>
            <a:pPr eaLnBrk="1" hangingPunct="1">
              <a:lnSpc>
                <a:spcPct val="90000"/>
              </a:lnSpc>
            </a:pPr>
            <a:r>
              <a:rPr lang="en-US" altLang="en-US" sz="1200" dirty="0">
                <a:solidFill>
                  <a:srgbClr val="0000FF"/>
                </a:solidFill>
              </a:rPr>
              <a:t>output</a:t>
            </a:r>
            <a:r>
              <a:rPr lang="en-US" altLang="en-US" sz="1200" dirty="0"/>
              <a:t> </a:t>
            </a:r>
            <a:r>
              <a:rPr lang="en-US" altLang="en-US" sz="1200" dirty="0" err="1"/>
              <a:t>clk</a:t>
            </a:r>
            <a:r>
              <a:rPr lang="en-US" altLang="en-US" sz="1200" dirty="0"/>
              <a:t>;</a:t>
            </a:r>
          </a:p>
          <a:p>
            <a:pPr eaLnBrk="1" hangingPunct="1">
              <a:lnSpc>
                <a:spcPct val="90000"/>
              </a:lnSpc>
            </a:pPr>
            <a:r>
              <a:rPr lang="en-US" altLang="en-US" sz="1200" dirty="0">
                <a:solidFill>
                  <a:srgbClr val="0000FF"/>
                </a:solidFill>
              </a:rPr>
              <a:t>reg</a:t>
            </a:r>
            <a:r>
              <a:rPr lang="en-US" altLang="en-US" sz="1200" dirty="0"/>
              <a:t> </a:t>
            </a:r>
            <a:r>
              <a:rPr lang="en-US" altLang="en-US" sz="1200" dirty="0" err="1"/>
              <a:t>clk</a:t>
            </a:r>
            <a:r>
              <a:rPr lang="en-US" altLang="en-US" sz="1200" dirty="0"/>
              <a:t>;</a:t>
            </a:r>
          </a:p>
          <a:p>
            <a:pPr eaLnBrk="1" hangingPunct="1">
              <a:lnSpc>
                <a:spcPct val="90000"/>
              </a:lnSpc>
            </a:pPr>
            <a:r>
              <a:rPr lang="en-US" altLang="en-US" sz="1200" dirty="0">
                <a:solidFill>
                  <a:srgbClr val="0000FF"/>
                </a:solidFill>
              </a:rPr>
              <a:t>initial</a:t>
            </a:r>
            <a:r>
              <a:rPr lang="en-US" altLang="en-US" sz="1200" dirty="0"/>
              <a:t> begin </a:t>
            </a:r>
          </a:p>
          <a:p>
            <a:pPr eaLnBrk="1" hangingPunct="1">
              <a:lnSpc>
                <a:spcPct val="90000"/>
              </a:lnSpc>
            </a:pPr>
            <a:r>
              <a:rPr lang="en-US" altLang="en-US" sz="1200" dirty="0" err="1"/>
              <a:t>clk</a:t>
            </a:r>
            <a:r>
              <a:rPr lang="en-US" altLang="en-US" sz="1200" dirty="0"/>
              <a:t>=1;</a:t>
            </a:r>
          </a:p>
          <a:p>
            <a:pPr eaLnBrk="1" hangingPunct="1">
              <a:lnSpc>
                <a:spcPct val="90000"/>
              </a:lnSpc>
            </a:pPr>
            <a:r>
              <a:rPr lang="en-US" altLang="en-US" sz="1200" dirty="0">
                <a:solidFill>
                  <a:srgbClr val="0000FF"/>
                </a:solidFill>
              </a:rPr>
              <a:t>end</a:t>
            </a:r>
          </a:p>
          <a:p>
            <a:pPr eaLnBrk="1" hangingPunct="1">
              <a:lnSpc>
                <a:spcPct val="90000"/>
              </a:lnSpc>
            </a:pPr>
            <a:r>
              <a:rPr lang="en-US" altLang="en-US" sz="1200" dirty="0">
                <a:solidFill>
                  <a:srgbClr val="0000FF"/>
                </a:solidFill>
              </a:rPr>
              <a:t>always</a:t>
            </a:r>
            <a:r>
              <a:rPr lang="en-US" altLang="en-US" sz="1200" dirty="0"/>
              <a:t> begin</a:t>
            </a:r>
          </a:p>
          <a:p>
            <a:pPr eaLnBrk="1" hangingPunct="1">
              <a:lnSpc>
                <a:spcPct val="90000"/>
              </a:lnSpc>
            </a:pPr>
            <a:r>
              <a:rPr lang="en-US" altLang="en-US" sz="1200" dirty="0"/>
              <a:t>#6 </a:t>
            </a:r>
            <a:r>
              <a:rPr lang="en-US" altLang="en-US" sz="1200" dirty="0" err="1"/>
              <a:t>clk</a:t>
            </a:r>
            <a:r>
              <a:rPr lang="en-US" altLang="en-US" sz="1200" dirty="0"/>
              <a:t>=0;   //6 ns high</a:t>
            </a:r>
          </a:p>
          <a:p>
            <a:pPr eaLnBrk="1" hangingPunct="1">
              <a:lnSpc>
                <a:spcPct val="90000"/>
              </a:lnSpc>
            </a:pPr>
            <a:r>
              <a:rPr lang="en-US" altLang="en-US" sz="1200" dirty="0"/>
              <a:t>#4 </a:t>
            </a:r>
            <a:r>
              <a:rPr lang="en-US" altLang="en-US" sz="1200" dirty="0" err="1"/>
              <a:t>clk</a:t>
            </a:r>
            <a:r>
              <a:rPr lang="en-US" altLang="en-US" sz="1200" dirty="0"/>
              <a:t>=1; end   //4 ns low </a:t>
            </a:r>
          </a:p>
          <a:p>
            <a:pPr eaLnBrk="1" hangingPunct="1">
              <a:lnSpc>
                <a:spcPct val="90000"/>
              </a:lnSpc>
            </a:pPr>
            <a:r>
              <a:rPr lang="en-US" altLang="en-US" sz="1200" dirty="0" err="1">
                <a:solidFill>
                  <a:srgbClr val="0000FF"/>
                </a:solidFill>
              </a:rPr>
              <a:t>endmodule</a:t>
            </a:r>
            <a:endParaRPr lang="ru-RU" altLang="en-US" sz="1200" dirty="0">
              <a:solidFill>
                <a:srgbClr val="0000FF"/>
              </a:solidFill>
            </a:endParaRPr>
          </a:p>
          <a:p>
            <a:endParaRPr lang="en-US" sz="1200" dirty="0"/>
          </a:p>
        </p:txBody>
      </p:sp>
      <p:sp>
        <p:nvSpPr>
          <p:cNvPr id="9" name="Title 8">
            <a:extLst>
              <a:ext uri="{FF2B5EF4-FFF2-40B4-BE49-F238E27FC236}">
                <a16:creationId xmlns:a16="http://schemas.microsoft.com/office/drawing/2014/main" id="{ADB916EC-DD2E-14FB-812C-25230AAD570E}"/>
              </a:ext>
            </a:extLst>
          </p:cNvPr>
          <p:cNvSpPr>
            <a:spLocks noGrp="1"/>
          </p:cNvSpPr>
          <p:nvPr>
            <p:ph type="title"/>
          </p:nvPr>
        </p:nvSpPr>
        <p:spPr/>
        <p:txBody>
          <a:bodyPr>
            <a:normAutofit/>
          </a:bodyPr>
          <a:lstStyle/>
          <a:p>
            <a:r>
              <a:rPr lang="en-US" dirty="0"/>
              <a:t>Test Bench (2)</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37E085E-39C6-FB16-4709-C21A635E3ED5}"/>
              </a:ext>
            </a:extLst>
          </p:cNvPr>
          <p:cNvSpPr>
            <a:spLocks noGrp="1"/>
          </p:cNvSpPr>
          <p:nvPr>
            <p:ph type="body" sz="quarter" idx="10"/>
          </p:nvPr>
        </p:nvSpPr>
        <p:spPr/>
        <p:txBody>
          <a:bodyPr/>
          <a:lstStyle/>
          <a:p>
            <a:r>
              <a:rPr lang="en-US" dirty="0"/>
              <a:t>Design clocked synchronous FSM with two inputs X1 and  X2 and one output Y. The output signal must be equal to 1, if the number of ones, that enter X1 and X2 inputs since launching, is divisible by 3. In other cases the signal in the output must be equal to 0. </a:t>
            </a:r>
          </a:p>
          <a:p>
            <a:r>
              <a:rPr lang="en-US" dirty="0"/>
              <a:t>Design STG.</a:t>
            </a:r>
          </a:p>
          <a:p>
            <a:endParaRPr lang="en-US" dirty="0"/>
          </a:p>
        </p:txBody>
      </p:sp>
      <p:sp>
        <p:nvSpPr>
          <p:cNvPr id="9" name="Title 8">
            <a:extLst>
              <a:ext uri="{FF2B5EF4-FFF2-40B4-BE49-F238E27FC236}">
                <a16:creationId xmlns:a16="http://schemas.microsoft.com/office/drawing/2014/main" id="{D72ACB9A-8DA9-2E84-D7C3-CCC8020B2EC5}"/>
              </a:ext>
            </a:extLst>
          </p:cNvPr>
          <p:cNvSpPr>
            <a:spLocks noGrp="1"/>
          </p:cNvSpPr>
          <p:nvPr>
            <p:ph type="title"/>
          </p:nvPr>
        </p:nvSpPr>
        <p:spPr/>
        <p:txBody>
          <a:bodyPr>
            <a:normAutofit/>
          </a:bodyPr>
          <a:lstStyle/>
          <a:p>
            <a:r>
              <a:rPr lang="en-US" dirty="0"/>
              <a:t>FSM Description by Verilog Example 3</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650" name="Group 33">
            <a:extLst>
              <a:ext uri="{FF2B5EF4-FFF2-40B4-BE49-F238E27FC236}">
                <a16:creationId xmlns:a16="http://schemas.microsoft.com/office/drawing/2014/main" id="{130F5FA7-685B-5395-EE45-419C31735E45}"/>
              </a:ext>
            </a:extLst>
          </p:cNvPr>
          <p:cNvGrpSpPr>
            <a:grpSpLocks/>
          </p:cNvGrpSpPr>
          <p:nvPr/>
        </p:nvGrpSpPr>
        <p:grpSpPr bwMode="auto">
          <a:xfrm>
            <a:off x="2554288" y="1254126"/>
            <a:ext cx="4538663" cy="4132263"/>
            <a:chOff x="1403350" y="349250"/>
            <a:chExt cx="4538663" cy="4573588"/>
          </a:xfrm>
        </p:grpSpPr>
        <p:sp>
          <p:nvSpPr>
            <p:cNvPr id="2" name="Text Box 20">
              <a:extLst>
                <a:ext uri="{FF2B5EF4-FFF2-40B4-BE49-F238E27FC236}">
                  <a16:creationId xmlns:a16="http://schemas.microsoft.com/office/drawing/2014/main" id="{A3FC8FFB-EB26-428D-BA6A-292577A049E9}"/>
                </a:ext>
              </a:extLst>
            </p:cNvPr>
            <p:cNvSpPr txBox="1">
              <a:spLocks noChangeArrowheads="1"/>
            </p:cNvSpPr>
            <p:nvPr/>
          </p:nvSpPr>
          <p:spPr bwMode="auto">
            <a:xfrm>
              <a:off x="3487738" y="4443164"/>
              <a:ext cx="690562" cy="479674"/>
            </a:xfrm>
            <a:prstGeom prst="rect">
              <a:avLst/>
            </a:prstGeom>
            <a:noFill/>
            <a:ln w="31750">
              <a:noFill/>
              <a:miter lim="800000"/>
              <a:headEnd/>
              <a:tailEnd/>
            </a:ln>
          </p:spPr>
          <p:txBody>
            <a:bodyPr/>
            <a:lstStyle/>
            <a:p>
              <a:pPr>
                <a:defRPr/>
              </a:pPr>
              <a:r>
                <a:rPr lang="en-US" sz="1400" b="1" dirty="0"/>
                <a:t>00</a:t>
              </a:r>
            </a:p>
          </p:txBody>
        </p:sp>
        <p:sp>
          <p:nvSpPr>
            <p:cNvPr id="86020" name="Oval 3">
              <a:extLst>
                <a:ext uri="{FF2B5EF4-FFF2-40B4-BE49-F238E27FC236}">
                  <a16:creationId xmlns:a16="http://schemas.microsoft.com/office/drawing/2014/main" id="{66359947-03BB-47F3-9B92-339EB25EA9E5}"/>
                </a:ext>
              </a:extLst>
            </p:cNvPr>
            <p:cNvSpPr>
              <a:spLocks noChangeArrowheads="1"/>
            </p:cNvSpPr>
            <p:nvPr/>
          </p:nvSpPr>
          <p:spPr bwMode="auto">
            <a:xfrm>
              <a:off x="1978025" y="1624864"/>
              <a:ext cx="827088" cy="801212"/>
            </a:xfrm>
            <a:prstGeom prst="ellipse">
              <a:avLst/>
            </a:prstGeom>
            <a:solidFill>
              <a:schemeClr val="accent1">
                <a:lumMod val="40000"/>
                <a:lumOff val="60000"/>
              </a:schemeClr>
            </a:solidFill>
            <a:ln w="31750">
              <a:solidFill>
                <a:srgbClr val="000000"/>
              </a:solidFill>
              <a:round/>
              <a:headEnd/>
              <a:tailEnd/>
            </a:ln>
          </p:spPr>
          <p:txBody>
            <a:bodyPr/>
            <a:lstStyle/>
            <a:p>
              <a:pPr algn="ctr">
                <a:defRPr/>
              </a:pPr>
              <a:r>
                <a:rPr lang="en-US" sz="1600" b="1" dirty="0"/>
                <a:t>S</a:t>
              </a:r>
              <a:r>
                <a:rPr lang="en-US" sz="1600" b="1" baseline="-25000" dirty="0"/>
                <a:t>0</a:t>
              </a:r>
              <a:r>
                <a:rPr lang="en-US" sz="1600" b="1" dirty="0"/>
                <a:t>/1</a:t>
              </a:r>
            </a:p>
          </p:txBody>
        </p:sp>
        <p:sp>
          <p:nvSpPr>
            <p:cNvPr id="86021" name="Oval 4">
              <a:extLst>
                <a:ext uri="{FF2B5EF4-FFF2-40B4-BE49-F238E27FC236}">
                  <a16:creationId xmlns:a16="http://schemas.microsoft.com/office/drawing/2014/main" id="{36B253B9-516F-4471-BA99-1C1317CD6C71}"/>
                </a:ext>
              </a:extLst>
            </p:cNvPr>
            <p:cNvSpPr>
              <a:spLocks noChangeArrowheads="1"/>
            </p:cNvSpPr>
            <p:nvPr/>
          </p:nvSpPr>
          <p:spPr bwMode="auto">
            <a:xfrm>
              <a:off x="4729163" y="1586209"/>
              <a:ext cx="828675" cy="804726"/>
            </a:xfrm>
            <a:prstGeom prst="ellipse">
              <a:avLst/>
            </a:prstGeom>
            <a:solidFill>
              <a:schemeClr val="accent1">
                <a:lumMod val="40000"/>
                <a:lumOff val="60000"/>
              </a:schemeClr>
            </a:solidFill>
            <a:ln w="31750">
              <a:solidFill>
                <a:srgbClr val="000000"/>
              </a:solidFill>
              <a:round/>
              <a:headEnd/>
              <a:tailEnd/>
            </a:ln>
          </p:spPr>
          <p:txBody>
            <a:bodyPr/>
            <a:lstStyle/>
            <a:p>
              <a:pPr algn="ctr">
                <a:defRPr/>
              </a:pPr>
              <a:r>
                <a:rPr lang="en-US" sz="1600" b="1" dirty="0"/>
                <a:t>S</a:t>
              </a:r>
              <a:r>
                <a:rPr lang="en-US" sz="1600" b="1" baseline="-25000" dirty="0"/>
                <a:t>1</a:t>
              </a:r>
              <a:r>
                <a:rPr lang="en-US" sz="1600" b="1" dirty="0"/>
                <a:t>/0</a:t>
              </a:r>
            </a:p>
          </p:txBody>
        </p:sp>
        <p:sp>
          <p:nvSpPr>
            <p:cNvPr id="86022" name="Oval 5">
              <a:extLst>
                <a:ext uri="{FF2B5EF4-FFF2-40B4-BE49-F238E27FC236}">
                  <a16:creationId xmlns:a16="http://schemas.microsoft.com/office/drawing/2014/main" id="{3072842A-C782-40CD-AF06-F8A866B8BEB4}"/>
                </a:ext>
              </a:extLst>
            </p:cNvPr>
            <p:cNvSpPr>
              <a:spLocks noChangeArrowheads="1"/>
            </p:cNvSpPr>
            <p:nvPr/>
          </p:nvSpPr>
          <p:spPr bwMode="auto">
            <a:xfrm>
              <a:off x="3316288" y="3316899"/>
              <a:ext cx="827087" cy="801212"/>
            </a:xfrm>
            <a:prstGeom prst="ellipse">
              <a:avLst/>
            </a:prstGeom>
            <a:solidFill>
              <a:schemeClr val="accent1">
                <a:lumMod val="40000"/>
                <a:lumOff val="60000"/>
              </a:schemeClr>
            </a:solidFill>
            <a:ln w="31750">
              <a:solidFill>
                <a:srgbClr val="000000"/>
              </a:solidFill>
              <a:round/>
              <a:headEnd/>
              <a:tailEnd/>
            </a:ln>
          </p:spPr>
          <p:txBody>
            <a:bodyPr/>
            <a:lstStyle/>
            <a:p>
              <a:pPr algn="ctr">
                <a:defRPr/>
              </a:pPr>
              <a:r>
                <a:rPr lang="en-US" sz="1600" b="1" dirty="0"/>
                <a:t>S</a:t>
              </a:r>
              <a:r>
                <a:rPr lang="en-US" sz="1600" b="1" baseline="-25000" dirty="0"/>
                <a:t>2</a:t>
              </a:r>
              <a:r>
                <a:rPr lang="en-US" sz="1600" b="1" dirty="0"/>
                <a:t>/0</a:t>
              </a:r>
            </a:p>
          </p:txBody>
        </p:sp>
        <p:sp>
          <p:nvSpPr>
            <p:cNvPr id="86023" name="Line 6">
              <a:extLst>
                <a:ext uri="{FF2B5EF4-FFF2-40B4-BE49-F238E27FC236}">
                  <a16:creationId xmlns:a16="http://schemas.microsoft.com/office/drawing/2014/main" id="{3F53C26E-0650-4570-9C13-8580417DCCBF}"/>
                </a:ext>
              </a:extLst>
            </p:cNvPr>
            <p:cNvSpPr>
              <a:spLocks noChangeShapeType="1"/>
            </p:cNvSpPr>
            <p:nvPr/>
          </p:nvSpPr>
          <p:spPr bwMode="auto">
            <a:xfrm>
              <a:off x="2790825" y="1863823"/>
              <a:ext cx="1931988" cy="0"/>
            </a:xfrm>
            <a:prstGeom prst="line">
              <a:avLst/>
            </a:prstGeom>
            <a:noFill/>
            <a:ln w="31750">
              <a:solidFill>
                <a:srgbClr val="000000"/>
              </a:solidFill>
              <a:round/>
              <a:headEnd/>
              <a:tailEnd type="triangle" w="med" len="med"/>
            </a:ln>
          </p:spPr>
          <p:txBody>
            <a:bodyPr/>
            <a:lstStyle/>
            <a:p>
              <a:pPr eaLnBrk="1" hangingPunct="1">
                <a:defRPr/>
              </a:pPr>
              <a:endParaRPr lang="en-US" sz="1400" dirty="0"/>
            </a:p>
          </p:txBody>
        </p:sp>
        <p:sp>
          <p:nvSpPr>
            <p:cNvPr id="86024" name="Line 7">
              <a:extLst>
                <a:ext uri="{FF2B5EF4-FFF2-40B4-BE49-F238E27FC236}">
                  <a16:creationId xmlns:a16="http://schemas.microsoft.com/office/drawing/2014/main" id="{82892E3F-967B-47A8-840F-2FB953E253B0}"/>
                </a:ext>
              </a:extLst>
            </p:cNvPr>
            <p:cNvSpPr>
              <a:spLocks noChangeShapeType="1"/>
            </p:cNvSpPr>
            <p:nvPr/>
          </p:nvSpPr>
          <p:spPr bwMode="auto">
            <a:xfrm>
              <a:off x="2781300" y="2127379"/>
              <a:ext cx="1998663" cy="0"/>
            </a:xfrm>
            <a:prstGeom prst="line">
              <a:avLst/>
            </a:prstGeom>
            <a:noFill/>
            <a:ln w="31750">
              <a:solidFill>
                <a:srgbClr val="000000"/>
              </a:solidFill>
              <a:round/>
              <a:headEnd/>
              <a:tailEnd type="triangle" w="med" len="med"/>
            </a:ln>
          </p:spPr>
          <p:txBody>
            <a:bodyPr/>
            <a:lstStyle/>
            <a:p>
              <a:pPr eaLnBrk="1" hangingPunct="1">
                <a:defRPr/>
              </a:pPr>
              <a:endParaRPr lang="en-US" sz="1400" dirty="0"/>
            </a:p>
          </p:txBody>
        </p:sp>
        <p:sp>
          <p:nvSpPr>
            <p:cNvPr id="86025" name="Text Box 8">
              <a:extLst>
                <a:ext uri="{FF2B5EF4-FFF2-40B4-BE49-F238E27FC236}">
                  <a16:creationId xmlns:a16="http://schemas.microsoft.com/office/drawing/2014/main" id="{F58FDF9F-81E9-47AD-8F33-43F408119B7B}"/>
                </a:ext>
              </a:extLst>
            </p:cNvPr>
            <p:cNvSpPr txBox="1">
              <a:spLocks noChangeArrowheads="1"/>
            </p:cNvSpPr>
            <p:nvPr/>
          </p:nvSpPr>
          <p:spPr bwMode="auto">
            <a:xfrm>
              <a:off x="3529013" y="1461460"/>
              <a:ext cx="690562" cy="497243"/>
            </a:xfrm>
            <a:prstGeom prst="rect">
              <a:avLst/>
            </a:prstGeom>
            <a:noFill/>
            <a:ln w="31750">
              <a:noFill/>
              <a:miter lim="800000"/>
              <a:headEnd/>
              <a:tailEnd/>
            </a:ln>
          </p:spPr>
          <p:txBody>
            <a:bodyPr/>
            <a:lstStyle/>
            <a:p>
              <a:pPr>
                <a:defRPr/>
              </a:pPr>
              <a:r>
                <a:rPr lang="en-US" sz="1400" b="1" dirty="0"/>
                <a:t>01</a:t>
              </a:r>
            </a:p>
          </p:txBody>
        </p:sp>
        <p:sp>
          <p:nvSpPr>
            <p:cNvPr id="86026" name="Text Box 9">
              <a:extLst>
                <a:ext uri="{FF2B5EF4-FFF2-40B4-BE49-F238E27FC236}">
                  <a16:creationId xmlns:a16="http://schemas.microsoft.com/office/drawing/2014/main" id="{504561B2-1AFA-4929-B87F-A45798C1F358}"/>
                </a:ext>
              </a:extLst>
            </p:cNvPr>
            <p:cNvSpPr txBox="1">
              <a:spLocks noChangeArrowheads="1"/>
            </p:cNvSpPr>
            <p:nvPr/>
          </p:nvSpPr>
          <p:spPr bwMode="auto">
            <a:xfrm>
              <a:off x="3514725" y="1848010"/>
              <a:ext cx="688975" cy="499001"/>
            </a:xfrm>
            <a:prstGeom prst="rect">
              <a:avLst/>
            </a:prstGeom>
            <a:noFill/>
            <a:ln w="31750">
              <a:noFill/>
              <a:miter lim="800000"/>
              <a:headEnd/>
              <a:tailEnd/>
            </a:ln>
          </p:spPr>
          <p:txBody>
            <a:bodyPr/>
            <a:lstStyle/>
            <a:p>
              <a:pPr>
                <a:defRPr/>
              </a:pPr>
              <a:r>
                <a:rPr lang="en-US" sz="1400" b="1" dirty="0"/>
                <a:t>10</a:t>
              </a:r>
            </a:p>
          </p:txBody>
        </p:sp>
        <p:sp>
          <p:nvSpPr>
            <p:cNvPr id="86027" name="Arc 10">
              <a:extLst>
                <a:ext uri="{FF2B5EF4-FFF2-40B4-BE49-F238E27FC236}">
                  <a16:creationId xmlns:a16="http://schemas.microsoft.com/office/drawing/2014/main" id="{1C968BBF-9A51-4CE0-AAEB-00606788BE5E}"/>
                </a:ext>
              </a:extLst>
            </p:cNvPr>
            <p:cNvSpPr>
              <a:spLocks/>
            </p:cNvSpPr>
            <p:nvPr/>
          </p:nvSpPr>
          <p:spPr bwMode="auto">
            <a:xfrm>
              <a:off x="2051050" y="1259399"/>
              <a:ext cx="690563" cy="474402"/>
            </a:xfrm>
            <a:custGeom>
              <a:avLst/>
              <a:gdLst>
                <a:gd name="T0" fmla="*/ 0 w 43200"/>
                <a:gd name="T1" fmla="*/ 0 h 34807"/>
                <a:gd name="T2" fmla="*/ 0 w 43200"/>
                <a:gd name="T3" fmla="*/ 0 h 34807"/>
                <a:gd name="T4" fmla="*/ 0 w 43200"/>
                <a:gd name="T5" fmla="*/ 0 h 34807"/>
                <a:gd name="T6" fmla="*/ 0 60000 65536"/>
                <a:gd name="T7" fmla="*/ 0 60000 65536"/>
                <a:gd name="T8" fmla="*/ 0 60000 65536"/>
                <a:gd name="T9" fmla="*/ 0 w 43200"/>
                <a:gd name="T10" fmla="*/ 0 h 34807"/>
                <a:gd name="T11" fmla="*/ 43200 w 43200"/>
                <a:gd name="T12" fmla="*/ 34807 h 34807"/>
              </a:gdLst>
              <a:ahLst/>
              <a:cxnLst>
                <a:cxn ang="T6">
                  <a:pos x="T0" y="T1"/>
                </a:cxn>
                <a:cxn ang="T7">
                  <a:pos x="T2" y="T3"/>
                </a:cxn>
                <a:cxn ang="T8">
                  <a:pos x="T4" y="T5"/>
                </a:cxn>
              </a:cxnLst>
              <a:rect l="T9" t="T10" r="T11" b="T12"/>
              <a:pathLst>
                <a:path w="43200" h="34807" fill="none" extrusionOk="0">
                  <a:moveTo>
                    <a:pt x="3724" y="33724"/>
                  </a:moveTo>
                  <a:cubicBezTo>
                    <a:pt x="1297" y="30147"/>
                    <a:pt x="0" y="25923"/>
                    <a:pt x="0" y="21600"/>
                  </a:cubicBezTo>
                  <a:cubicBezTo>
                    <a:pt x="0" y="9670"/>
                    <a:pt x="9670" y="0"/>
                    <a:pt x="21600" y="0"/>
                  </a:cubicBezTo>
                  <a:cubicBezTo>
                    <a:pt x="33529" y="0"/>
                    <a:pt x="43200" y="9670"/>
                    <a:pt x="43200" y="21600"/>
                  </a:cubicBezTo>
                  <a:cubicBezTo>
                    <a:pt x="43200" y="26379"/>
                    <a:pt x="41614" y="31024"/>
                    <a:pt x="38691" y="34806"/>
                  </a:cubicBezTo>
                </a:path>
                <a:path w="43200" h="34807" stroke="0" extrusionOk="0">
                  <a:moveTo>
                    <a:pt x="3724" y="33724"/>
                  </a:moveTo>
                  <a:cubicBezTo>
                    <a:pt x="1297" y="30147"/>
                    <a:pt x="0" y="25923"/>
                    <a:pt x="0" y="21600"/>
                  </a:cubicBezTo>
                  <a:cubicBezTo>
                    <a:pt x="0" y="9670"/>
                    <a:pt x="9670" y="0"/>
                    <a:pt x="21600" y="0"/>
                  </a:cubicBezTo>
                  <a:cubicBezTo>
                    <a:pt x="33529" y="0"/>
                    <a:pt x="43200" y="9670"/>
                    <a:pt x="43200" y="21600"/>
                  </a:cubicBezTo>
                  <a:cubicBezTo>
                    <a:pt x="43200" y="26379"/>
                    <a:pt x="41614" y="31024"/>
                    <a:pt x="38691" y="34806"/>
                  </a:cubicBezTo>
                  <a:lnTo>
                    <a:pt x="21600" y="21600"/>
                  </a:lnTo>
                  <a:close/>
                </a:path>
              </a:pathLst>
            </a:custGeom>
            <a:noFill/>
            <a:ln w="31750">
              <a:solidFill>
                <a:srgbClr val="000000"/>
              </a:solidFill>
              <a:round/>
              <a:headEnd/>
              <a:tailEnd type="triangle" w="med" len="med"/>
            </a:ln>
          </p:spPr>
          <p:txBody>
            <a:bodyPr/>
            <a:lstStyle/>
            <a:p>
              <a:pPr eaLnBrk="1" hangingPunct="1">
                <a:defRPr/>
              </a:pPr>
              <a:endParaRPr lang="ru-RU" sz="1400" b="1"/>
            </a:p>
          </p:txBody>
        </p:sp>
        <p:sp>
          <p:nvSpPr>
            <p:cNvPr id="86028" name="Arc 11">
              <a:extLst>
                <a:ext uri="{FF2B5EF4-FFF2-40B4-BE49-F238E27FC236}">
                  <a16:creationId xmlns:a16="http://schemas.microsoft.com/office/drawing/2014/main" id="{F13E53AC-323E-4157-B35D-CE7C70578A06}"/>
                </a:ext>
              </a:extLst>
            </p:cNvPr>
            <p:cNvSpPr>
              <a:spLocks/>
            </p:cNvSpPr>
            <p:nvPr/>
          </p:nvSpPr>
          <p:spPr bwMode="auto">
            <a:xfrm>
              <a:off x="4833938" y="1234801"/>
              <a:ext cx="688975" cy="479674"/>
            </a:xfrm>
            <a:custGeom>
              <a:avLst/>
              <a:gdLst>
                <a:gd name="T0" fmla="*/ 0 w 43200"/>
                <a:gd name="T1" fmla="*/ 0 h 34807"/>
                <a:gd name="T2" fmla="*/ 0 w 43200"/>
                <a:gd name="T3" fmla="*/ 0 h 34807"/>
                <a:gd name="T4" fmla="*/ 0 w 43200"/>
                <a:gd name="T5" fmla="*/ 0 h 34807"/>
                <a:gd name="T6" fmla="*/ 0 60000 65536"/>
                <a:gd name="T7" fmla="*/ 0 60000 65536"/>
                <a:gd name="T8" fmla="*/ 0 60000 65536"/>
                <a:gd name="T9" fmla="*/ 0 w 43200"/>
                <a:gd name="T10" fmla="*/ 0 h 34807"/>
                <a:gd name="T11" fmla="*/ 43200 w 43200"/>
                <a:gd name="T12" fmla="*/ 34807 h 34807"/>
              </a:gdLst>
              <a:ahLst/>
              <a:cxnLst>
                <a:cxn ang="T6">
                  <a:pos x="T0" y="T1"/>
                </a:cxn>
                <a:cxn ang="T7">
                  <a:pos x="T2" y="T3"/>
                </a:cxn>
                <a:cxn ang="T8">
                  <a:pos x="T4" y="T5"/>
                </a:cxn>
              </a:cxnLst>
              <a:rect l="T9" t="T10" r="T11" b="T12"/>
              <a:pathLst>
                <a:path w="43200" h="34807" fill="none" extrusionOk="0">
                  <a:moveTo>
                    <a:pt x="2797" y="32232"/>
                  </a:moveTo>
                  <a:cubicBezTo>
                    <a:pt x="963" y="28988"/>
                    <a:pt x="0" y="25326"/>
                    <a:pt x="0" y="21600"/>
                  </a:cubicBezTo>
                  <a:cubicBezTo>
                    <a:pt x="0" y="9670"/>
                    <a:pt x="9670" y="0"/>
                    <a:pt x="21600" y="0"/>
                  </a:cubicBezTo>
                  <a:cubicBezTo>
                    <a:pt x="33529" y="0"/>
                    <a:pt x="43200" y="9670"/>
                    <a:pt x="43200" y="21600"/>
                  </a:cubicBezTo>
                  <a:cubicBezTo>
                    <a:pt x="43200" y="26379"/>
                    <a:pt x="41614" y="31024"/>
                    <a:pt x="38691" y="34806"/>
                  </a:cubicBezTo>
                </a:path>
                <a:path w="43200" h="34807" stroke="0" extrusionOk="0">
                  <a:moveTo>
                    <a:pt x="2797" y="32232"/>
                  </a:moveTo>
                  <a:cubicBezTo>
                    <a:pt x="963" y="28988"/>
                    <a:pt x="0" y="25326"/>
                    <a:pt x="0" y="21600"/>
                  </a:cubicBezTo>
                  <a:cubicBezTo>
                    <a:pt x="0" y="9670"/>
                    <a:pt x="9670" y="0"/>
                    <a:pt x="21600" y="0"/>
                  </a:cubicBezTo>
                  <a:cubicBezTo>
                    <a:pt x="33529" y="0"/>
                    <a:pt x="43200" y="9670"/>
                    <a:pt x="43200" y="21600"/>
                  </a:cubicBezTo>
                  <a:cubicBezTo>
                    <a:pt x="43200" y="26379"/>
                    <a:pt x="41614" y="31024"/>
                    <a:pt x="38691" y="34806"/>
                  </a:cubicBezTo>
                  <a:lnTo>
                    <a:pt x="21600" y="21600"/>
                  </a:lnTo>
                  <a:close/>
                </a:path>
              </a:pathLst>
            </a:custGeom>
            <a:noFill/>
            <a:ln w="31750">
              <a:solidFill>
                <a:srgbClr val="000000"/>
              </a:solidFill>
              <a:round/>
              <a:headEnd/>
              <a:tailEnd type="triangle" w="med" len="med"/>
            </a:ln>
          </p:spPr>
          <p:txBody>
            <a:bodyPr/>
            <a:lstStyle/>
            <a:p>
              <a:pPr eaLnBrk="1" hangingPunct="1">
                <a:defRPr/>
              </a:pPr>
              <a:endParaRPr lang="ru-RU" sz="1400" b="1"/>
            </a:p>
          </p:txBody>
        </p:sp>
        <p:sp>
          <p:nvSpPr>
            <p:cNvPr id="86029" name="Arc 12">
              <a:extLst>
                <a:ext uri="{FF2B5EF4-FFF2-40B4-BE49-F238E27FC236}">
                  <a16:creationId xmlns:a16="http://schemas.microsoft.com/office/drawing/2014/main" id="{029FA373-A665-4915-9A44-CEEC681722E4}"/>
                </a:ext>
              </a:extLst>
            </p:cNvPr>
            <p:cNvSpPr>
              <a:spLocks/>
            </p:cNvSpPr>
            <p:nvPr/>
          </p:nvSpPr>
          <p:spPr bwMode="auto">
            <a:xfrm rot="11023934">
              <a:off x="3348038" y="3989847"/>
              <a:ext cx="690562" cy="479674"/>
            </a:xfrm>
            <a:custGeom>
              <a:avLst/>
              <a:gdLst>
                <a:gd name="T0" fmla="*/ 0 w 43200"/>
                <a:gd name="T1" fmla="*/ 0 h 34807"/>
                <a:gd name="T2" fmla="*/ 0 w 43200"/>
                <a:gd name="T3" fmla="*/ 0 h 34807"/>
                <a:gd name="T4" fmla="*/ 0 w 43200"/>
                <a:gd name="T5" fmla="*/ 0 h 34807"/>
                <a:gd name="T6" fmla="*/ 0 60000 65536"/>
                <a:gd name="T7" fmla="*/ 0 60000 65536"/>
                <a:gd name="T8" fmla="*/ 0 60000 65536"/>
                <a:gd name="T9" fmla="*/ 0 w 43200"/>
                <a:gd name="T10" fmla="*/ 0 h 34807"/>
                <a:gd name="T11" fmla="*/ 43200 w 43200"/>
                <a:gd name="T12" fmla="*/ 34807 h 34807"/>
              </a:gdLst>
              <a:ahLst/>
              <a:cxnLst>
                <a:cxn ang="T6">
                  <a:pos x="T0" y="T1"/>
                </a:cxn>
                <a:cxn ang="T7">
                  <a:pos x="T2" y="T3"/>
                </a:cxn>
                <a:cxn ang="T8">
                  <a:pos x="T4" y="T5"/>
                </a:cxn>
              </a:cxnLst>
              <a:rect l="T9" t="T10" r="T11" b="T12"/>
              <a:pathLst>
                <a:path w="43200" h="34807" fill="none" extrusionOk="0">
                  <a:moveTo>
                    <a:pt x="2797" y="32232"/>
                  </a:moveTo>
                  <a:cubicBezTo>
                    <a:pt x="963" y="28988"/>
                    <a:pt x="0" y="25326"/>
                    <a:pt x="0" y="21600"/>
                  </a:cubicBezTo>
                  <a:cubicBezTo>
                    <a:pt x="0" y="9670"/>
                    <a:pt x="9670" y="0"/>
                    <a:pt x="21600" y="0"/>
                  </a:cubicBezTo>
                  <a:cubicBezTo>
                    <a:pt x="33529" y="0"/>
                    <a:pt x="43200" y="9670"/>
                    <a:pt x="43200" y="21600"/>
                  </a:cubicBezTo>
                  <a:cubicBezTo>
                    <a:pt x="43200" y="26379"/>
                    <a:pt x="41614" y="31024"/>
                    <a:pt x="38691" y="34806"/>
                  </a:cubicBezTo>
                </a:path>
                <a:path w="43200" h="34807" stroke="0" extrusionOk="0">
                  <a:moveTo>
                    <a:pt x="2797" y="32232"/>
                  </a:moveTo>
                  <a:cubicBezTo>
                    <a:pt x="963" y="28988"/>
                    <a:pt x="0" y="25326"/>
                    <a:pt x="0" y="21600"/>
                  </a:cubicBezTo>
                  <a:cubicBezTo>
                    <a:pt x="0" y="9670"/>
                    <a:pt x="9670" y="0"/>
                    <a:pt x="21600" y="0"/>
                  </a:cubicBezTo>
                  <a:cubicBezTo>
                    <a:pt x="33529" y="0"/>
                    <a:pt x="43200" y="9670"/>
                    <a:pt x="43200" y="21600"/>
                  </a:cubicBezTo>
                  <a:cubicBezTo>
                    <a:pt x="43200" y="26379"/>
                    <a:pt x="41614" y="31024"/>
                    <a:pt x="38691" y="34806"/>
                  </a:cubicBezTo>
                  <a:lnTo>
                    <a:pt x="21600" y="21600"/>
                  </a:lnTo>
                  <a:close/>
                </a:path>
              </a:pathLst>
            </a:custGeom>
            <a:noFill/>
            <a:ln w="31750">
              <a:solidFill>
                <a:srgbClr val="000000"/>
              </a:solidFill>
              <a:round/>
              <a:headEnd/>
              <a:tailEnd type="triangle" w="med" len="med"/>
            </a:ln>
          </p:spPr>
          <p:txBody>
            <a:bodyPr rot="10800000"/>
            <a:lstStyle/>
            <a:p>
              <a:pPr eaLnBrk="1" hangingPunct="1">
                <a:defRPr/>
              </a:pPr>
              <a:endParaRPr lang="ru-RU" sz="1400" b="1"/>
            </a:p>
          </p:txBody>
        </p:sp>
        <p:sp>
          <p:nvSpPr>
            <p:cNvPr id="86030" name="Line 13">
              <a:extLst>
                <a:ext uri="{FF2B5EF4-FFF2-40B4-BE49-F238E27FC236}">
                  <a16:creationId xmlns:a16="http://schemas.microsoft.com/office/drawing/2014/main" id="{DDD36D9C-AA54-4EEA-8044-62CE276C0BCD}"/>
                </a:ext>
              </a:extLst>
            </p:cNvPr>
            <p:cNvSpPr>
              <a:spLocks noChangeShapeType="1"/>
            </p:cNvSpPr>
            <p:nvPr/>
          </p:nvSpPr>
          <p:spPr bwMode="auto">
            <a:xfrm>
              <a:off x="2468563" y="2417292"/>
              <a:ext cx="922337" cy="1070040"/>
            </a:xfrm>
            <a:prstGeom prst="line">
              <a:avLst/>
            </a:prstGeom>
            <a:noFill/>
            <a:ln w="31750">
              <a:solidFill>
                <a:srgbClr val="000000"/>
              </a:solidFill>
              <a:round/>
              <a:headEnd/>
              <a:tailEnd type="triangle" w="med" len="med"/>
            </a:ln>
          </p:spPr>
          <p:txBody>
            <a:bodyPr/>
            <a:lstStyle/>
            <a:p>
              <a:pPr eaLnBrk="1" hangingPunct="1">
                <a:defRPr/>
              </a:pPr>
              <a:endParaRPr lang="en-US" sz="1400" dirty="0"/>
            </a:p>
          </p:txBody>
        </p:sp>
        <p:sp>
          <p:nvSpPr>
            <p:cNvPr id="86031" name="Line 14">
              <a:extLst>
                <a:ext uri="{FF2B5EF4-FFF2-40B4-BE49-F238E27FC236}">
                  <a16:creationId xmlns:a16="http://schemas.microsoft.com/office/drawing/2014/main" id="{543A4A8C-14CA-4FB1-B941-F461DCB21106}"/>
                </a:ext>
              </a:extLst>
            </p:cNvPr>
            <p:cNvSpPr>
              <a:spLocks noChangeShapeType="1"/>
            </p:cNvSpPr>
            <p:nvPr/>
          </p:nvSpPr>
          <p:spPr bwMode="auto">
            <a:xfrm flipH="1">
              <a:off x="3859213" y="2306598"/>
              <a:ext cx="1035050" cy="999759"/>
            </a:xfrm>
            <a:prstGeom prst="line">
              <a:avLst/>
            </a:prstGeom>
            <a:noFill/>
            <a:ln w="31750">
              <a:solidFill>
                <a:srgbClr val="000000"/>
              </a:solidFill>
              <a:round/>
              <a:headEnd/>
              <a:tailEnd type="triangle" w="med" len="med"/>
            </a:ln>
          </p:spPr>
          <p:txBody>
            <a:bodyPr/>
            <a:lstStyle/>
            <a:p>
              <a:pPr eaLnBrk="1" hangingPunct="1">
                <a:defRPr/>
              </a:pPr>
              <a:endParaRPr lang="en-US" sz="1400" dirty="0"/>
            </a:p>
          </p:txBody>
        </p:sp>
        <p:sp>
          <p:nvSpPr>
            <p:cNvPr id="86032" name="Line 15">
              <a:extLst>
                <a:ext uri="{FF2B5EF4-FFF2-40B4-BE49-F238E27FC236}">
                  <a16:creationId xmlns:a16="http://schemas.microsoft.com/office/drawing/2014/main" id="{E6D0F026-968C-43A1-ACC9-65F0673BE742}"/>
                </a:ext>
              </a:extLst>
            </p:cNvPr>
            <p:cNvSpPr>
              <a:spLocks noChangeShapeType="1"/>
            </p:cNvSpPr>
            <p:nvPr/>
          </p:nvSpPr>
          <p:spPr bwMode="auto">
            <a:xfrm flipH="1">
              <a:off x="4090988" y="2382151"/>
              <a:ext cx="1185862" cy="1156135"/>
            </a:xfrm>
            <a:prstGeom prst="line">
              <a:avLst/>
            </a:prstGeom>
            <a:noFill/>
            <a:ln w="31750">
              <a:solidFill>
                <a:srgbClr val="000000"/>
              </a:solidFill>
              <a:round/>
              <a:headEnd/>
              <a:tailEnd type="triangle" w="med" len="med"/>
            </a:ln>
          </p:spPr>
          <p:txBody>
            <a:bodyPr/>
            <a:lstStyle/>
            <a:p>
              <a:pPr eaLnBrk="1" hangingPunct="1">
                <a:defRPr/>
              </a:pPr>
              <a:endParaRPr lang="en-US" sz="1400" dirty="0"/>
            </a:p>
          </p:txBody>
        </p:sp>
        <p:sp>
          <p:nvSpPr>
            <p:cNvPr id="86033" name="Text Box 16">
              <a:extLst>
                <a:ext uri="{FF2B5EF4-FFF2-40B4-BE49-F238E27FC236}">
                  <a16:creationId xmlns:a16="http://schemas.microsoft.com/office/drawing/2014/main" id="{2597FE1E-A439-441D-AD55-AFCB34FCDBB6}"/>
                </a:ext>
              </a:extLst>
            </p:cNvPr>
            <p:cNvSpPr txBox="1">
              <a:spLocks noChangeArrowheads="1"/>
            </p:cNvSpPr>
            <p:nvPr/>
          </p:nvSpPr>
          <p:spPr bwMode="auto">
            <a:xfrm>
              <a:off x="4046538" y="2487574"/>
              <a:ext cx="515937" cy="470888"/>
            </a:xfrm>
            <a:prstGeom prst="rect">
              <a:avLst/>
            </a:prstGeom>
            <a:noFill/>
            <a:ln w="31750">
              <a:noFill/>
              <a:miter lim="800000"/>
              <a:headEnd/>
              <a:tailEnd/>
            </a:ln>
          </p:spPr>
          <p:txBody>
            <a:bodyPr/>
            <a:lstStyle/>
            <a:p>
              <a:pPr>
                <a:defRPr/>
              </a:pPr>
              <a:r>
                <a:rPr lang="en-US" sz="1400" b="1" dirty="0"/>
                <a:t>01</a:t>
              </a:r>
            </a:p>
          </p:txBody>
        </p:sp>
        <p:sp>
          <p:nvSpPr>
            <p:cNvPr id="86034" name="Text Box 17">
              <a:extLst>
                <a:ext uri="{FF2B5EF4-FFF2-40B4-BE49-F238E27FC236}">
                  <a16:creationId xmlns:a16="http://schemas.microsoft.com/office/drawing/2014/main" id="{178B67C1-A6C1-478E-9103-6E4C298DC1B3}"/>
                </a:ext>
              </a:extLst>
            </p:cNvPr>
            <p:cNvSpPr txBox="1">
              <a:spLocks noChangeArrowheads="1"/>
            </p:cNvSpPr>
            <p:nvPr/>
          </p:nvSpPr>
          <p:spPr bwMode="auto">
            <a:xfrm>
              <a:off x="4759325" y="2684363"/>
              <a:ext cx="517525" cy="476159"/>
            </a:xfrm>
            <a:prstGeom prst="rect">
              <a:avLst/>
            </a:prstGeom>
            <a:noFill/>
            <a:ln w="31750">
              <a:noFill/>
              <a:miter lim="800000"/>
              <a:headEnd/>
              <a:tailEnd/>
            </a:ln>
          </p:spPr>
          <p:txBody>
            <a:bodyPr/>
            <a:lstStyle/>
            <a:p>
              <a:pPr>
                <a:defRPr/>
              </a:pPr>
              <a:r>
                <a:rPr lang="en-US" sz="1400" b="1" dirty="0"/>
                <a:t>10</a:t>
              </a:r>
            </a:p>
          </p:txBody>
        </p:sp>
        <p:sp>
          <p:nvSpPr>
            <p:cNvPr id="86035" name="Text Box 18">
              <a:extLst>
                <a:ext uri="{FF2B5EF4-FFF2-40B4-BE49-F238E27FC236}">
                  <a16:creationId xmlns:a16="http://schemas.microsoft.com/office/drawing/2014/main" id="{E41EAA66-2144-4D7B-93A3-24DC314F7266}"/>
                </a:ext>
              </a:extLst>
            </p:cNvPr>
            <p:cNvSpPr txBox="1">
              <a:spLocks noChangeArrowheads="1"/>
            </p:cNvSpPr>
            <p:nvPr/>
          </p:nvSpPr>
          <p:spPr bwMode="auto">
            <a:xfrm>
              <a:off x="4930775" y="881635"/>
              <a:ext cx="688975" cy="500757"/>
            </a:xfrm>
            <a:prstGeom prst="rect">
              <a:avLst/>
            </a:prstGeom>
            <a:noFill/>
            <a:ln w="31750">
              <a:noFill/>
              <a:miter lim="800000"/>
              <a:headEnd/>
              <a:tailEnd/>
            </a:ln>
          </p:spPr>
          <p:txBody>
            <a:bodyPr/>
            <a:lstStyle/>
            <a:p>
              <a:pPr>
                <a:defRPr/>
              </a:pPr>
              <a:r>
                <a:rPr lang="en-US" sz="1400" b="1" dirty="0"/>
                <a:t>00</a:t>
              </a:r>
            </a:p>
          </p:txBody>
        </p:sp>
        <p:sp>
          <p:nvSpPr>
            <p:cNvPr id="86036" name="Text Box 19">
              <a:extLst>
                <a:ext uri="{FF2B5EF4-FFF2-40B4-BE49-F238E27FC236}">
                  <a16:creationId xmlns:a16="http://schemas.microsoft.com/office/drawing/2014/main" id="{45756288-8279-4BC1-A13D-CCD072A259A4}"/>
                </a:ext>
              </a:extLst>
            </p:cNvPr>
            <p:cNvSpPr txBox="1">
              <a:spLocks noChangeArrowheads="1"/>
            </p:cNvSpPr>
            <p:nvPr/>
          </p:nvSpPr>
          <p:spPr bwMode="auto">
            <a:xfrm>
              <a:off x="2166938" y="911504"/>
              <a:ext cx="690562" cy="499001"/>
            </a:xfrm>
            <a:prstGeom prst="rect">
              <a:avLst/>
            </a:prstGeom>
            <a:noFill/>
            <a:ln w="31750">
              <a:noFill/>
              <a:miter lim="800000"/>
              <a:headEnd/>
              <a:tailEnd/>
            </a:ln>
          </p:spPr>
          <p:txBody>
            <a:bodyPr/>
            <a:lstStyle/>
            <a:p>
              <a:pPr>
                <a:defRPr/>
              </a:pPr>
              <a:r>
                <a:rPr lang="en-US" sz="1400" b="1" dirty="0"/>
                <a:t>00</a:t>
              </a:r>
            </a:p>
          </p:txBody>
        </p:sp>
        <p:sp>
          <p:nvSpPr>
            <p:cNvPr id="86037" name="Text Box 21">
              <a:extLst>
                <a:ext uri="{FF2B5EF4-FFF2-40B4-BE49-F238E27FC236}">
                  <a16:creationId xmlns:a16="http://schemas.microsoft.com/office/drawing/2014/main" id="{C31A543A-3F15-4601-8C07-67061CF3E0B8}"/>
                </a:ext>
              </a:extLst>
            </p:cNvPr>
            <p:cNvSpPr txBox="1">
              <a:spLocks noChangeArrowheads="1"/>
            </p:cNvSpPr>
            <p:nvPr/>
          </p:nvSpPr>
          <p:spPr bwMode="auto">
            <a:xfrm>
              <a:off x="2347913" y="2684363"/>
              <a:ext cx="690562" cy="500757"/>
            </a:xfrm>
            <a:prstGeom prst="rect">
              <a:avLst/>
            </a:prstGeom>
            <a:noFill/>
            <a:ln w="31750">
              <a:noFill/>
              <a:miter lim="800000"/>
              <a:headEnd/>
              <a:tailEnd/>
            </a:ln>
          </p:spPr>
          <p:txBody>
            <a:bodyPr/>
            <a:lstStyle/>
            <a:p>
              <a:pPr>
                <a:defRPr/>
              </a:pPr>
              <a:r>
                <a:rPr lang="en-US" sz="1400" b="1" dirty="0"/>
                <a:t>11</a:t>
              </a:r>
            </a:p>
          </p:txBody>
        </p:sp>
        <p:sp>
          <p:nvSpPr>
            <p:cNvPr id="86038" name="Arc 22">
              <a:extLst>
                <a:ext uri="{FF2B5EF4-FFF2-40B4-BE49-F238E27FC236}">
                  <a16:creationId xmlns:a16="http://schemas.microsoft.com/office/drawing/2014/main" id="{85DCC4C8-3BA3-48BF-9BEF-6A0EA25BA98B}"/>
                </a:ext>
              </a:extLst>
            </p:cNvPr>
            <p:cNvSpPr>
              <a:spLocks/>
            </p:cNvSpPr>
            <p:nvPr/>
          </p:nvSpPr>
          <p:spPr bwMode="auto">
            <a:xfrm flipV="1">
              <a:off x="1631950" y="691874"/>
              <a:ext cx="4310063" cy="1273857"/>
            </a:xfrm>
            <a:custGeom>
              <a:avLst/>
              <a:gdLst>
                <a:gd name="T0" fmla="*/ 792501174 w 43200"/>
                <a:gd name="T1" fmla="*/ 0 h 34032"/>
                <a:gd name="T2" fmla="*/ 99311523 w 43200"/>
                <a:gd name="T3" fmla="*/ 0 h 34032"/>
                <a:gd name="T4" fmla="*/ 396250587 w 43200"/>
                <a:gd name="T5" fmla="*/ 0 h 34032"/>
                <a:gd name="T6" fmla="*/ 0 60000 65536"/>
                <a:gd name="T7" fmla="*/ 0 60000 65536"/>
                <a:gd name="T8" fmla="*/ 0 60000 65536"/>
                <a:gd name="T9" fmla="*/ 0 w 43200"/>
                <a:gd name="T10" fmla="*/ 0 h 34032"/>
                <a:gd name="T11" fmla="*/ 43200 w 43200"/>
                <a:gd name="T12" fmla="*/ 34032 h 34032"/>
              </a:gdLst>
              <a:ahLst/>
              <a:cxnLst>
                <a:cxn ang="T6">
                  <a:pos x="T0" y="T1"/>
                </a:cxn>
                <a:cxn ang="T7">
                  <a:pos x="T2" y="T3"/>
                </a:cxn>
                <a:cxn ang="T8">
                  <a:pos x="T4" y="T5"/>
                </a:cxn>
              </a:cxnLst>
              <a:rect l="T9" t="T10" r="T11" b="T12"/>
              <a:pathLst>
                <a:path w="43200" h="34032" fill="none" extrusionOk="0">
                  <a:moveTo>
                    <a:pt x="39263" y="0"/>
                  </a:moveTo>
                  <a:cubicBezTo>
                    <a:pt x="41825" y="3639"/>
                    <a:pt x="43200" y="7981"/>
                    <a:pt x="43200" y="12432"/>
                  </a:cubicBezTo>
                  <a:cubicBezTo>
                    <a:pt x="43200" y="24361"/>
                    <a:pt x="33529" y="34032"/>
                    <a:pt x="21600" y="34032"/>
                  </a:cubicBezTo>
                  <a:cubicBezTo>
                    <a:pt x="9670" y="34032"/>
                    <a:pt x="0" y="24361"/>
                    <a:pt x="0" y="12432"/>
                  </a:cubicBezTo>
                  <a:cubicBezTo>
                    <a:pt x="-1" y="8119"/>
                    <a:pt x="1290" y="3905"/>
                    <a:pt x="3706" y="332"/>
                  </a:cubicBezTo>
                </a:path>
                <a:path w="43200" h="34032" stroke="0" extrusionOk="0">
                  <a:moveTo>
                    <a:pt x="39263" y="0"/>
                  </a:moveTo>
                  <a:cubicBezTo>
                    <a:pt x="41825" y="3639"/>
                    <a:pt x="43200" y="7981"/>
                    <a:pt x="43200" y="12432"/>
                  </a:cubicBezTo>
                  <a:cubicBezTo>
                    <a:pt x="43200" y="24361"/>
                    <a:pt x="33529" y="34032"/>
                    <a:pt x="21600" y="34032"/>
                  </a:cubicBezTo>
                  <a:cubicBezTo>
                    <a:pt x="9670" y="34032"/>
                    <a:pt x="0" y="24361"/>
                    <a:pt x="0" y="12432"/>
                  </a:cubicBezTo>
                  <a:cubicBezTo>
                    <a:pt x="-1" y="8119"/>
                    <a:pt x="1290" y="3905"/>
                    <a:pt x="3706" y="332"/>
                  </a:cubicBezTo>
                  <a:lnTo>
                    <a:pt x="21600" y="12432"/>
                  </a:lnTo>
                  <a:close/>
                </a:path>
              </a:pathLst>
            </a:custGeom>
            <a:noFill/>
            <a:ln w="31750">
              <a:solidFill>
                <a:srgbClr val="000000"/>
              </a:solidFill>
              <a:round/>
              <a:headEnd/>
              <a:tailEnd type="triangle" w="med" len="med"/>
            </a:ln>
          </p:spPr>
          <p:txBody>
            <a:bodyPr rot="10800000"/>
            <a:lstStyle/>
            <a:p>
              <a:pPr eaLnBrk="1" hangingPunct="1">
                <a:defRPr/>
              </a:pPr>
              <a:endParaRPr lang="ru-RU" sz="1400" b="1"/>
            </a:p>
          </p:txBody>
        </p:sp>
        <p:sp>
          <p:nvSpPr>
            <p:cNvPr id="86039" name="Text Box 23">
              <a:extLst>
                <a:ext uri="{FF2B5EF4-FFF2-40B4-BE49-F238E27FC236}">
                  <a16:creationId xmlns:a16="http://schemas.microsoft.com/office/drawing/2014/main" id="{0CF01477-BF4E-4699-9520-FE0EEABD40F1}"/>
                </a:ext>
              </a:extLst>
            </p:cNvPr>
            <p:cNvSpPr txBox="1">
              <a:spLocks noChangeArrowheads="1"/>
            </p:cNvSpPr>
            <p:nvPr/>
          </p:nvSpPr>
          <p:spPr bwMode="auto">
            <a:xfrm>
              <a:off x="4219575" y="349250"/>
              <a:ext cx="687388" cy="500758"/>
            </a:xfrm>
            <a:prstGeom prst="rect">
              <a:avLst/>
            </a:prstGeom>
            <a:noFill/>
            <a:ln w="31750">
              <a:noFill/>
              <a:miter lim="800000"/>
              <a:headEnd/>
              <a:tailEnd/>
            </a:ln>
          </p:spPr>
          <p:txBody>
            <a:bodyPr/>
            <a:lstStyle/>
            <a:p>
              <a:pPr>
                <a:defRPr/>
              </a:pPr>
              <a:r>
                <a:rPr lang="en-US" sz="1400" b="1" dirty="0"/>
                <a:t>11</a:t>
              </a:r>
            </a:p>
          </p:txBody>
        </p:sp>
        <p:sp>
          <p:nvSpPr>
            <p:cNvPr id="86040" name="Arc 24">
              <a:extLst>
                <a:ext uri="{FF2B5EF4-FFF2-40B4-BE49-F238E27FC236}">
                  <a16:creationId xmlns:a16="http://schemas.microsoft.com/office/drawing/2014/main" id="{4C04929B-187A-4ED9-9961-1D1393520F9F}"/>
                </a:ext>
              </a:extLst>
            </p:cNvPr>
            <p:cNvSpPr>
              <a:spLocks/>
            </p:cNvSpPr>
            <p:nvPr/>
          </p:nvSpPr>
          <p:spPr bwMode="auto">
            <a:xfrm flipV="1">
              <a:off x="3773488" y="2146707"/>
              <a:ext cx="1781175" cy="1618238"/>
            </a:xfrm>
            <a:custGeom>
              <a:avLst/>
              <a:gdLst>
                <a:gd name="T0" fmla="*/ 0 w 21600"/>
                <a:gd name="T1" fmla="*/ 0 h 26200"/>
                <a:gd name="T2" fmla="*/ 92520092 w 21600"/>
                <a:gd name="T3" fmla="*/ 14636969 h 26200"/>
                <a:gd name="T4" fmla="*/ 0 w 21600"/>
                <a:gd name="T5" fmla="*/ 14636969 h 26200"/>
                <a:gd name="T6" fmla="*/ 0 60000 65536"/>
                <a:gd name="T7" fmla="*/ 0 60000 65536"/>
                <a:gd name="T8" fmla="*/ 0 60000 65536"/>
                <a:gd name="T9" fmla="*/ 0 w 21600"/>
                <a:gd name="T10" fmla="*/ 0 h 26200"/>
                <a:gd name="T11" fmla="*/ 21600 w 21600"/>
                <a:gd name="T12" fmla="*/ 26200 h 26200"/>
              </a:gdLst>
              <a:ahLst/>
              <a:cxnLst>
                <a:cxn ang="T6">
                  <a:pos x="T0" y="T1"/>
                </a:cxn>
                <a:cxn ang="T7">
                  <a:pos x="T2" y="T3"/>
                </a:cxn>
                <a:cxn ang="T8">
                  <a:pos x="T4" y="T5"/>
                </a:cxn>
              </a:cxnLst>
              <a:rect l="T9" t="T10" r="T11" b="T12"/>
              <a:pathLst>
                <a:path w="21600" h="26200" fill="none" extrusionOk="0">
                  <a:moveTo>
                    <a:pt x="4481" y="-1"/>
                  </a:moveTo>
                  <a:cubicBezTo>
                    <a:pt x="14461" y="2116"/>
                    <a:pt x="21600" y="10927"/>
                    <a:pt x="21600" y="21130"/>
                  </a:cubicBezTo>
                  <a:cubicBezTo>
                    <a:pt x="21600" y="22837"/>
                    <a:pt x="21397" y="24539"/>
                    <a:pt x="20996" y="26199"/>
                  </a:cubicBezTo>
                </a:path>
                <a:path w="21600" h="26200" stroke="0" extrusionOk="0">
                  <a:moveTo>
                    <a:pt x="4481" y="-1"/>
                  </a:moveTo>
                  <a:cubicBezTo>
                    <a:pt x="14461" y="2116"/>
                    <a:pt x="21600" y="10927"/>
                    <a:pt x="21600" y="21130"/>
                  </a:cubicBezTo>
                  <a:cubicBezTo>
                    <a:pt x="21600" y="22837"/>
                    <a:pt x="21397" y="24539"/>
                    <a:pt x="20996" y="26199"/>
                  </a:cubicBezTo>
                  <a:lnTo>
                    <a:pt x="0" y="21130"/>
                  </a:lnTo>
                  <a:close/>
                </a:path>
              </a:pathLst>
            </a:custGeom>
            <a:noFill/>
            <a:ln w="31750">
              <a:solidFill>
                <a:srgbClr val="000000"/>
              </a:solidFill>
              <a:round/>
              <a:headEnd/>
              <a:tailEnd type="triangle" w="med" len="med"/>
            </a:ln>
          </p:spPr>
          <p:txBody>
            <a:bodyPr rot="10800000"/>
            <a:lstStyle/>
            <a:p>
              <a:pPr eaLnBrk="1" hangingPunct="1">
                <a:defRPr/>
              </a:pPr>
              <a:endParaRPr lang="ru-RU" sz="1400" b="1"/>
            </a:p>
          </p:txBody>
        </p:sp>
        <p:sp>
          <p:nvSpPr>
            <p:cNvPr id="86041" name="Text Box 25">
              <a:extLst>
                <a:ext uri="{FF2B5EF4-FFF2-40B4-BE49-F238E27FC236}">
                  <a16:creationId xmlns:a16="http://schemas.microsoft.com/office/drawing/2014/main" id="{6E7DC285-45A8-4EED-BE26-B21FD1789938}"/>
                </a:ext>
              </a:extLst>
            </p:cNvPr>
            <p:cNvSpPr txBox="1">
              <a:spLocks noChangeArrowheads="1"/>
            </p:cNvSpPr>
            <p:nvPr/>
          </p:nvSpPr>
          <p:spPr bwMode="auto">
            <a:xfrm>
              <a:off x="5246688" y="2965490"/>
              <a:ext cx="690562" cy="499001"/>
            </a:xfrm>
            <a:prstGeom prst="rect">
              <a:avLst/>
            </a:prstGeom>
            <a:noFill/>
            <a:ln w="31750">
              <a:noFill/>
              <a:miter lim="800000"/>
              <a:headEnd/>
              <a:tailEnd/>
            </a:ln>
          </p:spPr>
          <p:txBody>
            <a:bodyPr/>
            <a:lstStyle/>
            <a:p>
              <a:pPr>
                <a:defRPr/>
              </a:pPr>
              <a:r>
                <a:rPr lang="en-US" sz="1400" b="1" dirty="0"/>
                <a:t>11</a:t>
              </a:r>
            </a:p>
          </p:txBody>
        </p:sp>
        <p:sp>
          <p:nvSpPr>
            <p:cNvPr id="86042" name="Arc 26">
              <a:extLst>
                <a:ext uri="{FF2B5EF4-FFF2-40B4-BE49-F238E27FC236}">
                  <a16:creationId xmlns:a16="http://schemas.microsoft.com/office/drawing/2014/main" id="{E3200F47-4310-4315-8401-C0634BDF4765}"/>
                </a:ext>
              </a:extLst>
            </p:cNvPr>
            <p:cNvSpPr>
              <a:spLocks/>
            </p:cNvSpPr>
            <p:nvPr/>
          </p:nvSpPr>
          <p:spPr bwMode="auto">
            <a:xfrm flipH="1" flipV="1">
              <a:off x="2149475" y="2345253"/>
              <a:ext cx="1208088" cy="1333598"/>
            </a:xfrm>
            <a:custGeom>
              <a:avLst/>
              <a:gdLst>
                <a:gd name="T0" fmla="*/ 0 w 21600"/>
                <a:gd name="T1" fmla="*/ 0 h 21586"/>
                <a:gd name="T2" fmla="*/ 9797426 w 21600"/>
                <a:gd name="T3" fmla="*/ 14616421 h 21586"/>
                <a:gd name="T4" fmla="*/ 0 w 21600"/>
                <a:gd name="T5" fmla="*/ 14616421 h 21586"/>
                <a:gd name="T6" fmla="*/ 0 60000 65536"/>
                <a:gd name="T7" fmla="*/ 0 60000 65536"/>
                <a:gd name="T8" fmla="*/ 0 60000 65536"/>
                <a:gd name="T9" fmla="*/ 0 w 21600"/>
                <a:gd name="T10" fmla="*/ 0 h 21586"/>
                <a:gd name="T11" fmla="*/ 21600 w 21600"/>
                <a:gd name="T12" fmla="*/ 21586 h 21586"/>
              </a:gdLst>
              <a:ahLst/>
              <a:cxnLst>
                <a:cxn ang="T6">
                  <a:pos x="T0" y="T1"/>
                </a:cxn>
                <a:cxn ang="T7">
                  <a:pos x="T2" y="T3"/>
                </a:cxn>
                <a:cxn ang="T8">
                  <a:pos x="T4" y="T5"/>
                </a:cxn>
              </a:cxnLst>
              <a:rect l="T9" t="T10" r="T11" b="T12"/>
              <a:pathLst>
                <a:path w="21600" h="21586" fill="none" extrusionOk="0">
                  <a:moveTo>
                    <a:pt x="771" y="-1"/>
                  </a:moveTo>
                  <a:cubicBezTo>
                    <a:pt x="12392" y="414"/>
                    <a:pt x="21600" y="9956"/>
                    <a:pt x="21600" y="21586"/>
                  </a:cubicBezTo>
                </a:path>
                <a:path w="21600" h="21586" stroke="0" extrusionOk="0">
                  <a:moveTo>
                    <a:pt x="771" y="-1"/>
                  </a:moveTo>
                  <a:cubicBezTo>
                    <a:pt x="12392" y="414"/>
                    <a:pt x="21600" y="9956"/>
                    <a:pt x="21600" y="21586"/>
                  </a:cubicBezTo>
                  <a:lnTo>
                    <a:pt x="0" y="21586"/>
                  </a:lnTo>
                  <a:close/>
                </a:path>
              </a:pathLst>
            </a:custGeom>
            <a:noFill/>
            <a:ln w="31750">
              <a:solidFill>
                <a:srgbClr val="000000"/>
              </a:solidFill>
              <a:round/>
              <a:headEnd/>
              <a:tailEnd type="triangle" w="med" len="med"/>
            </a:ln>
          </p:spPr>
          <p:txBody>
            <a:bodyPr rot="10800000"/>
            <a:lstStyle/>
            <a:p>
              <a:pPr eaLnBrk="1" hangingPunct="1">
                <a:defRPr/>
              </a:pPr>
              <a:endParaRPr lang="ru-RU" sz="1400" b="1"/>
            </a:p>
          </p:txBody>
        </p:sp>
        <p:sp>
          <p:nvSpPr>
            <p:cNvPr id="86043" name="Text Box 27">
              <a:extLst>
                <a:ext uri="{FF2B5EF4-FFF2-40B4-BE49-F238E27FC236}">
                  <a16:creationId xmlns:a16="http://schemas.microsoft.com/office/drawing/2014/main" id="{32672F83-2489-4069-AAA6-49B9BEC07AB2}"/>
                </a:ext>
              </a:extLst>
            </p:cNvPr>
            <p:cNvSpPr txBox="1">
              <a:spLocks noChangeArrowheads="1"/>
            </p:cNvSpPr>
            <p:nvPr/>
          </p:nvSpPr>
          <p:spPr bwMode="auto">
            <a:xfrm>
              <a:off x="1843088" y="2728289"/>
              <a:ext cx="517525" cy="470888"/>
            </a:xfrm>
            <a:prstGeom prst="rect">
              <a:avLst/>
            </a:prstGeom>
            <a:noFill/>
            <a:ln w="31750">
              <a:noFill/>
              <a:miter lim="800000"/>
              <a:headEnd/>
              <a:tailEnd/>
            </a:ln>
          </p:spPr>
          <p:txBody>
            <a:bodyPr/>
            <a:lstStyle/>
            <a:p>
              <a:pPr>
                <a:defRPr/>
              </a:pPr>
              <a:r>
                <a:rPr lang="en-US" sz="1400" b="1" dirty="0"/>
                <a:t>01</a:t>
              </a:r>
            </a:p>
          </p:txBody>
        </p:sp>
        <p:sp>
          <p:nvSpPr>
            <p:cNvPr id="86044" name="Arc 28">
              <a:extLst>
                <a:ext uri="{FF2B5EF4-FFF2-40B4-BE49-F238E27FC236}">
                  <a16:creationId xmlns:a16="http://schemas.microsoft.com/office/drawing/2014/main" id="{6A9DE89C-6DE8-4FD8-9AA1-6C934D57FEBF}"/>
                </a:ext>
              </a:extLst>
            </p:cNvPr>
            <p:cNvSpPr>
              <a:spLocks/>
            </p:cNvSpPr>
            <p:nvPr/>
          </p:nvSpPr>
          <p:spPr bwMode="auto">
            <a:xfrm flipH="1" flipV="1">
              <a:off x="1804988" y="2185362"/>
              <a:ext cx="1557337" cy="1663921"/>
            </a:xfrm>
            <a:custGeom>
              <a:avLst/>
              <a:gdLst>
                <a:gd name="T0" fmla="*/ 0 w 21600"/>
                <a:gd name="T1" fmla="*/ 0 h 32047"/>
                <a:gd name="T2" fmla="*/ 26984179 w 21600"/>
                <a:gd name="T3" fmla="*/ 7296101 h 32047"/>
                <a:gd name="T4" fmla="*/ 0 w 21600"/>
                <a:gd name="T5" fmla="*/ 7296101 h 32047"/>
                <a:gd name="T6" fmla="*/ 0 60000 65536"/>
                <a:gd name="T7" fmla="*/ 0 60000 65536"/>
                <a:gd name="T8" fmla="*/ 0 60000 65536"/>
                <a:gd name="T9" fmla="*/ 0 w 21600"/>
                <a:gd name="T10" fmla="*/ 0 h 32047"/>
                <a:gd name="T11" fmla="*/ 21600 w 21600"/>
                <a:gd name="T12" fmla="*/ 32047 h 32047"/>
              </a:gdLst>
              <a:ahLst/>
              <a:cxnLst>
                <a:cxn ang="T6">
                  <a:pos x="T0" y="T1"/>
                </a:cxn>
                <a:cxn ang="T7">
                  <a:pos x="T2" y="T3"/>
                </a:cxn>
                <a:cxn ang="T8">
                  <a:pos x="T4" y="T5"/>
                </a:cxn>
              </a:cxnLst>
              <a:rect l="T9" t="T10" r="T11" b="T12"/>
              <a:pathLst>
                <a:path w="21600" h="32047" fill="none" extrusionOk="0">
                  <a:moveTo>
                    <a:pt x="615" y="-1"/>
                  </a:moveTo>
                  <a:cubicBezTo>
                    <a:pt x="12300" y="332"/>
                    <a:pt x="21600" y="9901"/>
                    <a:pt x="21600" y="21591"/>
                  </a:cubicBezTo>
                  <a:cubicBezTo>
                    <a:pt x="21600" y="25248"/>
                    <a:pt x="20671" y="28846"/>
                    <a:pt x="18900" y="32047"/>
                  </a:cubicBezTo>
                </a:path>
                <a:path w="21600" h="32047" stroke="0" extrusionOk="0">
                  <a:moveTo>
                    <a:pt x="615" y="-1"/>
                  </a:moveTo>
                  <a:cubicBezTo>
                    <a:pt x="12300" y="332"/>
                    <a:pt x="21600" y="9901"/>
                    <a:pt x="21600" y="21591"/>
                  </a:cubicBezTo>
                  <a:cubicBezTo>
                    <a:pt x="21600" y="25248"/>
                    <a:pt x="20671" y="28846"/>
                    <a:pt x="18900" y="32047"/>
                  </a:cubicBezTo>
                  <a:lnTo>
                    <a:pt x="0" y="21591"/>
                  </a:lnTo>
                  <a:close/>
                </a:path>
              </a:pathLst>
            </a:custGeom>
            <a:noFill/>
            <a:ln w="31750">
              <a:solidFill>
                <a:srgbClr val="000000"/>
              </a:solidFill>
              <a:round/>
              <a:headEnd/>
              <a:tailEnd type="triangle" w="med" len="med"/>
            </a:ln>
          </p:spPr>
          <p:txBody>
            <a:bodyPr rot="10800000"/>
            <a:lstStyle/>
            <a:p>
              <a:pPr eaLnBrk="1" hangingPunct="1">
                <a:defRPr/>
              </a:pPr>
              <a:endParaRPr lang="ru-RU" sz="1400" b="1"/>
            </a:p>
          </p:txBody>
        </p:sp>
        <p:sp>
          <p:nvSpPr>
            <p:cNvPr id="86045" name="Text Box 29">
              <a:extLst>
                <a:ext uri="{FF2B5EF4-FFF2-40B4-BE49-F238E27FC236}">
                  <a16:creationId xmlns:a16="http://schemas.microsoft.com/office/drawing/2014/main" id="{41E0AEF4-8D21-46CB-A731-13727EA8655E}"/>
                </a:ext>
              </a:extLst>
            </p:cNvPr>
            <p:cNvSpPr txBox="1">
              <a:spLocks noChangeArrowheads="1"/>
            </p:cNvSpPr>
            <p:nvPr/>
          </p:nvSpPr>
          <p:spPr bwMode="auto">
            <a:xfrm>
              <a:off x="1403350" y="2723018"/>
              <a:ext cx="517525" cy="470888"/>
            </a:xfrm>
            <a:prstGeom prst="rect">
              <a:avLst/>
            </a:prstGeom>
            <a:noFill/>
            <a:ln w="31750">
              <a:noFill/>
              <a:miter lim="800000"/>
              <a:headEnd/>
              <a:tailEnd/>
            </a:ln>
          </p:spPr>
          <p:txBody>
            <a:bodyPr/>
            <a:lstStyle/>
            <a:p>
              <a:pPr>
                <a:defRPr/>
              </a:pPr>
              <a:r>
                <a:rPr lang="en-US" sz="1400" b="1" dirty="0"/>
                <a:t>10</a:t>
              </a:r>
            </a:p>
          </p:txBody>
        </p:sp>
      </p:grpSp>
      <p:sp>
        <p:nvSpPr>
          <p:cNvPr id="155651" name="Text Box 33">
            <a:extLst>
              <a:ext uri="{FF2B5EF4-FFF2-40B4-BE49-F238E27FC236}">
                <a16:creationId xmlns:a16="http://schemas.microsoft.com/office/drawing/2014/main" id="{EE654DF1-888D-D53F-68FF-7B0AF31646C6}"/>
              </a:ext>
            </a:extLst>
          </p:cNvPr>
          <p:cNvSpPr txBox="1">
            <a:spLocks noChangeArrowheads="1"/>
          </p:cNvSpPr>
          <p:nvPr/>
        </p:nvSpPr>
        <p:spPr bwMode="auto">
          <a:xfrm>
            <a:off x="2219326" y="5189538"/>
            <a:ext cx="76549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lnSpc>
                <a:spcPct val="90000"/>
              </a:lnSpc>
            </a:pPr>
            <a:r>
              <a:rPr lang="en-US" altLang="en-US" sz="2000"/>
              <a:t>X = {00,01,10,11};  Y ={0,1};  S = {S</a:t>
            </a:r>
            <a:r>
              <a:rPr lang="en-US" altLang="en-US" sz="2000" baseline="-25000"/>
              <a:t>0</a:t>
            </a:r>
            <a:r>
              <a:rPr lang="en-US" altLang="en-US" sz="2000"/>
              <a:t>,S</a:t>
            </a:r>
            <a:r>
              <a:rPr lang="en-US" altLang="en-US" sz="2000" baseline="-25000"/>
              <a:t>1</a:t>
            </a:r>
            <a:r>
              <a:rPr lang="en-US" altLang="en-US" sz="2000"/>
              <a:t>,S</a:t>
            </a:r>
            <a:r>
              <a:rPr lang="en-US" altLang="en-US" sz="2000" baseline="-25000"/>
              <a:t>2</a:t>
            </a:r>
            <a:r>
              <a:rPr lang="en-US" altLang="en-US" sz="2000"/>
              <a:t>}.</a:t>
            </a:r>
          </a:p>
          <a:p>
            <a:pPr eaLnBrk="1" hangingPunct="1">
              <a:lnSpc>
                <a:spcPct val="90000"/>
              </a:lnSpc>
            </a:pPr>
            <a:r>
              <a:rPr lang="en-US" altLang="en-US" sz="2000"/>
              <a:t>Designate states as follows: st0, st1, st2;</a:t>
            </a:r>
          </a:p>
          <a:p>
            <a:pPr eaLnBrk="1" hangingPunct="1">
              <a:lnSpc>
                <a:spcPct val="90000"/>
              </a:lnSpc>
            </a:pPr>
            <a:r>
              <a:rPr lang="en-US" altLang="en-US" sz="2000"/>
              <a:t>input signals – data; output signal – q.</a:t>
            </a:r>
          </a:p>
          <a:p>
            <a:pPr eaLnBrk="1" hangingPunct="1">
              <a:lnSpc>
                <a:spcPct val="90000"/>
              </a:lnSpc>
            </a:pPr>
            <a:r>
              <a:rPr lang="en-US" altLang="en-US" sz="2000"/>
              <a:t>pres_state – current state; next_state – next state.</a:t>
            </a:r>
          </a:p>
        </p:txBody>
      </p:sp>
      <p:grpSp>
        <p:nvGrpSpPr>
          <p:cNvPr id="155653" name="Group 9">
            <a:extLst>
              <a:ext uri="{FF2B5EF4-FFF2-40B4-BE49-F238E27FC236}">
                <a16:creationId xmlns:a16="http://schemas.microsoft.com/office/drawing/2014/main" id="{93A7A2D1-B42A-FB0D-0347-33DD1F6168B5}"/>
              </a:ext>
            </a:extLst>
          </p:cNvPr>
          <p:cNvGrpSpPr>
            <a:grpSpLocks/>
          </p:cNvGrpSpPr>
          <p:nvPr/>
        </p:nvGrpSpPr>
        <p:grpSpPr bwMode="auto">
          <a:xfrm>
            <a:off x="7600951" y="2543175"/>
            <a:ext cx="2790825" cy="1392238"/>
            <a:chOff x="6231470" y="1457978"/>
            <a:chExt cx="2789742" cy="1391730"/>
          </a:xfrm>
        </p:grpSpPr>
        <p:sp>
          <p:nvSpPr>
            <p:cNvPr id="155654" name="Rectangle 2">
              <a:extLst>
                <a:ext uri="{FF2B5EF4-FFF2-40B4-BE49-F238E27FC236}">
                  <a16:creationId xmlns:a16="http://schemas.microsoft.com/office/drawing/2014/main" id="{198ED2C6-797E-22AB-53BC-66F2C8382530}"/>
                </a:ext>
              </a:extLst>
            </p:cNvPr>
            <p:cNvSpPr>
              <a:spLocks noChangeArrowheads="1"/>
            </p:cNvSpPr>
            <p:nvPr/>
          </p:nvSpPr>
          <p:spPr bwMode="auto">
            <a:xfrm>
              <a:off x="7086589" y="1457978"/>
              <a:ext cx="880534" cy="1391730"/>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55655" name="Straight Arrow Connector 4">
              <a:extLst>
                <a:ext uri="{FF2B5EF4-FFF2-40B4-BE49-F238E27FC236}">
                  <a16:creationId xmlns:a16="http://schemas.microsoft.com/office/drawing/2014/main" id="{8704C1B9-C675-3C23-EF23-94FA474F31C5}"/>
                </a:ext>
              </a:extLst>
            </p:cNvPr>
            <p:cNvCxnSpPr>
              <a:cxnSpLocks noChangeShapeType="1"/>
            </p:cNvCxnSpPr>
            <p:nvPr/>
          </p:nvCxnSpPr>
          <p:spPr bwMode="auto">
            <a:xfrm>
              <a:off x="6603989" y="1792617"/>
              <a:ext cx="48260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5656" name="Straight Arrow Connector 34">
              <a:extLst>
                <a:ext uri="{FF2B5EF4-FFF2-40B4-BE49-F238E27FC236}">
                  <a16:creationId xmlns:a16="http://schemas.microsoft.com/office/drawing/2014/main" id="{FA595D73-C344-3271-C92D-C51292ACACC4}"/>
                </a:ext>
              </a:extLst>
            </p:cNvPr>
            <p:cNvCxnSpPr>
              <a:cxnSpLocks noChangeShapeType="1"/>
            </p:cNvCxnSpPr>
            <p:nvPr/>
          </p:nvCxnSpPr>
          <p:spPr bwMode="auto">
            <a:xfrm>
              <a:off x="6608222" y="2160428"/>
              <a:ext cx="48260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5657" name="Straight Arrow Connector 35">
              <a:extLst>
                <a:ext uri="{FF2B5EF4-FFF2-40B4-BE49-F238E27FC236}">
                  <a16:creationId xmlns:a16="http://schemas.microsoft.com/office/drawing/2014/main" id="{18E72298-273E-24BE-F704-328A10537D3B}"/>
                </a:ext>
              </a:extLst>
            </p:cNvPr>
            <p:cNvCxnSpPr>
              <a:cxnSpLocks noChangeShapeType="1"/>
            </p:cNvCxnSpPr>
            <p:nvPr/>
          </p:nvCxnSpPr>
          <p:spPr bwMode="auto">
            <a:xfrm>
              <a:off x="7967123" y="2077993"/>
              <a:ext cx="48260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55658" name="TextBox 3">
              <a:extLst>
                <a:ext uri="{FF2B5EF4-FFF2-40B4-BE49-F238E27FC236}">
                  <a16:creationId xmlns:a16="http://schemas.microsoft.com/office/drawing/2014/main" id="{D04FAF82-20B6-12FF-7429-50E4132E00F5}"/>
                </a:ext>
              </a:extLst>
            </p:cNvPr>
            <p:cNvSpPr txBox="1">
              <a:spLocks noChangeArrowheads="1"/>
            </p:cNvSpPr>
            <p:nvPr/>
          </p:nvSpPr>
          <p:spPr bwMode="auto">
            <a:xfrm>
              <a:off x="7196656" y="1807702"/>
              <a:ext cx="7064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A</a:t>
              </a:r>
            </a:p>
          </p:txBody>
        </p:sp>
        <p:sp>
          <p:nvSpPr>
            <p:cNvPr id="155659" name="TextBox 5">
              <a:extLst>
                <a:ext uri="{FF2B5EF4-FFF2-40B4-BE49-F238E27FC236}">
                  <a16:creationId xmlns:a16="http://schemas.microsoft.com/office/drawing/2014/main" id="{D5EB4976-5012-582C-CCAC-C38B0F450D13}"/>
                </a:ext>
              </a:extLst>
            </p:cNvPr>
            <p:cNvSpPr txBox="1">
              <a:spLocks noChangeArrowheads="1"/>
            </p:cNvSpPr>
            <p:nvPr/>
          </p:nvSpPr>
          <p:spPr bwMode="auto">
            <a:xfrm>
              <a:off x="6231470" y="1600368"/>
              <a:ext cx="6180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x1</a:t>
              </a:r>
            </a:p>
          </p:txBody>
        </p:sp>
        <p:sp>
          <p:nvSpPr>
            <p:cNvPr id="155660" name="TextBox 37">
              <a:extLst>
                <a:ext uri="{FF2B5EF4-FFF2-40B4-BE49-F238E27FC236}">
                  <a16:creationId xmlns:a16="http://schemas.microsoft.com/office/drawing/2014/main" id="{B3AD7BB2-66C4-0248-4F3E-03A59D07EEBE}"/>
                </a:ext>
              </a:extLst>
            </p:cNvPr>
            <p:cNvSpPr txBox="1">
              <a:spLocks noChangeArrowheads="1"/>
            </p:cNvSpPr>
            <p:nvPr/>
          </p:nvSpPr>
          <p:spPr bwMode="auto">
            <a:xfrm>
              <a:off x="6239937" y="1956704"/>
              <a:ext cx="6180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x2</a:t>
              </a:r>
            </a:p>
          </p:txBody>
        </p:sp>
        <p:sp>
          <p:nvSpPr>
            <p:cNvPr id="155661" name="TextBox 38">
              <a:extLst>
                <a:ext uri="{FF2B5EF4-FFF2-40B4-BE49-F238E27FC236}">
                  <a16:creationId xmlns:a16="http://schemas.microsoft.com/office/drawing/2014/main" id="{05FAE34C-E9DF-CF32-C19C-EB9737ADB58D}"/>
                </a:ext>
              </a:extLst>
            </p:cNvPr>
            <p:cNvSpPr txBox="1">
              <a:spLocks noChangeArrowheads="1"/>
            </p:cNvSpPr>
            <p:nvPr/>
          </p:nvSpPr>
          <p:spPr bwMode="auto">
            <a:xfrm>
              <a:off x="8403145" y="1877938"/>
              <a:ext cx="6180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y</a:t>
              </a:r>
            </a:p>
          </p:txBody>
        </p:sp>
      </p:grpSp>
      <p:sp>
        <p:nvSpPr>
          <p:cNvPr id="9" name="Title 8">
            <a:extLst>
              <a:ext uri="{FF2B5EF4-FFF2-40B4-BE49-F238E27FC236}">
                <a16:creationId xmlns:a16="http://schemas.microsoft.com/office/drawing/2014/main" id="{AC762896-1B77-FF50-5FD9-949E76E14B2D}"/>
              </a:ext>
            </a:extLst>
          </p:cNvPr>
          <p:cNvSpPr>
            <a:spLocks noGrp="1"/>
          </p:cNvSpPr>
          <p:nvPr>
            <p:ph type="title"/>
          </p:nvPr>
        </p:nvSpPr>
        <p:spPr/>
        <p:txBody>
          <a:bodyPr>
            <a:normAutofit/>
          </a:bodyPr>
          <a:lstStyle/>
          <a:p>
            <a:r>
              <a:rPr lang="en-US" dirty="0"/>
              <a:t>STG of FSM</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D43EEF9-86D3-08A2-D899-203C6891A9EB}"/>
              </a:ext>
            </a:extLst>
          </p:cNvPr>
          <p:cNvSpPr>
            <a:spLocks noGrp="1"/>
          </p:cNvSpPr>
          <p:nvPr>
            <p:ph type="body" sz="quarter" idx="10"/>
          </p:nvPr>
        </p:nvSpPr>
        <p:spPr/>
        <p:txBody>
          <a:bodyPr/>
          <a:lstStyle/>
          <a:p>
            <a:pPr algn="just" eaLnBrk="1" hangingPunct="1"/>
            <a:r>
              <a:rPr lang="en-US" altLang="en-US" sz="1600" dirty="0">
                <a:solidFill>
                  <a:srgbClr val="0000FF"/>
                </a:solidFill>
                <a:cs typeface="Times New Roman" panose="02020603050405020304" pitchFamily="18" charset="0"/>
              </a:rPr>
              <a:t>module</a:t>
            </a:r>
            <a:r>
              <a:rPr lang="en-US" altLang="en-US" sz="1600" dirty="0">
                <a:cs typeface="Times New Roman" panose="02020603050405020304" pitchFamily="18" charset="0"/>
              </a:rPr>
              <a:t>  moore_countmod3 (data, clock, reset, q);</a:t>
            </a:r>
          </a:p>
          <a:p>
            <a:pPr algn="just" eaLnBrk="1" hangingPunct="1"/>
            <a:r>
              <a:rPr lang="en-US" altLang="en-US" sz="1600" dirty="0">
                <a:cs typeface="Times New Roman" panose="02020603050405020304" pitchFamily="18" charset="0"/>
              </a:rPr>
              <a:t>	input reset, clock;</a:t>
            </a:r>
          </a:p>
          <a:p>
            <a:pPr algn="just" eaLnBrk="1" hangingPunct="1"/>
            <a:r>
              <a:rPr lang="en-US" altLang="en-US" sz="1600" dirty="0">
                <a:solidFill>
                  <a:srgbClr val="0000FF"/>
                </a:solidFill>
                <a:cs typeface="Times New Roman" panose="02020603050405020304" pitchFamily="18" charset="0"/>
              </a:rPr>
              <a:t>input</a:t>
            </a:r>
            <a:r>
              <a:rPr lang="en-US" altLang="en-US" sz="1600" dirty="0">
                <a:cs typeface="Times New Roman" panose="02020603050405020304" pitchFamily="18" charset="0"/>
              </a:rPr>
              <a:t> [1:0]  data;</a:t>
            </a:r>
          </a:p>
          <a:p>
            <a:pPr algn="just" eaLnBrk="1" hangingPunct="1"/>
            <a:r>
              <a:rPr lang="en-US" altLang="en-US" sz="1600" dirty="0">
                <a:solidFill>
                  <a:srgbClr val="0000FF"/>
                </a:solidFill>
                <a:cs typeface="Times New Roman" panose="02020603050405020304" pitchFamily="18" charset="0"/>
              </a:rPr>
              <a:t>output</a:t>
            </a:r>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reg </a:t>
            </a:r>
            <a:r>
              <a:rPr lang="en-US" altLang="en-US" sz="1600" dirty="0">
                <a:cs typeface="Times New Roman" panose="02020603050405020304" pitchFamily="18" charset="0"/>
              </a:rPr>
              <a:t>q;</a:t>
            </a:r>
          </a:p>
          <a:p>
            <a:pPr algn="just" eaLnBrk="1" hangingPunct="1"/>
            <a:r>
              <a:rPr lang="en-US" altLang="en-US" sz="1600" dirty="0">
                <a:solidFill>
                  <a:srgbClr val="0000FF"/>
                </a:solidFill>
                <a:cs typeface="Times New Roman" panose="02020603050405020304" pitchFamily="18" charset="0"/>
              </a:rPr>
              <a:t>reg</a:t>
            </a:r>
            <a:r>
              <a:rPr lang="en-US" altLang="en-US" sz="1600" dirty="0">
                <a:cs typeface="Times New Roman" panose="02020603050405020304" pitchFamily="18" charset="0"/>
              </a:rPr>
              <a:t>[1:0] </a:t>
            </a:r>
            <a:r>
              <a:rPr lang="en-US" altLang="en-US" sz="1600" dirty="0" err="1">
                <a:cs typeface="Times New Roman" panose="02020603050405020304" pitchFamily="18" charset="0"/>
              </a:rPr>
              <a:t>pres_state</a:t>
            </a:r>
            <a:r>
              <a:rPr lang="en-US" altLang="en-US" sz="1600" dirty="0">
                <a:cs typeface="Times New Roman" panose="02020603050405020304" pitchFamily="18" charset="0"/>
              </a:rPr>
              <a:t>, </a:t>
            </a:r>
            <a:r>
              <a:rPr lang="en-US" altLang="en-US" sz="1600" dirty="0" err="1">
                <a:cs typeface="Times New Roman" panose="02020603050405020304" pitchFamily="18" charset="0"/>
              </a:rPr>
              <a:t>next_state</a:t>
            </a:r>
            <a:r>
              <a:rPr lang="en-US" altLang="en-US" sz="1600" dirty="0">
                <a:cs typeface="Times New Roman" panose="02020603050405020304" pitchFamily="18" charset="0"/>
              </a:rPr>
              <a:t>;</a:t>
            </a:r>
          </a:p>
          <a:p>
            <a:pPr algn="just" eaLnBrk="1" hangingPunct="1"/>
            <a:r>
              <a:rPr lang="en-US" altLang="en-US" sz="1600" dirty="0">
                <a:solidFill>
                  <a:srgbClr val="0000FF"/>
                </a:solidFill>
                <a:cs typeface="Times New Roman" panose="02020603050405020304" pitchFamily="18" charset="0"/>
              </a:rPr>
              <a:t>parameter</a:t>
            </a:r>
            <a:r>
              <a:rPr lang="en-US" altLang="en-US" sz="1600" dirty="0">
                <a:cs typeface="Times New Roman" panose="02020603050405020304" pitchFamily="18" charset="0"/>
              </a:rPr>
              <a:t>  st0 = 2’b00, st1 = 2’b01, st2 = 2’b10;</a:t>
            </a:r>
          </a:p>
          <a:p>
            <a:pPr algn="just" eaLnBrk="1" hangingPunct="1"/>
            <a:r>
              <a:rPr lang="en-US" altLang="en-US" sz="1600" dirty="0">
                <a:cs typeface="Times New Roman" panose="02020603050405020304" pitchFamily="18" charset="0"/>
              </a:rPr>
              <a:t>//FSM register</a:t>
            </a:r>
          </a:p>
          <a:p>
            <a:pPr algn="just" eaLnBrk="1" hangingPunct="1"/>
            <a:r>
              <a:rPr lang="en-US" altLang="en-US" sz="1600" dirty="0">
                <a:solidFill>
                  <a:srgbClr val="0000FF"/>
                </a:solidFill>
                <a:cs typeface="Times New Roman" panose="02020603050405020304" pitchFamily="18" charset="0"/>
              </a:rPr>
              <a:t>always</a:t>
            </a:r>
            <a:r>
              <a:rPr lang="en-US" altLang="en-US" sz="1600" dirty="0">
                <a:cs typeface="Times New Roman" panose="02020603050405020304" pitchFamily="18" charset="0"/>
              </a:rPr>
              <a:t> @(posedge  clock, </a:t>
            </a:r>
            <a:r>
              <a:rPr lang="en-US" altLang="en-US" sz="1600" dirty="0" err="1">
                <a:cs typeface="Times New Roman" panose="02020603050405020304" pitchFamily="18" charset="0"/>
              </a:rPr>
              <a:t>negedge</a:t>
            </a:r>
            <a:r>
              <a:rPr lang="en-US" altLang="en-US" sz="1600" dirty="0">
                <a:cs typeface="Times New Roman" panose="02020603050405020304" pitchFamily="18" charset="0"/>
              </a:rPr>
              <a:t> reset)</a:t>
            </a:r>
          </a:p>
          <a:p>
            <a:pPr algn="just" eaLnBrk="1" hangingPunct="1"/>
            <a:r>
              <a:rPr lang="en-US" altLang="en-US" sz="1600" dirty="0" err="1">
                <a:solidFill>
                  <a:srgbClr val="0000FF"/>
                </a:solidFill>
                <a:cs typeface="Times New Roman" panose="02020603050405020304" pitchFamily="18" charset="0"/>
              </a:rPr>
              <a:t>begin:statereg</a:t>
            </a:r>
            <a:endParaRPr lang="en-US" altLang="en-US" sz="1600" dirty="0">
              <a:solidFill>
                <a:srgbClr val="0000FF"/>
              </a:solidFill>
              <a:cs typeface="Times New Roman" panose="02020603050405020304" pitchFamily="18" charset="0"/>
            </a:endParaRPr>
          </a:p>
          <a:p>
            <a:pPr algn="just" eaLnBrk="1" hangingPunct="1"/>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if</a:t>
            </a:r>
            <a:r>
              <a:rPr lang="en-US" altLang="en-US" sz="1600" dirty="0">
                <a:cs typeface="Times New Roman" panose="02020603050405020304" pitchFamily="18" charset="0"/>
              </a:rPr>
              <a:t>(!reset)  //asynchronous reset</a:t>
            </a:r>
          </a:p>
          <a:p>
            <a:pPr algn="just" eaLnBrk="1" hangingPunct="1"/>
            <a:r>
              <a:rPr lang="en-US" altLang="en-US" sz="1600" dirty="0">
                <a:cs typeface="Times New Roman" panose="02020603050405020304" pitchFamily="18" charset="0"/>
              </a:rPr>
              <a:t>	</a:t>
            </a:r>
            <a:r>
              <a:rPr lang="en-US" altLang="en-US" sz="1600" dirty="0" err="1">
                <a:cs typeface="Times New Roman" panose="02020603050405020304" pitchFamily="18" charset="0"/>
              </a:rPr>
              <a:t>pres_state</a:t>
            </a:r>
            <a:r>
              <a:rPr lang="en-US" altLang="en-US" sz="1600" dirty="0">
                <a:cs typeface="Times New Roman" panose="02020603050405020304" pitchFamily="18" charset="0"/>
              </a:rPr>
              <a:t> &lt;= st0;</a:t>
            </a:r>
          </a:p>
          <a:p>
            <a:pPr algn="just" eaLnBrk="1" hangingPunct="1"/>
            <a:r>
              <a:rPr lang="en-US" altLang="en-US" sz="1600" dirty="0">
                <a:cs typeface="Times New Roman" panose="02020603050405020304" pitchFamily="18" charset="0"/>
              </a:rPr>
              <a:t>	</a:t>
            </a:r>
            <a:r>
              <a:rPr lang="en-US" altLang="en-US" sz="1600" dirty="0">
                <a:solidFill>
                  <a:srgbClr val="0000FF"/>
                </a:solidFill>
                <a:cs typeface="Times New Roman" panose="02020603050405020304" pitchFamily="18" charset="0"/>
              </a:rPr>
              <a:t>else</a:t>
            </a:r>
            <a:r>
              <a:rPr lang="en-US" altLang="en-US" sz="1600" dirty="0">
                <a:cs typeface="Times New Roman" panose="02020603050405020304" pitchFamily="18" charset="0"/>
              </a:rPr>
              <a:t>  </a:t>
            </a:r>
            <a:r>
              <a:rPr lang="en-US" altLang="en-US" sz="1600" dirty="0" err="1">
                <a:cs typeface="Times New Roman" panose="02020603050405020304" pitchFamily="18" charset="0"/>
              </a:rPr>
              <a:t>pres_state</a:t>
            </a:r>
            <a:r>
              <a:rPr lang="en-US" altLang="en-US" sz="1600" dirty="0">
                <a:cs typeface="Times New Roman" panose="02020603050405020304" pitchFamily="18" charset="0"/>
              </a:rPr>
              <a:t> &lt;= </a:t>
            </a:r>
            <a:r>
              <a:rPr lang="en-US" altLang="en-US" sz="1600" dirty="0" err="1">
                <a:cs typeface="Times New Roman" panose="02020603050405020304" pitchFamily="18" charset="0"/>
              </a:rPr>
              <a:t>next_state</a:t>
            </a:r>
            <a:r>
              <a:rPr lang="en-US" altLang="en-US" sz="1600" dirty="0">
                <a:cs typeface="Times New Roman" panose="02020603050405020304" pitchFamily="18" charset="0"/>
              </a:rPr>
              <a:t>;</a:t>
            </a:r>
          </a:p>
          <a:p>
            <a:pPr algn="just" eaLnBrk="1" hangingPunct="1"/>
            <a:r>
              <a:rPr lang="en-US" altLang="en-US" sz="1600" dirty="0">
                <a:solidFill>
                  <a:srgbClr val="0000FF"/>
                </a:solidFill>
                <a:cs typeface="Times New Roman" panose="02020603050405020304" pitchFamily="18" charset="0"/>
              </a:rPr>
              <a:t>end</a:t>
            </a:r>
            <a:r>
              <a:rPr lang="en-US" altLang="en-US" sz="1600" dirty="0">
                <a:cs typeface="Times New Roman" panose="02020603050405020304" pitchFamily="18" charset="0"/>
              </a:rPr>
              <a:t> //</a:t>
            </a:r>
            <a:r>
              <a:rPr lang="en-US" altLang="en-US" sz="1600" dirty="0" err="1">
                <a:cs typeface="Times New Roman" panose="02020603050405020304" pitchFamily="18" charset="0"/>
              </a:rPr>
              <a:t>statereg</a:t>
            </a:r>
            <a:endParaRPr lang="en-US" altLang="en-US" sz="1600" dirty="0"/>
          </a:p>
          <a:p>
            <a:endParaRPr lang="en-US" sz="1600" dirty="0"/>
          </a:p>
        </p:txBody>
      </p:sp>
      <p:sp>
        <p:nvSpPr>
          <p:cNvPr id="9" name="Title 8">
            <a:extLst>
              <a:ext uri="{FF2B5EF4-FFF2-40B4-BE49-F238E27FC236}">
                <a16:creationId xmlns:a16="http://schemas.microsoft.com/office/drawing/2014/main" id="{A726D736-08B7-E531-961D-17FDD318AF96}"/>
              </a:ext>
            </a:extLst>
          </p:cNvPr>
          <p:cNvSpPr>
            <a:spLocks noGrp="1"/>
          </p:cNvSpPr>
          <p:nvPr>
            <p:ph type="title"/>
          </p:nvPr>
        </p:nvSpPr>
        <p:spPr/>
        <p:txBody>
          <a:bodyPr>
            <a:normAutofit/>
          </a:bodyPr>
          <a:lstStyle/>
          <a:p>
            <a:r>
              <a:rPr lang="en-US" dirty="0"/>
              <a:t>FSM Description by Verilog Example 3 </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Text Box 2">
            <a:extLst>
              <a:ext uri="{FF2B5EF4-FFF2-40B4-BE49-F238E27FC236}">
                <a16:creationId xmlns:a16="http://schemas.microsoft.com/office/drawing/2014/main" id="{7939670C-FB52-4968-91B8-54782965E27D}"/>
              </a:ext>
            </a:extLst>
          </p:cNvPr>
          <p:cNvSpPr txBox="1">
            <a:spLocks noChangeArrowheads="1"/>
          </p:cNvSpPr>
          <p:nvPr/>
        </p:nvSpPr>
        <p:spPr bwMode="auto">
          <a:xfrm>
            <a:off x="2019300" y="1720850"/>
            <a:ext cx="3494088" cy="3970338"/>
          </a:xfrm>
          <a:prstGeom prst="rect">
            <a:avLst/>
          </a:prstGeom>
          <a:solidFill>
            <a:schemeClr val="accent1">
              <a:lumMod val="20000"/>
              <a:lumOff val="80000"/>
            </a:schemeClr>
          </a:solidFill>
          <a:ln w="9525">
            <a:noFill/>
            <a:miter lim="800000"/>
            <a:headEnd/>
            <a:tailEnd/>
          </a:ln>
        </p:spPr>
        <p:txBody>
          <a:bodyPr>
            <a:spAutoFit/>
          </a:bodyPr>
          <a:lstStyle/>
          <a:p>
            <a:pPr algn="just" eaLnBrk="1" hangingPunct="1">
              <a:defRPr/>
            </a:pPr>
            <a:r>
              <a:rPr lang="en-US" dirty="0">
                <a:cs typeface="Times New Roman" pitchFamily="18" charset="0"/>
              </a:rPr>
              <a:t>//FSM next state logic</a:t>
            </a:r>
          </a:p>
          <a:p>
            <a:pPr algn="just" eaLnBrk="1" hangingPunct="1">
              <a:defRPr/>
            </a:pPr>
            <a:r>
              <a:rPr lang="en-US" dirty="0">
                <a:solidFill>
                  <a:srgbClr val="0000FF"/>
                </a:solidFill>
                <a:cs typeface="Times New Roman" pitchFamily="18" charset="0"/>
              </a:rPr>
              <a:t>always</a:t>
            </a:r>
            <a:r>
              <a:rPr lang="en-US" dirty="0">
                <a:cs typeface="Times New Roman" pitchFamily="18" charset="0"/>
              </a:rPr>
              <a:t> @(pres_state or data)</a:t>
            </a:r>
          </a:p>
          <a:p>
            <a:pPr algn="just" eaLnBrk="1" hangingPunct="1">
              <a:defRPr/>
            </a:pPr>
            <a:r>
              <a:rPr lang="en-US" dirty="0">
                <a:cs typeface="Times New Roman" pitchFamily="18" charset="0"/>
              </a:rPr>
              <a:t>	</a:t>
            </a:r>
            <a:r>
              <a:rPr lang="en-US" dirty="0">
                <a:solidFill>
                  <a:srgbClr val="0000FF"/>
                </a:solidFill>
                <a:cs typeface="Times New Roman" pitchFamily="18" charset="0"/>
              </a:rPr>
              <a:t>begin</a:t>
            </a:r>
            <a:r>
              <a:rPr lang="en-US" dirty="0">
                <a:cs typeface="Times New Roman" pitchFamily="18" charset="0"/>
              </a:rPr>
              <a:t>: fsm</a:t>
            </a:r>
          </a:p>
          <a:p>
            <a:pPr algn="just" eaLnBrk="1" hangingPunct="1">
              <a:defRPr/>
            </a:pPr>
            <a:r>
              <a:rPr lang="en-US" dirty="0">
                <a:cs typeface="Times New Roman" pitchFamily="18" charset="0"/>
              </a:rPr>
              <a:t>	</a:t>
            </a:r>
            <a:r>
              <a:rPr lang="en-US" dirty="0">
                <a:solidFill>
                  <a:srgbClr val="0000FF"/>
                </a:solidFill>
                <a:cs typeface="Times New Roman" pitchFamily="18" charset="0"/>
              </a:rPr>
              <a:t>case</a:t>
            </a:r>
            <a:r>
              <a:rPr lang="en-US" dirty="0">
                <a:cs typeface="Times New Roman" pitchFamily="18" charset="0"/>
              </a:rPr>
              <a:t> (pres_state)</a:t>
            </a:r>
          </a:p>
          <a:p>
            <a:pPr eaLnBrk="1" hangingPunct="1">
              <a:defRPr/>
            </a:pPr>
            <a:r>
              <a:rPr lang="en-US" dirty="0"/>
              <a:t>st0: </a:t>
            </a:r>
            <a:r>
              <a:rPr lang="en-US" dirty="0">
                <a:solidFill>
                  <a:srgbClr val="0000FF"/>
                </a:solidFill>
              </a:rPr>
              <a:t>case</a:t>
            </a:r>
            <a:r>
              <a:rPr lang="en-US" dirty="0"/>
              <a:t> (data)</a:t>
            </a:r>
          </a:p>
          <a:p>
            <a:pPr algn="just" eaLnBrk="1" hangingPunct="1">
              <a:defRPr/>
            </a:pPr>
            <a:r>
              <a:rPr lang="en-US" dirty="0">
                <a:cs typeface="Times New Roman" pitchFamily="18" charset="0"/>
              </a:rPr>
              <a:t>2’b00: </a:t>
            </a:r>
            <a:r>
              <a:rPr lang="en-US" dirty="0" err="1">
                <a:cs typeface="Times New Roman" pitchFamily="18" charset="0"/>
              </a:rPr>
              <a:t>next_state</a:t>
            </a:r>
            <a:r>
              <a:rPr lang="en-US" dirty="0">
                <a:cs typeface="Times New Roman" pitchFamily="18" charset="0"/>
              </a:rPr>
              <a:t> = st0;</a:t>
            </a:r>
          </a:p>
          <a:p>
            <a:pPr algn="just" eaLnBrk="1" hangingPunct="1">
              <a:defRPr/>
            </a:pPr>
            <a:r>
              <a:rPr lang="en-US" dirty="0">
                <a:cs typeface="Times New Roman" pitchFamily="18" charset="0"/>
              </a:rPr>
              <a:t>2’b11: </a:t>
            </a:r>
            <a:r>
              <a:rPr lang="en-US" dirty="0" err="1">
                <a:cs typeface="Times New Roman" pitchFamily="18" charset="0"/>
              </a:rPr>
              <a:t>next_state</a:t>
            </a:r>
            <a:r>
              <a:rPr lang="en-US" dirty="0">
                <a:cs typeface="Times New Roman" pitchFamily="18" charset="0"/>
              </a:rPr>
              <a:t> = st2;</a:t>
            </a:r>
          </a:p>
          <a:p>
            <a:pPr algn="just" eaLnBrk="1" hangingPunct="1">
              <a:defRPr/>
            </a:pPr>
            <a:r>
              <a:rPr lang="en-US" dirty="0">
                <a:solidFill>
                  <a:srgbClr val="0000FF"/>
                </a:solidFill>
                <a:cs typeface="Times New Roman" pitchFamily="18" charset="0"/>
              </a:rPr>
              <a:t>default</a:t>
            </a:r>
            <a:r>
              <a:rPr lang="en-US" dirty="0">
                <a:cs typeface="Times New Roman" pitchFamily="18" charset="0"/>
              </a:rPr>
              <a:t>: </a:t>
            </a:r>
            <a:r>
              <a:rPr lang="en-US" dirty="0" err="1">
                <a:cs typeface="Times New Roman" pitchFamily="18" charset="0"/>
              </a:rPr>
              <a:t>next_state</a:t>
            </a:r>
            <a:r>
              <a:rPr lang="en-US" dirty="0">
                <a:cs typeface="Times New Roman" pitchFamily="18" charset="0"/>
              </a:rPr>
              <a:t> = st1;</a:t>
            </a:r>
          </a:p>
          <a:p>
            <a:pPr algn="just" eaLnBrk="1" hangingPunct="1">
              <a:defRPr/>
            </a:pPr>
            <a:r>
              <a:rPr lang="en-US" dirty="0">
                <a:solidFill>
                  <a:srgbClr val="0000FF"/>
                </a:solidFill>
                <a:cs typeface="Times New Roman" pitchFamily="18" charset="0"/>
              </a:rPr>
              <a:t>endcase</a:t>
            </a:r>
          </a:p>
          <a:p>
            <a:pPr eaLnBrk="1" hangingPunct="1">
              <a:defRPr/>
            </a:pPr>
            <a:r>
              <a:rPr lang="en-US" dirty="0"/>
              <a:t>st1: </a:t>
            </a:r>
            <a:r>
              <a:rPr lang="en-US" dirty="0">
                <a:solidFill>
                  <a:srgbClr val="0000FF"/>
                </a:solidFill>
              </a:rPr>
              <a:t>case</a:t>
            </a:r>
            <a:r>
              <a:rPr lang="en-US" dirty="0"/>
              <a:t> (data)</a:t>
            </a:r>
          </a:p>
          <a:p>
            <a:pPr eaLnBrk="1" hangingPunct="1">
              <a:defRPr/>
            </a:pPr>
            <a:r>
              <a:rPr lang="en-US" dirty="0"/>
              <a:t>2’b00: </a:t>
            </a:r>
            <a:r>
              <a:rPr lang="en-US" dirty="0" err="1"/>
              <a:t>next_state</a:t>
            </a:r>
            <a:r>
              <a:rPr lang="en-US" dirty="0"/>
              <a:t> = st1;</a:t>
            </a:r>
          </a:p>
          <a:p>
            <a:pPr eaLnBrk="1" hangingPunct="1">
              <a:defRPr/>
            </a:pPr>
            <a:r>
              <a:rPr lang="en-US" dirty="0"/>
              <a:t>2’b11: </a:t>
            </a:r>
            <a:r>
              <a:rPr lang="en-US" dirty="0" err="1"/>
              <a:t>next_state</a:t>
            </a:r>
            <a:r>
              <a:rPr lang="en-US" dirty="0"/>
              <a:t> = st0;</a:t>
            </a:r>
          </a:p>
          <a:p>
            <a:pPr eaLnBrk="1" hangingPunct="1">
              <a:defRPr/>
            </a:pPr>
            <a:r>
              <a:rPr lang="en-US" dirty="0">
                <a:solidFill>
                  <a:srgbClr val="0000FF"/>
                </a:solidFill>
              </a:rPr>
              <a:t>default</a:t>
            </a:r>
            <a:r>
              <a:rPr lang="en-US" dirty="0"/>
              <a:t>: </a:t>
            </a:r>
            <a:r>
              <a:rPr lang="en-US" dirty="0" err="1"/>
              <a:t>next_state</a:t>
            </a:r>
            <a:r>
              <a:rPr lang="en-US" dirty="0"/>
              <a:t> = st2;</a:t>
            </a:r>
          </a:p>
          <a:p>
            <a:pPr eaLnBrk="1" hangingPunct="1">
              <a:defRPr/>
            </a:pPr>
            <a:r>
              <a:rPr lang="en-US" dirty="0">
                <a:solidFill>
                  <a:srgbClr val="0000FF"/>
                </a:solidFill>
              </a:rPr>
              <a:t>endcase</a:t>
            </a:r>
            <a:endParaRPr lang="en-US" dirty="0">
              <a:solidFill>
                <a:srgbClr val="0000FF"/>
              </a:solidFill>
              <a:cs typeface="Times New Roman" pitchFamily="18" charset="0"/>
            </a:endParaRPr>
          </a:p>
        </p:txBody>
      </p:sp>
      <p:sp>
        <p:nvSpPr>
          <p:cNvPr id="4" name="Text Box 2">
            <a:extLst>
              <a:ext uri="{FF2B5EF4-FFF2-40B4-BE49-F238E27FC236}">
                <a16:creationId xmlns:a16="http://schemas.microsoft.com/office/drawing/2014/main" id="{165C1191-98C3-4242-9592-B16B32499FD3}"/>
              </a:ext>
            </a:extLst>
          </p:cNvPr>
          <p:cNvSpPr txBox="1">
            <a:spLocks noChangeArrowheads="1"/>
          </p:cNvSpPr>
          <p:nvPr/>
        </p:nvSpPr>
        <p:spPr bwMode="auto">
          <a:xfrm>
            <a:off x="6446839" y="1598613"/>
            <a:ext cx="3413125" cy="4081462"/>
          </a:xfrm>
          <a:prstGeom prst="rect">
            <a:avLst/>
          </a:prstGeom>
          <a:solidFill>
            <a:schemeClr val="accent1">
              <a:lumMod val="20000"/>
              <a:lumOff val="80000"/>
            </a:schemeClr>
          </a:solidFill>
          <a:ln w="9525">
            <a:noFill/>
            <a:miter lim="800000"/>
            <a:headEnd/>
            <a:tailEnd/>
          </a:ln>
        </p:spPr>
        <p:txBody>
          <a:bodyPr>
            <a:spAutoFit/>
          </a:bodyPr>
          <a:lstStyle/>
          <a:p>
            <a:pPr eaLnBrk="1" hangingPunct="1">
              <a:lnSpc>
                <a:spcPct val="90000"/>
              </a:lnSpc>
              <a:defRPr/>
            </a:pPr>
            <a:r>
              <a:rPr lang="en-US" dirty="0"/>
              <a:t>st2: </a:t>
            </a:r>
            <a:r>
              <a:rPr lang="en-US" dirty="0">
                <a:solidFill>
                  <a:srgbClr val="0000FF"/>
                </a:solidFill>
              </a:rPr>
              <a:t>case</a:t>
            </a:r>
            <a:r>
              <a:rPr lang="en-US" dirty="0"/>
              <a:t> (data)</a:t>
            </a:r>
          </a:p>
          <a:p>
            <a:pPr eaLnBrk="1" hangingPunct="1">
              <a:lnSpc>
                <a:spcPct val="90000"/>
              </a:lnSpc>
              <a:defRPr/>
            </a:pPr>
            <a:r>
              <a:rPr lang="en-US" dirty="0"/>
              <a:t>2’b00: </a:t>
            </a:r>
            <a:r>
              <a:rPr lang="en-US" dirty="0" err="1"/>
              <a:t>next_state</a:t>
            </a:r>
            <a:r>
              <a:rPr lang="en-US" dirty="0"/>
              <a:t> = st2;</a:t>
            </a:r>
          </a:p>
          <a:p>
            <a:pPr eaLnBrk="1" hangingPunct="1">
              <a:lnSpc>
                <a:spcPct val="90000"/>
              </a:lnSpc>
              <a:defRPr/>
            </a:pPr>
            <a:r>
              <a:rPr lang="en-US" dirty="0"/>
              <a:t>2’b11: </a:t>
            </a:r>
            <a:r>
              <a:rPr lang="en-US" dirty="0" err="1"/>
              <a:t>next_state</a:t>
            </a:r>
            <a:r>
              <a:rPr lang="en-US" dirty="0"/>
              <a:t> = st1;</a:t>
            </a:r>
          </a:p>
          <a:p>
            <a:pPr eaLnBrk="1" hangingPunct="1">
              <a:lnSpc>
                <a:spcPct val="90000"/>
              </a:lnSpc>
              <a:defRPr/>
            </a:pPr>
            <a:r>
              <a:rPr lang="en-US" dirty="0">
                <a:solidFill>
                  <a:srgbClr val="0000FF"/>
                </a:solidFill>
              </a:rPr>
              <a:t>default</a:t>
            </a:r>
            <a:r>
              <a:rPr lang="en-US" dirty="0"/>
              <a:t>: </a:t>
            </a:r>
            <a:r>
              <a:rPr lang="en-US" dirty="0" err="1"/>
              <a:t>next_state</a:t>
            </a:r>
            <a:r>
              <a:rPr lang="en-US" dirty="0"/>
              <a:t> = st0;</a:t>
            </a:r>
          </a:p>
          <a:p>
            <a:pPr eaLnBrk="1" hangingPunct="1">
              <a:lnSpc>
                <a:spcPct val="90000"/>
              </a:lnSpc>
              <a:defRPr/>
            </a:pPr>
            <a:r>
              <a:rPr lang="en-US" dirty="0" err="1">
                <a:solidFill>
                  <a:srgbClr val="0000FF"/>
                </a:solidFill>
              </a:rPr>
              <a:t>endcase</a:t>
            </a:r>
            <a:endParaRPr lang="en-US" dirty="0">
              <a:solidFill>
                <a:srgbClr val="0000FF"/>
              </a:solidFill>
            </a:endParaRPr>
          </a:p>
          <a:p>
            <a:pPr eaLnBrk="1" hangingPunct="1">
              <a:lnSpc>
                <a:spcPct val="90000"/>
              </a:lnSpc>
              <a:defRPr/>
            </a:pPr>
            <a:r>
              <a:rPr lang="en-US" dirty="0">
                <a:solidFill>
                  <a:srgbClr val="0000FF"/>
                </a:solidFill>
                <a:cs typeface="Times New Roman" pitchFamily="18" charset="0"/>
              </a:rPr>
              <a:t>default</a:t>
            </a:r>
            <a:r>
              <a:rPr lang="en-US" dirty="0">
                <a:cs typeface="Times New Roman" pitchFamily="18" charset="0"/>
              </a:rPr>
              <a:t>: </a:t>
            </a:r>
            <a:r>
              <a:rPr lang="en-US" dirty="0" err="1">
                <a:cs typeface="Times New Roman" pitchFamily="18" charset="0"/>
              </a:rPr>
              <a:t>next_state</a:t>
            </a:r>
            <a:r>
              <a:rPr lang="en-US" dirty="0">
                <a:cs typeface="Times New Roman" pitchFamily="18" charset="0"/>
              </a:rPr>
              <a:t>= st0;</a:t>
            </a:r>
          </a:p>
          <a:p>
            <a:pPr eaLnBrk="1" hangingPunct="1">
              <a:lnSpc>
                <a:spcPct val="90000"/>
              </a:lnSpc>
              <a:defRPr/>
            </a:pPr>
            <a:r>
              <a:rPr lang="en-US" dirty="0" err="1">
                <a:solidFill>
                  <a:srgbClr val="0000FF"/>
                </a:solidFill>
                <a:cs typeface="Times New Roman" pitchFamily="18" charset="0"/>
              </a:rPr>
              <a:t>endcase</a:t>
            </a:r>
            <a:endParaRPr lang="en-US" dirty="0">
              <a:solidFill>
                <a:srgbClr val="0000FF"/>
              </a:solidFill>
              <a:cs typeface="Times New Roman" pitchFamily="18" charset="0"/>
            </a:endParaRPr>
          </a:p>
          <a:p>
            <a:pPr eaLnBrk="1" hangingPunct="1">
              <a:lnSpc>
                <a:spcPct val="90000"/>
              </a:lnSpc>
              <a:defRPr/>
            </a:pPr>
            <a:r>
              <a:rPr lang="en-US" dirty="0">
                <a:solidFill>
                  <a:srgbClr val="0000FF"/>
                </a:solidFill>
                <a:cs typeface="Times New Roman" pitchFamily="18" charset="0"/>
              </a:rPr>
              <a:t>end</a:t>
            </a:r>
            <a:r>
              <a:rPr lang="en-US" dirty="0">
                <a:cs typeface="Times New Roman" pitchFamily="18" charset="0"/>
              </a:rPr>
              <a:t> //</a:t>
            </a:r>
            <a:r>
              <a:rPr lang="en-US" dirty="0" err="1">
                <a:cs typeface="Times New Roman" pitchFamily="18" charset="0"/>
              </a:rPr>
              <a:t>fsm</a:t>
            </a:r>
            <a:endParaRPr lang="en-US" dirty="0">
              <a:cs typeface="Times New Roman" pitchFamily="18" charset="0"/>
            </a:endParaRPr>
          </a:p>
          <a:p>
            <a:pPr eaLnBrk="1" hangingPunct="1">
              <a:lnSpc>
                <a:spcPct val="90000"/>
              </a:lnSpc>
              <a:defRPr/>
            </a:pPr>
            <a:r>
              <a:rPr lang="en-US" dirty="0"/>
              <a:t>//Moore output definition</a:t>
            </a:r>
          </a:p>
          <a:p>
            <a:pPr eaLnBrk="1" hangingPunct="1">
              <a:lnSpc>
                <a:spcPct val="90000"/>
              </a:lnSpc>
              <a:defRPr/>
            </a:pPr>
            <a:r>
              <a:rPr lang="en-US" dirty="0">
                <a:solidFill>
                  <a:srgbClr val="0000FF"/>
                </a:solidFill>
              </a:rPr>
              <a:t>always</a:t>
            </a:r>
            <a:r>
              <a:rPr lang="en-US" dirty="0"/>
              <a:t>  @(</a:t>
            </a:r>
            <a:r>
              <a:rPr lang="en-US" dirty="0" err="1"/>
              <a:t>pres_state</a:t>
            </a:r>
            <a:r>
              <a:rPr lang="en-US" dirty="0"/>
              <a:t>)</a:t>
            </a:r>
          </a:p>
          <a:p>
            <a:pPr eaLnBrk="1" hangingPunct="1">
              <a:lnSpc>
                <a:spcPct val="90000"/>
              </a:lnSpc>
              <a:defRPr/>
            </a:pPr>
            <a:r>
              <a:rPr lang="en-US" dirty="0">
                <a:solidFill>
                  <a:srgbClr val="0000FF"/>
                </a:solidFill>
              </a:rPr>
              <a:t>begin</a:t>
            </a:r>
            <a:r>
              <a:rPr lang="en-US" dirty="0"/>
              <a:t>: outputs</a:t>
            </a:r>
          </a:p>
          <a:p>
            <a:pPr eaLnBrk="1" hangingPunct="1">
              <a:lnSpc>
                <a:spcPct val="90000"/>
              </a:lnSpc>
              <a:defRPr/>
            </a:pPr>
            <a:r>
              <a:rPr lang="en-US" dirty="0">
                <a:solidFill>
                  <a:srgbClr val="0000FF"/>
                </a:solidFill>
              </a:rPr>
              <a:t>if</a:t>
            </a:r>
            <a:r>
              <a:rPr lang="en-US" dirty="0"/>
              <a:t> (</a:t>
            </a:r>
            <a:r>
              <a:rPr lang="en-US" dirty="0" err="1"/>
              <a:t>pres_state</a:t>
            </a:r>
            <a:r>
              <a:rPr lang="en-US" dirty="0"/>
              <a:t>==st0)</a:t>
            </a:r>
          </a:p>
          <a:p>
            <a:pPr eaLnBrk="1" hangingPunct="1">
              <a:lnSpc>
                <a:spcPct val="90000"/>
              </a:lnSpc>
              <a:defRPr/>
            </a:pPr>
            <a:r>
              <a:rPr lang="en-US" dirty="0"/>
              <a:t>q = 1’b1;</a:t>
            </a:r>
          </a:p>
          <a:p>
            <a:pPr eaLnBrk="1" hangingPunct="1">
              <a:lnSpc>
                <a:spcPct val="90000"/>
              </a:lnSpc>
              <a:defRPr/>
            </a:pPr>
            <a:r>
              <a:rPr lang="en-US" dirty="0">
                <a:solidFill>
                  <a:srgbClr val="0000FF"/>
                </a:solidFill>
              </a:rPr>
              <a:t>else</a:t>
            </a:r>
            <a:r>
              <a:rPr lang="en-US" dirty="0"/>
              <a:t> q= 1’b0;</a:t>
            </a:r>
          </a:p>
          <a:p>
            <a:pPr eaLnBrk="1" hangingPunct="1">
              <a:lnSpc>
                <a:spcPct val="90000"/>
              </a:lnSpc>
              <a:defRPr/>
            </a:pPr>
            <a:r>
              <a:rPr lang="en-US" dirty="0">
                <a:solidFill>
                  <a:srgbClr val="0000FF"/>
                </a:solidFill>
              </a:rPr>
              <a:t>end</a:t>
            </a:r>
            <a:r>
              <a:rPr lang="en-US" dirty="0"/>
              <a:t> //outputs</a:t>
            </a:r>
          </a:p>
          <a:p>
            <a:pPr eaLnBrk="1" hangingPunct="1">
              <a:lnSpc>
                <a:spcPct val="90000"/>
              </a:lnSpc>
              <a:defRPr/>
            </a:pPr>
            <a:r>
              <a:rPr lang="en-US" dirty="0" err="1">
                <a:solidFill>
                  <a:srgbClr val="0000FF"/>
                </a:solidFill>
              </a:rPr>
              <a:t>endmodule</a:t>
            </a:r>
            <a:endParaRPr lang="en-US" dirty="0">
              <a:solidFill>
                <a:srgbClr val="0000FF"/>
              </a:solidFill>
            </a:endParaRPr>
          </a:p>
        </p:txBody>
      </p:sp>
      <p:sp>
        <p:nvSpPr>
          <p:cNvPr id="6" name="Right Arrow 5">
            <a:extLst>
              <a:ext uri="{FF2B5EF4-FFF2-40B4-BE49-F238E27FC236}">
                <a16:creationId xmlns:a16="http://schemas.microsoft.com/office/drawing/2014/main" id="{95F12DF8-6292-4D0B-A910-7B4BEEAD4E55}"/>
              </a:ext>
            </a:extLst>
          </p:cNvPr>
          <p:cNvSpPr/>
          <p:nvPr/>
        </p:nvSpPr>
        <p:spPr bwMode="auto">
          <a:xfrm>
            <a:off x="5740401" y="3598864"/>
            <a:ext cx="569913" cy="307975"/>
          </a:xfrm>
          <a:prstGeom prst="rightArrow">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11" name="Title 10">
            <a:extLst>
              <a:ext uri="{FF2B5EF4-FFF2-40B4-BE49-F238E27FC236}">
                <a16:creationId xmlns:a16="http://schemas.microsoft.com/office/drawing/2014/main" id="{6CB13132-73D2-B476-A404-70E713431AF3}"/>
              </a:ext>
            </a:extLst>
          </p:cNvPr>
          <p:cNvSpPr>
            <a:spLocks noGrp="1"/>
          </p:cNvSpPr>
          <p:nvPr>
            <p:ph type="title"/>
          </p:nvPr>
        </p:nvSpPr>
        <p:spPr/>
        <p:txBody>
          <a:bodyPr>
            <a:normAutofit/>
          </a:bodyPr>
          <a:lstStyle/>
          <a:p>
            <a:r>
              <a:rPr lang="en-US" dirty="0"/>
              <a:t>FSM Description by Verilog Example 3 (2)</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7DDB23F-08EB-72FB-8110-A2DD806DD2B2}"/>
              </a:ext>
            </a:extLst>
          </p:cNvPr>
          <p:cNvSpPr>
            <a:spLocks noGrp="1"/>
          </p:cNvSpPr>
          <p:nvPr>
            <p:ph type="body" sz="quarter" idx="10"/>
          </p:nvPr>
        </p:nvSpPr>
        <p:spPr/>
        <p:txBody>
          <a:bodyPr/>
          <a:lstStyle/>
          <a:p>
            <a:pPr eaLnBrk="1" hangingPunct="1"/>
            <a:r>
              <a:rPr lang="en-GB" altLang="en-US" sz="2400" dirty="0">
                <a:solidFill>
                  <a:srgbClr val="0066CC"/>
                </a:solidFill>
              </a:rPr>
              <a:t>module</a:t>
            </a:r>
            <a:r>
              <a:rPr lang="en-GB" altLang="en-US" sz="2400" dirty="0"/>
              <a:t> </a:t>
            </a:r>
            <a:r>
              <a:rPr lang="en-GB" altLang="en-US" sz="2400" dirty="0" err="1"/>
              <a:t>Moore_cnt</a:t>
            </a:r>
            <a:r>
              <a:rPr lang="en-US" altLang="en-US" sz="2400" dirty="0"/>
              <a:t>mod3</a:t>
            </a:r>
            <a:r>
              <a:rPr lang="en-GB" altLang="en-US" sz="2400" dirty="0"/>
              <a:t>( </a:t>
            </a:r>
            <a:r>
              <a:rPr lang="en-GB" altLang="en-US" sz="2400" dirty="0">
                <a:solidFill>
                  <a:srgbClr val="0066CC"/>
                </a:solidFill>
              </a:rPr>
              <a:t>input logic </a:t>
            </a:r>
            <a:r>
              <a:rPr lang="en-GB" altLang="en-US" sz="2400" dirty="0" err="1"/>
              <a:t>clk</a:t>
            </a:r>
            <a:r>
              <a:rPr lang="en-GB" altLang="en-US" sz="2400" dirty="0"/>
              <a:t>, </a:t>
            </a:r>
            <a:r>
              <a:rPr lang="en-GB" altLang="en-US" sz="2400" dirty="0">
                <a:solidFill>
                  <a:srgbClr val="0066CC"/>
                </a:solidFill>
              </a:rPr>
              <a:t>input logic </a:t>
            </a:r>
            <a:r>
              <a:rPr lang="en-GB" altLang="en-US" sz="2400" dirty="0"/>
              <a:t>reset,</a:t>
            </a:r>
          </a:p>
          <a:p>
            <a:pPr eaLnBrk="1" hangingPunct="1"/>
            <a:r>
              <a:rPr lang="en-GB" altLang="en-US" sz="2400" dirty="0">
                <a:solidFill>
                  <a:srgbClr val="0066CC"/>
                </a:solidFill>
              </a:rPr>
              <a:t>input logic </a:t>
            </a:r>
            <a:r>
              <a:rPr lang="en-GB" altLang="en-US" sz="2400" dirty="0"/>
              <a:t>[1:0] data,</a:t>
            </a:r>
          </a:p>
          <a:p>
            <a:pPr eaLnBrk="1" hangingPunct="1"/>
            <a:r>
              <a:rPr lang="en-GB" altLang="en-US" sz="2400" dirty="0">
                <a:solidFill>
                  <a:srgbClr val="0066CC"/>
                </a:solidFill>
              </a:rPr>
              <a:t>output logic </a:t>
            </a:r>
            <a:r>
              <a:rPr lang="en-GB" altLang="en-US" sz="2400" dirty="0"/>
              <a:t>q);</a:t>
            </a:r>
          </a:p>
          <a:p>
            <a:pPr eaLnBrk="1" hangingPunct="1"/>
            <a:r>
              <a:rPr lang="en-GB" altLang="en-US" sz="2400" dirty="0">
                <a:solidFill>
                  <a:srgbClr val="0066CC"/>
                </a:solidFill>
              </a:rPr>
              <a:t>typedef  </a:t>
            </a:r>
            <a:r>
              <a:rPr lang="en-GB" altLang="en-US" sz="2400" dirty="0" err="1">
                <a:solidFill>
                  <a:srgbClr val="0066CC"/>
                </a:solidFill>
              </a:rPr>
              <a:t>enum</a:t>
            </a:r>
            <a:r>
              <a:rPr lang="en-GB" altLang="en-US" sz="2400" dirty="0">
                <a:solidFill>
                  <a:srgbClr val="0066CC"/>
                </a:solidFill>
              </a:rPr>
              <a:t> logic </a:t>
            </a:r>
            <a:r>
              <a:rPr lang="en-GB" altLang="en-US" sz="2400" dirty="0"/>
              <a:t>[1:0] {s0, s1, s2} </a:t>
            </a:r>
            <a:r>
              <a:rPr lang="en-GB" altLang="en-US" sz="2400" dirty="0" err="1">
                <a:solidFill>
                  <a:srgbClr val="0066CC"/>
                </a:solidFill>
              </a:rPr>
              <a:t>statetype</a:t>
            </a:r>
            <a:r>
              <a:rPr lang="en-GB" altLang="en-US" sz="2400" dirty="0"/>
              <a:t>;</a:t>
            </a:r>
          </a:p>
          <a:p>
            <a:pPr eaLnBrk="1" hangingPunct="1"/>
            <a:r>
              <a:rPr lang="en-GB" altLang="en-US" sz="2400" dirty="0" err="1">
                <a:solidFill>
                  <a:srgbClr val="0066CC"/>
                </a:solidFill>
              </a:rPr>
              <a:t>statetype</a:t>
            </a:r>
            <a:r>
              <a:rPr lang="en-GB" altLang="en-US" sz="2400" dirty="0">
                <a:solidFill>
                  <a:srgbClr val="0066CC"/>
                </a:solidFill>
              </a:rPr>
              <a:t> [1:0]</a:t>
            </a:r>
            <a:r>
              <a:rPr lang="en-GB" altLang="en-US" sz="2400" dirty="0"/>
              <a:t> state,  </a:t>
            </a:r>
            <a:r>
              <a:rPr lang="en-GB" altLang="en-US" sz="2400" dirty="0" err="1"/>
              <a:t>nextstate</a:t>
            </a:r>
            <a:r>
              <a:rPr lang="en-GB" altLang="en-US" sz="2400" dirty="0"/>
              <a:t>;</a:t>
            </a:r>
          </a:p>
          <a:p>
            <a:pPr eaLnBrk="1" hangingPunct="1"/>
            <a:r>
              <a:rPr lang="en-GB" altLang="en-US" sz="2400" dirty="0"/>
              <a:t>// state register </a:t>
            </a:r>
          </a:p>
          <a:p>
            <a:pPr eaLnBrk="1" hangingPunct="1"/>
            <a:r>
              <a:rPr lang="en-GB" altLang="en-US" sz="2400" dirty="0" err="1">
                <a:solidFill>
                  <a:srgbClr val="0066CC"/>
                </a:solidFill>
              </a:rPr>
              <a:t>always_ff</a:t>
            </a:r>
            <a:r>
              <a:rPr lang="en-GB" altLang="en-US" sz="2400" dirty="0">
                <a:solidFill>
                  <a:srgbClr val="0066CC"/>
                </a:solidFill>
              </a:rPr>
              <a:t>  </a:t>
            </a:r>
            <a:r>
              <a:rPr lang="en-GB" altLang="en-US" sz="2400" dirty="0"/>
              <a:t>@(posedge </a:t>
            </a:r>
            <a:r>
              <a:rPr lang="en-GB" altLang="en-US" sz="2400" dirty="0" err="1"/>
              <a:t>clk</a:t>
            </a:r>
            <a:r>
              <a:rPr lang="en-GB" altLang="en-US" sz="2400" dirty="0"/>
              <a:t>, </a:t>
            </a:r>
            <a:r>
              <a:rPr lang="en-GB" altLang="en-US" sz="2400" dirty="0" err="1"/>
              <a:t>posedge</a:t>
            </a:r>
            <a:r>
              <a:rPr lang="en-GB" altLang="en-US" sz="2400" dirty="0"/>
              <a:t> reset)</a:t>
            </a:r>
          </a:p>
          <a:p>
            <a:pPr eaLnBrk="1" hangingPunct="1"/>
            <a:r>
              <a:rPr lang="en-GB" altLang="en-US" sz="2400" dirty="0">
                <a:solidFill>
                  <a:srgbClr val="0066CC"/>
                </a:solidFill>
              </a:rPr>
              <a:t>if </a:t>
            </a:r>
            <a:r>
              <a:rPr lang="en-GB" altLang="en-US" sz="2400" dirty="0"/>
              <a:t>(reset) state &lt;= s0;</a:t>
            </a:r>
          </a:p>
          <a:p>
            <a:pPr eaLnBrk="1" hangingPunct="1"/>
            <a:r>
              <a:rPr lang="en-GB" altLang="en-US" sz="2400" dirty="0">
                <a:solidFill>
                  <a:srgbClr val="0066CC"/>
                </a:solidFill>
              </a:rPr>
              <a:t>else</a:t>
            </a:r>
            <a:r>
              <a:rPr lang="en-GB" altLang="en-US" sz="2400" dirty="0"/>
              <a:t> state &lt;= </a:t>
            </a:r>
            <a:r>
              <a:rPr lang="en-GB" altLang="en-US" sz="2400" dirty="0" err="1"/>
              <a:t>nextstate</a:t>
            </a:r>
            <a:r>
              <a:rPr lang="en-GB" altLang="en-US" sz="2400" dirty="0"/>
              <a:t>;</a:t>
            </a:r>
          </a:p>
          <a:p>
            <a:pPr algn="just" eaLnBrk="1" hangingPunct="1"/>
            <a:endParaRPr lang="en-US" altLang="en-US" sz="2400" dirty="0">
              <a:cs typeface="Times New Roman" panose="02020603050405020304" pitchFamily="18" charset="0"/>
            </a:endParaRPr>
          </a:p>
          <a:p>
            <a:endParaRPr lang="en-US" dirty="0"/>
          </a:p>
        </p:txBody>
      </p:sp>
      <p:sp>
        <p:nvSpPr>
          <p:cNvPr id="161794" name="Title 1">
            <a:extLst>
              <a:ext uri="{FF2B5EF4-FFF2-40B4-BE49-F238E27FC236}">
                <a16:creationId xmlns:a16="http://schemas.microsoft.com/office/drawing/2014/main" id="{61623E94-DCDE-5BFA-903C-2536E1A3382F}"/>
              </a:ext>
            </a:extLst>
          </p:cNvPr>
          <p:cNvSpPr>
            <a:spLocks noGrp="1" noChangeArrowheads="1"/>
          </p:cNvSpPr>
          <p:nvPr>
            <p:ph type="title"/>
          </p:nvPr>
        </p:nvSpPr>
        <p:spPr/>
        <p:txBody>
          <a:bodyPr>
            <a:normAutofit/>
          </a:bodyPr>
          <a:lstStyle/>
          <a:p>
            <a:r>
              <a:rPr lang="en-GB" altLang="en-US" dirty="0" err="1"/>
              <a:t>SystemVerilog</a:t>
            </a:r>
            <a:r>
              <a:rPr lang="en-GB" altLang="en-US" dirty="0"/>
              <a:t> (FSM) Example 3</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3B532DB3-DA78-4AD7-89D8-D5ED2BD0682B}"/>
              </a:ext>
            </a:extLst>
          </p:cNvPr>
          <p:cNvSpPr>
            <a:spLocks noGrp="1"/>
          </p:cNvSpPr>
          <p:nvPr>
            <p:ph type="body" sz="quarter" idx="13"/>
          </p:nvPr>
        </p:nvSpPr>
        <p:spPr/>
        <p:txBody>
          <a:bodyPr/>
          <a:lstStyle/>
          <a:p>
            <a:pPr eaLnBrk="1" hangingPunct="1"/>
            <a:r>
              <a:rPr lang="en-GB" altLang="en-US" sz="1600" dirty="0"/>
              <a:t>// next state logic</a:t>
            </a:r>
          </a:p>
          <a:p>
            <a:pPr eaLnBrk="1" hangingPunct="1"/>
            <a:r>
              <a:rPr lang="en-GB" altLang="en-US" sz="1600" dirty="0" err="1"/>
              <a:t>always_comb</a:t>
            </a:r>
            <a:endParaRPr lang="en-GB" altLang="en-US" sz="1600" dirty="0">
              <a:solidFill>
                <a:srgbClr val="FF0000"/>
              </a:solidFill>
            </a:endParaRPr>
          </a:p>
          <a:p>
            <a:pPr eaLnBrk="1" hangingPunct="1"/>
            <a:r>
              <a:rPr lang="en-GB" altLang="en-US" sz="1600" dirty="0">
                <a:solidFill>
                  <a:srgbClr val="0000FF"/>
                </a:solidFill>
              </a:rPr>
              <a:t>case</a:t>
            </a:r>
            <a:r>
              <a:rPr lang="en-GB" altLang="en-US" sz="1600" dirty="0"/>
              <a:t> (state)</a:t>
            </a:r>
          </a:p>
          <a:p>
            <a:pPr eaLnBrk="1" hangingPunct="1"/>
            <a:r>
              <a:rPr lang="en-US" altLang="en-US" sz="1600" dirty="0"/>
              <a:t>s0: </a:t>
            </a:r>
            <a:r>
              <a:rPr lang="en-US" altLang="en-US" sz="1600" dirty="0">
                <a:solidFill>
                  <a:srgbClr val="0000FF"/>
                </a:solidFill>
              </a:rPr>
              <a:t>case</a:t>
            </a:r>
            <a:r>
              <a:rPr lang="en-US" altLang="en-US" sz="1600" dirty="0"/>
              <a:t> (data)</a:t>
            </a:r>
          </a:p>
          <a:p>
            <a:pPr algn="just" eaLnBrk="1" hangingPunct="1"/>
            <a:r>
              <a:rPr lang="en-US" altLang="en-US" sz="1600" dirty="0">
                <a:cs typeface="Times New Roman" panose="02020603050405020304" pitchFamily="18" charset="0"/>
              </a:rPr>
              <a:t>2’b00: </a:t>
            </a:r>
            <a:r>
              <a:rPr lang="en-US" altLang="en-US" sz="1600" dirty="0" err="1">
                <a:cs typeface="Times New Roman" panose="02020603050405020304" pitchFamily="18" charset="0"/>
              </a:rPr>
              <a:t>nextstate</a:t>
            </a:r>
            <a:r>
              <a:rPr lang="en-US" altLang="en-US" sz="1600" dirty="0">
                <a:cs typeface="Times New Roman" panose="02020603050405020304" pitchFamily="18" charset="0"/>
              </a:rPr>
              <a:t> = s0;</a:t>
            </a:r>
          </a:p>
          <a:p>
            <a:pPr algn="just" eaLnBrk="1" hangingPunct="1"/>
            <a:r>
              <a:rPr lang="en-US" altLang="en-US" sz="1600" dirty="0">
                <a:cs typeface="Times New Roman" panose="02020603050405020304" pitchFamily="18" charset="0"/>
              </a:rPr>
              <a:t>2’b11: </a:t>
            </a:r>
            <a:r>
              <a:rPr lang="en-US" altLang="en-US" sz="1600" dirty="0" err="1">
                <a:cs typeface="Times New Roman" panose="02020603050405020304" pitchFamily="18" charset="0"/>
              </a:rPr>
              <a:t>nextstate</a:t>
            </a:r>
            <a:r>
              <a:rPr lang="en-US" altLang="en-US" sz="1600" dirty="0">
                <a:cs typeface="Times New Roman" panose="02020603050405020304" pitchFamily="18" charset="0"/>
              </a:rPr>
              <a:t> = s2;</a:t>
            </a:r>
          </a:p>
          <a:p>
            <a:pPr algn="just" eaLnBrk="1" hangingPunct="1"/>
            <a:r>
              <a:rPr lang="en-US" altLang="en-US" sz="1600" dirty="0">
                <a:solidFill>
                  <a:srgbClr val="0000FF"/>
                </a:solidFill>
                <a:cs typeface="Times New Roman" panose="02020603050405020304" pitchFamily="18" charset="0"/>
              </a:rPr>
              <a:t>default</a:t>
            </a:r>
            <a:r>
              <a:rPr lang="en-US" altLang="en-US" sz="1600" dirty="0">
                <a:cs typeface="Times New Roman" panose="02020603050405020304" pitchFamily="18" charset="0"/>
              </a:rPr>
              <a:t>: </a:t>
            </a:r>
            <a:r>
              <a:rPr lang="en-US" altLang="en-US" sz="1600" dirty="0" err="1">
                <a:cs typeface="Times New Roman" panose="02020603050405020304" pitchFamily="18" charset="0"/>
              </a:rPr>
              <a:t>nextstate</a:t>
            </a:r>
            <a:r>
              <a:rPr lang="en-US" altLang="en-US" sz="1600" dirty="0">
                <a:cs typeface="Times New Roman" panose="02020603050405020304" pitchFamily="18" charset="0"/>
              </a:rPr>
              <a:t> = s1; </a:t>
            </a:r>
          </a:p>
          <a:p>
            <a:pPr algn="just" eaLnBrk="1" hangingPunct="1"/>
            <a:r>
              <a:rPr lang="en-US" altLang="en-US" sz="1600" dirty="0" err="1">
                <a:solidFill>
                  <a:srgbClr val="0066CC"/>
                </a:solidFill>
                <a:cs typeface="Times New Roman" panose="02020603050405020304" pitchFamily="18" charset="0"/>
              </a:rPr>
              <a:t>endcase</a:t>
            </a:r>
            <a:endParaRPr lang="en-GB" altLang="en-US" sz="1600" dirty="0"/>
          </a:p>
          <a:p>
            <a:pPr eaLnBrk="1" hangingPunct="1"/>
            <a:r>
              <a:rPr lang="en-US" altLang="en-US" sz="1600" dirty="0"/>
              <a:t>s1: </a:t>
            </a:r>
            <a:r>
              <a:rPr lang="en-US" altLang="en-US" sz="1600" dirty="0">
                <a:solidFill>
                  <a:srgbClr val="0000FF"/>
                </a:solidFill>
              </a:rPr>
              <a:t>case</a:t>
            </a:r>
            <a:r>
              <a:rPr lang="en-US" altLang="en-US" sz="1600" dirty="0"/>
              <a:t> (data)</a:t>
            </a:r>
          </a:p>
          <a:p>
            <a:pPr eaLnBrk="1" hangingPunct="1"/>
            <a:r>
              <a:rPr lang="en-US" altLang="en-US" sz="1600" dirty="0"/>
              <a:t>2’b00: </a:t>
            </a:r>
            <a:r>
              <a:rPr lang="en-US" altLang="en-US" sz="1600" dirty="0" err="1"/>
              <a:t>nextstate</a:t>
            </a:r>
            <a:r>
              <a:rPr lang="en-US" altLang="en-US" sz="1600" dirty="0"/>
              <a:t> = s1;</a:t>
            </a:r>
          </a:p>
          <a:p>
            <a:pPr eaLnBrk="1" hangingPunct="1"/>
            <a:r>
              <a:rPr lang="en-US" altLang="en-US" sz="1600" dirty="0"/>
              <a:t>2’b11: </a:t>
            </a:r>
            <a:r>
              <a:rPr lang="en-US" altLang="en-US" sz="1600" dirty="0" err="1"/>
              <a:t>nextstate</a:t>
            </a:r>
            <a:r>
              <a:rPr lang="en-US" altLang="en-US" sz="1600" dirty="0"/>
              <a:t> = s0;</a:t>
            </a:r>
          </a:p>
          <a:p>
            <a:pPr eaLnBrk="1" hangingPunct="1"/>
            <a:r>
              <a:rPr lang="en-US" altLang="en-US" sz="1600" dirty="0">
                <a:solidFill>
                  <a:srgbClr val="0000FF"/>
                </a:solidFill>
              </a:rPr>
              <a:t>default</a:t>
            </a:r>
            <a:r>
              <a:rPr lang="en-US" altLang="en-US" sz="1600" dirty="0"/>
              <a:t>: </a:t>
            </a:r>
            <a:r>
              <a:rPr lang="en-US" altLang="en-US" sz="1600" dirty="0" err="1"/>
              <a:t>nextstate</a:t>
            </a:r>
            <a:r>
              <a:rPr lang="en-US" altLang="en-US" sz="1600" dirty="0"/>
              <a:t> = s2;</a:t>
            </a:r>
          </a:p>
          <a:p>
            <a:pPr eaLnBrk="1" hangingPunct="1"/>
            <a:r>
              <a:rPr lang="en-US" altLang="en-US" sz="1600" dirty="0" err="1">
                <a:solidFill>
                  <a:srgbClr val="0000FF"/>
                </a:solidFill>
              </a:rPr>
              <a:t>endcase</a:t>
            </a:r>
            <a:r>
              <a:rPr lang="en-US" altLang="en-US" sz="1600" dirty="0">
                <a:solidFill>
                  <a:srgbClr val="0000FF"/>
                </a:solidFill>
              </a:rPr>
              <a:t> </a:t>
            </a:r>
            <a:endParaRPr lang="en-GB" altLang="en-US" sz="1600" dirty="0"/>
          </a:p>
          <a:p>
            <a:endParaRPr lang="en-US" sz="1600" dirty="0"/>
          </a:p>
        </p:txBody>
      </p:sp>
      <p:sp>
        <p:nvSpPr>
          <p:cNvPr id="162818" name="Title 1">
            <a:extLst>
              <a:ext uri="{FF2B5EF4-FFF2-40B4-BE49-F238E27FC236}">
                <a16:creationId xmlns:a16="http://schemas.microsoft.com/office/drawing/2014/main" id="{31F9102E-C314-5A49-DAE8-C790042397FE}"/>
              </a:ext>
            </a:extLst>
          </p:cNvPr>
          <p:cNvSpPr>
            <a:spLocks noGrp="1" noChangeArrowheads="1"/>
          </p:cNvSpPr>
          <p:nvPr>
            <p:ph type="title"/>
          </p:nvPr>
        </p:nvSpPr>
        <p:spPr/>
        <p:txBody>
          <a:bodyPr>
            <a:normAutofit/>
          </a:bodyPr>
          <a:lstStyle/>
          <a:p>
            <a:r>
              <a:rPr lang="en-GB" altLang="en-US" dirty="0" err="1"/>
              <a:t>SystemVerilog</a:t>
            </a:r>
            <a:r>
              <a:rPr lang="en-GB" altLang="en-US" dirty="0"/>
              <a:t> (FSM) Example 3 (2)</a:t>
            </a:r>
          </a:p>
        </p:txBody>
      </p:sp>
      <p:sp>
        <p:nvSpPr>
          <p:cNvPr id="12" name="Text Placeholder 11">
            <a:extLst>
              <a:ext uri="{FF2B5EF4-FFF2-40B4-BE49-F238E27FC236}">
                <a16:creationId xmlns:a16="http://schemas.microsoft.com/office/drawing/2014/main" id="{49AB6BBE-EB83-9758-56FC-91AE00BA3048}"/>
              </a:ext>
            </a:extLst>
          </p:cNvPr>
          <p:cNvSpPr>
            <a:spLocks noGrp="1"/>
          </p:cNvSpPr>
          <p:nvPr>
            <p:ph type="body" sz="quarter" idx="14"/>
          </p:nvPr>
        </p:nvSpPr>
        <p:spPr/>
        <p:txBody>
          <a:bodyPr/>
          <a:lstStyle/>
          <a:p>
            <a:pPr eaLnBrk="1" hangingPunct="1">
              <a:lnSpc>
                <a:spcPct val="90000"/>
              </a:lnSpc>
            </a:pPr>
            <a:r>
              <a:rPr lang="en-US" altLang="en-US" sz="1600" dirty="0"/>
              <a:t>s2: </a:t>
            </a:r>
            <a:r>
              <a:rPr lang="en-US" altLang="en-US" sz="1600" dirty="0">
                <a:solidFill>
                  <a:srgbClr val="0000FF"/>
                </a:solidFill>
              </a:rPr>
              <a:t>case</a:t>
            </a:r>
            <a:r>
              <a:rPr lang="en-US" altLang="en-US" sz="1600" dirty="0"/>
              <a:t> (data)</a:t>
            </a:r>
          </a:p>
          <a:p>
            <a:pPr eaLnBrk="1" hangingPunct="1">
              <a:lnSpc>
                <a:spcPct val="90000"/>
              </a:lnSpc>
            </a:pPr>
            <a:r>
              <a:rPr lang="en-US" altLang="en-US" sz="1600" dirty="0"/>
              <a:t>2’b00: </a:t>
            </a:r>
            <a:r>
              <a:rPr lang="en-US" altLang="en-US" sz="1600" dirty="0" err="1"/>
              <a:t>nextstate</a:t>
            </a:r>
            <a:r>
              <a:rPr lang="en-US" altLang="en-US" sz="1600" dirty="0"/>
              <a:t> = s2;</a:t>
            </a:r>
          </a:p>
          <a:p>
            <a:pPr eaLnBrk="1" hangingPunct="1">
              <a:lnSpc>
                <a:spcPct val="90000"/>
              </a:lnSpc>
            </a:pPr>
            <a:r>
              <a:rPr lang="en-US" altLang="en-US" sz="1600" dirty="0"/>
              <a:t>2’b11: </a:t>
            </a:r>
            <a:r>
              <a:rPr lang="en-US" altLang="en-US" sz="1600" dirty="0" err="1"/>
              <a:t>nextstate</a:t>
            </a:r>
            <a:r>
              <a:rPr lang="en-US" altLang="en-US" sz="1600" dirty="0"/>
              <a:t> = s1;</a:t>
            </a:r>
          </a:p>
          <a:p>
            <a:pPr eaLnBrk="1" hangingPunct="1">
              <a:lnSpc>
                <a:spcPct val="90000"/>
              </a:lnSpc>
            </a:pPr>
            <a:r>
              <a:rPr lang="en-US" altLang="en-US" sz="1600" dirty="0">
                <a:solidFill>
                  <a:srgbClr val="0000FF"/>
                </a:solidFill>
              </a:rPr>
              <a:t>default</a:t>
            </a:r>
            <a:r>
              <a:rPr lang="en-US" altLang="en-US" sz="1600" dirty="0"/>
              <a:t>: </a:t>
            </a:r>
            <a:r>
              <a:rPr lang="en-US" altLang="en-US" sz="1600" dirty="0" err="1"/>
              <a:t>nextstate</a:t>
            </a:r>
            <a:r>
              <a:rPr lang="en-US" altLang="en-US" sz="1600" dirty="0"/>
              <a:t> = s0;</a:t>
            </a:r>
          </a:p>
          <a:p>
            <a:pPr eaLnBrk="1" hangingPunct="1">
              <a:lnSpc>
                <a:spcPct val="90000"/>
              </a:lnSpc>
            </a:pPr>
            <a:r>
              <a:rPr lang="en-US" altLang="en-US" sz="1600" dirty="0" err="1">
                <a:solidFill>
                  <a:srgbClr val="0000FF"/>
                </a:solidFill>
              </a:rPr>
              <a:t>endcase</a:t>
            </a:r>
            <a:endParaRPr lang="en-US" altLang="en-US" sz="1600" dirty="0">
              <a:solidFill>
                <a:srgbClr val="0000FF"/>
              </a:solidFill>
            </a:endParaRPr>
          </a:p>
          <a:p>
            <a:pPr eaLnBrk="1" hangingPunct="1">
              <a:lnSpc>
                <a:spcPct val="90000"/>
              </a:lnSpc>
            </a:pPr>
            <a:r>
              <a:rPr lang="en-US" altLang="en-US" sz="1600" dirty="0">
                <a:solidFill>
                  <a:srgbClr val="0000FF"/>
                </a:solidFill>
                <a:cs typeface="Times New Roman" panose="02020603050405020304" pitchFamily="18" charset="0"/>
              </a:rPr>
              <a:t>default</a:t>
            </a:r>
            <a:r>
              <a:rPr lang="en-US" altLang="en-US" sz="1600" dirty="0">
                <a:cs typeface="Times New Roman" panose="02020603050405020304" pitchFamily="18" charset="0"/>
              </a:rPr>
              <a:t>: </a:t>
            </a:r>
            <a:r>
              <a:rPr lang="en-US" altLang="en-US" sz="1600" dirty="0" err="1">
                <a:cs typeface="Times New Roman" panose="02020603050405020304" pitchFamily="18" charset="0"/>
              </a:rPr>
              <a:t>nextstate</a:t>
            </a:r>
            <a:r>
              <a:rPr lang="en-US" altLang="en-US" sz="1600" dirty="0">
                <a:cs typeface="Times New Roman" panose="02020603050405020304" pitchFamily="18" charset="0"/>
              </a:rPr>
              <a:t>= s0;</a:t>
            </a:r>
          </a:p>
          <a:p>
            <a:pPr eaLnBrk="1" hangingPunct="1">
              <a:lnSpc>
                <a:spcPct val="90000"/>
              </a:lnSpc>
            </a:pPr>
            <a:r>
              <a:rPr lang="en-US" altLang="en-US" sz="1600" dirty="0" err="1">
                <a:solidFill>
                  <a:srgbClr val="0000FF"/>
                </a:solidFill>
                <a:cs typeface="Times New Roman" panose="02020603050405020304" pitchFamily="18" charset="0"/>
              </a:rPr>
              <a:t>endcase</a:t>
            </a:r>
            <a:br>
              <a:rPr lang="en-US" altLang="en-US" sz="1600" dirty="0">
                <a:solidFill>
                  <a:srgbClr val="0000FF"/>
                </a:solidFill>
                <a:cs typeface="Times New Roman" panose="02020603050405020304" pitchFamily="18" charset="0"/>
              </a:rPr>
            </a:br>
            <a:r>
              <a:rPr lang="en-US" altLang="en-US" sz="1600" dirty="0">
                <a:solidFill>
                  <a:srgbClr val="0000FF"/>
                </a:solidFill>
                <a:cs typeface="Times New Roman" panose="02020603050405020304" pitchFamily="18" charset="0"/>
              </a:rPr>
              <a:t>//output logic</a:t>
            </a:r>
          </a:p>
          <a:p>
            <a:pPr eaLnBrk="1" hangingPunct="1"/>
            <a:r>
              <a:rPr lang="en-GB" altLang="en-US" sz="1600" dirty="0">
                <a:solidFill>
                  <a:srgbClr val="0066CC"/>
                </a:solidFill>
              </a:rPr>
              <a:t>assign </a:t>
            </a:r>
            <a:r>
              <a:rPr lang="en-GB" altLang="en-US" sz="1600" dirty="0"/>
              <a:t>q = (state==s0);</a:t>
            </a:r>
          </a:p>
          <a:p>
            <a:pPr eaLnBrk="1" hangingPunct="1"/>
            <a:r>
              <a:rPr lang="en-GB" altLang="en-US" sz="1600" dirty="0" err="1">
                <a:solidFill>
                  <a:srgbClr val="0066CC"/>
                </a:solidFill>
              </a:rPr>
              <a:t>endmodule</a:t>
            </a:r>
            <a:endParaRPr lang="en-GB" altLang="en-US" sz="1600" dirty="0"/>
          </a:p>
          <a:p>
            <a:pPr eaLnBrk="1" hangingPunct="1"/>
            <a:endParaRPr lang="en-GB" altLang="en-US" sz="1600" dirty="0"/>
          </a:p>
          <a:p>
            <a:endParaRPr lang="en-US" sz="1600" dirty="0"/>
          </a:p>
        </p:txBody>
      </p:sp>
      <p:sp>
        <p:nvSpPr>
          <p:cNvPr id="7" name="Right Arrow 6">
            <a:extLst>
              <a:ext uri="{FF2B5EF4-FFF2-40B4-BE49-F238E27FC236}">
                <a16:creationId xmlns:a16="http://schemas.microsoft.com/office/drawing/2014/main" id="{9CC18B47-4A07-4C35-A546-FA15CADC0A42}"/>
              </a:ext>
            </a:extLst>
          </p:cNvPr>
          <p:cNvSpPr/>
          <p:nvPr/>
        </p:nvSpPr>
        <p:spPr bwMode="auto">
          <a:xfrm>
            <a:off x="4364039" y="2774156"/>
            <a:ext cx="866775" cy="450850"/>
          </a:xfrm>
          <a:prstGeom prst="rightArrow">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itle 1">
            <a:extLst>
              <a:ext uri="{FF2B5EF4-FFF2-40B4-BE49-F238E27FC236}">
                <a16:creationId xmlns:a16="http://schemas.microsoft.com/office/drawing/2014/main" id="{9AD9C3D2-1589-57F1-5111-CCAE4C6C98CE}"/>
              </a:ext>
            </a:extLst>
          </p:cNvPr>
          <p:cNvSpPr>
            <a:spLocks noGrp="1" noChangeArrowheads="1"/>
          </p:cNvSpPr>
          <p:nvPr>
            <p:ph type="title"/>
          </p:nvPr>
        </p:nvSpPr>
        <p:spPr/>
        <p:txBody>
          <a:bodyPr/>
          <a:lstStyle/>
          <a:p>
            <a:r>
              <a:rPr lang="en-US" altLang="en-US"/>
              <a:t>Data Types</a:t>
            </a:r>
            <a:endParaRPr lang="en-GB" altLang="en-US"/>
          </a:p>
        </p:txBody>
      </p:sp>
      <p:sp>
        <p:nvSpPr>
          <p:cNvPr id="9" name="Text Placeholder 8">
            <a:extLst>
              <a:ext uri="{FF2B5EF4-FFF2-40B4-BE49-F238E27FC236}">
                <a16:creationId xmlns:a16="http://schemas.microsoft.com/office/drawing/2014/main" id="{E20C0319-B266-DF5A-1715-1442046A2E86}"/>
              </a:ext>
            </a:extLst>
          </p:cNvPr>
          <p:cNvSpPr>
            <a:spLocks noGrp="1"/>
          </p:cNvSpPr>
          <p:nvPr>
            <p:ph type="body" sz="quarter" idx="10"/>
          </p:nvPr>
        </p:nvSpPr>
        <p:spPr/>
        <p:txBody>
          <a:bodyPr/>
          <a:lstStyle/>
          <a:p>
            <a:r>
              <a:rPr lang="en-US" sz="2000" dirty="0"/>
              <a:t> </a:t>
            </a:r>
            <a:r>
              <a:rPr lang="en-US" sz="2000" dirty="0" err="1"/>
              <a:t>SystemVerilog</a:t>
            </a:r>
            <a:r>
              <a:rPr lang="en-US" sz="2000" dirty="0"/>
              <a:t> introduces the logic type (synonym  a reg ). </a:t>
            </a:r>
          </a:p>
          <a:p>
            <a:r>
              <a:rPr lang="en-US" sz="2000" dirty="0"/>
              <a:t>Advantages:  </a:t>
            </a:r>
          </a:p>
          <a:p>
            <a:r>
              <a:rPr lang="en-US" sz="2000" dirty="0"/>
              <a:t> Logic avoids misleading users about whether it is actually a flip-flop. </a:t>
            </a:r>
          </a:p>
          <a:p>
            <a:r>
              <a:rPr lang="en-US" sz="2000" dirty="0"/>
              <a:t> </a:t>
            </a:r>
            <a:r>
              <a:rPr lang="en-US" sz="2000" dirty="0" err="1"/>
              <a:t>SystemVerilog</a:t>
            </a:r>
            <a:r>
              <a:rPr lang="en-US" sz="2000" dirty="0"/>
              <a:t> relaxes the rules on assign statements and hierarchical  port  instantiation</a:t>
            </a:r>
          </a:p>
          <a:p>
            <a:r>
              <a:rPr lang="en-US" sz="2000" dirty="0"/>
              <a:t> Logic can be used outside always blocks where a wire traditionally would have been required.  Nearly all  </a:t>
            </a:r>
            <a:r>
              <a:rPr lang="en-US" sz="2000" dirty="0" err="1"/>
              <a:t>SystemVerilog</a:t>
            </a:r>
            <a:r>
              <a:rPr lang="en-US" sz="2000" dirty="0"/>
              <a:t> signals can be  logic.</a:t>
            </a:r>
          </a:p>
          <a:p>
            <a:r>
              <a:rPr lang="en-US" sz="2000" dirty="0"/>
              <a:t>  The typedef statement defines </a:t>
            </a:r>
            <a:r>
              <a:rPr lang="en-US" sz="2000" dirty="0" err="1"/>
              <a:t>statetype</a:t>
            </a:r>
            <a:r>
              <a:rPr lang="en-US" sz="2000" dirty="0"/>
              <a:t> to be a two-bit logic value with three possibilities: s0, s1, or s2.  </a:t>
            </a:r>
          </a:p>
          <a:p>
            <a:r>
              <a:rPr lang="en-US" sz="2000" dirty="0"/>
              <a:t>  State and </a:t>
            </a:r>
            <a:r>
              <a:rPr lang="en-US" sz="2000" dirty="0" err="1"/>
              <a:t>nextstate</a:t>
            </a:r>
            <a:r>
              <a:rPr lang="en-US" sz="2000" dirty="0"/>
              <a:t> are </a:t>
            </a:r>
            <a:r>
              <a:rPr lang="en-US" sz="2000" dirty="0" err="1"/>
              <a:t>statetype</a:t>
            </a:r>
            <a:r>
              <a:rPr lang="en-US" sz="2000" dirty="0"/>
              <a:t> signals.</a:t>
            </a:r>
          </a:p>
          <a:p>
            <a:r>
              <a:rPr lang="en-US" sz="2000" dirty="0"/>
              <a:t> The enumerated encodings default to numerical order:s0 = 00, s1 = 01, and s2 = 10.  The encodings can be explicitly set by the user</a:t>
            </a:r>
          </a:p>
          <a:p>
            <a:r>
              <a:rPr lang="en-US" sz="2000" dirty="0"/>
              <a:t> Synthesis  tool views them as suggestions,   not  requirements.</a:t>
            </a:r>
          </a:p>
          <a:p>
            <a:endParaRPr lang="en-US" sz="2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itle 1">
            <a:extLst>
              <a:ext uri="{FF2B5EF4-FFF2-40B4-BE49-F238E27FC236}">
                <a16:creationId xmlns:a16="http://schemas.microsoft.com/office/drawing/2014/main" id="{D09753E0-2818-D4F1-F8DD-50C21BC23AE4}"/>
              </a:ext>
            </a:extLst>
          </p:cNvPr>
          <p:cNvSpPr>
            <a:spLocks noGrp="1" noChangeArrowheads="1"/>
          </p:cNvSpPr>
          <p:nvPr>
            <p:ph type="title"/>
          </p:nvPr>
        </p:nvSpPr>
        <p:spPr/>
        <p:txBody>
          <a:bodyPr/>
          <a:lstStyle/>
          <a:p>
            <a:r>
              <a:rPr lang="en-US" altLang="en-US"/>
              <a:t>State Encoding Techniques</a:t>
            </a:r>
            <a:endParaRPr lang="en-GB" altLang="en-US"/>
          </a:p>
        </p:txBody>
      </p:sp>
      <p:sp>
        <p:nvSpPr>
          <p:cNvPr id="9" name="Text Placeholder 8">
            <a:extLst>
              <a:ext uri="{FF2B5EF4-FFF2-40B4-BE49-F238E27FC236}">
                <a16:creationId xmlns:a16="http://schemas.microsoft.com/office/drawing/2014/main" id="{48166CA5-5C63-8DC0-0C9A-788952B0EE85}"/>
              </a:ext>
            </a:extLst>
          </p:cNvPr>
          <p:cNvSpPr>
            <a:spLocks noGrp="1"/>
          </p:cNvSpPr>
          <p:nvPr>
            <p:ph type="body" sz="quarter" idx="10"/>
          </p:nvPr>
        </p:nvSpPr>
        <p:spPr/>
        <p:txBody>
          <a:bodyPr/>
          <a:lstStyle/>
          <a:p>
            <a:r>
              <a:rPr lang="en-US" dirty="0"/>
              <a:t>Select the desired encoding technique with FSM  Encoding Algorithm (FSM_ENCODING).  For  example  XST.</a:t>
            </a:r>
          </a:p>
          <a:p>
            <a:r>
              <a:rPr lang="en-US" dirty="0"/>
              <a:t>Auto State Encoding</a:t>
            </a:r>
          </a:p>
          <a:p>
            <a:r>
              <a:rPr lang="en-US" dirty="0"/>
              <a:t>In automatic mode, XST tries to select the best suited encoding method for a given FSM.</a:t>
            </a:r>
          </a:p>
          <a:p>
            <a:r>
              <a:rPr lang="en-US" dirty="0"/>
              <a:t>One Hot Encoding</a:t>
            </a:r>
          </a:p>
          <a:p>
            <a:r>
              <a:rPr lang="en-US" dirty="0"/>
              <a:t>One-Hot State Encoding is the default encoding scheme. </a:t>
            </a:r>
          </a:p>
          <a:p>
            <a:pPr lvl="1"/>
            <a:r>
              <a:rPr lang="en-US" dirty="0"/>
              <a:t>The state register is implemented with one flip-flop for each state. </a:t>
            </a:r>
          </a:p>
          <a:p>
            <a:pPr lvl="1"/>
            <a:r>
              <a:rPr lang="en-US" dirty="0"/>
              <a:t>In a given clock cycle - one and only one bit of the state register is asserted. </a:t>
            </a:r>
          </a:p>
          <a:p>
            <a:pPr lvl="1"/>
            <a:r>
              <a:rPr lang="en-US" dirty="0"/>
              <a:t>Only two bits toggle during a transition between two states.</a:t>
            </a:r>
          </a:p>
          <a:p>
            <a:pPr lvl="1"/>
            <a:r>
              <a:rPr lang="en-US" dirty="0"/>
              <a:t>One-Hot State Encoding is usually a good choice for optimizing speed or reducing power dissipation.</a:t>
            </a:r>
          </a:p>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itle 1">
            <a:extLst>
              <a:ext uri="{FF2B5EF4-FFF2-40B4-BE49-F238E27FC236}">
                <a16:creationId xmlns:a16="http://schemas.microsoft.com/office/drawing/2014/main" id="{9B61E4BF-977F-FA37-E42E-250853C08F76}"/>
              </a:ext>
            </a:extLst>
          </p:cNvPr>
          <p:cNvSpPr>
            <a:spLocks noGrp="1" noChangeArrowheads="1"/>
          </p:cNvSpPr>
          <p:nvPr>
            <p:ph type="title"/>
          </p:nvPr>
        </p:nvSpPr>
        <p:spPr/>
        <p:txBody>
          <a:bodyPr/>
          <a:lstStyle/>
          <a:p>
            <a:r>
              <a:rPr lang="en-US" altLang="en-US"/>
              <a:t>State  Encoding</a:t>
            </a:r>
            <a:endParaRPr lang="en-GB" altLang="en-US"/>
          </a:p>
        </p:txBody>
      </p:sp>
      <p:sp>
        <p:nvSpPr>
          <p:cNvPr id="9" name="Text Placeholder 8">
            <a:extLst>
              <a:ext uri="{FF2B5EF4-FFF2-40B4-BE49-F238E27FC236}">
                <a16:creationId xmlns:a16="http://schemas.microsoft.com/office/drawing/2014/main" id="{AF916B10-09BB-2072-CC3E-E8F1AAA293AF}"/>
              </a:ext>
            </a:extLst>
          </p:cNvPr>
          <p:cNvSpPr>
            <a:spLocks noGrp="1"/>
          </p:cNvSpPr>
          <p:nvPr>
            <p:ph type="body" sz="quarter" idx="10"/>
          </p:nvPr>
        </p:nvSpPr>
        <p:spPr/>
        <p:txBody>
          <a:bodyPr/>
          <a:lstStyle/>
          <a:p>
            <a:r>
              <a:rPr lang="en-US" b="1" dirty="0">
                <a:solidFill>
                  <a:srgbClr val="0000FF"/>
                </a:solidFill>
              </a:rPr>
              <a:t>Gray State Encoding:</a:t>
            </a:r>
          </a:p>
          <a:p>
            <a:pPr lvl="1"/>
            <a:r>
              <a:rPr lang="en-US" dirty="0"/>
              <a:t>Only one bit switches between two consecutive states.</a:t>
            </a:r>
          </a:p>
          <a:p>
            <a:pPr lvl="1"/>
            <a:r>
              <a:rPr lang="en-US" dirty="0"/>
              <a:t>It is appropriate for controllers exhibiting long paths without branching.</a:t>
            </a:r>
          </a:p>
          <a:p>
            <a:pPr lvl="1"/>
            <a:r>
              <a:rPr lang="en-US" dirty="0"/>
              <a:t>Minimizes hazards and glitches.</a:t>
            </a:r>
          </a:p>
          <a:p>
            <a:pPr lvl="1"/>
            <a:r>
              <a:rPr lang="en-US" dirty="0"/>
              <a:t>Good results can be obtained when implementing the state register with T flip-flops.</a:t>
            </a:r>
          </a:p>
          <a:p>
            <a:pPr lvl="1"/>
            <a:r>
              <a:rPr lang="en-US" dirty="0"/>
              <a:t>Can be used to minimize power dissipation.</a:t>
            </a:r>
          </a:p>
          <a:p>
            <a:r>
              <a:rPr lang="en-US" b="1" dirty="0">
                <a:solidFill>
                  <a:srgbClr val="0000FF"/>
                </a:solidFill>
              </a:rPr>
              <a:t>Compact State Encoding</a:t>
            </a:r>
          </a:p>
          <a:p>
            <a:pPr lvl="1"/>
            <a:r>
              <a:rPr lang="en-US" dirty="0"/>
              <a:t>Compact State Encoding consists of minimizing the number of bits in the state variables and flip-flops.</a:t>
            </a:r>
          </a:p>
          <a:p>
            <a:pPr lvl="1"/>
            <a:r>
              <a:rPr lang="en-US" dirty="0"/>
              <a:t>This technique is based on hypercube immersion. </a:t>
            </a:r>
          </a:p>
          <a:p>
            <a:pPr lvl="1"/>
            <a:r>
              <a:rPr lang="en-US" dirty="0"/>
              <a:t>Compact State Encoding is appropriate when trying to optimize area.</a:t>
            </a:r>
          </a:p>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itle 1">
            <a:extLst>
              <a:ext uri="{FF2B5EF4-FFF2-40B4-BE49-F238E27FC236}">
                <a16:creationId xmlns:a16="http://schemas.microsoft.com/office/drawing/2014/main" id="{A69CC804-D5F2-E81F-400F-07582ADF6E44}"/>
              </a:ext>
            </a:extLst>
          </p:cNvPr>
          <p:cNvSpPr>
            <a:spLocks noGrp="1" noChangeArrowheads="1"/>
          </p:cNvSpPr>
          <p:nvPr>
            <p:ph type="title"/>
          </p:nvPr>
        </p:nvSpPr>
        <p:spPr/>
        <p:txBody>
          <a:bodyPr/>
          <a:lstStyle/>
          <a:p>
            <a:r>
              <a:rPr lang="en-US" altLang="en-US"/>
              <a:t>State  Encoding</a:t>
            </a:r>
            <a:endParaRPr lang="en-GB" altLang="en-US"/>
          </a:p>
        </p:txBody>
      </p:sp>
      <p:sp>
        <p:nvSpPr>
          <p:cNvPr id="9" name="Text Placeholder 8">
            <a:extLst>
              <a:ext uri="{FF2B5EF4-FFF2-40B4-BE49-F238E27FC236}">
                <a16:creationId xmlns:a16="http://schemas.microsoft.com/office/drawing/2014/main" id="{A4A67F66-A9BA-D696-F7BB-61B442B6ED60}"/>
              </a:ext>
            </a:extLst>
          </p:cNvPr>
          <p:cNvSpPr>
            <a:spLocks noGrp="1"/>
          </p:cNvSpPr>
          <p:nvPr>
            <p:ph type="body" sz="quarter" idx="10"/>
          </p:nvPr>
        </p:nvSpPr>
        <p:spPr/>
        <p:txBody>
          <a:bodyPr/>
          <a:lstStyle/>
          <a:p>
            <a:pPr eaLnBrk="1" hangingPunct="1"/>
            <a:r>
              <a:rPr lang="en-GB" altLang="en-US" sz="2400" b="1" dirty="0">
                <a:solidFill>
                  <a:srgbClr val="0000FF"/>
                </a:solidFill>
              </a:rPr>
              <a:t>Johnson State Encoding</a:t>
            </a:r>
            <a:endParaRPr lang="en-GB" altLang="en-US" sz="2400" dirty="0">
              <a:solidFill>
                <a:srgbClr val="0000FF"/>
              </a:solidFill>
            </a:endParaRPr>
          </a:p>
          <a:p>
            <a:pPr lvl="1"/>
            <a:r>
              <a:rPr lang="en-GB" altLang="en-US" dirty="0"/>
              <a:t>Like Gray State Encoding, Johnson State Encoding is beneficial when using state machines containing long paths with no branching.</a:t>
            </a:r>
          </a:p>
          <a:p>
            <a:pPr lvl="1"/>
            <a:r>
              <a:rPr lang="en-GB" altLang="en-US" dirty="0"/>
              <a:t>Only one bit switches between two consecutive states.</a:t>
            </a:r>
          </a:p>
          <a:p>
            <a:pPr eaLnBrk="1" hangingPunct="1"/>
            <a:r>
              <a:rPr lang="en-GB" altLang="en-US" sz="2400" b="1" dirty="0">
                <a:solidFill>
                  <a:srgbClr val="0000FF"/>
                </a:solidFill>
              </a:rPr>
              <a:t>Sequential State Encoding</a:t>
            </a:r>
            <a:endParaRPr lang="en-GB" altLang="en-US" sz="2400" dirty="0">
              <a:solidFill>
                <a:srgbClr val="0000FF"/>
              </a:solidFill>
            </a:endParaRPr>
          </a:p>
          <a:p>
            <a:pPr lvl="1"/>
            <a:r>
              <a:rPr lang="en-GB" altLang="en-US" dirty="0"/>
              <a:t>Sequential State Encoding consists of identifying long paths and applying successive radix two codes to the states on these paths. Next state equations are minimized.</a:t>
            </a:r>
          </a:p>
          <a:p>
            <a:pPr eaLnBrk="1" hangingPunct="1"/>
            <a:r>
              <a:rPr lang="en-GB" altLang="en-US" sz="2400" b="1" dirty="0">
                <a:solidFill>
                  <a:srgbClr val="0000FF"/>
                </a:solidFill>
              </a:rPr>
              <a:t>Speed1 State Encoding</a:t>
            </a:r>
            <a:endParaRPr lang="en-GB" altLang="en-US" sz="2400" dirty="0">
              <a:solidFill>
                <a:srgbClr val="0000FF"/>
              </a:solidFill>
            </a:endParaRPr>
          </a:p>
          <a:p>
            <a:pPr lvl="1"/>
            <a:r>
              <a:rPr lang="en-GB" altLang="en-US" dirty="0"/>
              <a:t>Speed1 State Encoding is oriented for speed optimization. The number of bits for a state register depends on the specific FSM, but is generally greater than the number of FSM states.</a:t>
            </a:r>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itle 1">
            <a:extLst>
              <a:ext uri="{FF2B5EF4-FFF2-40B4-BE49-F238E27FC236}">
                <a16:creationId xmlns:a16="http://schemas.microsoft.com/office/drawing/2014/main" id="{4B4016DF-61EC-DF36-8356-BC3F3A273253}"/>
              </a:ext>
            </a:extLst>
          </p:cNvPr>
          <p:cNvSpPr>
            <a:spLocks noGrp="1" noChangeArrowheads="1"/>
          </p:cNvSpPr>
          <p:nvPr>
            <p:ph type="title"/>
          </p:nvPr>
        </p:nvSpPr>
        <p:spPr/>
        <p:txBody>
          <a:bodyPr/>
          <a:lstStyle/>
          <a:p>
            <a:r>
              <a:rPr lang="en-US" altLang="en-US"/>
              <a:t>Example</a:t>
            </a:r>
            <a:endParaRPr lang="en-GB" altLang="en-US"/>
          </a:p>
        </p:txBody>
      </p:sp>
      <p:sp>
        <p:nvSpPr>
          <p:cNvPr id="167939" name="Text Box 2">
            <a:extLst>
              <a:ext uri="{FF2B5EF4-FFF2-40B4-BE49-F238E27FC236}">
                <a16:creationId xmlns:a16="http://schemas.microsoft.com/office/drawing/2014/main" id="{D806C44E-D380-CF21-7851-628E353D82B1}"/>
              </a:ext>
            </a:extLst>
          </p:cNvPr>
          <p:cNvSpPr txBox="1">
            <a:spLocks noChangeArrowheads="1"/>
          </p:cNvSpPr>
          <p:nvPr/>
        </p:nvSpPr>
        <p:spPr bwMode="auto">
          <a:xfrm>
            <a:off x="4652963" y="1844675"/>
            <a:ext cx="2595562"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2000">
                <a:latin typeface="Calibri" panose="020F0502020204030204" pitchFamily="34" charset="0"/>
              </a:rPr>
              <a:t>x</a:t>
            </a:r>
            <a:r>
              <a:rPr lang="en-GB" altLang="en-US" sz="2000" baseline="-25000">
                <a:latin typeface="Calibri" panose="020F0502020204030204" pitchFamily="34" charset="0"/>
              </a:rPr>
              <a:t>1</a:t>
            </a:r>
            <a:r>
              <a:rPr lang="en-GB" altLang="en-US" sz="2000">
                <a:latin typeface="Calibri" panose="020F0502020204030204" pitchFamily="34" charset="0"/>
              </a:rPr>
              <a:t>: 0110111000110</a:t>
            </a:r>
          </a:p>
          <a:p>
            <a:pPr>
              <a:spcAft>
                <a:spcPts val="1000"/>
              </a:spcAft>
            </a:pPr>
            <a:r>
              <a:rPr lang="en-GB" altLang="en-US" sz="2000">
                <a:latin typeface="Calibri" panose="020F0502020204030204" pitchFamily="34" charset="0"/>
              </a:rPr>
              <a:t>x</a:t>
            </a:r>
            <a:r>
              <a:rPr lang="en-GB" altLang="en-US" sz="2000" baseline="-25000">
                <a:latin typeface="Calibri" panose="020F0502020204030204" pitchFamily="34" charset="0"/>
              </a:rPr>
              <a:t>2</a:t>
            </a:r>
            <a:r>
              <a:rPr lang="en-GB" altLang="en-US" sz="2000">
                <a:latin typeface="Calibri" panose="020F0502020204030204" pitchFamily="34" charset="0"/>
              </a:rPr>
              <a:t>: 1110101000111</a:t>
            </a:r>
          </a:p>
          <a:p>
            <a:pPr>
              <a:spcAft>
                <a:spcPts val="1000"/>
              </a:spcAft>
            </a:pPr>
            <a:r>
              <a:rPr lang="en-GB" altLang="en-US" sz="2000">
                <a:latin typeface="Calibri" panose="020F0502020204030204" pitchFamily="34" charset="0"/>
              </a:rPr>
              <a:t>y:  0000100001110</a:t>
            </a:r>
          </a:p>
          <a:p>
            <a:pPr>
              <a:spcAft>
                <a:spcPts val="1000"/>
              </a:spcAft>
            </a:pPr>
            <a:r>
              <a:rPr lang="en-GB" altLang="en-US" sz="2000">
                <a:latin typeface="Calibri" panose="020F0502020204030204" pitchFamily="34" charset="0"/>
              </a:rPr>
              <a:t>Y:  000001</a:t>
            </a:r>
            <a:endParaRPr lang="en-US" altLang="en-US" sz="2000"/>
          </a:p>
        </p:txBody>
      </p:sp>
      <p:sp>
        <p:nvSpPr>
          <p:cNvPr id="6" name="Rectangle 5">
            <a:extLst>
              <a:ext uri="{FF2B5EF4-FFF2-40B4-BE49-F238E27FC236}">
                <a16:creationId xmlns:a16="http://schemas.microsoft.com/office/drawing/2014/main" id="{37D5937A-A81B-4695-AF9D-591C149E043B}"/>
              </a:ext>
            </a:extLst>
          </p:cNvPr>
          <p:cNvSpPr/>
          <p:nvPr/>
        </p:nvSpPr>
        <p:spPr bwMode="auto">
          <a:xfrm>
            <a:off x="2652714" y="2117726"/>
            <a:ext cx="890587" cy="1103313"/>
          </a:xfrm>
          <a:prstGeom prst="rect">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r>
              <a:rPr lang="en-US" dirty="0">
                <a:latin typeface="Arial" charset="0"/>
                <a:cs typeface="Arial" charset="0"/>
              </a:rPr>
              <a:t>FSM</a:t>
            </a:r>
            <a:endParaRPr lang="en-GB" dirty="0">
              <a:latin typeface="Arial" charset="0"/>
              <a:cs typeface="Arial" charset="0"/>
            </a:endParaRPr>
          </a:p>
        </p:txBody>
      </p:sp>
      <p:cxnSp>
        <p:nvCxnSpPr>
          <p:cNvPr id="167941" name="Straight Connector 7">
            <a:extLst>
              <a:ext uri="{FF2B5EF4-FFF2-40B4-BE49-F238E27FC236}">
                <a16:creationId xmlns:a16="http://schemas.microsoft.com/office/drawing/2014/main" id="{2E493F80-68C6-8158-8833-C95E9ACE6CBC}"/>
              </a:ext>
            </a:extLst>
          </p:cNvPr>
          <p:cNvCxnSpPr>
            <a:cxnSpLocks noChangeShapeType="1"/>
          </p:cNvCxnSpPr>
          <p:nvPr/>
        </p:nvCxnSpPr>
        <p:spPr bwMode="auto">
          <a:xfrm>
            <a:off x="2165351" y="2390775"/>
            <a:ext cx="4873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67942" name="Straight Connector 8">
            <a:extLst>
              <a:ext uri="{FF2B5EF4-FFF2-40B4-BE49-F238E27FC236}">
                <a16:creationId xmlns:a16="http://schemas.microsoft.com/office/drawing/2014/main" id="{A1F45413-D350-6613-C721-945E22D7ADCD}"/>
              </a:ext>
            </a:extLst>
          </p:cNvPr>
          <p:cNvCxnSpPr>
            <a:cxnSpLocks noChangeShapeType="1"/>
          </p:cNvCxnSpPr>
          <p:nvPr/>
        </p:nvCxnSpPr>
        <p:spPr bwMode="auto">
          <a:xfrm>
            <a:off x="2165351" y="2759075"/>
            <a:ext cx="4873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67943" name="Straight Connector 9">
            <a:extLst>
              <a:ext uri="{FF2B5EF4-FFF2-40B4-BE49-F238E27FC236}">
                <a16:creationId xmlns:a16="http://schemas.microsoft.com/office/drawing/2014/main" id="{E70876E2-C980-6477-D0E3-5EADA619F3F9}"/>
              </a:ext>
            </a:extLst>
          </p:cNvPr>
          <p:cNvCxnSpPr>
            <a:cxnSpLocks noChangeShapeType="1"/>
          </p:cNvCxnSpPr>
          <p:nvPr/>
        </p:nvCxnSpPr>
        <p:spPr bwMode="auto">
          <a:xfrm>
            <a:off x="3530601" y="2616200"/>
            <a:ext cx="4873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67944" name="TextBox 10">
            <a:extLst>
              <a:ext uri="{FF2B5EF4-FFF2-40B4-BE49-F238E27FC236}">
                <a16:creationId xmlns:a16="http://schemas.microsoft.com/office/drawing/2014/main" id="{FA0D83F2-060E-29BE-460E-9352FF3F8AA6}"/>
              </a:ext>
            </a:extLst>
          </p:cNvPr>
          <p:cNvSpPr txBox="1">
            <a:spLocks noChangeArrowheads="1"/>
          </p:cNvSpPr>
          <p:nvPr/>
        </p:nvSpPr>
        <p:spPr bwMode="auto">
          <a:xfrm>
            <a:off x="1785938" y="2117725"/>
            <a:ext cx="628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x1</a:t>
            </a:r>
            <a:endParaRPr lang="en-GB" altLang="en-US" sz="1800"/>
          </a:p>
        </p:txBody>
      </p:sp>
      <p:sp>
        <p:nvSpPr>
          <p:cNvPr id="167945" name="TextBox 11">
            <a:extLst>
              <a:ext uri="{FF2B5EF4-FFF2-40B4-BE49-F238E27FC236}">
                <a16:creationId xmlns:a16="http://schemas.microsoft.com/office/drawing/2014/main" id="{A96EB89C-FFAB-2382-92FA-5D4AFE003D0C}"/>
              </a:ext>
            </a:extLst>
          </p:cNvPr>
          <p:cNvSpPr txBox="1">
            <a:spLocks noChangeArrowheads="1"/>
          </p:cNvSpPr>
          <p:nvPr/>
        </p:nvSpPr>
        <p:spPr bwMode="auto">
          <a:xfrm>
            <a:off x="1762125" y="2533650"/>
            <a:ext cx="628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x2</a:t>
            </a:r>
            <a:endParaRPr lang="en-GB" altLang="en-US" sz="1800"/>
          </a:p>
        </p:txBody>
      </p:sp>
      <p:sp>
        <p:nvSpPr>
          <p:cNvPr id="167946" name="TextBox 12">
            <a:extLst>
              <a:ext uri="{FF2B5EF4-FFF2-40B4-BE49-F238E27FC236}">
                <a16:creationId xmlns:a16="http://schemas.microsoft.com/office/drawing/2014/main" id="{16284684-CA2B-1DB3-A724-EFADE87D33BE}"/>
              </a:ext>
            </a:extLst>
          </p:cNvPr>
          <p:cNvSpPr txBox="1">
            <a:spLocks noChangeArrowheads="1"/>
          </p:cNvSpPr>
          <p:nvPr/>
        </p:nvSpPr>
        <p:spPr bwMode="auto">
          <a:xfrm>
            <a:off x="4041775" y="2414588"/>
            <a:ext cx="628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y</a:t>
            </a:r>
            <a:endParaRPr lang="en-GB" altLang="en-US" sz="1800"/>
          </a:p>
        </p:txBody>
      </p:sp>
      <p:sp>
        <p:nvSpPr>
          <p:cNvPr id="167947" name="Rectangle 34">
            <a:extLst>
              <a:ext uri="{FF2B5EF4-FFF2-40B4-BE49-F238E27FC236}">
                <a16:creationId xmlns:a16="http://schemas.microsoft.com/office/drawing/2014/main" id="{9D50FEC0-A849-301C-1D78-FA88C11C1E17}"/>
              </a:ext>
            </a:extLst>
          </p:cNvPr>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67948" name="Arc 11">
            <a:extLst>
              <a:ext uri="{FF2B5EF4-FFF2-40B4-BE49-F238E27FC236}">
                <a16:creationId xmlns:a16="http://schemas.microsoft.com/office/drawing/2014/main" id="{DF5C3855-781E-F3B8-0BA6-6DE1D393E5F6}"/>
              </a:ext>
            </a:extLst>
          </p:cNvPr>
          <p:cNvSpPr>
            <a:spLocks/>
          </p:cNvSpPr>
          <p:nvPr/>
        </p:nvSpPr>
        <p:spPr bwMode="auto">
          <a:xfrm rot="8896755">
            <a:off x="2989263" y="3319463"/>
            <a:ext cx="2692400" cy="1751012"/>
          </a:xfrm>
          <a:custGeom>
            <a:avLst/>
            <a:gdLst>
              <a:gd name="T0" fmla="*/ 0 w 25155"/>
              <a:gd name="T1" fmla="*/ 1525573 h 24311"/>
              <a:gd name="T2" fmla="*/ 286341851 w 25155"/>
              <a:gd name="T3" fmla="*/ 126150219 h 24311"/>
              <a:gd name="T4" fmla="*/ 40743916 w 25155"/>
              <a:gd name="T5" fmla="*/ 112082766 h 24311"/>
              <a:gd name="T6" fmla="*/ 0 60000 65536"/>
              <a:gd name="T7" fmla="*/ 0 60000 65536"/>
              <a:gd name="T8" fmla="*/ 0 60000 65536"/>
            </a:gdLst>
            <a:ahLst/>
            <a:cxnLst>
              <a:cxn ang="T6">
                <a:pos x="T0" y="T1"/>
              </a:cxn>
              <a:cxn ang="T7">
                <a:pos x="T2" y="T3"/>
              </a:cxn>
              <a:cxn ang="T8">
                <a:pos x="T4" y="T5"/>
              </a:cxn>
            </a:cxnLst>
            <a:rect l="0" t="0" r="r" b="b"/>
            <a:pathLst>
              <a:path w="25155" h="24311" fill="none" extrusionOk="0">
                <a:moveTo>
                  <a:pt x="0" y="294"/>
                </a:moveTo>
                <a:cubicBezTo>
                  <a:pt x="1174" y="98"/>
                  <a:pt x="2363" y="-1"/>
                  <a:pt x="3555" y="0"/>
                </a:cubicBezTo>
                <a:cubicBezTo>
                  <a:pt x="15484" y="0"/>
                  <a:pt x="25155" y="9670"/>
                  <a:pt x="25155" y="21600"/>
                </a:cubicBezTo>
                <a:cubicBezTo>
                  <a:pt x="25155" y="22506"/>
                  <a:pt x="25097" y="23411"/>
                  <a:pt x="24984" y="24311"/>
                </a:cubicBezTo>
              </a:path>
              <a:path w="25155" h="24311" stroke="0" extrusionOk="0">
                <a:moveTo>
                  <a:pt x="0" y="294"/>
                </a:moveTo>
                <a:cubicBezTo>
                  <a:pt x="1174" y="98"/>
                  <a:pt x="2363" y="-1"/>
                  <a:pt x="3555" y="0"/>
                </a:cubicBezTo>
                <a:cubicBezTo>
                  <a:pt x="15484" y="0"/>
                  <a:pt x="25155" y="9670"/>
                  <a:pt x="25155" y="21600"/>
                </a:cubicBezTo>
                <a:cubicBezTo>
                  <a:pt x="25155" y="22506"/>
                  <a:pt x="25097" y="23411"/>
                  <a:pt x="24984" y="24311"/>
                </a:cubicBezTo>
                <a:lnTo>
                  <a:pt x="3555" y="21600"/>
                </a:lnTo>
                <a:lnTo>
                  <a:pt x="0" y="294"/>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67949" name="Group 45">
            <a:extLst>
              <a:ext uri="{FF2B5EF4-FFF2-40B4-BE49-F238E27FC236}">
                <a16:creationId xmlns:a16="http://schemas.microsoft.com/office/drawing/2014/main" id="{7F72EAC9-2D98-9817-08BB-44F20453694C}"/>
              </a:ext>
            </a:extLst>
          </p:cNvPr>
          <p:cNvGrpSpPr>
            <a:grpSpLocks/>
          </p:cNvGrpSpPr>
          <p:nvPr/>
        </p:nvGrpSpPr>
        <p:grpSpPr bwMode="auto">
          <a:xfrm>
            <a:off x="1987550" y="3508375"/>
            <a:ext cx="5022850" cy="1957388"/>
            <a:chOff x="1021278" y="3412082"/>
            <a:chExt cx="5023262" cy="1956751"/>
          </a:xfrm>
        </p:grpSpPr>
        <p:sp>
          <p:nvSpPr>
            <p:cNvPr id="167952" name="Oval 33">
              <a:extLst>
                <a:ext uri="{FF2B5EF4-FFF2-40B4-BE49-F238E27FC236}">
                  <a16:creationId xmlns:a16="http://schemas.microsoft.com/office/drawing/2014/main" id="{3B8B54A4-2884-F274-D2D0-9A12F4B271AE}"/>
                </a:ext>
              </a:extLst>
            </p:cNvPr>
            <p:cNvSpPr>
              <a:spLocks noChangeArrowheads="1"/>
            </p:cNvSpPr>
            <p:nvPr/>
          </p:nvSpPr>
          <p:spPr bwMode="auto">
            <a:xfrm>
              <a:off x="1738889" y="3713345"/>
              <a:ext cx="497082" cy="476256"/>
            </a:xfrm>
            <a:prstGeom prst="ellipse">
              <a:avLst/>
            </a:prstGeom>
            <a:solidFill>
              <a:srgbClr val="FFFFFF"/>
            </a:solidFill>
            <a:ln w="28575">
              <a:solidFill>
                <a:schemeClr val="tx1"/>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167953" name="Oval 32">
              <a:extLst>
                <a:ext uri="{FF2B5EF4-FFF2-40B4-BE49-F238E27FC236}">
                  <a16:creationId xmlns:a16="http://schemas.microsoft.com/office/drawing/2014/main" id="{FA56C1BE-107F-3261-F83F-1B652FD646DE}"/>
                </a:ext>
              </a:extLst>
            </p:cNvPr>
            <p:cNvSpPr>
              <a:spLocks noChangeArrowheads="1"/>
            </p:cNvSpPr>
            <p:nvPr/>
          </p:nvSpPr>
          <p:spPr bwMode="auto">
            <a:xfrm>
              <a:off x="2791339" y="3737095"/>
              <a:ext cx="497082" cy="476256"/>
            </a:xfrm>
            <a:prstGeom prst="ellipse">
              <a:avLst/>
            </a:prstGeom>
            <a:solidFill>
              <a:srgbClr val="FFFFFF"/>
            </a:solidFill>
            <a:ln w="28575">
              <a:solidFill>
                <a:schemeClr val="tx1"/>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167954" name="Oval 31">
              <a:extLst>
                <a:ext uri="{FF2B5EF4-FFF2-40B4-BE49-F238E27FC236}">
                  <a16:creationId xmlns:a16="http://schemas.microsoft.com/office/drawing/2014/main" id="{1242F2D4-0BD1-75F5-F909-E861D2B61417}"/>
                </a:ext>
              </a:extLst>
            </p:cNvPr>
            <p:cNvSpPr>
              <a:spLocks noChangeArrowheads="1"/>
            </p:cNvSpPr>
            <p:nvPr/>
          </p:nvSpPr>
          <p:spPr bwMode="auto">
            <a:xfrm>
              <a:off x="3748269" y="3737095"/>
              <a:ext cx="497082" cy="476256"/>
            </a:xfrm>
            <a:prstGeom prst="ellipse">
              <a:avLst/>
            </a:prstGeom>
            <a:solidFill>
              <a:srgbClr val="FFFFFF"/>
            </a:solidFill>
            <a:ln w="28575">
              <a:solidFill>
                <a:schemeClr val="tx1"/>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167955" name="Oval 30">
              <a:extLst>
                <a:ext uri="{FF2B5EF4-FFF2-40B4-BE49-F238E27FC236}">
                  <a16:creationId xmlns:a16="http://schemas.microsoft.com/office/drawing/2014/main" id="{E6534325-21EB-087D-5922-0A723EF262F4}"/>
                </a:ext>
              </a:extLst>
            </p:cNvPr>
            <p:cNvSpPr>
              <a:spLocks noChangeArrowheads="1"/>
            </p:cNvSpPr>
            <p:nvPr/>
          </p:nvSpPr>
          <p:spPr bwMode="auto">
            <a:xfrm>
              <a:off x="4717075" y="3710674"/>
              <a:ext cx="497082" cy="476256"/>
            </a:xfrm>
            <a:prstGeom prst="ellipse">
              <a:avLst/>
            </a:prstGeom>
            <a:solidFill>
              <a:srgbClr val="FFFFFF"/>
            </a:solidFill>
            <a:ln w="28575">
              <a:solidFill>
                <a:schemeClr val="tx1"/>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167956" name="Arc 29">
              <a:extLst>
                <a:ext uri="{FF2B5EF4-FFF2-40B4-BE49-F238E27FC236}">
                  <a16:creationId xmlns:a16="http://schemas.microsoft.com/office/drawing/2014/main" id="{0F152AF6-02AF-1249-1483-50BBBA0B1CB5}"/>
                </a:ext>
              </a:extLst>
            </p:cNvPr>
            <p:cNvSpPr>
              <a:spLocks/>
            </p:cNvSpPr>
            <p:nvPr/>
          </p:nvSpPr>
          <p:spPr bwMode="auto">
            <a:xfrm rot="-3333615">
              <a:off x="1454889" y="3593687"/>
              <a:ext cx="450344" cy="386684"/>
            </a:xfrm>
            <a:custGeom>
              <a:avLst/>
              <a:gdLst>
                <a:gd name="T0" fmla="*/ 817437 w 43200"/>
                <a:gd name="T1" fmla="*/ 3936720 h 37982"/>
                <a:gd name="T2" fmla="*/ 3920265 w 43200"/>
                <a:gd name="T3" fmla="*/ 3900650 h 37982"/>
                <a:gd name="T4" fmla="*/ 2347335 w 43200"/>
                <a:gd name="T5" fmla="*/ 2238770 h 37982"/>
                <a:gd name="T6" fmla="*/ 0 60000 65536"/>
                <a:gd name="T7" fmla="*/ 0 60000 65536"/>
                <a:gd name="T8" fmla="*/ 0 60000 65536"/>
              </a:gdLst>
              <a:ahLst/>
              <a:cxnLst>
                <a:cxn ang="T6">
                  <a:pos x="T0" y="T1"/>
                </a:cxn>
                <a:cxn ang="T7">
                  <a:pos x="T2" y="T3"/>
                </a:cxn>
                <a:cxn ang="T8">
                  <a:pos x="T4" y="T5"/>
                </a:cxn>
              </a:cxnLst>
              <a:rect l="0" t="0" r="r" b="b"/>
              <a:pathLst>
                <a:path w="43200" h="37982" fill="none" extrusionOk="0">
                  <a:moveTo>
                    <a:pt x="7522" y="37981"/>
                  </a:moveTo>
                  <a:cubicBezTo>
                    <a:pt x="2746" y="33878"/>
                    <a:pt x="0" y="27895"/>
                    <a:pt x="0" y="21600"/>
                  </a:cubicBezTo>
                  <a:cubicBezTo>
                    <a:pt x="0" y="9670"/>
                    <a:pt x="9670" y="0"/>
                    <a:pt x="21600" y="0"/>
                  </a:cubicBezTo>
                  <a:cubicBezTo>
                    <a:pt x="33529" y="0"/>
                    <a:pt x="43200" y="9670"/>
                    <a:pt x="43200" y="21600"/>
                  </a:cubicBezTo>
                  <a:cubicBezTo>
                    <a:pt x="43200" y="27712"/>
                    <a:pt x="40610" y="33538"/>
                    <a:pt x="36073" y="37633"/>
                  </a:cubicBezTo>
                </a:path>
                <a:path w="43200" h="37982" stroke="0" extrusionOk="0">
                  <a:moveTo>
                    <a:pt x="7522" y="37981"/>
                  </a:moveTo>
                  <a:cubicBezTo>
                    <a:pt x="2746" y="33878"/>
                    <a:pt x="0" y="27895"/>
                    <a:pt x="0" y="21600"/>
                  </a:cubicBezTo>
                  <a:cubicBezTo>
                    <a:pt x="0" y="9670"/>
                    <a:pt x="9670" y="0"/>
                    <a:pt x="21600" y="0"/>
                  </a:cubicBezTo>
                  <a:cubicBezTo>
                    <a:pt x="33529" y="0"/>
                    <a:pt x="43200" y="9670"/>
                    <a:pt x="43200" y="21600"/>
                  </a:cubicBezTo>
                  <a:cubicBezTo>
                    <a:pt x="43200" y="27712"/>
                    <a:pt x="40610" y="33538"/>
                    <a:pt x="36073" y="37633"/>
                  </a:cubicBezTo>
                  <a:lnTo>
                    <a:pt x="21600" y="21600"/>
                  </a:lnTo>
                  <a:lnTo>
                    <a:pt x="7522" y="37981"/>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957" name="Text Box 28">
              <a:extLst>
                <a:ext uri="{FF2B5EF4-FFF2-40B4-BE49-F238E27FC236}">
                  <a16:creationId xmlns:a16="http://schemas.microsoft.com/office/drawing/2014/main" id="{49D38862-988F-C080-0BF2-BE181C743384}"/>
                </a:ext>
              </a:extLst>
            </p:cNvPr>
            <p:cNvSpPr txBox="1">
              <a:spLocks noChangeArrowheads="1"/>
            </p:cNvSpPr>
            <p:nvPr/>
          </p:nvSpPr>
          <p:spPr bwMode="auto">
            <a:xfrm>
              <a:off x="1033327" y="3423957"/>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01/0</a:t>
              </a:r>
              <a:endParaRPr lang="en-US" altLang="en-US" sz="1400"/>
            </a:p>
          </p:txBody>
        </p:sp>
        <p:sp>
          <p:nvSpPr>
            <p:cNvPr id="167958" name="Text Box 27">
              <a:extLst>
                <a:ext uri="{FF2B5EF4-FFF2-40B4-BE49-F238E27FC236}">
                  <a16:creationId xmlns:a16="http://schemas.microsoft.com/office/drawing/2014/main" id="{2368F93E-65E8-ED7F-7B32-264F09C9E9F3}"/>
                </a:ext>
              </a:extLst>
            </p:cNvPr>
            <p:cNvSpPr txBox="1">
              <a:spLocks noChangeArrowheads="1"/>
            </p:cNvSpPr>
            <p:nvPr/>
          </p:nvSpPr>
          <p:spPr bwMode="auto">
            <a:xfrm>
              <a:off x="1021278" y="3644530"/>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10/0</a:t>
              </a:r>
              <a:endParaRPr lang="en-US" altLang="en-US" sz="1400"/>
            </a:p>
          </p:txBody>
        </p:sp>
        <p:sp>
          <p:nvSpPr>
            <p:cNvPr id="167959" name="Arc 26">
              <a:extLst>
                <a:ext uri="{FF2B5EF4-FFF2-40B4-BE49-F238E27FC236}">
                  <a16:creationId xmlns:a16="http://schemas.microsoft.com/office/drawing/2014/main" id="{5DF80765-A048-F46B-73D9-2922A583A3EE}"/>
                </a:ext>
              </a:extLst>
            </p:cNvPr>
            <p:cNvSpPr>
              <a:spLocks/>
            </p:cNvSpPr>
            <p:nvPr/>
          </p:nvSpPr>
          <p:spPr bwMode="auto">
            <a:xfrm rot="-1890502">
              <a:off x="2200417" y="3631609"/>
              <a:ext cx="609504" cy="531656"/>
            </a:xfrm>
            <a:custGeom>
              <a:avLst/>
              <a:gdLst>
                <a:gd name="T0" fmla="*/ 998926 w 21081"/>
                <a:gd name="T1" fmla="*/ 0 h 21567"/>
                <a:gd name="T2" fmla="*/ 17622272 w 21081"/>
                <a:gd name="T3" fmla="*/ 10246858 h 21567"/>
                <a:gd name="T4" fmla="*/ 0 w 21081"/>
                <a:gd name="T5" fmla="*/ 13106046 h 21567"/>
                <a:gd name="T6" fmla="*/ 0 60000 65536"/>
                <a:gd name="T7" fmla="*/ 0 60000 65536"/>
                <a:gd name="T8" fmla="*/ 0 60000 65536"/>
              </a:gdLst>
              <a:ahLst/>
              <a:cxnLst>
                <a:cxn ang="T6">
                  <a:pos x="T0" y="T1"/>
                </a:cxn>
                <a:cxn ang="T7">
                  <a:pos x="T2" y="T3"/>
                </a:cxn>
                <a:cxn ang="T8">
                  <a:pos x="T4" y="T5"/>
                </a:cxn>
              </a:cxnLst>
              <a:rect l="0" t="0" r="r" b="b"/>
              <a:pathLst>
                <a:path w="21081" h="21567" fill="none" extrusionOk="0">
                  <a:moveTo>
                    <a:pt x="1194" y="0"/>
                  </a:moveTo>
                  <a:cubicBezTo>
                    <a:pt x="10851" y="535"/>
                    <a:pt x="18974" y="7423"/>
                    <a:pt x="21081" y="16861"/>
                  </a:cubicBezTo>
                </a:path>
                <a:path w="21081" h="21567" stroke="0" extrusionOk="0">
                  <a:moveTo>
                    <a:pt x="1194" y="0"/>
                  </a:moveTo>
                  <a:cubicBezTo>
                    <a:pt x="10851" y="535"/>
                    <a:pt x="18974" y="7423"/>
                    <a:pt x="21081" y="16861"/>
                  </a:cubicBezTo>
                  <a:lnTo>
                    <a:pt x="0" y="21567"/>
                  </a:lnTo>
                  <a:lnTo>
                    <a:pt x="1194" y="0"/>
                  </a:lnTo>
                  <a:close/>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960" name="Text Box 25">
              <a:extLst>
                <a:ext uri="{FF2B5EF4-FFF2-40B4-BE49-F238E27FC236}">
                  <a16:creationId xmlns:a16="http://schemas.microsoft.com/office/drawing/2014/main" id="{2445B793-DBE1-98B2-E805-9E570C0964D9}"/>
                </a:ext>
              </a:extLst>
            </p:cNvPr>
            <p:cNvSpPr txBox="1">
              <a:spLocks noChangeArrowheads="1"/>
            </p:cNvSpPr>
            <p:nvPr/>
          </p:nvSpPr>
          <p:spPr bwMode="auto">
            <a:xfrm>
              <a:off x="2253067" y="3462254"/>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00/0</a:t>
              </a:r>
              <a:endParaRPr lang="en-US" altLang="en-US" sz="1400"/>
            </a:p>
          </p:txBody>
        </p:sp>
        <p:sp>
          <p:nvSpPr>
            <p:cNvPr id="167961" name="Text Box 24">
              <a:extLst>
                <a:ext uri="{FF2B5EF4-FFF2-40B4-BE49-F238E27FC236}">
                  <a16:creationId xmlns:a16="http://schemas.microsoft.com/office/drawing/2014/main" id="{F4255B05-5991-6E69-A82F-ADA8EE01564C}"/>
                </a:ext>
              </a:extLst>
            </p:cNvPr>
            <p:cNvSpPr txBox="1">
              <a:spLocks noChangeArrowheads="1"/>
            </p:cNvSpPr>
            <p:nvPr/>
          </p:nvSpPr>
          <p:spPr bwMode="auto">
            <a:xfrm>
              <a:off x="2241105" y="3697372"/>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11/0</a:t>
              </a:r>
              <a:endParaRPr lang="en-US" altLang="en-US" sz="1400"/>
            </a:p>
          </p:txBody>
        </p:sp>
        <p:sp>
          <p:nvSpPr>
            <p:cNvPr id="167962" name="Arc 23">
              <a:extLst>
                <a:ext uri="{FF2B5EF4-FFF2-40B4-BE49-F238E27FC236}">
                  <a16:creationId xmlns:a16="http://schemas.microsoft.com/office/drawing/2014/main" id="{B3748F38-A68A-F5FD-5316-8F7266C6DE8B}"/>
                </a:ext>
              </a:extLst>
            </p:cNvPr>
            <p:cNvSpPr>
              <a:spLocks/>
            </p:cNvSpPr>
            <p:nvPr/>
          </p:nvSpPr>
          <p:spPr bwMode="auto">
            <a:xfrm rot="-1890502">
              <a:off x="3217155" y="3605188"/>
              <a:ext cx="609504" cy="531656"/>
            </a:xfrm>
            <a:custGeom>
              <a:avLst/>
              <a:gdLst>
                <a:gd name="T0" fmla="*/ 998926 w 21081"/>
                <a:gd name="T1" fmla="*/ 0 h 21567"/>
                <a:gd name="T2" fmla="*/ 17622272 w 21081"/>
                <a:gd name="T3" fmla="*/ 10246858 h 21567"/>
                <a:gd name="T4" fmla="*/ 0 w 21081"/>
                <a:gd name="T5" fmla="*/ 13106046 h 21567"/>
                <a:gd name="T6" fmla="*/ 0 60000 65536"/>
                <a:gd name="T7" fmla="*/ 0 60000 65536"/>
                <a:gd name="T8" fmla="*/ 0 60000 65536"/>
              </a:gdLst>
              <a:ahLst/>
              <a:cxnLst>
                <a:cxn ang="T6">
                  <a:pos x="T0" y="T1"/>
                </a:cxn>
                <a:cxn ang="T7">
                  <a:pos x="T2" y="T3"/>
                </a:cxn>
                <a:cxn ang="T8">
                  <a:pos x="T4" y="T5"/>
                </a:cxn>
              </a:cxnLst>
              <a:rect l="0" t="0" r="r" b="b"/>
              <a:pathLst>
                <a:path w="21081" h="21567" fill="none" extrusionOk="0">
                  <a:moveTo>
                    <a:pt x="1194" y="0"/>
                  </a:moveTo>
                  <a:cubicBezTo>
                    <a:pt x="10851" y="535"/>
                    <a:pt x="18974" y="7423"/>
                    <a:pt x="21081" y="16861"/>
                  </a:cubicBezTo>
                </a:path>
                <a:path w="21081" h="21567" stroke="0" extrusionOk="0">
                  <a:moveTo>
                    <a:pt x="1194" y="0"/>
                  </a:moveTo>
                  <a:cubicBezTo>
                    <a:pt x="10851" y="535"/>
                    <a:pt x="18974" y="7423"/>
                    <a:pt x="21081" y="16861"/>
                  </a:cubicBezTo>
                  <a:lnTo>
                    <a:pt x="0" y="21567"/>
                  </a:lnTo>
                  <a:lnTo>
                    <a:pt x="1194" y="0"/>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963" name="Text Box 22">
              <a:extLst>
                <a:ext uri="{FF2B5EF4-FFF2-40B4-BE49-F238E27FC236}">
                  <a16:creationId xmlns:a16="http://schemas.microsoft.com/office/drawing/2014/main" id="{B46C5360-F622-7AFE-EEC2-24CAF39792B0}"/>
                </a:ext>
              </a:extLst>
            </p:cNvPr>
            <p:cNvSpPr txBox="1">
              <a:spLocks noChangeArrowheads="1"/>
            </p:cNvSpPr>
            <p:nvPr/>
          </p:nvSpPr>
          <p:spPr bwMode="auto">
            <a:xfrm>
              <a:off x="3269804" y="3412082"/>
              <a:ext cx="796048"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00/0</a:t>
              </a:r>
              <a:endParaRPr lang="en-US" altLang="en-US" sz="1400"/>
            </a:p>
          </p:txBody>
        </p:sp>
        <p:sp>
          <p:nvSpPr>
            <p:cNvPr id="167964" name="Text Box 21">
              <a:extLst>
                <a:ext uri="{FF2B5EF4-FFF2-40B4-BE49-F238E27FC236}">
                  <a16:creationId xmlns:a16="http://schemas.microsoft.com/office/drawing/2014/main" id="{71C81441-65F9-A840-3773-DB8023AC39C2}"/>
                </a:ext>
              </a:extLst>
            </p:cNvPr>
            <p:cNvSpPr txBox="1">
              <a:spLocks noChangeArrowheads="1"/>
            </p:cNvSpPr>
            <p:nvPr/>
          </p:nvSpPr>
          <p:spPr bwMode="auto">
            <a:xfrm>
              <a:off x="3257844" y="3718451"/>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11/0</a:t>
              </a:r>
              <a:endParaRPr lang="en-US" altLang="en-US" sz="1400"/>
            </a:p>
          </p:txBody>
        </p:sp>
        <p:sp>
          <p:nvSpPr>
            <p:cNvPr id="167965" name="Arc 20">
              <a:extLst>
                <a:ext uri="{FF2B5EF4-FFF2-40B4-BE49-F238E27FC236}">
                  <a16:creationId xmlns:a16="http://schemas.microsoft.com/office/drawing/2014/main" id="{0FC6DFD2-1A92-A47E-8C14-086C812C6151}"/>
                </a:ext>
              </a:extLst>
            </p:cNvPr>
            <p:cNvSpPr>
              <a:spLocks/>
            </p:cNvSpPr>
            <p:nvPr/>
          </p:nvSpPr>
          <p:spPr bwMode="auto">
            <a:xfrm rot="-1890502">
              <a:off x="4162124" y="3605188"/>
              <a:ext cx="609504" cy="531656"/>
            </a:xfrm>
            <a:custGeom>
              <a:avLst/>
              <a:gdLst>
                <a:gd name="T0" fmla="*/ 998926 w 21081"/>
                <a:gd name="T1" fmla="*/ 0 h 21567"/>
                <a:gd name="T2" fmla="*/ 17622272 w 21081"/>
                <a:gd name="T3" fmla="*/ 10246858 h 21567"/>
                <a:gd name="T4" fmla="*/ 0 w 21081"/>
                <a:gd name="T5" fmla="*/ 13106046 h 21567"/>
                <a:gd name="T6" fmla="*/ 0 60000 65536"/>
                <a:gd name="T7" fmla="*/ 0 60000 65536"/>
                <a:gd name="T8" fmla="*/ 0 60000 65536"/>
              </a:gdLst>
              <a:ahLst/>
              <a:cxnLst>
                <a:cxn ang="T6">
                  <a:pos x="T0" y="T1"/>
                </a:cxn>
                <a:cxn ang="T7">
                  <a:pos x="T2" y="T3"/>
                </a:cxn>
                <a:cxn ang="T8">
                  <a:pos x="T4" y="T5"/>
                </a:cxn>
              </a:cxnLst>
              <a:rect l="0" t="0" r="r" b="b"/>
              <a:pathLst>
                <a:path w="21081" h="21567" fill="none" extrusionOk="0">
                  <a:moveTo>
                    <a:pt x="1194" y="0"/>
                  </a:moveTo>
                  <a:cubicBezTo>
                    <a:pt x="10851" y="535"/>
                    <a:pt x="18974" y="7423"/>
                    <a:pt x="21081" y="16861"/>
                  </a:cubicBezTo>
                </a:path>
                <a:path w="21081" h="21567" stroke="0" extrusionOk="0">
                  <a:moveTo>
                    <a:pt x="1194" y="0"/>
                  </a:moveTo>
                  <a:cubicBezTo>
                    <a:pt x="10851" y="535"/>
                    <a:pt x="18974" y="7423"/>
                    <a:pt x="21081" y="16861"/>
                  </a:cubicBezTo>
                  <a:lnTo>
                    <a:pt x="0" y="21567"/>
                  </a:lnTo>
                  <a:lnTo>
                    <a:pt x="1194" y="0"/>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966" name="Text Box 19">
              <a:extLst>
                <a:ext uri="{FF2B5EF4-FFF2-40B4-BE49-F238E27FC236}">
                  <a16:creationId xmlns:a16="http://schemas.microsoft.com/office/drawing/2014/main" id="{E4C55A96-FD87-9FC5-0FD1-B2285E483999}"/>
                </a:ext>
              </a:extLst>
            </p:cNvPr>
            <p:cNvSpPr txBox="1">
              <a:spLocks noChangeArrowheads="1"/>
            </p:cNvSpPr>
            <p:nvPr/>
          </p:nvSpPr>
          <p:spPr bwMode="auto">
            <a:xfrm>
              <a:off x="4214774" y="3423957"/>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00/0</a:t>
              </a:r>
              <a:endParaRPr lang="en-US" altLang="en-US" sz="1400"/>
            </a:p>
          </p:txBody>
        </p:sp>
        <p:sp>
          <p:nvSpPr>
            <p:cNvPr id="167967" name="Text Box 18">
              <a:extLst>
                <a:ext uri="{FF2B5EF4-FFF2-40B4-BE49-F238E27FC236}">
                  <a16:creationId xmlns:a16="http://schemas.microsoft.com/office/drawing/2014/main" id="{806ACCFF-D69D-6196-7CFE-CE502CCA7D55}"/>
                </a:ext>
              </a:extLst>
            </p:cNvPr>
            <p:cNvSpPr txBox="1">
              <a:spLocks noChangeArrowheads="1"/>
            </p:cNvSpPr>
            <p:nvPr/>
          </p:nvSpPr>
          <p:spPr bwMode="auto">
            <a:xfrm>
              <a:off x="4202812" y="3706576"/>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11/0</a:t>
              </a:r>
              <a:endParaRPr lang="en-US" altLang="en-US" sz="1400"/>
            </a:p>
          </p:txBody>
        </p:sp>
        <p:sp>
          <p:nvSpPr>
            <p:cNvPr id="167968" name="Text Box 17">
              <a:extLst>
                <a:ext uri="{FF2B5EF4-FFF2-40B4-BE49-F238E27FC236}">
                  <a16:creationId xmlns:a16="http://schemas.microsoft.com/office/drawing/2014/main" id="{71B41E38-8E96-5FC5-A543-12B21707CAAC}"/>
                </a:ext>
              </a:extLst>
            </p:cNvPr>
            <p:cNvSpPr txBox="1">
              <a:spLocks noChangeArrowheads="1"/>
            </p:cNvSpPr>
            <p:nvPr/>
          </p:nvSpPr>
          <p:spPr bwMode="auto">
            <a:xfrm>
              <a:off x="1786563" y="3789846"/>
              <a:ext cx="468183"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S0</a:t>
              </a:r>
              <a:endParaRPr lang="en-US" altLang="en-US" sz="1400"/>
            </a:p>
          </p:txBody>
        </p:sp>
        <p:sp>
          <p:nvSpPr>
            <p:cNvPr id="167969" name="Text Box 16">
              <a:extLst>
                <a:ext uri="{FF2B5EF4-FFF2-40B4-BE49-F238E27FC236}">
                  <a16:creationId xmlns:a16="http://schemas.microsoft.com/office/drawing/2014/main" id="{847A647A-D92E-5927-C952-5A15E365D142}"/>
                </a:ext>
              </a:extLst>
            </p:cNvPr>
            <p:cNvSpPr txBox="1">
              <a:spLocks noChangeArrowheads="1"/>
            </p:cNvSpPr>
            <p:nvPr/>
          </p:nvSpPr>
          <p:spPr bwMode="auto">
            <a:xfrm>
              <a:off x="2791340" y="3803057"/>
              <a:ext cx="468183"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S1</a:t>
              </a:r>
              <a:endParaRPr lang="en-US" altLang="en-US" sz="1400"/>
            </a:p>
          </p:txBody>
        </p:sp>
        <p:sp>
          <p:nvSpPr>
            <p:cNvPr id="167970" name="Text Box 15">
              <a:extLst>
                <a:ext uri="{FF2B5EF4-FFF2-40B4-BE49-F238E27FC236}">
                  <a16:creationId xmlns:a16="http://schemas.microsoft.com/office/drawing/2014/main" id="{EF1E36BC-E33B-4E39-E478-8731496E1BE6}"/>
                </a:ext>
              </a:extLst>
            </p:cNvPr>
            <p:cNvSpPr txBox="1">
              <a:spLocks noChangeArrowheads="1"/>
            </p:cNvSpPr>
            <p:nvPr/>
          </p:nvSpPr>
          <p:spPr bwMode="auto">
            <a:xfrm>
              <a:off x="3772194" y="3803057"/>
              <a:ext cx="468183"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S2</a:t>
              </a:r>
              <a:endParaRPr lang="en-US" altLang="en-US" sz="1400"/>
            </a:p>
          </p:txBody>
        </p:sp>
        <p:sp>
          <p:nvSpPr>
            <p:cNvPr id="167971" name="Text Box 14">
              <a:extLst>
                <a:ext uri="{FF2B5EF4-FFF2-40B4-BE49-F238E27FC236}">
                  <a16:creationId xmlns:a16="http://schemas.microsoft.com/office/drawing/2014/main" id="{2F4521F6-1D5F-88A0-BF60-7A1B46F32ED6}"/>
                </a:ext>
              </a:extLst>
            </p:cNvPr>
            <p:cNvSpPr txBox="1">
              <a:spLocks noChangeArrowheads="1"/>
            </p:cNvSpPr>
            <p:nvPr/>
          </p:nvSpPr>
          <p:spPr bwMode="auto">
            <a:xfrm>
              <a:off x="4717162" y="3789846"/>
              <a:ext cx="468183"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S3</a:t>
              </a:r>
              <a:endParaRPr lang="en-US" altLang="en-US" sz="1400"/>
            </a:p>
          </p:txBody>
        </p:sp>
        <p:sp>
          <p:nvSpPr>
            <p:cNvPr id="167972" name="Arc 13">
              <a:extLst>
                <a:ext uri="{FF2B5EF4-FFF2-40B4-BE49-F238E27FC236}">
                  <a16:creationId xmlns:a16="http://schemas.microsoft.com/office/drawing/2014/main" id="{4210511C-B2B7-1218-A5C9-7822E70F4BD9}"/>
                </a:ext>
              </a:extLst>
            </p:cNvPr>
            <p:cNvSpPr>
              <a:spLocks/>
            </p:cNvSpPr>
            <p:nvPr/>
          </p:nvSpPr>
          <p:spPr bwMode="auto">
            <a:xfrm rot="7876556">
              <a:off x="2233638" y="3821673"/>
              <a:ext cx="612074" cy="615573"/>
            </a:xfrm>
            <a:custGeom>
              <a:avLst/>
              <a:gdLst>
                <a:gd name="T0" fmla="*/ 2962155 w 21600"/>
                <a:gd name="T1" fmla="*/ 0 h 21283"/>
                <a:gd name="T2" fmla="*/ 17344194 w 21600"/>
                <a:gd name="T3" fmla="*/ 17804356 h 21283"/>
                <a:gd name="T4" fmla="*/ 0 w 21600"/>
                <a:gd name="T5" fmla="*/ 17804356 h 21283"/>
                <a:gd name="T6" fmla="*/ 0 60000 65536"/>
                <a:gd name="T7" fmla="*/ 0 60000 65536"/>
                <a:gd name="T8" fmla="*/ 0 60000 65536"/>
              </a:gdLst>
              <a:ahLst/>
              <a:cxnLst>
                <a:cxn ang="T6">
                  <a:pos x="T0" y="T1"/>
                </a:cxn>
                <a:cxn ang="T7">
                  <a:pos x="T2" y="T3"/>
                </a:cxn>
                <a:cxn ang="T8">
                  <a:pos x="T4" y="T5"/>
                </a:cxn>
              </a:cxnLst>
              <a:rect l="0" t="0" r="r" b="b"/>
              <a:pathLst>
                <a:path w="21600" h="21283" fill="none" extrusionOk="0">
                  <a:moveTo>
                    <a:pt x="3688" y="0"/>
                  </a:moveTo>
                  <a:cubicBezTo>
                    <a:pt x="14040" y="1794"/>
                    <a:pt x="21600" y="10776"/>
                    <a:pt x="21600" y="21283"/>
                  </a:cubicBezTo>
                </a:path>
                <a:path w="21600" h="21283" stroke="0" extrusionOk="0">
                  <a:moveTo>
                    <a:pt x="3688" y="0"/>
                  </a:moveTo>
                  <a:cubicBezTo>
                    <a:pt x="14040" y="1794"/>
                    <a:pt x="21600" y="10776"/>
                    <a:pt x="21600" y="21283"/>
                  </a:cubicBezTo>
                  <a:lnTo>
                    <a:pt x="0" y="21283"/>
                  </a:lnTo>
                  <a:lnTo>
                    <a:pt x="3688" y="0"/>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973" name="Arc 12">
              <a:extLst>
                <a:ext uri="{FF2B5EF4-FFF2-40B4-BE49-F238E27FC236}">
                  <a16:creationId xmlns:a16="http://schemas.microsoft.com/office/drawing/2014/main" id="{7B3AAFDE-64A2-737D-74C6-56E70E1B58FF}"/>
                </a:ext>
              </a:extLst>
            </p:cNvPr>
            <p:cNvSpPr>
              <a:spLocks/>
            </p:cNvSpPr>
            <p:nvPr/>
          </p:nvSpPr>
          <p:spPr bwMode="auto">
            <a:xfrm rot="8813723">
              <a:off x="2123400" y="3554093"/>
              <a:ext cx="1830055" cy="1215490"/>
            </a:xfrm>
            <a:custGeom>
              <a:avLst/>
              <a:gdLst>
                <a:gd name="T0" fmla="*/ 0 w 21920"/>
                <a:gd name="T1" fmla="*/ 9510 h 21600"/>
                <a:gd name="T2" fmla="*/ 152787468 w 21920"/>
                <a:gd name="T3" fmla="*/ 65498254 h 21600"/>
                <a:gd name="T4" fmla="*/ 2362875 w 21920"/>
                <a:gd name="T5" fmla="*/ 68398886 h 21600"/>
                <a:gd name="T6" fmla="*/ 0 60000 65536"/>
                <a:gd name="T7" fmla="*/ 0 60000 65536"/>
                <a:gd name="T8" fmla="*/ 0 60000 65536"/>
              </a:gdLst>
              <a:ahLst/>
              <a:cxnLst>
                <a:cxn ang="T6">
                  <a:pos x="T0" y="T1"/>
                </a:cxn>
                <a:cxn ang="T7">
                  <a:pos x="T2" y="T3"/>
                </a:cxn>
                <a:cxn ang="T8">
                  <a:pos x="T4" y="T5"/>
                </a:cxn>
              </a:cxnLst>
              <a:rect l="0" t="0" r="r" b="b"/>
              <a:pathLst>
                <a:path w="21920" h="21600" fill="none" extrusionOk="0">
                  <a:moveTo>
                    <a:pt x="-1" y="2"/>
                  </a:moveTo>
                  <a:cubicBezTo>
                    <a:pt x="112" y="0"/>
                    <a:pt x="225" y="-1"/>
                    <a:pt x="339" y="0"/>
                  </a:cubicBezTo>
                  <a:cubicBezTo>
                    <a:pt x="11912" y="0"/>
                    <a:pt x="21428" y="9121"/>
                    <a:pt x="21919" y="20684"/>
                  </a:cubicBezTo>
                </a:path>
                <a:path w="21920" h="21600" stroke="0" extrusionOk="0">
                  <a:moveTo>
                    <a:pt x="-1" y="2"/>
                  </a:moveTo>
                  <a:cubicBezTo>
                    <a:pt x="112" y="0"/>
                    <a:pt x="225" y="-1"/>
                    <a:pt x="339" y="0"/>
                  </a:cubicBezTo>
                  <a:cubicBezTo>
                    <a:pt x="11912" y="0"/>
                    <a:pt x="21428" y="9121"/>
                    <a:pt x="21919" y="20684"/>
                  </a:cubicBezTo>
                  <a:lnTo>
                    <a:pt x="339" y="21600"/>
                  </a:lnTo>
                  <a:lnTo>
                    <a:pt x="-1" y="2"/>
                  </a:lnTo>
                  <a:close/>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974" name="Arc 10">
              <a:extLst>
                <a:ext uri="{FF2B5EF4-FFF2-40B4-BE49-F238E27FC236}">
                  <a16:creationId xmlns:a16="http://schemas.microsoft.com/office/drawing/2014/main" id="{331EE48D-A44E-DEF2-D3E2-E5405472D05E}"/>
                </a:ext>
              </a:extLst>
            </p:cNvPr>
            <p:cNvSpPr>
              <a:spLocks/>
            </p:cNvSpPr>
            <p:nvPr/>
          </p:nvSpPr>
          <p:spPr bwMode="auto">
            <a:xfrm rot="5040000">
              <a:off x="5142744" y="3664269"/>
              <a:ext cx="450344" cy="406625"/>
            </a:xfrm>
            <a:custGeom>
              <a:avLst/>
              <a:gdLst>
                <a:gd name="T0" fmla="*/ 1109983 w 43200"/>
                <a:gd name="T1" fmla="*/ 4138253 h 39955"/>
                <a:gd name="T2" fmla="*/ 3920265 w 43200"/>
                <a:gd name="T3" fmla="*/ 3897860 h 39955"/>
                <a:gd name="T4" fmla="*/ 2347335 w 43200"/>
                <a:gd name="T5" fmla="*/ 2237175 h 39955"/>
                <a:gd name="T6" fmla="*/ 0 60000 65536"/>
                <a:gd name="T7" fmla="*/ 0 60000 65536"/>
                <a:gd name="T8" fmla="*/ 0 60000 65536"/>
              </a:gdLst>
              <a:ahLst/>
              <a:cxnLst>
                <a:cxn ang="T6">
                  <a:pos x="T0" y="T1"/>
                </a:cxn>
                <a:cxn ang="T7">
                  <a:pos x="T2" y="T3"/>
                </a:cxn>
                <a:cxn ang="T8">
                  <a:pos x="T4" y="T5"/>
                </a:cxn>
              </a:cxnLst>
              <a:rect l="0" t="0" r="r" b="b"/>
              <a:pathLst>
                <a:path w="43200" h="39955" fill="none" extrusionOk="0">
                  <a:moveTo>
                    <a:pt x="10213" y="39955"/>
                  </a:moveTo>
                  <a:cubicBezTo>
                    <a:pt x="3863" y="36015"/>
                    <a:pt x="0" y="29073"/>
                    <a:pt x="0" y="21600"/>
                  </a:cubicBezTo>
                  <a:cubicBezTo>
                    <a:pt x="0" y="9670"/>
                    <a:pt x="9670" y="0"/>
                    <a:pt x="21600" y="0"/>
                  </a:cubicBezTo>
                  <a:cubicBezTo>
                    <a:pt x="33529" y="0"/>
                    <a:pt x="43200" y="9670"/>
                    <a:pt x="43200" y="21600"/>
                  </a:cubicBezTo>
                  <a:cubicBezTo>
                    <a:pt x="43200" y="27712"/>
                    <a:pt x="40610" y="33538"/>
                    <a:pt x="36073" y="37633"/>
                  </a:cubicBezTo>
                </a:path>
                <a:path w="43200" h="39955" stroke="0" extrusionOk="0">
                  <a:moveTo>
                    <a:pt x="10213" y="39955"/>
                  </a:moveTo>
                  <a:cubicBezTo>
                    <a:pt x="3863" y="36015"/>
                    <a:pt x="0" y="29073"/>
                    <a:pt x="0" y="21600"/>
                  </a:cubicBezTo>
                  <a:cubicBezTo>
                    <a:pt x="0" y="9670"/>
                    <a:pt x="9670" y="0"/>
                    <a:pt x="21600" y="0"/>
                  </a:cubicBezTo>
                  <a:cubicBezTo>
                    <a:pt x="33529" y="0"/>
                    <a:pt x="43200" y="9670"/>
                    <a:pt x="43200" y="21600"/>
                  </a:cubicBezTo>
                  <a:cubicBezTo>
                    <a:pt x="43200" y="27712"/>
                    <a:pt x="40610" y="33538"/>
                    <a:pt x="36073" y="37633"/>
                  </a:cubicBezTo>
                  <a:lnTo>
                    <a:pt x="21600" y="21600"/>
                  </a:lnTo>
                  <a:lnTo>
                    <a:pt x="10213" y="39955"/>
                  </a:lnTo>
                  <a:close/>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975" name="Text Box 9">
              <a:extLst>
                <a:ext uri="{FF2B5EF4-FFF2-40B4-BE49-F238E27FC236}">
                  <a16:creationId xmlns:a16="http://schemas.microsoft.com/office/drawing/2014/main" id="{72A831DF-56B5-D524-DBCC-BD1DC33E90F2}"/>
                </a:ext>
              </a:extLst>
            </p:cNvPr>
            <p:cNvSpPr txBox="1">
              <a:spLocks noChangeArrowheads="1"/>
            </p:cNvSpPr>
            <p:nvPr/>
          </p:nvSpPr>
          <p:spPr bwMode="auto">
            <a:xfrm>
              <a:off x="5422898" y="3515096"/>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00/1</a:t>
              </a:r>
              <a:endParaRPr lang="en-US" altLang="en-US" sz="1400"/>
            </a:p>
          </p:txBody>
        </p:sp>
        <p:sp>
          <p:nvSpPr>
            <p:cNvPr id="167976" name="Text Box 8">
              <a:extLst>
                <a:ext uri="{FF2B5EF4-FFF2-40B4-BE49-F238E27FC236}">
                  <a16:creationId xmlns:a16="http://schemas.microsoft.com/office/drawing/2014/main" id="{A4F0453F-E7C7-80BD-028C-9CF2C65FF6C0}"/>
                </a:ext>
              </a:extLst>
            </p:cNvPr>
            <p:cNvSpPr txBox="1">
              <a:spLocks noChangeArrowheads="1"/>
            </p:cNvSpPr>
            <p:nvPr/>
          </p:nvSpPr>
          <p:spPr bwMode="auto">
            <a:xfrm>
              <a:off x="5422898" y="3723793"/>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11/1</a:t>
              </a:r>
              <a:endParaRPr lang="en-US" altLang="en-US" sz="1400"/>
            </a:p>
          </p:txBody>
        </p:sp>
        <p:sp>
          <p:nvSpPr>
            <p:cNvPr id="167977" name="Text Box 7">
              <a:extLst>
                <a:ext uri="{FF2B5EF4-FFF2-40B4-BE49-F238E27FC236}">
                  <a16:creationId xmlns:a16="http://schemas.microsoft.com/office/drawing/2014/main" id="{D2FDACBD-0399-8292-5C07-E2198A2BAF18}"/>
                </a:ext>
              </a:extLst>
            </p:cNvPr>
            <p:cNvSpPr txBox="1">
              <a:spLocks noChangeArrowheads="1"/>
            </p:cNvSpPr>
            <p:nvPr/>
          </p:nvSpPr>
          <p:spPr bwMode="auto">
            <a:xfrm>
              <a:off x="2863110" y="4886322"/>
              <a:ext cx="1066414"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01/0, 10/0</a:t>
              </a:r>
              <a:endParaRPr lang="en-US" altLang="en-US" sz="1400"/>
            </a:p>
          </p:txBody>
        </p:sp>
        <p:sp>
          <p:nvSpPr>
            <p:cNvPr id="167978" name="Text Box 6">
              <a:extLst>
                <a:ext uri="{FF2B5EF4-FFF2-40B4-BE49-F238E27FC236}">
                  <a16:creationId xmlns:a16="http://schemas.microsoft.com/office/drawing/2014/main" id="{19D858EB-079E-C259-CE4E-9C06D8C0105B}"/>
                </a:ext>
              </a:extLst>
            </p:cNvPr>
            <p:cNvSpPr txBox="1">
              <a:spLocks noChangeArrowheads="1"/>
            </p:cNvSpPr>
            <p:nvPr/>
          </p:nvSpPr>
          <p:spPr bwMode="auto">
            <a:xfrm>
              <a:off x="2982726" y="4252216"/>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01/0</a:t>
              </a:r>
              <a:endParaRPr lang="en-US" altLang="en-US" sz="1400"/>
            </a:p>
          </p:txBody>
        </p:sp>
        <p:sp>
          <p:nvSpPr>
            <p:cNvPr id="167979" name="Text Box 5">
              <a:extLst>
                <a:ext uri="{FF2B5EF4-FFF2-40B4-BE49-F238E27FC236}">
                  <a16:creationId xmlns:a16="http://schemas.microsoft.com/office/drawing/2014/main" id="{EA388169-4958-5213-3670-E8B56D6719C1}"/>
                </a:ext>
              </a:extLst>
            </p:cNvPr>
            <p:cNvSpPr txBox="1">
              <a:spLocks noChangeArrowheads="1"/>
            </p:cNvSpPr>
            <p:nvPr/>
          </p:nvSpPr>
          <p:spPr bwMode="auto">
            <a:xfrm>
              <a:off x="3018611" y="4516427"/>
              <a:ext cx="621642" cy="48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10/0</a:t>
              </a:r>
              <a:endParaRPr lang="en-US" altLang="en-US" sz="1400"/>
            </a:p>
          </p:txBody>
        </p:sp>
        <p:sp>
          <p:nvSpPr>
            <p:cNvPr id="167980" name="Text Box 4">
              <a:extLst>
                <a:ext uri="{FF2B5EF4-FFF2-40B4-BE49-F238E27FC236}">
                  <a16:creationId xmlns:a16="http://schemas.microsoft.com/office/drawing/2014/main" id="{B23BBAAD-E0D5-1671-C2D4-4B9EAFE2BC50}"/>
                </a:ext>
              </a:extLst>
            </p:cNvPr>
            <p:cNvSpPr txBox="1">
              <a:spLocks noChangeArrowheads="1"/>
            </p:cNvSpPr>
            <p:nvPr/>
          </p:nvSpPr>
          <p:spPr bwMode="auto">
            <a:xfrm>
              <a:off x="2265028" y="4036636"/>
              <a:ext cx="621642" cy="589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cs typeface="Times New Roman" panose="02020603050405020304" pitchFamily="18" charset="0"/>
                </a:rPr>
                <a:t>01/0</a:t>
              </a:r>
              <a:endParaRPr lang="en-US" altLang="en-US" sz="1400"/>
            </a:p>
            <a:p>
              <a:r>
                <a:rPr lang="en-US" altLang="en-US" sz="1400">
                  <a:cs typeface="Times New Roman" panose="02020603050405020304" pitchFamily="18" charset="0"/>
                </a:rPr>
                <a:t>10/0</a:t>
              </a:r>
              <a:endParaRPr lang="en-US" altLang="en-US" sz="1400"/>
            </a:p>
          </p:txBody>
        </p:sp>
      </p:grpSp>
      <p:sp>
        <p:nvSpPr>
          <p:cNvPr id="167950" name="TextBox 46">
            <a:extLst>
              <a:ext uri="{FF2B5EF4-FFF2-40B4-BE49-F238E27FC236}">
                <a16:creationId xmlns:a16="http://schemas.microsoft.com/office/drawing/2014/main" id="{E9D603B4-6932-FC2A-015E-AAE3C1905240}"/>
              </a:ext>
            </a:extLst>
          </p:cNvPr>
          <p:cNvSpPr txBox="1">
            <a:spLocks noChangeArrowheads="1"/>
          </p:cNvSpPr>
          <p:nvPr/>
        </p:nvSpPr>
        <p:spPr bwMode="auto">
          <a:xfrm>
            <a:off x="7153276" y="3516314"/>
            <a:ext cx="332422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2000"/>
              <a:t>If these sequences coincide on four consecutive clock cycles, y = 1. In all other cases, y = 0.</a:t>
            </a:r>
          </a:p>
        </p:txBody>
      </p:sp>
      <p:sp>
        <p:nvSpPr>
          <p:cNvPr id="167951" name="TextBox 47">
            <a:extLst>
              <a:ext uri="{FF2B5EF4-FFF2-40B4-BE49-F238E27FC236}">
                <a16:creationId xmlns:a16="http://schemas.microsoft.com/office/drawing/2014/main" id="{4842002E-4610-3C07-9989-3E8A6A26F7FF}"/>
              </a:ext>
            </a:extLst>
          </p:cNvPr>
          <p:cNvSpPr txBox="1">
            <a:spLocks noChangeArrowheads="1"/>
          </p:cNvSpPr>
          <p:nvPr/>
        </p:nvSpPr>
        <p:spPr bwMode="auto">
          <a:xfrm>
            <a:off x="7272338" y="1963738"/>
            <a:ext cx="31940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1800"/>
              <a:t>The function FSM  is  comparison  of  the  input sequences of zeros and ones arriving  at  inputs.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itle 1">
            <a:extLst>
              <a:ext uri="{FF2B5EF4-FFF2-40B4-BE49-F238E27FC236}">
                <a16:creationId xmlns:a16="http://schemas.microsoft.com/office/drawing/2014/main" id="{AF2E0F6F-8BF9-4D2C-70E1-78CA6E6C3893}"/>
              </a:ext>
            </a:extLst>
          </p:cNvPr>
          <p:cNvSpPr>
            <a:spLocks noGrp="1" noChangeArrowheads="1"/>
          </p:cNvSpPr>
          <p:nvPr>
            <p:ph type="title"/>
          </p:nvPr>
        </p:nvSpPr>
        <p:spPr/>
        <p:txBody>
          <a:bodyPr>
            <a:normAutofit/>
          </a:bodyPr>
          <a:lstStyle/>
          <a:p>
            <a:r>
              <a:rPr lang="en-US" altLang="en-US"/>
              <a:t>Verilog  Description of Mealy FSM</a:t>
            </a:r>
            <a:endParaRPr lang="en-GB" altLang="en-US"/>
          </a:p>
        </p:txBody>
      </p:sp>
      <p:sp>
        <p:nvSpPr>
          <p:cNvPr id="9" name="Text Placeholder 8">
            <a:extLst>
              <a:ext uri="{FF2B5EF4-FFF2-40B4-BE49-F238E27FC236}">
                <a16:creationId xmlns:a16="http://schemas.microsoft.com/office/drawing/2014/main" id="{7E5387C9-5031-7755-6890-7B3BE63AC9B7}"/>
              </a:ext>
            </a:extLst>
          </p:cNvPr>
          <p:cNvSpPr>
            <a:spLocks noGrp="1"/>
          </p:cNvSpPr>
          <p:nvPr>
            <p:ph type="body" sz="quarter" idx="10"/>
          </p:nvPr>
        </p:nvSpPr>
        <p:spPr/>
        <p:txBody>
          <a:bodyPr/>
          <a:lstStyle/>
          <a:p>
            <a:pPr eaLnBrk="1" hangingPunct="1"/>
            <a:r>
              <a:rPr lang="en-US" altLang="en-US" sz="1800" b="1" dirty="0"/>
              <a:t>module</a:t>
            </a:r>
            <a:r>
              <a:rPr lang="en-US" altLang="en-US" sz="1800" dirty="0"/>
              <a:t> </a:t>
            </a:r>
            <a:r>
              <a:rPr lang="en-US" altLang="en-US" sz="1800" dirty="0" err="1"/>
              <a:t>Mealy_fsm</a:t>
            </a:r>
            <a:r>
              <a:rPr lang="en-US" altLang="en-US" sz="1800" dirty="0"/>
              <a:t>(x1,x2,y,clk,reset);</a:t>
            </a:r>
            <a:endParaRPr lang="en-GB" altLang="en-US" sz="1800" dirty="0"/>
          </a:p>
          <a:p>
            <a:pPr eaLnBrk="1" hangingPunct="1"/>
            <a:r>
              <a:rPr lang="en-US" altLang="en-US" sz="1800" dirty="0"/>
              <a:t>	</a:t>
            </a:r>
            <a:r>
              <a:rPr lang="en-US" altLang="en-US" sz="1800" b="1" dirty="0"/>
              <a:t>input</a:t>
            </a:r>
            <a:r>
              <a:rPr lang="en-US" altLang="en-US" sz="1800" dirty="0"/>
              <a:t> x1,x2,clk,reset;</a:t>
            </a:r>
            <a:endParaRPr lang="en-GB" altLang="en-US" sz="1800" dirty="0"/>
          </a:p>
          <a:p>
            <a:pPr eaLnBrk="1" hangingPunct="1"/>
            <a:r>
              <a:rPr lang="en-US" altLang="en-US" sz="1800" dirty="0"/>
              <a:t>	</a:t>
            </a:r>
            <a:r>
              <a:rPr lang="en-US" altLang="en-US" sz="1800" b="1" dirty="0"/>
              <a:t>output</a:t>
            </a:r>
            <a:r>
              <a:rPr lang="en-US" altLang="en-US" sz="1800" dirty="0"/>
              <a:t> reg y;</a:t>
            </a:r>
            <a:endParaRPr lang="en-GB" altLang="en-US" sz="1800" dirty="0"/>
          </a:p>
          <a:p>
            <a:pPr eaLnBrk="1" hangingPunct="1"/>
            <a:r>
              <a:rPr lang="en-US" altLang="en-US" sz="1800" dirty="0"/>
              <a:t>	</a:t>
            </a:r>
            <a:r>
              <a:rPr lang="en-US" altLang="en-US" sz="1800" b="1" dirty="0"/>
              <a:t>reg </a:t>
            </a:r>
            <a:r>
              <a:rPr lang="en-US" altLang="en-US" sz="1800" dirty="0"/>
              <a:t>[1:0] state, </a:t>
            </a:r>
            <a:r>
              <a:rPr lang="en-US" altLang="en-US" sz="1800" dirty="0" err="1"/>
              <a:t>next_state</a:t>
            </a:r>
            <a:r>
              <a:rPr lang="en-US" altLang="en-US" sz="1800" dirty="0"/>
              <a:t>;</a:t>
            </a:r>
            <a:endParaRPr lang="en-GB" altLang="en-US" sz="1800" dirty="0"/>
          </a:p>
          <a:p>
            <a:pPr eaLnBrk="1" hangingPunct="1"/>
            <a:r>
              <a:rPr lang="en-US" altLang="en-US" sz="1800" b="1" dirty="0"/>
              <a:t>parameter </a:t>
            </a:r>
            <a:r>
              <a:rPr lang="en-US" altLang="en-US" sz="1800" dirty="0"/>
              <a:t>S0=2'b00, S1=2'b01, S2=2'b10, S3=2'b11;</a:t>
            </a:r>
            <a:endParaRPr lang="en-GB" altLang="en-US" sz="1800" dirty="0"/>
          </a:p>
          <a:p>
            <a:pPr eaLnBrk="1" hangingPunct="1"/>
            <a:r>
              <a:rPr lang="en-US" altLang="en-US" sz="1800" dirty="0"/>
              <a:t>	//register</a:t>
            </a:r>
            <a:endParaRPr lang="en-GB" altLang="en-US" sz="1800" dirty="0"/>
          </a:p>
          <a:p>
            <a:pPr eaLnBrk="1" hangingPunct="1"/>
            <a:r>
              <a:rPr lang="en-US" altLang="en-US" sz="1800" dirty="0"/>
              <a:t>	</a:t>
            </a:r>
            <a:r>
              <a:rPr lang="en-US" altLang="en-US" sz="1800" b="1" dirty="0"/>
              <a:t>always </a:t>
            </a:r>
            <a:r>
              <a:rPr lang="en-US" altLang="en-US" sz="1800" dirty="0"/>
              <a:t>@(posedge </a:t>
            </a:r>
            <a:r>
              <a:rPr lang="en-US" altLang="en-US" sz="1800" dirty="0" err="1"/>
              <a:t>clk</a:t>
            </a:r>
            <a:r>
              <a:rPr lang="en-US" altLang="en-US" sz="1800" dirty="0"/>
              <a:t>, </a:t>
            </a:r>
            <a:r>
              <a:rPr lang="en-US" altLang="en-US" sz="1800" dirty="0" err="1"/>
              <a:t>negedge</a:t>
            </a:r>
            <a:r>
              <a:rPr lang="en-US" altLang="en-US" sz="1800" dirty="0"/>
              <a:t> reset)</a:t>
            </a:r>
            <a:endParaRPr lang="en-GB" altLang="en-US" sz="1800" dirty="0"/>
          </a:p>
          <a:p>
            <a:pPr eaLnBrk="1" hangingPunct="1"/>
            <a:r>
              <a:rPr lang="en-US" altLang="en-US" sz="1800" dirty="0"/>
              <a:t>	</a:t>
            </a:r>
            <a:r>
              <a:rPr lang="en-US" altLang="en-US" sz="1800" b="1" dirty="0"/>
              <a:t>if </a:t>
            </a:r>
            <a:r>
              <a:rPr lang="en-US" altLang="en-US" sz="1800" dirty="0"/>
              <a:t>(!reset) //asynchronous reset</a:t>
            </a:r>
            <a:endParaRPr lang="en-GB" altLang="en-US" sz="1800" dirty="0"/>
          </a:p>
          <a:p>
            <a:pPr eaLnBrk="1" hangingPunct="1"/>
            <a:r>
              <a:rPr lang="en-US" altLang="en-US" sz="1800" dirty="0"/>
              <a:t>	state&lt;=S0;</a:t>
            </a:r>
          </a:p>
          <a:p>
            <a:pPr eaLnBrk="1" hangingPunct="1"/>
            <a:r>
              <a:rPr lang="en-US" altLang="en-US" sz="1800" b="1" dirty="0"/>
              <a:t>else </a:t>
            </a:r>
            <a:r>
              <a:rPr lang="en-US" altLang="en-US" sz="1800" dirty="0"/>
              <a:t>state&lt;=</a:t>
            </a:r>
            <a:r>
              <a:rPr lang="en-US" altLang="en-US" sz="1800" dirty="0" err="1"/>
              <a:t>next_state</a:t>
            </a:r>
            <a:r>
              <a:rPr lang="en-US" altLang="en-US" sz="1800" dirty="0"/>
              <a:t>;</a:t>
            </a:r>
            <a:endParaRPr lang="en-GB" altLang="en-US" sz="1800" dirty="0"/>
          </a:p>
          <a:p>
            <a:pPr eaLnBrk="1" hangingPunct="1"/>
            <a:r>
              <a:rPr lang="en-US" altLang="en-US" sz="1800" dirty="0"/>
              <a:t>  		//next state logic</a:t>
            </a:r>
            <a:endParaRPr lang="en-GB" altLang="en-US" sz="1800" dirty="0"/>
          </a:p>
          <a:p>
            <a:pPr eaLnBrk="1" hangingPunct="1"/>
            <a:r>
              <a:rPr lang="en-US" altLang="en-US" sz="1800" dirty="0"/>
              <a:t>		</a:t>
            </a:r>
            <a:r>
              <a:rPr lang="en-US" altLang="en-US" sz="1800" b="1" dirty="0"/>
              <a:t>always</a:t>
            </a:r>
            <a:r>
              <a:rPr lang="en-US" altLang="en-US" sz="1800" dirty="0"/>
              <a:t> @(state, x1, x2)</a:t>
            </a:r>
            <a:r>
              <a:rPr lang="en-US" altLang="en-US" sz="1800" b="1" dirty="0"/>
              <a:t>          </a:t>
            </a:r>
            <a:endParaRPr lang="en-GB" altLang="en-US" sz="1800" dirty="0"/>
          </a:p>
          <a:p>
            <a:pPr eaLnBrk="1" hangingPunct="1"/>
            <a:endParaRPr lang="en-GB" altLang="en-US" sz="1800" dirty="0"/>
          </a:p>
          <a:p>
            <a:pPr eaLnBrk="1" hangingPunct="1"/>
            <a:endParaRPr lang="en-GB" altLang="en-US" sz="1800" dirty="0"/>
          </a:p>
          <a:p>
            <a:endParaRPr 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itle 1">
            <a:extLst>
              <a:ext uri="{FF2B5EF4-FFF2-40B4-BE49-F238E27FC236}">
                <a16:creationId xmlns:a16="http://schemas.microsoft.com/office/drawing/2014/main" id="{CDA0DEA9-F893-F4F5-A742-1A55F04E3CF4}"/>
              </a:ext>
            </a:extLst>
          </p:cNvPr>
          <p:cNvSpPr>
            <a:spLocks noGrp="1" noChangeArrowheads="1"/>
          </p:cNvSpPr>
          <p:nvPr>
            <p:ph type="title"/>
          </p:nvPr>
        </p:nvSpPr>
        <p:spPr/>
        <p:txBody>
          <a:bodyPr/>
          <a:lstStyle/>
          <a:p>
            <a:r>
              <a:rPr lang="en-US" altLang="en-US"/>
              <a:t>Verilog  Description of Mealy FSM</a:t>
            </a:r>
            <a:endParaRPr lang="en-GB" altLang="en-US"/>
          </a:p>
        </p:txBody>
      </p:sp>
      <p:sp>
        <p:nvSpPr>
          <p:cNvPr id="9" name="Text Placeholder 8">
            <a:extLst>
              <a:ext uri="{FF2B5EF4-FFF2-40B4-BE49-F238E27FC236}">
                <a16:creationId xmlns:a16="http://schemas.microsoft.com/office/drawing/2014/main" id="{551AEDFB-A9A9-6209-197A-6590D1BCB6DE}"/>
              </a:ext>
            </a:extLst>
          </p:cNvPr>
          <p:cNvSpPr>
            <a:spLocks noGrp="1"/>
          </p:cNvSpPr>
          <p:nvPr>
            <p:ph type="body" sz="quarter" idx="10"/>
          </p:nvPr>
        </p:nvSpPr>
        <p:spPr/>
        <p:txBody>
          <a:bodyPr/>
          <a:lstStyle/>
          <a:p>
            <a:pPr eaLnBrk="1" hangingPunct="1"/>
            <a:r>
              <a:rPr lang="en-US" altLang="en-US" sz="1800" dirty="0"/>
              <a:t>	</a:t>
            </a:r>
            <a:r>
              <a:rPr lang="en-US" altLang="en-US" sz="1800" b="1" dirty="0"/>
              <a:t> case</a:t>
            </a:r>
            <a:r>
              <a:rPr lang="en-US" altLang="en-US" sz="1800" dirty="0"/>
              <a:t> (state) </a:t>
            </a:r>
          </a:p>
          <a:p>
            <a:pPr eaLnBrk="1" hangingPunct="1"/>
            <a:r>
              <a:rPr lang="en-US" altLang="en-US" sz="1800" dirty="0"/>
              <a:t>		S0:next_state=(x1==x2)? S1:S0;</a:t>
            </a:r>
            <a:endParaRPr lang="en-GB" altLang="en-US" sz="1800" dirty="0"/>
          </a:p>
          <a:p>
            <a:pPr eaLnBrk="1" hangingPunct="1"/>
            <a:r>
              <a:rPr lang="en-US" altLang="en-US" sz="1800" dirty="0"/>
              <a:t>		S1:next_state=(x1==x2)? S2:S0;</a:t>
            </a:r>
            <a:endParaRPr lang="en-GB" altLang="en-US" sz="1800" dirty="0"/>
          </a:p>
          <a:p>
            <a:pPr eaLnBrk="1" hangingPunct="1"/>
            <a:r>
              <a:rPr lang="en-US" altLang="en-US" sz="1800" dirty="0"/>
              <a:t>		S2:next_state=(x1==x2)? S3:S0;</a:t>
            </a:r>
            <a:endParaRPr lang="en-GB" altLang="en-US" sz="1800" dirty="0"/>
          </a:p>
          <a:p>
            <a:pPr eaLnBrk="1" hangingPunct="1"/>
            <a:r>
              <a:rPr lang="en-US" altLang="en-US" sz="1800" dirty="0"/>
              <a:t>		S3:next_state=(x1==x2)? S3:S0;</a:t>
            </a:r>
            <a:endParaRPr lang="en-GB" altLang="en-US" sz="1800" dirty="0"/>
          </a:p>
          <a:p>
            <a:pPr eaLnBrk="1" hangingPunct="1"/>
            <a:r>
              <a:rPr lang="en-US" altLang="en-US" sz="1800" dirty="0"/>
              <a:t>		</a:t>
            </a:r>
            <a:r>
              <a:rPr lang="en-US" altLang="en-US" sz="1800" b="1" dirty="0"/>
              <a:t>default:</a:t>
            </a:r>
            <a:r>
              <a:rPr lang="en-US" altLang="en-US" sz="1800" dirty="0"/>
              <a:t> </a:t>
            </a:r>
            <a:r>
              <a:rPr lang="en-US" altLang="en-US" sz="1800" dirty="0" err="1"/>
              <a:t>next_state</a:t>
            </a:r>
            <a:r>
              <a:rPr lang="en-US" altLang="en-US" sz="1800" dirty="0"/>
              <a:t>=S0;</a:t>
            </a:r>
            <a:endParaRPr lang="en-GB" altLang="en-US" sz="1800" dirty="0"/>
          </a:p>
          <a:p>
            <a:pPr eaLnBrk="1" hangingPunct="1"/>
            <a:r>
              <a:rPr lang="en-US" altLang="en-US" sz="1800" dirty="0"/>
              <a:t>	</a:t>
            </a:r>
            <a:r>
              <a:rPr lang="en-US" altLang="en-US" sz="1800" b="1" dirty="0" err="1"/>
              <a:t>endcase</a:t>
            </a:r>
            <a:endParaRPr lang="en-GB" altLang="en-US" sz="1800" dirty="0"/>
          </a:p>
          <a:p>
            <a:pPr eaLnBrk="1" hangingPunct="1"/>
            <a:r>
              <a:rPr lang="en-US" altLang="en-US" sz="1800" dirty="0"/>
              <a:t>		//output logic</a:t>
            </a:r>
            <a:endParaRPr lang="en-GB" altLang="en-US" sz="1800" dirty="0"/>
          </a:p>
          <a:p>
            <a:pPr eaLnBrk="1" hangingPunct="1"/>
            <a:r>
              <a:rPr lang="en-US" altLang="en-US" sz="1800" dirty="0"/>
              <a:t>		</a:t>
            </a:r>
            <a:r>
              <a:rPr lang="en-US" altLang="en-US" sz="1800" b="1" dirty="0"/>
              <a:t>always</a:t>
            </a:r>
            <a:r>
              <a:rPr lang="en-US" altLang="en-US" sz="1800" dirty="0"/>
              <a:t> @(state, x1, x2)</a:t>
            </a:r>
            <a:endParaRPr lang="en-GB" altLang="en-US" sz="1800" dirty="0"/>
          </a:p>
          <a:p>
            <a:pPr eaLnBrk="1" hangingPunct="1"/>
            <a:r>
              <a:rPr lang="en-US" altLang="en-US" sz="1800" dirty="0"/>
              <a:t>		</a:t>
            </a:r>
            <a:r>
              <a:rPr lang="en-US" altLang="en-US" sz="1800" b="1" dirty="0"/>
              <a:t>if </a:t>
            </a:r>
            <a:r>
              <a:rPr lang="en-US" altLang="en-US" sz="1800" dirty="0"/>
              <a:t>((state==S3)&amp;&amp;(x1==x2)) y=1;	</a:t>
            </a:r>
            <a:endParaRPr lang="en-GB" altLang="en-US" sz="1800" dirty="0"/>
          </a:p>
          <a:p>
            <a:pPr eaLnBrk="1" hangingPunct="1"/>
            <a:r>
              <a:rPr lang="en-US" altLang="en-US" sz="1800" b="1" dirty="0"/>
              <a:t>		else </a:t>
            </a:r>
            <a:r>
              <a:rPr lang="en-US" altLang="en-US" sz="1800" dirty="0"/>
              <a:t>y</a:t>
            </a:r>
            <a:r>
              <a:rPr lang="ru-RU" altLang="en-US" sz="1800" dirty="0"/>
              <a:t>=0;</a:t>
            </a:r>
            <a:endParaRPr lang="en-GB" altLang="en-US" sz="1800" dirty="0"/>
          </a:p>
          <a:p>
            <a:pPr eaLnBrk="1" hangingPunct="1"/>
            <a:r>
              <a:rPr lang="ru-RU" altLang="en-US" sz="1800" dirty="0"/>
              <a:t>	</a:t>
            </a:r>
            <a:r>
              <a:rPr lang="en-US" altLang="en-US" sz="1800" b="1" dirty="0" err="1"/>
              <a:t>endmodule</a:t>
            </a:r>
            <a:endParaRPr lang="en-GB" altLang="en-US" sz="1800" dirty="0"/>
          </a:p>
          <a:p>
            <a:pPr eaLnBrk="1" hangingPunct="1"/>
            <a:endParaRPr lang="en-GB" altLang="en-US" sz="1800" dirty="0"/>
          </a:p>
          <a:p>
            <a:endParaRPr lang="en-US" sz="1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itle 1">
            <a:extLst>
              <a:ext uri="{FF2B5EF4-FFF2-40B4-BE49-F238E27FC236}">
                <a16:creationId xmlns:a16="http://schemas.microsoft.com/office/drawing/2014/main" id="{4303906A-1F3C-4F77-538A-D89B021E72FB}"/>
              </a:ext>
            </a:extLst>
          </p:cNvPr>
          <p:cNvSpPr>
            <a:spLocks noGrp="1" noChangeArrowheads="1"/>
          </p:cNvSpPr>
          <p:nvPr>
            <p:ph type="title"/>
          </p:nvPr>
        </p:nvSpPr>
        <p:spPr/>
        <p:txBody>
          <a:bodyPr/>
          <a:lstStyle/>
          <a:p>
            <a:r>
              <a:rPr lang="en-US" altLang="en-US"/>
              <a:t>SystemVerilog  Description of Mealy FSM</a:t>
            </a:r>
            <a:endParaRPr lang="en-GB" altLang="en-US"/>
          </a:p>
        </p:txBody>
      </p:sp>
      <p:sp>
        <p:nvSpPr>
          <p:cNvPr id="9" name="Text Placeholder 8">
            <a:extLst>
              <a:ext uri="{FF2B5EF4-FFF2-40B4-BE49-F238E27FC236}">
                <a16:creationId xmlns:a16="http://schemas.microsoft.com/office/drawing/2014/main" id="{4E623F75-BA44-7DF4-B734-3D046F4D1A9C}"/>
              </a:ext>
            </a:extLst>
          </p:cNvPr>
          <p:cNvSpPr>
            <a:spLocks noGrp="1"/>
          </p:cNvSpPr>
          <p:nvPr>
            <p:ph type="body" sz="quarter" idx="10"/>
          </p:nvPr>
        </p:nvSpPr>
        <p:spPr/>
        <p:txBody>
          <a:bodyPr/>
          <a:lstStyle/>
          <a:p>
            <a:pPr eaLnBrk="1" hangingPunct="1"/>
            <a:r>
              <a:rPr lang="en-US" altLang="en-US" sz="1800" b="1" dirty="0"/>
              <a:t>module</a:t>
            </a:r>
            <a:r>
              <a:rPr lang="en-US" altLang="en-US" sz="1800" dirty="0"/>
              <a:t> </a:t>
            </a:r>
            <a:r>
              <a:rPr lang="en-US" altLang="en-US" sz="1800" dirty="0" err="1"/>
              <a:t>Mealy_fsm</a:t>
            </a:r>
            <a:r>
              <a:rPr lang="en-US" altLang="en-US" sz="1800" dirty="0"/>
              <a:t>(</a:t>
            </a:r>
            <a:r>
              <a:rPr lang="en-US" altLang="en-US" sz="1800" dirty="0">
                <a:solidFill>
                  <a:srgbClr val="0066CC"/>
                </a:solidFill>
              </a:rPr>
              <a:t>input logic </a:t>
            </a:r>
            <a:r>
              <a:rPr lang="en-US" altLang="en-US" sz="1800" dirty="0" err="1"/>
              <a:t>clk</a:t>
            </a:r>
            <a:r>
              <a:rPr lang="en-US" altLang="en-US" sz="1800" dirty="0"/>
              <a:t>, </a:t>
            </a:r>
            <a:r>
              <a:rPr lang="en-US" altLang="en-US" sz="1800" dirty="0">
                <a:solidFill>
                  <a:srgbClr val="0066CC"/>
                </a:solidFill>
              </a:rPr>
              <a:t>input logic  </a:t>
            </a:r>
            <a:r>
              <a:rPr lang="en-US" altLang="en-US" sz="1800" dirty="0"/>
              <a:t>reset,</a:t>
            </a:r>
            <a:br>
              <a:rPr lang="en-US" altLang="en-US" sz="1800" dirty="0"/>
            </a:br>
            <a:r>
              <a:rPr lang="en-US" altLang="en-US" sz="1800" dirty="0">
                <a:solidFill>
                  <a:srgbClr val="0066CC"/>
                </a:solidFill>
              </a:rPr>
              <a:t>input logic </a:t>
            </a:r>
            <a:r>
              <a:rPr lang="en-US" altLang="en-US" sz="1800" dirty="0"/>
              <a:t>x1,x2, </a:t>
            </a:r>
            <a:r>
              <a:rPr lang="en-US" altLang="en-US" sz="1800" dirty="0">
                <a:solidFill>
                  <a:srgbClr val="0066CC"/>
                </a:solidFill>
              </a:rPr>
              <a:t>output logic </a:t>
            </a:r>
            <a:r>
              <a:rPr lang="en-US" altLang="en-US" sz="1800" dirty="0"/>
              <a:t>y);</a:t>
            </a:r>
          </a:p>
          <a:p>
            <a:pPr>
              <a:spcAft>
                <a:spcPts val="600"/>
              </a:spcAft>
            </a:pPr>
            <a:r>
              <a:rPr lang="en-GB" altLang="en-US" sz="1800" dirty="0">
                <a:solidFill>
                  <a:srgbClr val="0066CC"/>
                </a:solidFill>
              </a:rPr>
              <a:t>typedef </a:t>
            </a:r>
            <a:r>
              <a:rPr lang="en-GB" altLang="en-US" sz="1800" dirty="0" err="1">
                <a:solidFill>
                  <a:srgbClr val="0066CC"/>
                </a:solidFill>
              </a:rPr>
              <a:t>enum</a:t>
            </a:r>
            <a:r>
              <a:rPr lang="en-GB" altLang="en-US" sz="1800" dirty="0"/>
              <a:t> </a:t>
            </a:r>
            <a:r>
              <a:rPr lang="en-GB" altLang="en-US" sz="1800" dirty="0">
                <a:solidFill>
                  <a:srgbClr val="0066CC"/>
                </a:solidFill>
              </a:rPr>
              <a:t>logic</a:t>
            </a:r>
            <a:r>
              <a:rPr lang="en-GB" altLang="en-US" sz="1800" dirty="0"/>
              <a:t> [1:0] {s0, s1,s2, s3}  </a:t>
            </a:r>
            <a:r>
              <a:rPr lang="en-GB" altLang="en-US" sz="1800" dirty="0" err="1">
                <a:solidFill>
                  <a:srgbClr val="0066CC"/>
                </a:solidFill>
              </a:rPr>
              <a:t>statetype</a:t>
            </a:r>
            <a:r>
              <a:rPr lang="en-GB" altLang="en-US" sz="1800" dirty="0"/>
              <a:t>;</a:t>
            </a:r>
          </a:p>
          <a:p>
            <a:pPr eaLnBrk="1" hangingPunct="1"/>
            <a:r>
              <a:rPr lang="en-GB" altLang="en-US" sz="1800" dirty="0" err="1">
                <a:solidFill>
                  <a:srgbClr val="0066CC"/>
                </a:solidFill>
              </a:rPr>
              <a:t>statetype</a:t>
            </a:r>
            <a:r>
              <a:rPr lang="en-GB" altLang="en-US" sz="1800" dirty="0"/>
              <a:t> [1:0] state, </a:t>
            </a:r>
            <a:r>
              <a:rPr lang="en-GB" altLang="en-US" sz="1800" dirty="0" err="1"/>
              <a:t>nextstate</a:t>
            </a:r>
            <a:r>
              <a:rPr lang="en-GB" altLang="en-US" sz="1800" dirty="0"/>
              <a:t>;</a:t>
            </a:r>
          </a:p>
          <a:p>
            <a:pPr>
              <a:spcBef>
                <a:spcPts val="600"/>
              </a:spcBef>
              <a:spcAft>
                <a:spcPts val="600"/>
              </a:spcAft>
            </a:pPr>
            <a:r>
              <a:rPr lang="en-GB" altLang="en-US" sz="1800" dirty="0"/>
              <a:t>// state register</a:t>
            </a:r>
          </a:p>
          <a:p>
            <a:pPr eaLnBrk="1" hangingPunct="1"/>
            <a:r>
              <a:rPr lang="en-GB" altLang="en-US" sz="1800" dirty="0">
                <a:solidFill>
                  <a:srgbClr val="0066CC"/>
                </a:solidFill>
              </a:rPr>
              <a:t> </a:t>
            </a:r>
            <a:r>
              <a:rPr lang="en-GB" altLang="en-US" sz="1800" dirty="0" err="1">
                <a:solidFill>
                  <a:srgbClr val="0066CC"/>
                </a:solidFill>
              </a:rPr>
              <a:t>always_ff</a:t>
            </a:r>
            <a:r>
              <a:rPr lang="en-GB" altLang="en-US" sz="1800" dirty="0"/>
              <a:t> @(posedge </a:t>
            </a:r>
            <a:r>
              <a:rPr lang="en-GB" altLang="en-US" sz="1800" dirty="0" err="1"/>
              <a:t>clk</a:t>
            </a:r>
            <a:r>
              <a:rPr lang="en-GB" altLang="en-US" sz="1800" dirty="0"/>
              <a:t>, </a:t>
            </a:r>
            <a:r>
              <a:rPr lang="en-GB" altLang="en-US" sz="1800" dirty="0" err="1"/>
              <a:t>negedge</a:t>
            </a:r>
            <a:r>
              <a:rPr lang="en-GB" altLang="en-US" sz="1800" dirty="0"/>
              <a:t> reset)</a:t>
            </a:r>
          </a:p>
          <a:p>
            <a:pPr eaLnBrk="1" hangingPunct="1"/>
            <a:r>
              <a:rPr lang="en-US" altLang="en-US" sz="1800" b="1" dirty="0">
                <a:solidFill>
                  <a:srgbClr val="0066CC"/>
                </a:solidFill>
              </a:rPr>
              <a:t>	if </a:t>
            </a:r>
            <a:r>
              <a:rPr lang="en-US" altLang="en-US" sz="1800" dirty="0"/>
              <a:t>(!reset) //asynchronous reset</a:t>
            </a:r>
            <a:endParaRPr lang="en-GB" altLang="en-US" sz="1800" dirty="0"/>
          </a:p>
          <a:p>
            <a:pPr eaLnBrk="1" hangingPunct="1"/>
            <a:r>
              <a:rPr lang="en-US" altLang="en-US" sz="1800" dirty="0"/>
              <a:t>	state&lt;=S0;</a:t>
            </a:r>
          </a:p>
          <a:p>
            <a:pPr eaLnBrk="1" hangingPunct="1"/>
            <a:r>
              <a:rPr lang="en-US" altLang="en-US" sz="1800" b="1" dirty="0">
                <a:solidFill>
                  <a:srgbClr val="0066CC"/>
                </a:solidFill>
              </a:rPr>
              <a:t>	else</a:t>
            </a:r>
          </a:p>
          <a:p>
            <a:pPr eaLnBrk="1" hangingPunct="1"/>
            <a:r>
              <a:rPr lang="en-US" altLang="en-US" sz="1800" b="1" dirty="0">
                <a:solidFill>
                  <a:srgbClr val="0066CC"/>
                </a:solidFill>
              </a:rPr>
              <a:t>	</a:t>
            </a:r>
            <a:r>
              <a:rPr lang="en-US" altLang="en-US" sz="1800" b="1" dirty="0"/>
              <a:t> </a:t>
            </a:r>
            <a:r>
              <a:rPr lang="en-US" altLang="en-US" sz="1800" dirty="0"/>
              <a:t>state&lt;=</a:t>
            </a:r>
            <a:r>
              <a:rPr lang="en-US" altLang="en-US" sz="1800" dirty="0" err="1"/>
              <a:t>next_state</a:t>
            </a:r>
            <a:r>
              <a:rPr lang="en-US" altLang="en-US" sz="1800" dirty="0"/>
              <a:t>;	</a:t>
            </a:r>
            <a:endParaRPr lang="en-GB" altLang="en-US" sz="1800" dirty="0"/>
          </a:p>
          <a:p>
            <a:pPr marL="0" indent="0" eaLnBrk="1" hangingPunct="1">
              <a:buNone/>
            </a:pPr>
            <a:r>
              <a:rPr lang="en-GB" altLang="en-US" sz="1800" dirty="0"/>
              <a:t> </a:t>
            </a:r>
          </a:p>
          <a:p>
            <a:endParaRPr lang="en-US" sz="1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itle 1">
            <a:extLst>
              <a:ext uri="{FF2B5EF4-FFF2-40B4-BE49-F238E27FC236}">
                <a16:creationId xmlns:a16="http://schemas.microsoft.com/office/drawing/2014/main" id="{47124F65-BFD5-EE9F-FB81-02D8A36200EC}"/>
              </a:ext>
            </a:extLst>
          </p:cNvPr>
          <p:cNvSpPr>
            <a:spLocks noGrp="1" noChangeArrowheads="1"/>
          </p:cNvSpPr>
          <p:nvPr>
            <p:ph type="title"/>
          </p:nvPr>
        </p:nvSpPr>
        <p:spPr/>
        <p:txBody>
          <a:bodyPr/>
          <a:lstStyle/>
          <a:p>
            <a:r>
              <a:rPr lang="en-US" altLang="en-US"/>
              <a:t>SystemVerilog  Description of Mealy FSM (cntd)</a:t>
            </a:r>
            <a:endParaRPr lang="en-GB" altLang="en-US"/>
          </a:p>
        </p:txBody>
      </p:sp>
      <p:sp>
        <p:nvSpPr>
          <p:cNvPr id="9" name="Text Placeholder 8">
            <a:extLst>
              <a:ext uri="{FF2B5EF4-FFF2-40B4-BE49-F238E27FC236}">
                <a16:creationId xmlns:a16="http://schemas.microsoft.com/office/drawing/2014/main" id="{DC387234-07DE-F268-8173-ECEED06DD008}"/>
              </a:ext>
            </a:extLst>
          </p:cNvPr>
          <p:cNvSpPr>
            <a:spLocks noGrp="1"/>
          </p:cNvSpPr>
          <p:nvPr>
            <p:ph type="body" sz="quarter" idx="10"/>
          </p:nvPr>
        </p:nvSpPr>
        <p:spPr/>
        <p:txBody>
          <a:bodyPr/>
          <a:lstStyle/>
          <a:p>
            <a:pPr eaLnBrk="1" hangingPunct="1"/>
            <a:r>
              <a:rPr lang="en-US" altLang="en-US" sz="1400" dirty="0"/>
              <a:t>//next state logic</a:t>
            </a:r>
          </a:p>
          <a:p>
            <a:pPr eaLnBrk="1" hangingPunct="1"/>
            <a:r>
              <a:rPr lang="en-US" altLang="en-US" sz="1400" dirty="0">
                <a:solidFill>
                  <a:srgbClr val="0066CC"/>
                </a:solidFill>
              </a:rPr>
              <a:t>         </a:t>
            </a:r>
            <a:r>
              <a:rPr lang="en-US" altLang="en-US" sz="1400" dirty="0" err="1">
                <a:solidFill>
                  <a:srgbClr val="0066CC"/>
                </a:solidFill>
              </a:rPr>
              <a:t>always_comb</a:t>
            </a:r>
            <a:r>
              <a:rPr lang="en-US" altLang="en-US" sz="1400" dirty="0">
                <a:solidFill>
                  <a:srgbClr val="0066CC"/>
                </a:solidFill>
              </a:rPr>
              <a:t> </a:t>
            </a:r>
          </a:p>
          <a:p>
            <a:pPr eaLnBrk="1" hangingPunct="1"/>
            <a:r>
              <a:rPr lang="en-US" altLang="en-US" sz="1400" dirty="0"/>
              <a:t>	c</a:t>
            </a:r>
            <a:r>
              <a:rPr lang="en-US" altLang="en-US" sz="1400" dirty="0">
                <a:solidFill>
                  <a:srgbClr val="0066CC"/>
                </a:solidFill>
              </a:rPr>
              <a:t>ase </a:t>
            </a:r>
            <a:r>
              <a:rPr lang="en-US" altLang="en-US" sz="1400" dirty="0"/>
              <a:t>(state) </a:t>
            </a:r>
          </a:p>
          <a:p>
            <a:pPr eaLnBrk="1" hangingPunct="1"/>
            <a:r>
              <a:rPr lang="en-US" altLang="en-US" sz="1400" dirty="0"/>
              <a:t>		s0: </a:t>
            </a:r>
            <a:r>
              <a:rPr lang="en-US" altLang="en-US" sz="1400" dirty="0" err="1"/>
              <a:t>next_state</a:t>
            </a:r>
            <a:r>
              <a:rPr lang="en-US" altLang="en-US" sz="1400" dirty="0"/>
              <a:t>=(x1==x2)? s1:s0;</a:t>
            </a:r>
            <a:endParaRPr lang="en-GB" altLang="en-US" sz="1400" dirty="0"/>
          </a:p>
          <a:p>
            <a:pPr eaLnBrk="1" hangingPunct="1"/>
            <a:r>
              <a:rPr lang="en-US" altLang="en-US" sz="1400" dirty="0"/>
              <a:t>		s1:next_state=(x1==x2)? s2:s0;</a:t>
            </a:r>
            <a:endParaRPr lang="en-GB" altLang="en-US" sz="1400" dirty="0"/>
          </a:p>
          <a:p>
            <a:pPr eaLnBrk="1" hangingPunct="1"/>
            <a:r>
              <a:rPr lang="en-US" altLang="en-US" sz="1400" dirty="0"/>
              <a:t>		s2:next_state=(x1==x2)? s3:s0;</a:t>
            </a:r>
            <a:endParaRPr lang="en-GB" altLang="en-US" sz="1400" dirty="0"/>
          </a:p>
          <a:p>
            <a:pPr eaLnBrk="1" hangingPunct="1"/>
            <a:r>
              <a:rPr lang="en-US" altLang="en-US" sz="1400" dirty="0"/>
              <a:t>		s3:next_state=(x1==x2)? s3:s0;</a:t>
            </a:r>
            <a:endParaRPr lang="en-GB" altLang="en-US" sz="1400" dirty="0"/>
          </a:p>
          <a:p>
            <a:pPr eaLnBrk="1" hangingPunct="1"/>
            <a:r>
              <a:rPr lang="en-US" altLang="en-US" sz="1400" dirty="0"/>
              <a:t>		</a:t>
            </a:r>
            <a:r>
              <a:rPr lang="en-US" altLang="en-US" sz="1400" b="1" dirty="0">
                <a:solidFill>
                  <a:srgbClr val="0066CC"/>
                </a:solidFill>
              </a:rPr>
              <a:t>default:</a:t>
            </a:r>
            <a:r>
              <a:rPr lang="en-US" altLang="en-US" sz="1400" dirty="0"/>
              <a:t> </a:t>
            </a:r>
            <a:r>
              <a:rPr lang="en-US" altLang="en-US" sz="1400" dirty="0" err="1"/>
              <a:t>next_state</a:t>
            </a:r>
            <a:r>
              <a:rPr lang="en-US" altLang="en-US" sz="1400" dirty="0"/>
              <a:t>=s0;</a:t>
            </a:r>
            <a:endParaRPr lang="en-GB" altLang="en-US" sz="1400" dirty="0"/>
          </a:p>
          <a:p>
            <a:pPr eaLnBrk="1" hangingPunct="1"/>
            <a:r>
              <a:rPr lang="en-US" altLang="en-US" sz="1400" dirty="0"/>
              <a:t>	</a:t>
            </a:r>
            <a:r>
              <a:rPr lang="en-US" altLang="en-US" sz="1400" b="1" dirty="0" err="1">
                <a:solidFill>
                  <a:srgbClr val="0066CC"/>
                </a:solidFill>
              </a:rPr>
              <a:t>endcase</a:t>
            </a:r>
            <a:endParaRPr lang="en-GB" altLang="en-US" sz="1400" dirty="0">
              <a:solidFill>
                <a:srgbClr val="0066CC"/>
              </a:solidFill>
            </a:endParaRPr>
          </a:p>
          <a:p>
            <a:pPr eaLnBrk="1" hangingPunct="1"/>
            <a:r>
              <a:rPr lang="en-US" altLang="en-US" sz="1400" dirty="0"/>
              <a:t>		//output logic</a:t>
            </a:r>
            <a:endParaRPr lang="en-GB" altLang="en-US" sz="1400" dirty="0"/>
          </a:p>
          <a:p>
            <a:pPr eaLnBrk="1" hangingPunct="1"/>
            <a:r>
              <a:rPr lang="en-US" altLang="en-US" sz="1400" dirty="0"/>
              <a:t>	</a:t>
            </a:r>
            <a:r>
              <a:rPr lang="en-US" altLang="en-US" sz="1400" dirty="0">
                <a:solidFill>
                  <a:srgbClr val="0066CC"/>
                </a:solidFill>
              </a:rPr>
              <a:t>	</a:t>
            </a:r>
            <a:r>
              <a:rPr lang="en-US" altLang="en-US" sz="1400" b="1" dirty="0" err="1">
                <a:solidFill>
                  <a:srgbClr val="0066CC"/>
                </a:solidFill>
              </a:rPr>
              <a:t>always_comb</a:t>
            </a:r>
            <a:endParaRPr lang="en-GB" altLang="en-US" sz="1400" dirty="0">
              <a:solidFill>
                <a:srgbClr val="0066CC"/>
              </a:solidFill>
            </a:endParaRPr>
          </a:p>
          <a:p>
            <a:pPr eaLnBrk="1" hangingPunct="1"/>
            <a:r>
              <a:rPr lang="en-US" altLang="en-US" sz="1400" dirty="0"/>
              <a:t>		</a:t>
            </a:r>
            <a:r>
              <a:rPr lang="en-US" altLang="en-US" sz="1400" b="1" dirty="0">
                <a:solidFill>
                  <a:srgbClr val="0066CC"/>
                </a:solidFill>
              </a:rPr>
              <a:t>if</a:t>
            </a:r>
            <a:r>
              <a:rPr lang="en-US" altLang="en-US" sz="1400" b="1" dirty="0"/>
              <a:t> </a:t>
            </a:r>
            <a:r>
              <a:rPr lang="en-US" altLang="en-US" sz="1400" dirty="0"/>
              <a:t>((state==S3)&amp;&amp;(x1==x2)) y=1;	</a:t>
            </a:r>
            <a:endParaRPr lang="en-GB" altLang="en-US" sz="1400" dirty="0"/>
          </a:p>
          <a:p>
            <a:pPr eaLnBrk="1" hangingPunct="1"/>
            <a:r>
              <a:rPr lang="en-US" altLang="en-US" sz="1400" b="1" dirty="0"/>
              <a:t>		</a:t>
            </a:r>
            <a:r>
              <a:rPr lang="en-US" altLang="en-US" sz="1400" b="1" dirty="0">
                <a:solidFill>
                  <a:srgbClr val="0066CC"/>
                </a:solidFill>
              </a:rPr>
              <a:t>else</a:t>
            </a:r>
            <a:r>
              <a:rPr lang="en-US" altLang="en-US" sz="1400" b="1" dirty="0"/>
              <a:t> </a:t>
            </a:r>
            <a:r>
              <a:rPr lang="en-US" altLang="en-US" sz="1400" dirty="0"/>
              <a:t>y</a:t>
            </a:r>
            <a:r>
              <a:rPr lang="ru-RU" altLang="en-US" sz="1400" dirty="0"/>
              <a:t>=0;</a:t>
            </a:r>
            <a:endParaRPr lang="en-GB" altLang="en-US" sz="1400" dirty="0"/>
          </a:p>
          <a:p>
            <a:pPr eaLnBrk="1" hangingPunct="1"/>
            <a:r>
              <a:rPr lang="ru-RU" altLang="en-US" sz="1400" dirty="0"/>
              <a:t>	</a:t>
            </a:r>
            <a:r>
              <a:rPr lang="en-US" altLang="en-US" sz="1400" b="1" dirty="0" err="1">
                <a:solidFill>
                  <a:srgbClr val="0066CC"/>
                </a:solidFill>
              </a:rPr>
              <a:t>endmodule</a:t>
            </a:r>
            <a:endParaRPr lang="en-GB" altLang="en-US" sz="1400" dirty="0">
              <a:solidFill>
                <a:srgbClr val="0066CC"/>
              </a:solidFill>
            </a:endParaRPr>
          </a:p>
          <a:p>
            <a:pPr eaLnBrk="1" hangingPunct="1"/>
            <a:endParaRPr lang="en-GB" altLang="en-US" sz="1400" dirty="0"/>
          </a:p>
          <a:p>
            <a:endParaRPr lang="en-US" sz="1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itle 1">
            <a:extLst>
              <a:ext uri="{FF2B5EF4-FFF2-40B4-BE49-F238E27FC236}">
                <a16:creationId xmlns:a16="http://schemas.microsoft.com/office/drawing/2014/main" id="{0F96C6C6-A16A-7FED-91D4-A5A5A3DBD389}"/>
              </a:ext>
            </a:extLst>
          </p:cNvPr>
          <p:cNvSpPr>
            <a:spLocks noGrp="1" noChangeArrowheads="1"/>
          </p:cNvSpPr>
          <p:nvPr>
            <p:ph type="title"/>
          </p:nvPr>
        </p:nvSpPr>
        <p:spPr/>
        <p:txBody>
          <a:bodyPr/>
          <a:lstStyle/>
          <a:p>
            <a:r>
              <a:rPr lang="en-US" altLang="en-US"/>
              <a:t>Design of FSM  as an Arbiter Circuit</a:t>
            </a:r>
            <a:endParaRPr lang="en-GB" altLang="en-US"/>
          </a:p>
        </p:txBody>
      </p:sp>
      <p:grpSp>
        <p:nvGrpSpPr>
          <p:cNvPr id="173059" name="Group 9">
            <a:extLst>
              <a:ext uri="{FF2B5EF4-FFF2-40B4-BE49-F238E27FC236}">
                <a16:creationId xmlns:a16="http://schemas.microsoft.com/office/drawing/2014/main" id="{8407F7BD-8BBB-255B-41AB-8C8DD850E9D3}"/>
              </a:ext>
            </a:extLst>
          </p:cNvPr>
          <p:cNvGrpSpPr>
            <a:grpSpLocks/>
          </p:cNvGrpSpPr>
          <p:nvPr/>
        </p:nvGrpSpPr>
        <p:grpSpPr bwMode="auto">
          <a:xfrm>
            <a:off x="2266951" y="1476376"/>
            <a:ext cx="5705475" cy="3192463"/>
            <a:chOff x="1282552" y="982133"/>
            <a:chExt cx="5705574" cy="3191227"/>
          </a:xfrm>
        </p:grpSpPr>
        <p:sp>
          <p:nvSpPr>
            <p:cNvPr id="3" name="Rectangle 2">
              <a:extLst>
                <a:ext uri="{FF2B5EF4-FFF2-40B4-BE49-F238E27FC236}">
                  <a16:creationId xmlns:a16="http://schemas.microsoft.com/office/drawing/2014/main" id="{5A23C894-E8FF-4025-A875-0FF71A21DFE2}"/>
                </a:ext>
              </a:extLst>
            </p:cNvPr>
            <p:cNvSpPr/>
            <p:nvPr/>
          </p:nvSpPr>
          <p:spPr>
            <a:xfrm>
              <a:off x="1282552" y="2046934"/>
              <a:ext cx="1189059" cy="142184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solidFill>
                    <a:schemeClr val="bg2"/>
                  </a:solidFill>
                </a:rPr>
                <a:t>Arbiter</a:t>
              </a:r>
              <a:endParaRPr lang="en-GB" sz="2000" dirty="0">
                <a:solidFill>
                  <a:schemeClr val="bg2"/>
                </a:solidFill>
              </a:endParaRPr>
            </a:p>
          </p:txBody>
        </p:sp>
        <p:sp>
          <p:nvSpPr>
            <p:cNvPr id="4" name="Rectangle 3">
              <a:extLst>
                <a:ext uri="{FF2B5EF4-FFF2-40B4-BE49-F238E27FC236}">
                  <a16:creationId xmlns:a16="http://schemas.microsoft.com/office/drawing/2014/main" id="{61F9B891-3958-45F9-8C4D-E115A096DB53}"/>
                </a:ext>
              </a:extLst>
            </p:cNvPr>
            <p:cNvSpPr/>
            <p:nvPr/>
          </p:nvSpPr>
          <p:spPr>
            <a:xfrm>
              <a:off x="3446353" y="1129714"/>
              <a:ext cx="1184296" cy="59349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solidFill>
                    <a:schemeClr val="bg2"/>
                  </a:solidFill>
                </a:rPr>
                <a:t>Device1</a:t>
              </a:r>
              <a:endParaRPr lang="en-GB" sz="2000" dirty="0">
                <a:solidFill>
                  <a:schemeClr val="bg2"/>
                </a:solidFill>
              </a:endParaRPr>
            </a:p>
          </p:txBody>
        </p:sp>
        <p:sp>
          <p:nvSpPr>
            <p:cNvPr id="5" name="Rectangle 4">
              <a:extLst>
                <a:ext uri="{FF2B5EF4-FFF2-40B4-BE49-F238E27FC236}">
                  <a16:creationId xmlns:a16="http://schemas.microsoft.com/office/drawing/2014/main" id="{5B1089B9-26F2-43B6-9608-C9278765BB55}"/>
                </a:ext>
              </a:extLst>
            </p:cNvPr>
            <p:cNvSpPr/>
            <p:nvPr/>
          </p:nvSpPr>
          <p:spPr>
            <a:xfrm>
              <a:off x="3511441" y="2389701"/>
              <a:ext cx="1185884" cy="59190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solidFill>
                    <a:schemeClr val="bg2"/>
                  </a:solidFill>
                </a:rPr>
                <a:t>Device 2</a:t>
              </a:r>
              <a:endParaRPr lang="en-GB" sz="2000" dirty="0">
                <a:solidFill>
                  <a:schemeClr val="bg2"/>
                </a:solidFill>
              </a:endParaRPr>
            </a:p>
          </p:txBody>
        </p:sp>
        <p:sp>
          <p:nvSpPr>
            <p:cNvPr id="6" name="Rectangle 5">
              <a:extLst>
                <a:ext uri="{FF2B5EF4-FFF2-40B4-BE49-F238E27FC236}">
                  <a16:creationId xmlns:a16="http://schemas.microsoft.com/office/drawing/2014/main" id="{F1DA83F1-8626-4D10-8A2A-7F4FA194A6DB}"/>
                </a:ext>
              </a:extLst>
            </p:cNvPr>
            <p:cNvSpPr/>
            <p:nvPr/>
          </p:nvSpPr>
          <p:spPr>
            <a:xfrm>
              <a:off x="3543191" y="3379917"/>
              <a:ext cx="1185884" cy="59190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solidFill>
                    <a:schemeClr val="bg2"/>
                  </a:solidFill>
                </a:rPr>
                <a:t>Device 3</a:t>
              </a:r>
              <a:endParaRPr lang="en-GB" sz="2000" dirty="0">
                <a:solidFill>
                  <a:schemeClr val="bg2"/>
                </a:solidFill>
              </a:endParaRPr>
            </a:p>
          </p:txBody>
        </p:sp>
        <p:sp>
          <p:nvSpPr>
            <p:cNvPr id="7" name="Rectangle 6">
              <a:extLst>
                <a:ext uri="{FF2B5EF4-FFF2-40B4-BE49-F238E27FC236}">
                  <a16:creationId xmlns:a16="http://schemas.microsoft.com/office/drawing/2014/main" id="{0244F759-5875-4BFC-9A0C-1CB21E6AC7B3}"/>
                </a:ext>
              </a:extLst>
            </p:cNvPr>
            <p:cNvSpPr/>
            <p:nvPr/>
          </p:nvSpPr>
          <p:spPr>
            <a:xfrm>
              <a:off x="5524426" y="2018370"/>
              <a:ext cx="1463700" cy="81565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solidFill>
                    <a:schemeClr val="bg2"/>
                  </a:solidFill>
                </a:rPr>
                <a:t>Shared Resource</a:t>
              </a:r>
              <a:endParaRPr lang="en-GB" sz="2000" dirty="0">
                <a:solidFill>
                  <a:schemeClr val="bg2"/>
                </a:solidFill>
              </a:endParaRPr>
            </a:p>
          </p:txBody>
        </p:sp>
        <p:cxnSp>
          <p:nvCxnSpPr>
            <p:cNvPr id="9" name="Straight Connector 8">
              <a:extLst>
                <a:ext uri="{FF2B5EF4-FFF2-40B4-BE49-F238E27FC236}">
                  <a16:creationId xmlns:a16="http://schemas.microsoft.com/office/drawing/2014/main" id="{D07C5974-AD23-4A1A-981A-2EEA5558C132}"/>
                </a:ext>
              </a:extLst>
            </p:cNvPr>
            <p:cNvCxnSpPr/>
            <p:nvPr/>
          </p:nvCxnSpPr>
          <p:spPr>
            <a:xfrm>
              <a:off x="2490661" y="2240534"/>
              <a:ext cx="282580" cy="1586"/>
            </a:xfrm>
            <a:prstGeom prst="line">
              <a:avLst/>
            </a:prstGeom>
            <a:ln w="28575">
              <a:solidFill>
                <a:schemeClr val="tx1">
                  <a:alpha val="92000"/>
                </a:schemeClr>
              </a:solidFill>
              <a:headEnd type="triangle"/>
              <a:tailEnd type="none" w="med" len="lg"/>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953F7E7-12FA-448B-AA23-3DC213B84C4D}"/>
                </a:ext>
              </a:extLst>
            </p:cNvPr>
            <p:cNvCxnSpPr/>
            <p:nvPr/>
          </p:nvCxnSpPr>
          <p:spPr>
            <a:xfrm rot="5400000" flipH="1" flipV="1">
              <a:off x="2328119" y="1796998"/>
              <a:ext cx="888656"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871738B-8666-4E84-A87E-94B1AA5DE175}"/>
                </a:ext>
              </a:extLst>
            </p:cNvPr>
            <p:cNvCxnSpPr/>
            <p:nvPr/>
          </p:nvCxnSpPr>
          <p:spPr>
            <a:xfrm>
              <a:off x="2773241" y="1351878"/>
              <a:ext cx="635011" cy="15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3070" name="TextBox 13">
              <a:extLst>
                <a:ext uri="{FF2B5EF4-FFF2-40B4-BE49-F238E27FC236}">
                  <a16:creationId xmlns:a16="http://schemas.microsoft.com/office/drawing/2014/main" id="{AA5FF0B4-4DF7-50EE-5E2B-DD8BB0316F53}"/>
                </a:ext>
              </a:extLst>
            </p:cNvPr>
            <p:cNvSpPr txBox="1">
              <a:spLocks noChangeArrowheads="1"/>
            </p:cNvSpPr>
            <p:nvPr/>
          </p:nvSpPr>
          <p:spPr bwMode="auto">
            <a:xfrm>
              <a:off x="2903564" y="982133"/>
              <a:ext cx="564543" cy="399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r1</a:t>
              </a:r>
              <a:endParaRPr lang="en-GB" altLang="en-US" sz="2000"/>
            </a:p>
          </p:txBody>
        </p:sp>
        <p:cxnSp>
          <p:nvCxnSpPr>
            <p:cNvPr id="16" name="Straight Connector 15">
              <a:extLst>
                <a:ext uri="{FF2B5EF4-FFF2-40B4-BE49-F238E27FC236}">
                  <a16:creationId xmlns:a16="http://schemas.microsoft.com/office/drawing/2014/main" id="{1BBC1957-CFEC-459F-89FB-8BB9FF40BE1F}"/>
                </a:ext>
              </a:extLst>
            </p:cNvPr>
            <p:cNvCxnSpPr/>
            <p:nvPr/>
          </p:nvCxnSpPr>
          <p:spPr>
            <a:xfrm>
              <a:off x="2490661" y="2462698"/>
              <a:ext cx="423869" cy="15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F70A2A7-4DBC-4AC0-B729-8038CBB36AF6}"/>
                </a:ext>
              </a:extLst>
            </p:cNvPr>
            <p:cNvCxnSpPr/>
            <p:nvPr/>
          </p:nvCxnSpPr>
          <p:spPr>
            <a:xfrm rot="5400000" flipH="1" flipV="1">
              <a:off x="2432118" y="1981870"/>
              <a:ext cx="963239"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8C1B884-77AF-4449-A150-4E1CA160652B}"/>
                </a:ext>
              </a:extLst>
            </p:cNvPr>
            <p:cNvCxnSpPr>
              <a:endCxn id="4" idx="1"/>
            </p:cNvCxnSpPr>
            <p:nvPr/>
          </p:nvCxnSpPr>
          <p:spPr>
            <a:xfrm flipV="1">
              <a:off x="2914530" y="1493110"/>
              <a:ext cx="498484"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3074" name="TextBox 22">
              <a:extLst>
                <a:ext uri="{FF2B5EF4-FFF2-40B4-BE49-F238E27FC236}">
                  <a16:creationId xmlns:a16="http://schemas.microsoft.com/office/drawing/2014/main" id="{F9BE66C1-8481-AA21-1562-29FD61100A1B}"/>
                </a:ext>
              </a:extLst>
            </p:cNvPr>
            <p:cNvSpPr txBox="1">
              <a:spLocks noChangeArrowheads="1"/>
            </p:cNvSpPr>
            <p:nvPr/>
          </p:nvSpPr>
          <p:spPr bwMode="auto">
            <a:xfrm>
              <a:off x="2914075" y="1436772"/>
              <a:ext cx="564543" cy="399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g1</a:t>
              </a:r>
              <a:endParaRPr lang="en-GB" altLang="en-US" sz="2000"/>
            </a:p>
          </p:txBody>
        </p:sp>
        <p:cxnSp>
          <p:nvCxnSpPr>
            <p:cNvPr id="25" name="Straight Connector 24">
              <a:extLst>
                <a:ext uri="{FF2B5EF4-FFF2-40B4-BE49-F238E27FC236}">
                  <a16:creationId xmlns:a16="http://schemas.microsoft.com/office/drawing/2014/main" id="{EE28178B-9605-4968-BC25-32AE9A518440}"/>
                </a:ext>
              </a:extLst>
            </p:cNvPr>
            <p:cNvCxnSpPr/>
            <p:nvPr/>
          </p:nvCxnSpPr>
          <p:spPr>
            <a:xfrm flipV="1">
              <a:off x="2490661" y="2668993"/>
              <a:ext cx="1020780" cy="0"/>
            </a:xfrm>
            <a:prstGeom prst="line">
              <a:avLst/>
            </a:prstGeom>
            <a:ln w="285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3076" name="TextBox 25">
              <a:extLst>
                <a:ext uri="{FF2B5EF4-FFF2-40B4-BE49-F238E27FC236}">
                  <a16:creationId xmlns:a16="http://schemas.microsoft.com/office/drawing/2014/main" id="{CCF8330B-6E66-3F50-7446-A5CA0A31EFF7}"/>
                </a:ext>
              </a:extLst>
            </p:cNvPr>
            <p:cNvSpPr txBox="1">
              <a:spLocks noChangeArrowheads="1"/>
            </p:cNvSpPr>
            <p:nvPr/>
          </p:nvSpPr>
          <p:spPr bwMode="auto">
            <a:xfrm>
              <a:off x="2961576" y="2290017"/>
              <a:ext cx="564543" cy="399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r2</a:t>
              </a:r>
              <a:endParaRPr lang="en-GB" altLang="en-US" sz="2000"/>
            </a:p>
          </p:txBody>
        </p:sp>
        <p:cxnSp>
          <p:nvCxnSpPr>
            <p:cNvPr id="27" name="Straight Connector 26">
              <a:extLst>
                <a:ext uri="{FF2B5EF4-FFF2-40B4-BE49-F238E27FC236}">
                  <a16:creationId xmlns:a16="http://schemas.microsoft.com/office/drawing/2014/main" id="{70071A60-EC01-41E1-B902-76B02F3D5EB8}"/>
                </a:ext>
              </a:extLst>
            </p:cNvPr>
            <p:cNvCxnSpPr/>
            <p:nvPr/>
          </p:nvCxnSpPr>
          <p:spPr>
            <a:xfrm>
              <a:off x="2490661" y="2834029"/>
              <a:ext cx="1016018" cy="1586"/>
            </a:xfrm>
            <a:prstGeom prst="line">
              <a:avLst/>
            </a:prstGeom>
            <a:ln w="285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90B2EA4-C365-4333-830F-E2973AB8E52F}"/>
                </a:ext>
              </a:extLst>
            </p:cNvPr>
            <p:cNvCxnSpPr/>
            <p:nvPr/>
          </p:nvCxnSpPr>
          <p:spPr>
            <a:xfrm>
              <a:off x="2490661" y="3203773"/>
              <a:ext cx="423869"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3079" name="TextBox 29">
              <a:extLst>
                <a:ext uri="{FF2B5EF4-FFF2-40B4-BE49-F238E27FC236}">
                  <a16:creationId xmlns:a16="http://schemas.microsoft.com/office/drawing/2014/main" id="{82D03E2D-BD79-192E-E13B-FB87A93B1BAF}"/>
                </a:ext>
              </a:extLst>
            </p:cNvPr>
            <p:cNvSpPr txBox="1">
              <a:spLocks noChangeArrowheads="1"/>
            </p:cNvSpPr>
            <p:nvPr/>
          </p:nvSpPr>
          <p:spPr bwMode="auto">
            <a:xfrm>
              <a:off x="2964970" y="2775247"/>
              <a:ext cx="564543" cy="399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g2</a:t>
              </a:r>
              <a:endParaRPr lang="en-GB" altLang="en-US" sz="2000"/>
            </a:p>
          </p:txBody>
        </p:sp>
        <p:cxnSp>
          <p:nvCxnSpPr>
            <p:cNvPr id="32" name="Straight Connector 31">
              <a:extLst>
                <a:ext uri="{FF2B5EF4-FFF2-40B4-BE49-F238E27FC236}">
                  <a16:creationId xmlns:a16="http://schemas.microsoft.com/office/drawing/2014/main" id="{E6D747FD-10F6-4B86-97B7-DA5F52FDFA4A}"/>
                </a:ext>
              </a:extLst>
            </p:cNvPr>
            <p:cNvCxnSpPr/>
            <p:nvPr/>
          </p:nvCxnSpPr>
          <p:spPr>
            <a:xfrm rot="5400000">
              <a:off x="2728071" y="3388645"/>
              <a:ext cx="371331"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30A9865-90DF-40CD-B43C-4EC5FDA7890A}"/>
                </a:ext>
              </a:extLst>
            </p:cNvPr>
            <p:cNvCxnSpPr/>
            <p:nvPr/>
          </p:nvCxnSpPr>
          <p:spPr>
            <a:xfrm>
              <a:off x="2914530" y="3583039"/>
              <a:ext cx="628661"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3082" name="TextBox 34">
              <a:extLst>
                <a:ext uri="{FF2B5EF4-FFF2-40B4-BE49-F238E27FC236}">
                  <a16:creationId xmlns:a16="http://schemas.microsoft.com/office/drawing/2014/main" id="{9B6DDD4C-418B-18B6-A19E-53C19EFDA47B}"/>
                </a:ext>
              </a:extLst>
            </p:cNvPr>
            <p:cNvSpPr txBox="1">
              <a:spLocks noChangeArrowheads="1"/>
            </p:cNvSpPr>
            <p:nvPr/>
          </p:nvSpPr>
          <p:spPr bwMode="auto">
            <a:xfrm>
              <a:off x="2962932" y="3134876"/>
              <a:ext cx="5645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g3</a:t>
              </a:r>
              <a:endParaRPr lang="en-GB" altLang="en-US" sz="2000"/>
            </a:p>
          </p:txBody>
        </p:sp>
        <p:cxnSp>
          <p:nvCxnSpPr>
            <p:cNvPr id="37" name="Straight Arrow Connector 36">
              <a:extLst>
                <a:ext uri="{FF2B5EF4-FFF2-40B4-BE49-F238E27FC236}">
                  <a16:creationId xmlns:a16="http://schemas.microsoft.com/office/drawing/2014/main" id="{ADBE9EE6-074A-4520-ABC9-285C7F90C7E0}"/>
                </a:ext>
              </a:extLst>
            </p:cNvPr>
            <p:cNvCxnSpPr/>
            <p:nvPr/>
          </p:nvCxnSpPr>
          <p:spPr>
            <a:xfrm rot="10800000">
              <a:off x="2208081" y="3814724"/>
              <a:ext cx="1341460" cy="1586"/>
            </a:xfrm>
            <a:prstGeom prst="straightConnector1">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02C0559-B44A-4189-9F3E-8D3575A9C4B2}"/>
                </a:ext>
              </a:extLst>
            </p:cNvPr>
            <p:cNvCxnSpPr/>
            <p:nvPr/>
          </p:nvCxnSpPr>
          <p:spPr>
            <a:xfrm rot="5400000" flipH="1" flipV="1">
              <a:off x="2031144" y="3650480"/>
              <a:ext cx="355462" cy="158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179BA6F-CAB4-4DA6-83B1-87272DEB27F2}"/>
                </a:ext>
              </a:extLst>
            </p:cNvPr>
            <p:cNvCxnSpPr>
              <a:stCxn id="4" idx="3"/>
            </p:cNvCxnSpPr>
            <p:nvPr/>
          </p:nvCxnSpPr>
          <p:spPr>
            <a:xfrm>
              <a:off x="4630648" y="1426461"/>
              <a:ext cx="893778" cy="888656"/>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7B2E1BB-DE4D-4444-BD72-46FF302239EF}"/>
                </a:ext>
              </a:extLst>
            </p:cNvPr>
            <p:cNvCxnSpPr>
              <a:stCxn id="5" idx="3"/>
              <a:endCxn id="7" idx="1"/>
            </p:cNvCxnSpPr>
            <p:nvPr/>
          </p:nvCxnSpPr>
          <p:spPr>
            <a:xfrm flipV="1">
              <a:off x="4697324" y="2426199"/>
              <a:ext cx="827101" cy="258663"/>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A8E1A9C-FB35-4F92-8DEE-4AE3E47070D7}"/>
                </a:ext>
              </a:extLst>
            </p:cNvPr>
            <p:cNvCxnSpPr>
              <a:stCxn id="6" idx="3"/>
            </p:cNvCxnSpPr>
            <p:nvPr/>
          </p:nvCxnSpPr>
          <p:spPr>
            <a:xfrm flipV="1">
              <a:off x="4729075" y="2713425"/>
              <a:ext cx="795351" cy="961653"/>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3088" name="TextBox 50">
              <a:extLst>
                <a:ext uri="{FF2B5EF4-FFF2-40B4-BE49-F238E27FC236}">
                  <a16:creationId xmlns:a16="http://schemas.microsoft.com/office/drawing/2014/main" id="{EB58C820-1CA7-5605-E39A-912304DB0878}"/>
                </a:ext>
              </a:extLst>
            </p:cNvPr>
            <p:cNvSpPr txBox="1">
              <a:spLocks noChangeArrowheads="1"/>
            </p:cNvSpPr>
            <p:nvPr/>
          </p:nvSpPr>
          <p:spPr bwMode="auto">
            <a:xfrm>
              <a:off x="2969846" y="3773250"/>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r3</a:t>
              </a:r>
              <a:endParaRPr lang="en-GB" altLang="en-US" sz="2000"/>
            </a:p>
          </p:txBody>
        </p:sp>
      </p:grpSp>
      <p:sp>
        <p:nvSpPr>
          <p:cNvPr id="173060" name="TextBox 52">
            <a:extLst>
              <a:ext uri="{FF2B5EF4-FFF2-40B4-BE49-F238E27FC236}">
                <a16:creationId xmlns:a16="http://schemas.microsoft.com/office/drawing/2014/main" id="{2004619F-20BC-DC33-C0E3-39954C402B84}"/>
              </a:ext>
            </a:extLst>
          </p:cNvPr>
          <p:cNvSpPr txBox="1">
            <a:spLocks noChangeArrowheads="1"/>
          </p:cNvSpPr>
          <p:nvPr/>
        </p:nvSpPr>
        <p:spPr bwMode="auto">
          <a:xfrm>
            <a:off x="2057400" y="5181600"/>
            <a:ext cx="7848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X={r1,r2,r3}     Y={g1,g2,g3}</a:t>
            </a:r>
            <a:endParaRPr lang="en-GB" altLang="en-US" sz="2000"/>
          </a:p>
        </p:txBody>
      </p:sp>
      <p:sp>
        <p:nvSpPr>
          <p:cNvPr id="173061" name="TextBox 35">
            <a:extLst>
              <a:ext uri="{FF2B5EF4-FFF2-40B4-BE49-F238E27FC236}">
                <a16:creationId xmlns:a16="http://schemas.microsoft.com/office/drawing/2014/main" id="{67E74BE8-F602-CD91-D440-9048B81BC5CF}"/>
              </a:ext>
            </a:extLst>
          </p:cNvPr>
          <p:cNvSpPr txBox="1">
            <a:spLocks noChangeArrowheads="1"/>
          </p:cNvSpPr>
          <p:nvPr/>
        </p:nvSpPr>
        <p:spPr bwMode="auto">
          <a:xfrm>
            <a:off x="6784975" y="4281489"/>
            <a:ext cx="3454400"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The  purpose of  machine: </a:t>
            </a:r>
            <a:br>
              <a:rPr lang="en-US" altLang="en-US" sz="2000"/>
            </a:br>
            <a:r>
              <a:rPr lang="en-US" altLang="en-US" sz="2000"/>
              <a:t>to control access by</a:t>
            </a:r>
          </a:p>
          <a:p>
            <a:pPr eaLnBrk="1" hangingPunct="1"/>
            <a:r>
              <a:rPr lang="en-US" altLang="en-US" sz="2000"/>
              <a:t>various  devices  to a shared resource</a:t>
            </a:r>
            <a:endParaRPr lang="en-GB" altLang="en-US" sz="200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itle 1">
            <a:extLst>
              <a:ext uri="{FF2B5EF4-FFF2-40B4-BE49-F238E27FC236}">
                <a16:creationId xmlns:a16="http://schemas.microsoft.com/office/drawing/2014/main" id="{4D68B7DB-9530-6B62-0127-F9DC646AE278}"/>
              </a:ext>
            </a:extLst>
          </p:cNvPr>
          <p:cNvSpPr>
            <a:spLocks noGrp="1" noChangeArrowheads="1"/>
          </p:cNvSpPr>
          <p:nvPr>
            <p:ph type="title"/>
          </p:nvPr>
        </p:nvSpPr>
        <p:spPr/>
        <p:txBody>
          <a:bodyPr/>
          <a:lstStyle/>
          <a:p>
            <a:r>
              <a:rPr lang="en-US" altLang="en-US"/>
              <a:t>State Diagram for  the Arbiter</a:t>
            </a:r>
            <a:endParaRPr lang="en-GB" altLang="en-US"/>
          </a:p>
        </p:txBody>
      </p:sp>
      <p:grpSp>
        <p:nvGrpSpPr>
          <p:cNvPr id="174083" name="Group 28">
            <a:extLst>
              <a:ext uri="{FF2B5EF4-FFF2-40B4-BE49-F238E27FC236}">
                <a16:creationId xmlns:a16="http://schemas.microsoft.com/office/drawing/2014/main" id="{E4EDD71D-4E30-B3D6-CE62-273D8A708F67}"/>
              </a:ext>
            </a:extLst>
          </p:cNvPr>
          <p:cNvGrpSpPr>
            <a:grpSpLocks/>
          </p:cNvGrpSpPr>
          <p:nvPr/>
        </p:nvGrpSpPr>
        <p:grpSpPr bwMode="auto">
          <a:xfrm>
            <a:off x="2806701" y="1279525"/>
            <a:ext cx="4106863" cy="4800600"/>
            <a:chOff x="3188522" y="864051"/>
            <a:chExt cx="4106626" cy="4800872"/>
          </a:xfrm>
        </p:grpSpPr>
        <p:sp>
          <p:nvSpPr>
            <p:cNvPr id="25" name="Arc 24">
              <a:extLst>
                <a:ext uri="{FF2B5EF4-FFF2-40B4-BE49-F238E27FC236}">
                  <a16:creationId xmlns:a16="http://schemas.microsoft.com/office/drawing/2014/main" id="{434FF214-764E-49D1-8DDF-A7FA7836CA2F}"/>
                </a:ext>
              </a:extLst>
            </p:cNvPr>
            <p:cNvSpPr/>
            <p:nvPr/>
          </p:nvSpPr>
          <p:spPr>
            <a:xfrm rot="8651382">
              <a:off x="4926735" y="5168008"/>
              <a:ext cx="484159" cy="496915"/>
            </a:xfrm>
            <a:prstGeom prst="arc">
              <a:avLst>
                <a:gd name="adj1" fmla="val 11731447"/>
                <a:gd name="adj2" fmla="val 3399558"/>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grpSp>
          <p:nvGrpSpPr>
            <p:cNvPr id="174086" name="Group 27">
              <a:extLst>
                <a:ext uri="{FF2B5EF4-FFF2-40B4-BE49-F238E27FC236}">
                  <a16:creationId xmlns:a16="http://schemas.microsoft.com/office/drawing/2014/main" id="{8906839C-B7A8-2ACE-BBE7-7F1C5D9DD1E8}"/>
                </a:ext>
              </a:extLst>
            </p:cNvPr>
            <p:cNvGrpSpPr>
              <a:grpSpLocks/>
            </p:cNvGrpSpPr>
            <p:nvPr/>
          </p:nvGrpSpPr>
          <p:grpSpPr bwMode="auto">
            <a:xfrm>
              <a:off x="3188522" y="864051"/>
              <a:ext cx="4106626" cy="4759126"/>
              <a:chOff x="3236022" y="875926"/>
              <a:chExt cx="4106626" cy="4759126"/>
            </a:xfrm>
          </p:grpSpPr>
          <p:sp>
            <p:nvSpPr>
              <p:cNvPr id="3" name="Oval 96">
                <a:extLst>
                  <a:ext uri="{FF2B5EF4-FFF2-40B4-BE49-F238E27FC236}">
                    <a16:creationId xmlns:a16="http://schemas.microsoft.com/office/drawing/2014/main" id="{566F9098-28D9-49CF-A34C-165E2CA4BFDF}"/>
                  </a:ext>
                </a:extLst>
              </p:cNvPr>
              <p:cNvSpPr>
                <a:spLocks noChangeArrowheads="1"/>
              </p:cNvSpPr>
              <p:nvPr/>
            </p:nvSpPr>
            <p:spPr bwMode="auto">
              <a:xfrm>
                <a:off x="4653578" y="1106127"/>
                <a:ext cx="744494" cy="647737"/>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eaLnBrk="1" hangingPunct="1">
                  <a:defRPr/>
                </a:pPr>
                <a:r>
                  <a:rPr lang="en-US" dirty="0"/>
                  <a:t>S0/-</a:t>
                </a:r>
              </a:p>
            </p:txBody>
          </p:sp>
          <p:sp>
            <p:nvSpPr>
              <p:cNvPr id="4" name="Oval 96">
                <a:extLst>
                  <a:ext uri="{FF2B5EF4-FFF2-40B4-BE49-F238E27FC236}">
                    <a16:creationId xmlns:a16="http://schemas.microsoft.com/office/drawing/2014/main" id="{4A84C2B2-3681-4527-900D-C529DCEEF980}"/>
                  </a:ext>
                </a:extLst>
              </p:cNvPr>
              <p:cNvSpPr>
                <a:spLocks noChangeArrowheads="1"/>
              </p:cNvSpPr>
              <p:nvPr/>
            </p:nvSpPr>
            <p:spPr bwMode="auto">
              <a:xfrm>
                <a:off x="4701200" y="2268243"/>
                <a:ext cx="744494" cy="647737"/>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eaLnBrk="1" hangingPunct="1">
                  <a:defRPr/>
                </a:pPr>
                <a:r>
                  <a:rPr lang="en-US" dirty="0"/>
                  <a:t>S1/g1</a:t>
                </a:r>
              </a:p>
            </p:txBody>
          </p:sp>
          <p:sp>
            <p:nvSpPr>
              <p:cNvPr id="5" name="Oval 96">
                <a:extLst>
                  <a:ext uri="{FF2B5EF4-FFF2-40B4-BE49-F238E27FC236}">
                    <a16:creationId xmlns:a16="http://schemas.microsoft.com/office/drawing/2014/main" id="{C686CC97-7EE4-449C-9463-B4082169A1ED}"/>
                  </a:ext>
                </a:extLst>
              </p:cNvPr>
              <p:cNvSpPr>
                <a:spLocks noChangeArrowheads="1"/>
              </p:cNvSpPr>
              <p:nvPr/>
            </p:nvSpPr>
            <p:spPr bwMode="auto">
              <a:xfrm>
                <a:off x="4748823" y="3452585"/>
                <a:ext cx="744494" cy="646149"/>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eaLnBrk="1" hangingPunct="1">
                  <a:defRPr/>
                </a:pPr>
                <a:r>
                  <a:rPr lang="en-US" dirty="0"/>
                  <a:t>S2/g2</a:t>
                </a:r>
              </a:p>
            </p:txBody>
          </p:sp>
          <p:sp>
            <p:nvSpPr>
              <p:cNvPr id="6" name="Oval 96">
                <a:extLst>
                  <a:ext uri="{FF2B5EF4-FFF2-40B4-BE49-F238E27FC236}">
                    <a16:creationId xmlns:a16="http://schemas.microsoft.com/office/drawing/2014/main" id="{945CC9F0-BB79-4905-A9AB-DD2023607F28}"/>
                  </a:ext>
                </a:extLst>
              </p:cNvPr>
              <p:cNvSpPr>
                <a:spLocks noChangeArrowheads="1"/>
              </p:cNvSpPr>
              <p:nvPr/>
            </p:nvSpPr>
            <p:spPr bwMode="auto">
              <a:xfrm>
                <a:off x="4805969" y="4767110"/>
                <a:ext cx="744494" cy="647737"/>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eaLnBrk="1" hangingPunct="1">
                  <a:defRPr/>
                </a:pPr>
                <a:r>
                  <a:rPr lang="en-US" dirty="0"/>
                  <a:t>S3/g3</a:t>
                </a:r>
              </a:p>
            </p:txBody>
          </p:sp>
          <p:sp>
            <p:nvSpPr>
              <p:cNvPr id="7" name="Arc 6">
                <a:extLst>
                  <a:ext uri="{FF2B5EF4-FFF2-40B4-BE49-F238E27FC236}">
                    <a16:creationId xmlns:a16="http://schemas.microsoft.com/office/drawing/2014/main" id="{1861DE65-CE9A-40EB-A5B7-F640E99ADDF6}"/>
                  </a:ext>
                </a:extLst>
              </p:cNvPr>
              <p:cNvSpPr/>
              <p:nvPr/>
            </p:nvSpPr>
            <p:spPr>
              <a:xfrm rot="21133005">
                <a:off x="4894864" y="875926"/>
                <a:ext cx="579404" cy="582646"/>
              </a:xfrm>
              <a:prstGeom prst="arc">
                <a:avLst>
                  <a:gd name="adj1" fmla="val 11731447"/>
                  <a:gd name="adj2" fmla="val 3399558"/>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74092" name="TextBox 7">
                <a:extLst>
                  <a:ext uri="{FF2B5EF4-FFF2-40B4-BE49-F238E27FC236}">
                    <a16:creationId xmlns:a16="http://schemas.microsoft.com/office/drawing/2014/main" id="{C7F4D55A-C247-E61A-AD28-8ACEB430CC9B}"/>
                  </a:ext>
                </a:extLst>
              </p:cNvPr>
              <p:cNvSpPr txBox="1">
                <a:spLocks noChangeArrowheads="1"/>
              </p:cNvSpPr>
              <p:nvPr/>
            </p:nvSpPr>
            <p:spPr bwMode="auto">
              <a:xfrm>
                <a:off x="5468861" y="921749"/>
                <a:ext cx="14745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GB" altLang="en-US" sz="1800">
                    <a:sym typeface="Symbol" panose="05050102010706020507" pitchFamily="18" charset="2"/>
                  </a:rPr>
                  <a:t>r1 r2r3</a:t>
                </a:r>
                <a:endParaRPr lang="en-GB" altLang="en-US" sz="1800"/>
              </a:p>
            </p:txBody>
          </p:sp>
          <p:sp>
            <p:nvSpPr>
              <p:cNvPr id="9" name="Arc 8">
                <a:extLst>
                  <a:ext uri="{FF2B5EF4-FFF2-40B4-BE49-F238E27FC236}">
                    <a16:creationId xmlns:a16="http://schemas.microsoft.com/office/drawing/2014/main" id="{4729018E-BDC0-40C4-9E28-91C8AAD9D9A2}"/>
                  </a:ext>
                </a:extLst>
              </p:cNvPr>
              <p:cNvSpPr/>
              <p:nvPr/>
            </p:nvSpPr>
            <p:spPr>
              <a:xfrm>
                <a:off x="5034556" y="1734813"/>
                <a:ext cx="231762" cy="615985"/>
              </a:xfrm>
              <a:prstGeom prst="arc">
                <a:avLst>
                  <a:gd name="adj1" fmla="val 16200000"/>
                  <a:gd name="adj2" fmla="val 4721404"/>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0" name="Arc 9">
                <a:extLst>
                  <a:ext uri="{FF2B5EF4-FFF2-40B4-BE49-F238E27FC236}">
                    <a16:creationId xmlns:a16="http://schemas.microsoft.com/office/drawing/2014/main" id="{58B4DF6A-F693-4F22-83D2-E3F97E8D7F05}"/>
                  </a:ext>
                </a:extLst>
              </p:cNvPr>
              <p:cNvSpPr/>
              <p:nvPr/>
            </p:nvSpPr>
            <p:spPr>
              <a:xfrm>
                <a:off x="4764974" y="1735183"/>
                <a:ext cx="232819" cy="635181"/>
              </a:xfrm>
              <a:prstGeom prst="arc">
                <a:avLst>
                  <a:gd name="adj1" fmla="val 16200000"/>
                  <a:gd name="adj2" fmla="val 4721404"/>
                </a:avLst>
              </a:prstGeom>
              <a:ln w="28575">
                <a:solidFill>
                  <a:schemeClr val="tx1"/>
                </a:solidFill>
                <a:headEnd type="triangle" w="lg" len="lg"/>
                <a:tailEnd type="none"/>
              </a:ln>
              <a:scene3d>
                <a:camera prst="orthographicFront">
                  <a:rot lat="0" lon="10800000" rev="0"/>
                </a:camera>
                <a:lightRig rig="threePt" dir="t"/>
              </a:scene3d>
              <a:sp3d/>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74095" name="TextBox 10">
                <a:extLst>
                  <a:ext uri="{FF2B5EF4-FFF2-40B4-BE49-F238E27FC236}">
                    <a16:creationId xmlns:a16="http://schemas.microsoft.com/office/drawing/2014/main" id="{C6DFA915-3387-CE34-C0E1-ADCDC4DCBD56}"/>
                  </a:ext>
                </a:extLst>
              </p:cNvPr>
              <p:cNvSpPr txBox="1">
                <a:spLocks noChangeArrowheads="1"/>
              </p:cNvSpPr>
              <p:nvPr/>
            </p:nvSpPr>
            <p:spPr bwMode="auto">
              <a:xfrm>
                <a:off x="5262748" y="1833006"/>
                <a:ext cx="5432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r1</a:t>
                </a:r>
                <a:endParaRPr lang="en-GB" altLang="en-US" sz="1800"/>
              </a:p>
            </p:txBody>
          </p:sp>
          <p:sp>
            <p:nvSpPr>
              <p:cNvPr id="174096" name="TextBox 11">
                <a:extLst>
                  <a:ext uri="{FF2B5EF4-FFF2-40B4-BE49-F238E27FC236}">
                    <a16:creationId xmlns:a16="http://schemas.microsoft.com/office/drawing/2014/main" id="{7B95CCCA-6FD8-459C-2FE3-D040D865F9C2}"/>
                  </a:ext>
                </a:extLst>
              </p:cNvPr>
              <p:cNvSpPr txBox="1">
                <a:spLocks noChangeArrowheads="1"/>
              </p:cNvSpPr>
              <p:nvPr/>
            </p:nvSpPr>
            <p:spPr bwMode="auto">
              <a:xfrm>
                <a:off x="4348348" y="1890156"/>
                <a:ext cx="7249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sym typeface="Symbol" panose="05050102010706020507" pitchFamily="18" charset="2"/>
                  </a:rPr>
                  <a:t></a:t>
                </a:r>
                <a:r>
                  <a:rPr lang="en-US" altLang="en-US" sz="1800"/>
                  <a:t>r1</a:t>
                </a:r>
                <a:endParaRPr lang="en-GB" altLang="en-US" sz="1800"/>
              </a:p>
            </p:txBody>
          </p:sp>
          <p:sp>
            <p:nvSpPr>
              <p:cNvPr id="13" name="Arc 12">
                <a:extLst>
                  <a:ext uri="{FF2B5EF4-FFF2-40B4-BE49-F238E27FC236}">
                    <a16:creationId xmlns:a16="http://schemas.microsoft.com/office/drawing/2014/main" id="{3C6654A5-D709-4CAD-BB74-4ABA6CEFEDE7}"/>
                  </a:ext>
                </a:extLst>
              </p:cNvPr>
              <p:cNvSpPr/>
              <p:nvPr/>
            </p:nvSpPr>
            <p:spPr>
              <a:xfrm rot="8651382">
                <a:off x="4829780" y="2644501"/>
                <a:ext cx="473048" cy="519142"/>
              </a:xfrm>
              <a:prstGeom prst="arc">
                <a:avLst>
                  <a:gd name="adj1" fmla="val 11731447"/>
                  <a:gd name="adj2" fmla="val 3399558"/>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74098" name="TextBox 13">
                <a:extLst>
                  <a:ext uri="{FF2B5EF4-FFF2-40B4-BE49-F238E27FC236}">
                    <a16:creationId xmlns:a16="http://schemas.microsoft.com/office/drawing/2014/main" id="{F0E2B9DB-45BF-E268-1D4D-64B7E418C93E}"/>
                  </a:ext>
                </a:extLst>
              </p:cNvPr>
              <p:cNvSpPr txBox="1">
                <a:spLocks noChangeArrowheads="1"/>
              </p:cNvSpPr>
              <p:nvPr/>
            </p:nvSpPr>
            <p:spPr bwMode="auto">
              <a:xfrm>
                <a:off x="5186548" y="3033156"/>
                <a:ext cx="5432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r1</a:t>
                </a:r>
                <a:endParaRPr lang="en-GB" altLang="en-US" sz="1800"/>
              </a:p>
            </p:txBody>
          </p:sp>
          <p:sp>
            <p:nvSpPr>
              <p:cNvPr id="15" name="Arc 14">
                <a:extLst>
                  <a:ext uri="{FF2B5EF4-FFF2-40B4-BE49-F238E27FC236}">
                    <a16:creationId xmlns:a16="http://schemas.microsoft.com/office/drawing/2014/main" id="{B63DE1B2-1AC0-409A-8BD1-820B84EC4407}"/>
                  </a:ext>
                </a:extLst>
              </p:cNvPr>
              <p:cNvSpPr/>
              <p:nvPr/>
            </p:nvSpPr>
            <p:spPr>
              <a:xfrm>
                <a:off x="4805969" y="1568115"/>
                <a:ext cx="901648" cy="2136896"/>
              </a:xfrm>
              <a:prstGeom prst="arc">
                <a:avLst>
                  <a:gd name="adj1" fmla="val 16499366"/>
                  <a:gd name="adj2" fmla="val 4932550"/>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74100" name="TextBox 15">
                <a:extLst>
                  <a:ext uri="{FF2B5EF4-FFF2-40B4-BE49-F238E27FC236}">
                    <a16:creationId xmlns:a16="http://schemas.microsoft.com/office/drawing/2014/main" id="{556BEF7B-60A7-C358-CD9E-2FE7C6A0EFD5}"/>
                  </a:ext>
                </a:extLst>
              </p:cNvPr>
              <p:cNvSpPr txBox="1">
                <a:spLocks noChangeArrowheads="1"/>
              </p:cNvSpPr>
              <p:nvPr/>
            </p:nvSpPr>
            <p:spPr bwMode="auto">
              <a:xfrm>
                <a:off x="5550723" y="2804677"/>
                <a:ext cx="931276" cy="373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sym typeface="Symbol" panose="05050102010706020507" pitchFamily="18" charset="2"/>
                  </a:rPr>
                  <a:t>r1</a:t>
                </a:r>
                <a:r>
                  <a:rPr lang="en-US" altLang="en-US" sz="1800"/>
                  <a:t>r2</a:t>
                </a:r>
                <a:endParaRPr lang="en-GB" altLang="en-US" sz="1800"/>
              </a:p>
            </p:txBody>
          </p:sp>
          <p:sp>
            <p:nvSpPr>
              <p:cNvPr id="17" name="Arc 16">
                <a:extLst>
                  <a:ext uri="{FF2B5EF4-FFF2-40B4-BE49-F238E27FC236}">
                    <a16:creationId xmlns:a16="http://schemas.microsoft.com/office/drawing/2014/main" id="{3B0D632A-CEB2-40D7-8215-534F815EAC39}"/>
                  </a:ext>
                </a:extLst>
              </p:cNvPr>
              <p:cNvSpPr/>
              <p:nvPr/>
            </p:nvSpPr>
            <p:spPr>
              <a:xfrm rot="11318828">
                <a:off x="4275775" y="1514137"/>
                <a:ext cx="1469940" cy="2152772"/>
              </a:xfrm>
              <a:prstGeom prst="arc">
                <a:avLst>
                  <a:gd name="adj1" fmla="val 16386294"/>
                  <a:gd name="adj2" fmla="val 403223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74102" name="TextBox 17">
                <a:extLst>
                  <a:ext uri="{FF2B5EF4-FFF2-40B4-BE49-F238E27FC236}">
                    <a16:creationId xmlns:a16="http://schemas.microsoft.com/office/drawing/2014/main" id="{9079C33E-245C-79BE-2B4B-FEDCD70A8B6A}"/>
                  </a:ext>
                </a:extLst>
              </p:cNvPr>
              <p:cNvSpPr txBox="1">
                <a:spLocks noChangeArrowheads="1"/>
              </p:cNvSpPr>
              <p:nvPr/>
            </p:nvSpPr>
            <p:spPr bwMode="auto">
              <a:xfrm>
                <a:off x="3791198" y="2821381"/>
                <a:ext cx="5432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sym typeface="Symbol" panose="05050102010706020507" pitchFamily="18" charset="2"/>
                  </a:rPr>
                  <a:t></a:t>
                </a:r>
                <a:r>
                  <a:rPr lang="en-US" altLang="en-US" sz="1800"/>
                  <a:t>r2</a:t>
                </a:r>
                <a:endParaRPr lang="en-GB" altLang="en-US" sz="1800"/>
              </a:p>
            </p:txBody>
          </p:sp>
          <p:sp>
            <p:nvSpPr>
              <p:cNvPr id="19" name="Arc 18">
                <a:extLst>
                  <a:ext uri="{FF2B5EF4-FFF2-40B4-BE49-F238E27FC236}">
                    <a16:creationId xmlns:a16="http://schemas.microsoft.com/office/drawing/2014/main" id="{00F9D93B-FEF6-4756-AEFF-47EB0ACFED06}"/>
                  </a:ext>
                </a:extLst>
              </p:cNvPr>
              <p:cNvSpPr/>
              <p:nvPr/>
            </p:nvSpPr>
            <p:spPr>
              <a:xfrm rot="8651382">
                <a:off x="4907564" y="3876471"/>
                <a:ext cx="474635" cy="484215"/>
              </a:xfrm>
              <a:prstGeom prst="arc">
                <a:avLst>
                  <a:gd name="adj1" fmla="val 11731447"/>
                  <a:gd name="adj2" fmla="val 3399558"/>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74104" name="TextBox 19">
                <a:extLst>
                  <a:ext uri="{FF2B5EF4-FFF2-40B4-BE49-F238E27FC236}">
                    <a16:creationId xmlns:a16="http://schemas.microsoft.com/office/drawing/2014/main" id="{236956EB-E351-BF17-107C-356B35D9D5E3}"/>
                  </a:ext>
                </a:extLst>
              </p:cNvPr>
              <p:cNvSpPr txBox="1">
                <a:spLocks noChangeArrowheads="1"/>
              </p:cNvSpPr>
              <p:nvPr/>
            </p:nvSpPr>
            <p:spPr bwMode="auto">
              <a:xfrm>
                <a:off x="4929248" y="4281556"/>
                <a:ext cx="5432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r2</a:t>
                </a:r>
                <a:endParaRPr lang="en-GB" altLang="en-US" sz="1800"/>
              </a:p>
            </p:txBody>
          </p:sp>
          <p:sp>
            <p:nvSpPr>
              <p:cNvPr id="21" name="Arc 20">
                <a:extLst>
                  <a:ext uri="{FF2B5EF4-FFF2-40B4-BE49-F238E27FC236}">
                    <a16:creationId xmlns:a16="http://schemas.microsoft.com/office/drawing/2014/main" id="{552AE9A6-C8E4-4DC6-97CB-FC0E2372D2FF}"/>
                  </a:ext>
                </a:extLst>
              </p:cNvPr>
              <p:cNvSpPr/>
              <p:nvPr/>
            </p:nvSpPr>
            <p:spPr>
              <a:xfrm rot="167418">
                <a:off x="4553571" y="1442696"/>
                <a:ext cx="1665192" cy="3605417"/>
              </a:xfrm>
              <a:prstGeom prst="arc">
                <a:avLst>
                  <a:gd name="adj1" fmla="val 16106042"/>
                  <a:gd name="adj2" fmla="val 4928036"/>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74106" name="TextBox 21">
                <a:extLst>
                  <a:ext uri="{FF2B5EF4-FFF2-40B4-BE49-F238E27FC236}">
                    <a16:creationId xmlns:a16="http://schemas.microsoft.com/office/drawing/2014/main" id="{3429F358-9381-8454-6761-63F5C92E221B}"/>
                  </a:ext>
                </a:extLst>
              </p:cNvPr>
              <p:cNvSpPr txBox="1">
                <a:spLocks noChangeArrowheads="1"/>
              </p:cNvSpPr>
              <p:nvPr/>
            </p:nvSpPr>
            <p:spPr bwMode="auto">
              <a:xfrm>
                <a:off x="6100947" y="3414156"/>
                <a:ext cx="12417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sym typeface="Symbol" panose="05050102010706020507" pitchFamily="18" charset="2"/>
                  </a:rPr>
                  <a:t>r1</a:t>
                </a:r>
                <a:r>
                  <a:rPr lang="en-US" altLang="en-US" sz="1800"/>
                  <a:t>r2</a:t>
                </a:r>
                <a:r>
                  <a:rPr lang="en-US" altLang="en-US" sz="1800">
                    <a:sym typeface="Symbol" panose="05050102010706020507" pitchFamily="18" charset="2"/>
                  </a:rPr>
                  <a:t>r3</a:t>
                </a:r>
                <a:endParaRPr lang="en-GB" altLang="en-US" sz="1800"/>
              </a:p>
            </p:txBody>
          </p:sp>
          <p:sp>
            <p:nvSpPr>
              <p:cNvPr id="23" name="Arc 22">
                <a:extLst>
                  <a:ext uri="{FF2B5EF4-FFF2-40B4-BE49-F238E27FC236}">
                    <a16:creationId xmlns:a16="http://schemas.microsoft.com/office/drawing/2014/main" id="{F59ADF8F-BF9F-469D-B8F6-DCB1CC5B29DB}"/>
                  </a:ext>
                </a:extLst>
              </p:cNvPr>
              <p:cNvSpPr/>
              <p:nvPr/>
            </p:nvSpPr>
            <p:spPr>
              <a:xfrm rot="10800000">
                <a:off x="3691609" y="1477623"/>
                <a:ext cx="2547790" cy="3486348"/>
              </a:xfrm>
              <a:prstGeom prst="arc">
                <a:avLst>
                  <a:gd name="adj1" fmla="val 16499366"/>
                  <a:gd name="adj2" fmla="val 4917357"/>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74108" name="TextBox 23">
                <a:extLst>
                  <a:ext uri="{FF2B5EF4-FFF2-40B4-BE49-F238E27FC236}">
                    <a16:creationId xmlns:a16="http://schemas.microsoft.com/office/drawing/2014/main" id="{9C8622A4-801E-AB63-CAC6-B0B117C5C691}"/>
                  </a:ext>
                </a:extLst>
              </p:cNvPr>
              <p:cNvSpPr txBox="1">
                <a:spLocks noChangeArrowheads="1"/>
              </p:cNvSpPr>
              <p:nvPr/>
            </p:nvSpPr>
            <p:spPr bwMode="auto">
              <a:xfrm>
                <a:off x="3236022" y="3484527"/>
                <a:ext cx="698457" cy="373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sym typeface="Symbol" panose="05050102010706020507" pitchFamily="18" charset="2"/>
                  </a:rPr>
                  <a:t></a:t>
                </a:r>
                <a:r>
                  <a:rPr lang="en-US" altLang="en-US" sz="1800"/>
                  <a:t>r3</a:t>
                </a:r>
                <a:endParaRPr lang="en-GB" altLang="en-US" sz="1800"/>
              </a:p>
            </p:txBody>
          </p:sp>
          <p:sp>
            <p:nvSpPr>
              <p:cNvPr id="174109" name="TextBox 25">
                <a:extLst>
                  <a:ext uri="{FF2B5EF4-FFF2-40B4-BE49-F238E27FC236}">
                    <a16:creationId xmlns:a16="http://schemas.microsoft.com/office/drawing/2014/main" id="{0E7E7CDA-0F0A-64DF-197C-CC5148DFAF48}"/>
                  </a:ext>
                </a:extLst>
              </p:cNvPr>
              <p:cNvSpPr txBox="1">
                <a:spLocks noChangeArrowheads="1"/>
              </p:cNvSpPr>
              <p:nvPr/>
            </p:nvSpPr>
            <p:spPr bwMode="auto">
              <a:xfrm>
                <a:off x="5422076" y="5265720"/>
                <a:ext cx="5432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800"/>
                  <a:t>r3</a:t>
                </a:r>
                <a:endParaRPr lang="en-GB" altLang="en-US" sz="1800"/>
              </a:p>
            </p:txBody>
          </p:sp>
        </p:grpSp>
      </p:grpSp>
      <p:sp>
        <p:nvSpPr>
          <p:cNvPr id="174084" name="TextBox 26">
            <a:extLst>
              <a:ext uri="{FF2B5EF4-FFF2-40B4-BE49-F238E27FC236}">
                <a16:creationId xmlns:a16="http://schemas.microsoft.com/office/drawing/2014/main" id="{B93C1ACC-56CE-C0E3-2D6D-E190FD9E9C22}"/>
              </a:ext>
            </a:extLst>
          </p:cNvPr>
          <p:cNvSpPr txBox="1">
            <a:spLocks noChangeArrowheads="1"/>
          </p:cNvSpPr>
          <p:nvPr/>
        </p:nvSpPr>
        <p:spPr bwMode="auto">
          <a:xfrm>
            <a:off x="6789739" y="1868488"/>
            <a:ext cx="35909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clk=0;</a:t>
            </a:r>
          </a:p>
          <a:p>
            <a:pPr eaLnBrk="1" hangingPunct="1"/>
            <a:r>
              <a:rPr lang="en-US" altLang="en-US"/>
              <a:t>….</a:t>
            </a:r>
          </a:p>
          <a:p>
            <a:pPr eaLnBrk="1" hangingPunct="1"/>
            <a:r>
              <a:rPr lang="en-US" altLang="en-US"/>
              <a:t>Always </a:t>
            </a:r>
          </a:p>
          <a:p>
            <a:pPr eaLnBrk="1" hangingPunct="1"/>
            <a:r>
              <a:rPr lang="en-US" altLang="en-US"/>
              <a:t>begin </a:t>
            </a:r>
          </a:p>
          <a:p>
            <a:pPr eaLnBrk="1" hangingPunct="1"/>
            <a:r>
              <a:rPr lang="en-US" altLang="en-US"/>
              <a:t>#1 clk=~clk;</a:t>
            </a:r>
          </a:p>
          <a:p>
            <a:pPr eaLnBrk="1" hangingPunct="1"/>
            <a:r>
              <a:rPr lang="en-US" altLang="en-US"/>
              <a:t>#2 clk=~clk;</a:t>
            </a:r>
          </a:p>
          <a:p>
            <a:pPr eaLnBrk="1" hangingPunct="1"/>
            <a:r>
              <a:rPr lang="en-US" altLang="en-US"/>
              <a:t>end</a:t>
            </a:r>
          </a:p>
          <a:p>
            <a:pPr eaLnBrk="1" hangingPunct="1"/>
            <a:r>
              <a:rPr lang="en-US" altLang="en-US"/>
              <a:t>  </a:t>
            </a:r>
          </a:p>
          <a:p>
            <a:pPr eaLnBrk="1" hangingPunct="1"/>
            <a:endParaRPr lang="en-US"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itle 1">
            <a:extLst>
              <a:ext uri="{FF2B5EF4-FFF2-40B4-BE49-F238E27FC236}">
                <a16:creationId xmlns:a16="http://schemas.microsoft.com/office/drawing/2014/main" id="{BF45EA40-1DF3-E464-583B-92F9E5D24D75}"/>
              </a:ext>
            </a:extLst>
          </p:cNvPr>
          <p:cNvSpPr>
            <a:spLocks noGrp="1" noChangeArrowheads="1"/>
          </p:cNvSpPr>
          <p:nvPr>
            <p:ph type="title"/>
          </p:nvPr>
        </p:nvSpPr>
        <p:spPr/>
        <p:txBody>
          <a:bodyPr/>
          <a:lstStyle/>
          <a:p>
            <a:r>
              <a:rPr lang="en-US" altLang="en-US"/>
              <a:t>Verilog Code for Arbiter</a:t>
            </a:r>
            <a:endParaRPr lang="en-GB" altLang="en-US"/>
          </a:p>
        </p:txBody>
      </p:sp>
      <p:sp>
        <p:nvSpPr>
          <p:cNvPr id="10" name="Text Placeholder 9">
            <a:extLst>
              <a:ext uri="{FF2B5EF4-FFF2-40B4-BE49-F238E27FC236}">
                <a16:creationId xmlns:a16="http://schemas.microsoft.com/office/drawing/2014/main" id="{F6C3E3F0-4F2F-550E-683C-763728A6716B}"/>
              </a:ext>
            </a:extLst>
          </p:cNvPr>
          <p:cNvSpPr>
            <a:spLocks noGrp="1"/>
          </p:cNvSpPr>
          <p:nvPr>
            <p:ph type="body" sz="quarter" idx="13"/>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module  arbiter (input[1:3] r, input reset,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clk</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output wire[1:3] g);</a:t>
            </a:r>
            <a:b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b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reg[1:0] state,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parameter  s0 =2’b00, s1=2’b01,s2=2’b10, s3=2’b11;</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//state register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always @(posedge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clk</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if  (reset==0) state&lt;=s0; else state&lt;=</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//next state logic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always@(</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state,r</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case(state)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s0: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casex</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3’b000:next_state=s0;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3’b1xx: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=s1;</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3’b01x: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3’b001: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default: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GB"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endcase</a:t>
            </a:r>
            <a:endParaRPr kumimoji="0" lang="en-GB" alt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a:p>
            <a:endParaRPr lang="en-US" dirty="0"/>
          </a:p>
        </p:txBody>
      </p:sp>
      <p:sp>
        <p:nvSpPr>
          <p:cNvPr id="11" name="Text Placeholder 10">
            <a:extLst>
              <a:ext uri="{FF2B5EF4-FFF2-40B4-BE49-F238E27FC236}">
                <a16:creationId xmlns:a16="http://schemas.microsoft.com/office/drawing/2014/main" id="{FD26A142-F8CE-9B55-8FE5-A29A8F456CCF}"/>
              </a:ext>
            </a:extLst>
          </p:cNvPr>
          <p:cNvSpPr>
            <a:spLocks noGrp="1"/>
          </p:cNvSpPr>
          <p:nvPr>
            <p:ph type="body" sz="quarter" idx="1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s1: if(r[1])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=s1;</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else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=s0;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s2: if(r[2])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else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=s0;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s3: if(r[3])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else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 =s0;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default: </a:t>
            </a: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next_state</a:t>
            </a: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=s0;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endcase</a:t>
            </a:r>
            <a:endPar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//output logic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assign  g[1]=(state==s1);</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assign  g[2]=(state==s2);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rPr>
              <a:t>assign  g[3]=(state==s3);</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Arial" panose="020B0604020202020204"/>
                <a:ea typeface="+mn-ea"/>
                <a:cs typeface="+mn-cs"/>
              </a:rPr>
              <a:t>endmodule</a:t>
            </a:r>
            <a:endParaRPr kumimoji="0" lang="en-US" alt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alt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a:p>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itle 1">
            <a:extLst>
              <a:ext uri="{FF2B5EF4-FFF2-40B4-BE49-F238E27FC236}">
                <a16:creationId xmlns:a16="http://schemas.microsoft.com/office/drawing/2014/main" id="{96FA6567-FDF9-7DD8-052A-04B0D2EE8A91}"/>
              </a:ext>
            </a:extLst>
          </p:cNvPr>
          <p:cNvSpPr>
            <a:spLocks noGrp="1" noChangeArrowheads="1"/>
          </p:cNvSpPr>
          <p:nvPr>
            <p:ph type="title"/>
          </p:nvPr>
        </p:nvSpPr>
        <p:spPr/>
        <p:txBody>
          <a:bodyPr/>
          <a:lstStyle/>
          <a:p>
            <a:r>
              <a:rPr lang="en-US" altLang="en-US"/>
              <a:t>Binary to BCD Conversion</a:t>
            </a:r>
            <a:endParaRPr lang="en-GB" altLang="en-US"/>
          </a:p>
        </p:txBody>
      </p:sp>
      <p:graphicFrame>
        <p:nvGraphicFramePr>
          <p:cNvPr id="3" name="Table 2">
            <a:extLst>
              <a:ext uri="{FF2B5EF4-FFF2-40B4-BE49-F238E27FC236}">
                <a16:creationId xmlns:a16="http://schemas.microsoft.com/office/drawing/2014/main" id="{B41C8B5A-833E-47F0-B6E1-D9DF68313826}"/>
              </a:ext>
            </a:extLst>
          </p:cNvPr>
          <p:cNvGraphicFramePr>
            <a:graphicFrameLocks noGrp="1"/>
          </p:cNvGraphicFramePr>
          <p:nvPr/>
        </p:nvGraphicFramePr>
        <p:xfrm>
          <a:off x="2767014" y="1609726"/>
          <a:ext cx="6499225" cy="4137664"/>
        </p:xfrm>
        <a:graphic>
          <a:graphicData uri="http://schemas.openxmlformats.org/drawingml/2006/table">
            <a:tbl>
              <a:tblPr>
                <a:tableStyleId>{BC89EF96-8CEA-46FF-86C4-4CE0E7609802}</a:tableStyleId>
              </a:tblPr>
              <a:tblGrid>
                <a:gridCol w="673780">
                  <a:extLst>
                    <a:ext uri="{9D8B030D-6E8A-4147-A177-3AD203B41FA5}">
                      <a16:colId xmlns:a16="http://schemas.microsoft.com/office/drawing/2014/main" val="20000"/>
                    </a:ext>
                  </a:extLst>
                </a:gridCol>
                <a:gridCol w="1557179">
                  <a:extLst>
                    <a:ext uri="{9D8B030D-6E8A-4147-A177-3AD203B41FA5}">
                      <a16:colId xmlns:a16="http://schemas.microsoft.com/office/drawing/2014/main" val="20001"/>
                    </a:ext>
                  </a:extLst>
                </a:gridCol>
                <a:gridCol w="1013164">
                  <a:extLst>
                    <a:ext uri="{9D8B030D-6E8A-4147-A177-3AD203B41FA5}">
                      <a16:colId xmlns:a16="http://schemas.microsoft.com/office/drawing/2014/main" val="20002"/>
                    </a:ext>
                  </a:extLst>
                </a:gridCol>
                <a:gridCol w="1013164">
                  <a:extLst>
                    <a:ext uri="{9D8B030D-6E8A-4147-A177-3AD203B41FA5}">
                      <a16:colId xmlns:a16="http://schemas.microsoft.com/office/drawing/2014/main" val="20003"/>
                    </a:ext>
                  </a:extLst>
                </a:gridCol>
                <a:gridCol w="1013164">
                  <a:extLst>
                    <a:ext uri="{9D8B030D-6E8A-4147-A177-3AD203B41FA5}">
                      <a16:colId xmlns:a16="http://schemas.microsoft.com/office/drawing/2014/main" val="20004"/>
                    </a:ext>
                  </a:extLst>
                </a:gridCol>
                <a:gridCol w="1228774">
                  <a:extLst>
                    <a:ext uri="{9D8B030D-6E8A-4147-A177-3AD203B41FA5}">
                      <a16:colId xmlns:a16="http://schemas.microsoft.com/office/drawing/2014/main" val="20005"/>
                    </a:ext>
                  </a:extLst>
                </a:gridCol>
              </a:tblGrid>
              <a:tr h="542644">
                <a:tc>
                  <a:txBody>
                    <a:bodyPr/>
                    <a:lstStyle/>
                    <a:p>
                      <a:pPr>
                        <a:lnSpc>
                          <a:spcPct val="115000"/>
                        </a:lnSpc>
                        <a:spcAft>
                          <a:spcPts val="0"/>
                        </a:spcAft>
                      </a:pPr>
                      <a:endParaRPr lang="hy-AM" sz="1600" dirty="0">
                        <a:latin typeface="Sylfaen"/>
                        <a:ea typeface="Times New Roman"/>
                        <a:cs typeface="Times New Roman"/>
                      </a:endParaRPr>
                    </a:p>
                  </a:txBody>
                  <a:tcPr marL="68589" marR="68589" marT="0" marB="0"/>
                </a:tc>
                <a:tc>
                  <a:txBody>
                    <a:bodyPr/>
                    <a:lstStyle/>
                    <a:p>
                      <a:pPr>
                        <a:lnSpc>
                          <a:spcPct val="115000"/>
                        </a:lnSpc>
                        <a:spcAft>
                          <a:spcPts val="0"/>
                        </a:spcAft>
                      </a:pPr>
                      <a:endParaRPr lang="hy-AM" sz="1600" dirty="0">
                        <a:latin typeface="Sylfaen"/>
                        <a:ea typeface="Times New Roman"/>
                        <a:cs typeface="Times New Roman"/>
                      </a:endParaRPr>
                    </a:p>
                  </a:txBody>
                  <a:tcPr marL="68589" marR="68589" marT="0" marB="0"/>
                </a:tc>
                <a:tc>
                  <a:txBody>
                    <a:bodyPr/>
                    <a:lstStyle/>
                    <a:p>
                      <a:pPr>
                        <a:lnSpc>
                          <a:spcPct val="115000"/>
                        </a:lnSpc>
                        <a:spcAft>
                          <a:spcPts val="0"/>
                        </a:spcAft>
                      </a:pPr>
                      <a:br>
                        <a:rPr lang="ru-RU" sz="1600" dirty="0"/>
                      </a:br>
                      <a:r>
                        <a:rPr lang="en-US" sz="1600" dirty="0"/>
                        <a:t>BCD2</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br>
                        <a:rPr lang="en-US" sz="1600" dirty="0"/>
                      </a:br>
                      <a:r>
                        <a:rPr lang="en-US" sz="1600" dirty="0"/>
                        <a:t>BCD1</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br>
                        <a:rPr lang="en-US" sz="1600" dirty="0"/>
                      </a:br>
                      <a:r>
                        <a:rPr lang="en-US" sz="1600" dirty="0"/>
                        <a:t>BCD0</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r>
                        <a:rPr lang="en-US" sz="1600" dirty="0"/>
                        <a:t>Binary </a:t>
                      </a:r>
                      <a:br>
                        <a:rPr lang="en-US" sz="1600" dirty="0"/>
                      </a:br>
                      <a:r>
                        <a:rPr lang="en-US" sz="1600" dirty="0"/>
                        <a:t>digit</a:t>
                      </a:r>
                      <a:endParaRPr lang="en-GB" sz="1600" dirty="0">
                        <a:latin typeface="Calibri"/>
                        <a:ea typeface="Times New Roman"/>
                        <a:cs typeface="Times New Roman"/>
                      </a:endParaRPr>
                    </a:p>
                  </a:txBody>
                  <a:tcPr marL="68589" marR="68589" marT="0" marB="0"/>
                </a:tc>
                <a:extLst>
                  <a:ext uri="{0D108BD9-81ED-4DB2-BD59-A6C34878D82A}">
                    <a16:rowId xmlns:a16="http://schemas.microsoft.com/office/drawing/2014/main" val="10000"/>
                  </a:ext>
                </a:extLst>
              </a:tr>
              <a:tr h="267671">
                <a:tc>
                  <a:txBody>
                    <a:bodyPr/>
                    <a:lstStyle/>
                    <a:p>
                      <a:pPr>
                        <a:lnSpc>
                          <a:spcPct val="115000"/>
                        </a:lnSpc>
                        <a:spcAft>
                          <a:spcPts val="0"/>
                        </a:spcAft>
                      </a:pPr>
                      <a:endParaRPr lang="en-US" sz="1600">
                        <a:latin typeface="Sylfaen"/>
                        <a:ea typeface="Times New Roman"/>
                        <a:cs typeface="Times New Roman"/>
                      </a:endParaRPr>
                    </a:p>
                  </a:txBody>
                  <a:tcPr marL="68589" marR="68589" marT="0" marB="0"/>
                </a:tc>
                <a:tc>
                  <a:txBody>
                    <a:bodyPr/>
                    <a:lstStyle/>
                    <a:p>
                      <a:pPr>
                        <a:lnSpc>
                          <a:spcPct val="115000"/>
                        </a:lnSpc>
                        <a:spcAft>
                          <a:spcPts val="0"/>
                        </a:spcAft>
                      </a:pPr>
                      <a:endParaRPr lang="ru-RU" sz="1600">
                        <a:latin typeface="Sylfaen"/>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nSpc>
                          <a:spcPct val="115000"/>
                        </a:lnSpc>
                        <a:spcAft>
                          <a:spcPts val="0"/>
                        </a:spcAft>
                      </a:pPr>
                      <a:endParaRPr lang="hy-AM" sz="1600" dirty="0">
                        <a:latin typeface="Sylfaen"/>
                        <a:ea typeface="Times New Roman"/>
                        <a:cs typeface="Times New Roman"/>
                      </a:endParaRPr>
                    </a:p>
                  </a:txBody>
                  <a:tcPr marL="68589" marR="68589" marT="0" marB="0"/>
                </a:tc>
                <a:tc>
                  <a:txBody>
                    <a:bodyPr/>
                    <a:lstStyle/>
                    <a:p>
                      <a:pPr>
                        <a:lnSpc>
                          <a:spcPct val="115000"/>
                        </a:lnSpc>
                        <a:spcAft>
                          <a:spcPts val="0"/>
                        </a:spcAft>
                      </a:pPr>
                      <a:r>
                        <a:rPr lang="en-US" sz="1600" dirty="0"/>
                        <a:t>1010 1101</a:t>
                      </a:r>
                      <a:endParaRPr lang="en-GB" sz="1600" dirty="0">
                        <a:latin typeface="Calibri"/>
                        <a:ea typeface="Times New Roman"/>
                        <a:cs typeface="Times New Roman"/>
                      </a:endParaRPr>
                    </a:p>
                  </a:txBody>
                  <a:tcPr marL="68589" marR="68589" marT="0" marB="0"/>
                </a:tc>
                <a:extLst>
                  <a:ext uri="{0D108BD9-81ED-4DB2-BD59-A6C34878D82A}">
                    <a16:rowId xmlns:a16="http://schemas.microsoft.com/office/drawing/2014/main" val="10001"/>
                  </a:ext>
                </a:extLst>
              </a:tr>
              <a:tr h="267671">
                <a:tc>
                  <a:txBody>
                    <a:bodyPr/>
                    <a:lstStyle/>
                    <a:p>
                      <a:pPr>
                        <a:lnSpc>
                          <a:spcPct val="115000"/>
                        </a:lnSpc>
                        <a:spcAft>
                          <a:spcPts val="0"/>
                        </a:spcAft>
                      </a:pPr>
                      <a:r>
                        <a:rPr lang="en-US" sz="1600"/>
                        <a:t>Bit</a:t>
                      </a:r>
                      <a:r>
                        <a:rPr lang="ru-RU" sz="1600"/>
                        <a:t>7</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en-GB" sz="1600" dirty="0"/>
                        <a:t> No correction</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gn="r">
                        <a:lnSpc>
                          <a:spcPct val="115000"/>
                        </a:lnSpc>
                        <a:spcAft>
                          <a:spcPts val="0"/>
                        </a:spcAft>
                      </a:pPr>
                      <a:r>
                        <a:rPr lang="ru-RU" sz="1600" dirty="0"/>
                        <a:t>1</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r>
                        <a:rPr lang="ru-RU" sz="1600"/>
                        <a:t>010 1101</a:t>
                      </a:r>
                      <a:endParaRPr lang="en-GB" sz="1600">
                        <a:latin typeface="Calibri"/>
                        <a:ea typeface="Times New Roman"/>
                        <a:cs typeface="Times New Roman"/>
                      </a:endParaRPr>
                    </a:p>
                  </a:txBody>
                  <a:tcPr marL="68589" marR="68589" marT="0" marB="0"/>
                </a:tc>
                <a:extLst>
                  <a:ext uri="{0D108BD9-81ED-4DB2-BD59-A6C34878D82A}">
                    <a16:rowId xmlns:a16="http://schemas.microsoft.com/office/drawing/2014/main" val="10002"/>
                  </a:ext>
                </a:extLst>
              </a:tr>
              <a:tr h="342331">
                <a:tc>
                  <a:txBody>
                    <a:bodyPr/>
                    <a:lstStyle/>
                    <a:p>
                      <a:pPr>
                        <a:lnSpc>
                          <a:spcPct val="115000"/>
                        </a:lnSpc>
                        <a:spcAft>
                          <a:spcPts val="0"/>
                        </a:spcAft>
                      </a:pPr>
                      <a:r>
                        <a:rPr lang="en-US" sz="1600"/>
                        <a:t>Bit</a:t>
                      </a:r>
                      <a:r>
                        <a:rPr lang="ru-RU" sz="1600"/>
                        <a:t>6</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en-GB" sz="1600" dirty="0"/>
                        <a:t> No correction</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endParaRPr lang="hy-AM" sz="1600" dirty="0">
                        <a:latin typeface="Sylfaen"/>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gn="r">
                        <a:lnSpc>
                          <a:spcPct val="115000"/>
                        </a:lnSpc>
                        <a:spcAft>
                          <a:spcPts val="0"/>
                        </a:spcAft>
                      </a:pPr>
                      <a:r>
                        <a:rPr lang="ru-RU" sz="1600" dirty="0"/>
                        <a:t>10</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r>
                        <a:rPr lang="ru-RU" sz="1600"/>
                        <a:t>10 1101</a:t>
                      </a:r>
                      <a:endParaRPr lang="en-GB" sz="1600">
                        <a:latin typeface="Calibri"/>
                        <a:ea typeface="Times New Roman"/>
                        <a:cs typeface="Times New Roman"/>
                      </a:endParaRPr>
                    </a:p>
                  </a:txBody>
                  <a:tcPr marL="68589" marR="68589" marT="0" marB="0"/>
                </a:tc>
                <a:extLst>
                  <a:ext uri="{0D108BD9-81ED-4DB2-BD59-A6C34878D82A}">
                    <a16:rowId xmlns:a16="http://schemas.microsoft.com/office/drawing/2014/main" val="10003"/>
                  </a:ext>
                </a:extLst>
              </a:tr>
              <a:tr h="823012">
                <a:tc>
                  <a:txBody>
                    <a:bodyPr/>
                    <a:lstStyle/>
                    <a:p>
                      <a:pPr>
                        <a:lnSpc>
                          <a:spcPct val="115000"/>
                        </a:lnSpc>
                        <a:spcAft>
                          <a:spcPts val="0"/>
                        </a:spcAft>
                      </a:pPr>
                      <a:r>
                        <a:rPr lang="en-US" sz="1600"/>
                        <a:t>Bit</a:t>
                      </a:r>
                      <a:r>
                        <a:rPr lang="ru-RU" sz="1600"/>
                        <a:t>5</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en-GB" sz="1600" dirty="0"/>
                        <a:t> Correction</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gn="r">
                        <a:lnSpc>
                          <a:spcPct val="115000"/>
                        </a:lnSpc>
                        <a:spcAft>
                          <a:spcPts val="0"/>
                        </a:spcAft>
                      </a:pPr>
                      <a:r>
                        <a:rPr lang="ru-RU" sz="1600" dirty="0"/>
                        <a:t>+101</a:t>
                      </a:r>
                      <a:br>
                        <a:rPr lang="ru-RU" sz="1600" dirty="0"/>
                      </a:br>
                      <a:r>
                        <a:rPr lang="ru-RU" sz="1600" u="sng" dirty="0"/>
                        <a:t>11</a:t>
                      </a:r>
                      <a:br>
                        <a:rPr lang="ru-RU" sz="1600" u="sng" dirty="0"/>
                      </a:br>
                      <a:r>
                        <a:rPr lang="ru-RU" sz="1600" dirty="0"/>
                        <a:t>1000</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r>
                        <a:rPr lang="ru-RU" sz="1600" dirty="0"/>
                        <a:t>0 1101</a:t>
                      </a:r>
                      <a:endParaRPr lang="en-GB" sz="1600" dirty="0">
                        <a:latin typeface="Calibri"/>
                        <a:ea typeface="Times New Roman"/>
                        <a:cs typeface="Times New Roman"/>
                      </a:endParaRPr>
                    </a:p>
                  </a:txBody>
                  <a:tcPr marL="68589" marR="68589" marT="0" marB="0"/>
                </a:tc>
                <a:extLst>
                  <a:ext uri="{0D108BD9-81ED-4DB2-BD59-A6C34878D82A}">
                    <a16:rowId xmlns:a16="http://schemas.microsoft.com/office/drawing/2014/main" val="10004"/>
                  </a:ext>
                </a:extLst>
              </a:tr>
              <a:tr h="267671">
                <a:tc>
                  <a:txBody>
                    <a:bodyPr/>
                    <a:lstStyle/>
                    <a:p>
                      <a:pPr>
                        <a:lnSpc>
                          <a:spcPct val="115000"/>
                        </a:lnSpc>
                        <a:spcAft>
                          <a:spcPts val="0"/>
                        </a:spcAft>
                      </a:pPr>
                      <a:r>
                        <a:rPr lang="en-US" sz="1600"/>
                        <a:t>Bit</a:t>
                      </a:r>
                      <a:r>
                        <a:rPr lang="ru-RU" sz="1600"/>
                        <a:t>4</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en-GB" sz="1600" dirty="0"/>
                        <a:t>No correction</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gn="r">
                        <a:lnSpc>
                          <a:spcPct val="115000"/>
                        </a:lnSpc>
                        <a:spcAft>
                          <a:spcPts val="0"/>
                        </a:spcAft>
                      </a:pPr>
                      <a:r>
                        <a:rPr lang="ru-RU" sz="1600"/>
                        <a:t>1</a:t>
                      </a:r>
                      <a:endParaRPr lang="en-GB" sz="1600">
                        <a:latin typeface="Calibri"/>
                        <a:ea typeface="Times New Roman"/>
                        <a:cs typeface="Times New Roman"/>
                      </a:endParaRPr>
                    </a:p>
                  </a:txBody>
                  <a:tcPr marL="68589" marR="68589" marT="0" marB="0"/>
                </a:tc>
                <a:tc>
                  <a:txBody>
                    <a:bodyPr/>
                    <a:lstStyle/>
                    <a:p>
                      <a:pPr algn="r">
                        <a:lnSpc>
                          <a:spcPct val="115000"/>
                        </a:lnSpc>
                        <a:spcAft>
                          <a:spcPts val="0"/>
                        </a:spcAft>
                      </a:pPr>
                      <a:r>
                        <a:rPr lang="ru-RU" sz="1600"/>
                        <a:t>       0000</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ru-RU" sz="1600"/>
                        <a:t>1101</a:t>
                      </a:r>
                      <a:endParaRPr lang="en-GB" sz="1600">
                        <a:latin typeface="Calibri"/>
                        <a:ea typeface="Times New Roman"/>
                        <a:cs typeface="Times New Roman"/>
                      </a:endParaRPr>
                    </a:p>
                  </a:txBody>
                  <a:tcPr marL="68589" marR="68589" marT="0" marB="0"/>
                </a:tc>
                <a:extLst>
                  <a:ext uri="{0D108BD9-81ED-4DB2-BD59-A6C34878D82A}">
                    <a16:rowId xmlns:a16="http://schemas.microsoft.com/office/drawing/2014/main" val="10005"/>
                  </a:ext>
                </a:extLst>
              </a:tr>
              <a:tr h="267671">
                <a:tc>
                  <a:txBody>
                    <a:bodyPr/>
                    <a:lstStyle/>
                    <a:p>
                      <a:pPr>
                        <a:lnSpc>
                          <a:spcPct val="115000"/>
                        </a:lnSpc>
                        <a:spcAft>
                          <a:spcPts val="0"/>
                        </a:spcAft>
                      </a:pPr>
                      <a:r>
                        <a:rPr lang="en-US" sz="1600"/>
                        <a:t>Bit</a:t>
                      </a:r>
                      <a:r>
                        <a:rPr lang="ru-RU" sz="1600"/>
                        <a:t>3</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en-GB" sz="1600" dirty="0"/>
                        <a:t>No correction</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gn="r">
                        <a:lnSpc>
                          <a:spcPct val="115000"/>
                        </a:lnSpc>
                        <a:spcAft>
                          <a:spcPts val="0"/>
                        </a:spcAft>
                      </a:pPr>
                      <a:r>
                        <a:rPr lang="ru-RU" sz="1600"/>
                        <a:t>10</a:t>
                      </a:r>
                      <a:endParaRPr lang="en-GB" sz="1600">
                        <a:latin typeface="Calibri"/>
                        <a:ea typeface="Times New Roman"/>
                        <a:cs typeface="Times New Roman"/>
                      </a:endParaRPr>
                    </a:p>
                  </a:txBody>
                  <a:tcPr marL="68589" marR="68589" marT="0" marB="0"/>
                </a:tc>
                <a:tc>
                  <a:txBody>
                    <a:bodyPr/>
                    <a:lstStyle/>
                    <a:p>
                      <a:pPr algn="r">
                        <a:lnSpc>
                          <a:spcPct val="115000"/>
                        </a:lnSpc>
                        <a:spcAft>
                          <a:spcPts val="0"/>
                        </a:spcAft>
                      </a:pPr>
                      <a:r>
                        <a:rPr lang="ru-RU" sz="1600"/>
                        <a:t>0001</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ru-RU" sz="1600"/>
                        <a:t>101</a:t>
                      </a:r>
                      <a:endParaRPr lang="en-GB" sz="1600">
                        <a:latin typeface="Calibri"/>
                        <a:ea typeface="Times New Roman"/>
                        <a:cs typeface="Times New Roman"/>
                      </a:endParaRPr>
                    </a:p>
                  </a:txBody>
                  <a:tcPr marL="68589" marR="68589" marT="0" marB="0"/>
                </a:tc>
                <a:extLst>
                  <a:ext uri="{0D108BD9-81ED-4DB2-BD59-A6C34878D82A}">
                    <a16:rowId xmlns:a16="http://schemas.microsoft.com/office/drawing/2014/main" val="10006"/>
                  </a:ext>
                </a:extLst>
              </a:tr>
              <a:tr h="267671">
                <a:tc>
                  <a:txBody>
                    <a:bodyPr/>
                    <a:lstStyle/>
                    <a:p>
                      <a:pPr>
                        <a:lnSpc>
                          <a:spcPct val="115000"/>
                        </a:lnSpc>
                        <a:spcAft>
                          <a:spcPts val="0"/>
                        </a:spcAft>
                      </a:pPr>
                      <a:r>
                        <a:rPr lang="en-US" sz="1600"/>
                        <a:t>Bit</a:t>
                      </a:r>
                      <a:r>
                        <a:rPr lang="ru-RU" sz="1600"/>
                        <a:t>2</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en-GB" sz="1600" dirty="0"/>
                        <a:t>No correction</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endParaRPr lang="hy-AM" sz="1600">
                        <a:latin typeface="Sylfaen"/>
                        <a:ea typeface="Times New Roman"/>
                        <a:cs typeface="Times New Roman"/>
                      </a:endParaRPr>
                    </a:p>
                  </a:txBody>
                  <a:tcPr marL="68589" marR="68589" marT="0" marB="0"/>
                </a:tc>
                <a:tc>
                  <a:txBody>
                    <a:bodyPr/>
                    <a:lstStyle/>
                    <a:p>
                      <a:pPr algn="r">
                        <a:lnSpc>
                          <a:spcPct val="115000"/>
                        </a:lnSpc>
                        <a:spcAft>
                          <a:spcPts val="0"/>
                        </a:spcAft>
                      </a:pPr>
                      <a:r>
                        <a:rPr lang="ru-RU" sz="1600"/>
                        <a:t>100</a:t>
                      </a:r>
                      <a:endParaRPr lang="en-GB" sz="1600">
                        <a:latin typeface="Calibri"/>
                        <a:ea typeface="Times New Roman"/>
                        <a:cs typeface="Times New Roman"/>
                      </a:endParaRPr>
                    </a:p>
                  </a:txBody>
                  <a:tcPr marL="68589" marR="68589" marT="0" marB="0"/>
                </a:tc>
                <a:tc>
                  <a:txBody>
                    <a:bodyPr/>
                    <a:lstStyle/>
                    <a:p>
                      <a:pPr algn="r">
                        <a:lnSpc>
                          <a:spcPct val="115000"/>
                        </a:lnSpc>
                        <a:spcAft>
                          <a:spcPts val="0"/>
                        </a:spcAft>
                      </a:pPr>
                      <a:r>
                        <a:rPr lang="ru-RU" sz="1600"/>
                        <a:t>0011</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ru-RU" sz="1600"/>
                        <a:t>01</a:t>
                      </a:r>
                      <a:endParaRPr lang="en-GB" sz="1600">
                        <a:latin typeface="Calibri"/>
                        <a:ea typeface="Times New Roman"/>
                        <a:cs typeface="Times New Roman"/>
                      </a:endParaRPr>
                    </a:p>
                  </a:txBody>
                  <a:tcPr marL="68589" marR="68589" marT="0" marB="0"/>
                </a:tc>
                <a:extLst>
                  <a:ext uri="{0D108BD9-81ED-4DB2-BD59-A6C34878D82A}">
                    <a16:rowId xmlns:a16="http://schemas.microsoft.com/office/drawing/2014/main" val="10007"/>
                  </a:ext>
                </a:extLst>
              </a:tr>
              <a:tr h="823012">
                <a:tc>
                  <a:txBody>
                    <a:bodyPr/>
                    <a:lstStyle/>
                    <a:p>
                      <a:pPr>
                        <a:lnSpc>
                          <a:spcPct val="115000"/>
                        </a:lnSpc>
                        <a:spcAft>
                          <a:spcPts val="0"/>
                        </a:spcAft>
                      </a:pPr>
                      <a:r>
                        <a:rPr lang="en-US" sz="1600"/>
                        <a:t>Bit</a:t>
                      </a:r>
                      <a:r>
                        <a:rPr lang="ru-RU" sz="1600"/>
                        <a:t>1</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en-GB" sz="1600" dirty="0"/>
                        <a:t>Correction</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endParaRPr lang="hy-AM" sz="1600" dirty="0">
                        <a:latin typeface="Sylfaen"/>
                        <a:ea typeface="Times New Roman"/>
                        <a:cs typeface="Times New Roman"/>
                      </a:endParaRPr>
                    </a:p>
                  </a:txBody>
                  <a:tcPr marL="68589" marR="68589" marT="0" marB="0"/>
                </a:tc>
                <a:tc>
                  <a:txBody>
                    <a:bodyPr/>
                    <a:lstStyle/>
                    <a:p>
                      <a:pPr algn="r">
                        <a:lnSpc>
                          <a:spcPct val="115000"/>
                        </a:lnSpc>
                        <a:spcAft>
                          <a:spcPts val="0"/>
                        </a:spcAft>
                      </a:pPr>
                      <a:r>
                        <a:rPr lang="ru-RU" sz="1600"/>
                        <a:t>+1000</a:t>
                      </a:r>
                      <a:br>
                        <a:rPr lang="ru-RU" sz="1600"/>
                      </a:br>
                      <a:r>
                        <a:rPr lang="ru-RU" sz="1600" u="sng"/>
                        <a:t>11</a:t>
                      </a:r>
                      <a:br>
                        <a:rPr lang="ru-RU" sz="1600" u="sng"/>
                      </a:br>
                      <a:r>
                        <a:rPr lang="ru-RU" sz="1600"/>
                        <a:t>1011</a:t>
                      </a:r>
                      <a:endParaRPr lang="en-GB" sz="1600">
                        <a:latin typeface="Calibri"/>
                        <a:ea typeface="Times New Roman"/>
                        <a:cs typeface="Times New Roman"/>
                      </a:endParaRPr>
                    </a:p>
                  </a:txBody>
                  <a:tcPr marL="68589" marR="68589" marT="0" marB="0"/>
                </a:tc>
                <a:tc>
                  <a:txBody>
                    <a:bodyPr/>
                    <a:lstStyle/>
                    <a:p>
                      <a:pPr algn="r">
                        <a:lnSpc>
                          <a:spcPct val="115000"/>
                        </a:lnSpc>
                        <a:spcAft>
                          <a:spcPts val="0"/>
                        </a:spcAft>
                      </a:pPr>
                      <a:r>
                        <a:rPr lang="ru-RU" sz="1600"/>
                        <a:t>+0110 </a:t>
                      </a:r>
                      <a:endParaRPr lang="en-GB" sz="1600"/>
                    </a:p>
                    <a:p>
                      <a:pPr algn="r">
                        <a:lnSpc>
                          <a:spcPct val="115000"/>
                        </a:lnSpc>
                        <a:spcAft>
                          <a:spcPts val="0"/>
                        </a:spcAft>
                      </a:pPr>
                      <a:r>
                        <a:rPr lang="ru-RU" sz="1600" u="sng"/>
                        <a:t>11 </a:t>
                      </a:r>
                      <a:br>
                        <a:rPr lang="ru-RU" sz="1600" u="sng"/>
                      </a:br>
                      <a:r>
                        <a:rPr lang="ru-RU" sz="1600"/>
                        <a:t>1001</a:t>
                      </a:r>
                      <a:r>
                        <a:rPr lang="ru-RU" sz="1600" u="sng"/>
                        <a:t> </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ru-RU" sz="1600"/>
                        <a:t>1</a:t>
                      </a:r>
                      <a:endParaRPr lang="en-GB" sz="1600">
                        <a:latin typeface="Calibri"/>
                        <a:ea typeface="Times New Roman"/>
                        <a:cs typeface="Times New Roman"/>
                      </a:endParaRPr>
                    </a:p>
                  </a:txBody>
                  <a:tcPr marL="68589" marR="68589" marT="0" marB="0"/>
                </a:tc>
                <a:extLst>
                  <a:ext uri="{0D108BD9-81ED-4DB2-BD59-A6C34878D82A}">
                    <a16:rowId xmlns:a16="http://schemas.microsoft.com/office/drawing/2014/main" val="10008"/>
                  </a:ext>
                </a:extLst>
              </a:tr>
              <a:tr h="267671">
                <a:tc>
                  <a:txBody>
                    <a:bodyPr/>
                    <a:lstStyle/>
                    <a:p>
                      <a:pPr>
                        <a:lnSpc>
                          <a:spcPct val="115000"/>
                        </a:lnSpc>
                        <a:spcAft>
                          <a:spcPts val="0"/>
                        </a:spcAft>
                      </a:pPr>
                      <a:r>
                        <a:rPr lang="en-US" sz="1600" dirty="0"/>
                        <a:t>Bit</a:t>
                      </a:r>
                      <a:r>
                        <a:rPr lang="ru-RU" sz="1600" dirty="0"/>
                        <a:t>0</a:t>
                      </a:r>
                      <a:endParaRPr lang="en-GB" sz="1600" dirty="0">
                        <a:latin typeface="Calibri"/>
                        <a:ea typeface="Times New Roman"/>
                        <a:cs typeface="Times New Roman"/>
                      </a:endParaRPr>
                    </a:p>
                  </a:txBody>
                  <a:tcPr marL="68589" marR="68589" marT="0" marB="0"/>
                </a:tc>
                <a:tc>
                  <a:txBody>
                    <a:bodyPr/>
                    <a:lstStyle/>
                    <a:p>
                      <a:pPr>
                        <a:lnSpc>
                          <a:spcPct val="115000"/>
                        </a:lnSpc>
                        <a:spcAft>
                          <a:spcPts val="0"/>
                        </a:spcAft>
                      </a:pPr>
                      <a:endParaRPr lang="hy-AM" sz="1600" dirty="0">
                        <a:latin typeface="Sylfaen"/>
                        <a:ea typeface="Times New Roman"/>
                        <a:cs typeface="Times New Roman"/>
                      </a:endParaRPr>
                    </a:p>
                  </a:txBody>
                  <a:tcPr marL="68589" marR="68589" marT="0" marB="0"/>
                </a:tc>
                <a:tc>
                  <a:txBody>
                    <a:bodyPr/>
                    <a:lstStyle/>
                    <a:p>
                      <a:pPr algn="r">
                        <a:lnSpc>
                          <a:spcPct val="115000"/>
                        </a:lnSpc>
                        <a:spcAft>
                          <a:spcPts val="0"/>
                        </a:spcAft>
                      </a:pPr>
                      <a:r>
                        <a:rPr lang="ru-RU" sz="1600"/>
                        <a:t>1</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ru-RU" sz="1600"/>
                        <a:t>      0111</a:t>
                      </a:r>
                      <a:endParaRPr lang="en-GB" sz="1600">
                        <a:latin typeface="Calibri"/>
                        <a:ea typeface="Times New Roman"/>
                        <a:cs typeface="Times New Roman"/>
                      </a:endParaRPr>
                    </a:p>
                  </a:txBody>
                  <a:tcPr marL="68589" marR="68589" marT="0" marB="0"/>
                </a:tc>
                <a:tc>
                  <a:txBody>
                    <a:bodyPr/>
                    <a:lstStyle/>
                    <a:p>
                      <a:pPr algn="r">
                        <a:lnSpc>
                          <a:spcPct val="115000"/>
                        </a:lnSpc>
                        <a:spcAft>
                          <a:spcPts val="0"/>
                        </a:spcAft>
                      </a:pPr>
                      <a:r>
                        <a:rPr lang="ru-RU" sz="1600"/>
                        <a:t>      0011</a:t>
                      </a:r>
                      <a:endParaRPr lang="en-GB" sz="1600">
                        <a:latin typeface="Calibri"/>
                        <a:ea typeface="Times New Roman"/>
                        <a:cs typeface="Times New Roman"/>
                      </a:endParaRPr>
                    </a:p>
                  </a:txBody>
                  <a:tcPr marL="68589" marR="68589" marT="0" marB="0"/>
                </a:tc>
                <a:tc>
                  <a:txBody>
                    <a:bodyPr/>
                    <a:lstStyle/>
                    <a:p>
                      <a:pPr>
                        <a:lnSpc>
                          <a:spcPct val="115000"/>
                        </a:lnSpc>
                        <a:spcAft>
                          <a:spcPts val="0"/>
                        </a:spcAft>
                      </a:pPr>
                      <a:r>
                        <a:rPr lang="en-US" sz="1600" dirty="0"/>
                        <a:t>173</a:t>
                      </a:r>
                      <a:endParaRPr lang="en-GB" sz="1600" dirty="0">
                        <a:latin typeface="Calibri"/>
                        <a:ea typeface="Times New Roman"/>
                        <a:cs typeface="Times New Roman"/>
                      </a:endParaRPr>
                    </a:p>
                  </a:txBody>
                  <a:tcPr marL="68589" marR="68589" marT="0" marB="0"/>
                </a:tc>
                <a:extLst>
                  <a:ext uri="{0D108BD9-81ED-4DB2-BD59-A6C34878D82A}">
                    <a16:rowId xmlns:a16="http://schemas.microsoft.com/office/drawing/2014/main" val="10009"/>
                  </a:ext>
                </a:extLst>
              </a:tr>
            </a:tbl>
          </a:graphicData>
        </a:graphic>
      </p:graphicFrame>
      <p:sp>
        <p:nvSpPr>
          <p:cNvPr id="176210" name="TextBox 3">
            <a:extLst>
              <a:ext uri="{FF2B5EF4-FFF2-40B4-BE49-F238E27FC236}">
                <a16:creationId xmlns:a16="http://schemas.microsoft.com/office/drawing/2014/main" id="{3F8E9B11-69B9-28A3-9492-757522CFEC33}"/>
              </a:ext>
            </a:extLst>
          </p:cNvPr>
          <p:cNvSpPr txBox="1">
            <a:spLocks noChangeArrowheads="1"/>
          </p:cNvSpPr>
          <p:nvPr/>
        </p:nvSpPr>
        <p:spPr bwMode="auto">
          <a:xfrm>
            <a:off x="1682750" y="898526"/>
            <a:ext cx="86121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11111111</a:t>
            </a:r>
            <a:r>
              <a:rPr lang="en-US" altLang="en-US" sz="2000">
                <a:sym typeface="Symbol" panose="05050102010706020507" pitchFamily="18" charset="2"/>
              </a:rPr>
              <a:t>0010_0101_0101;</a:t>
            </a:r>
            <a:r>
              <a:rPr lang="en-US" altLang="en-US" sz="2000"/>
              <a:t> D=( . . .(a</a:t>
            </a:r>
            <a:r>
              <a:rPr lang="en-US" altLang="en-US" sz="2000" baseline="-25000"/>
              <a:t>n-1</a:t>
            </a:r>
            <a:r>
              <a:rPr lang="en-US" altLang="en-US" sz="2000">
                <a:sym typeface="Symbol" panose="05050102010706020507" pitchFamily="18" charset="2"/>
              </a:rPr>
              <a:t>2+a</a:t>
            </a:r>
            <a:r>
              <a:rPr lang="en-US" altLang="en-US" sz="2000" baseline="-25000">
                <a:sym typeface="Symbol" panose="05050102010706020507" pitchFamily="18" charset="2"/>
              </a:rPr>
              <a:t>n-2</a:t>
            </a:r>
            <a:r>
              <a:rPr lang="en-US" altLang="en-US" sz="2000">
                <a:sym typeface="Symbol" panose="05050102010706020507" pitchFamily="18" charset="2"/>
              </a:rPr>
              <a:t>) 2+a</a:t>
            </a:r>
            <a:r>
              <a:rPr lang="en-US" altLang="en-US" sz="2000" baseline="-25000">
                <a:sym typeface="Symbol" panose="05050102010706020507" pitchFamily="18" charset="2"/>
              </a:rPr>
              <a:t>n-3</a:t>
            </a:r>
            <a:r>
              <a:rPr lang="en-US" altLang="en-US" sz="2000">
                <a:sym typeface="Symbol" panose="05050102010706020507" pitchFamily="18" charset="2"/>
              </a:rPr>
              <a:t>) 2+ . . .+a</a:t>
            </a:r>
            <a:r>
              <a:rPr lang="en-US" altLang="en-US" sz="2000" baseline="-25000">
                <a:sym typeface="Symbol" panose="05050102010706020507" pitchFamily="18" charset="2"/>
              </a:rPr>
              <a:t>1</a:t>
            </a:r>
            <a:r>
              <a:rPr lang="en-US" altLang="en-US" sz="2000">
                <a:sym typeface="Symbol" panose="05050102010706020507" pitchFamily="18" charset="2"/>
              </a:rPr>
              <a:t>) 2 +a</a:t>
            </a:r>
            <a:r>
              <a:rPr lang="en-US" altLang="en-US" sz="2000" baseline="-25000">
                <a:sym typeface="Symbol" panose="05050102010706020507" pitchFamily="18" charset="2"/>
              </a:rPr>
              <a:t>0</a:t>
            </a:r>
            <a:r>
              <a:rPr lang="en-US" altLang="en-US" sz="2000">
                <a:sym typeface="Symbol" panose="05050102010706020507" pitchFamily="18" charset="2"/>
              </a:rPr>
              <a:t>;   D</a:t>
            </a:r>
            <a:r>
              <a:rPr lang="en-US" altLang="en-US" sz="2000" baseline="-25000">
                <a:sym typeface="Symbol" panose="05050102010706020507" pitchFamily="18" charset="2"/>
              </a:rPr>
              <a:t>i </a:t>
            </a:r>
            <a:r>
              <a:rPr lang="en-US" altLang="en-US" sz="2000">
                <a:sym typeface="Symbol" panose="05050102010706020507" pitchFamily="18" charset="2"/>
              </a:rPr>
              <a:t>= 2D</a:t>
            </a:r>
            <a:r>
              <a:rPr lang="en-US" altLang="en-US" sz="2000" baseline="-25000">
                <a:sym typeface="Symbol" panose="05050102010706020507" pitchFamily="18" charset="2"/>
              </a:rPr>
              <a:t>i-1 </a:t>
            </a:r>
            <a:r>
              <a:rPr lang="en-US" altLang="en-US" sz="2000">
                <a:sym typeface="Symbol" panose="05050102010706020507" pitchFamily="18" charset="2"/>
              </a:rPr>
              <a:t>+a</a:t>
            </a:r>
            <a:r>
              <a:rPr lang="en-US" altLang="en-US" sz="2000" baseline="-25000">
                <a:sym typeface="Symbol" panose="05050102010706020507" pitchFamily="18" charset="2"/>
              </a:rPr>
              <a:t>i</a:t>
            </a:r>
            <a:r>
              <a:rPr lang="en-US" altLang="en-US" sz="2000">
                <a:sym typeface="Symbol" panose="05050102010706020507" pitchFamily="18" charset="2"/>
              </a:rPr>
              <a:t> ; 1001+1 1_0000</a:t>
            </a:r>
            <a:endParaRPr lang="en-GB" altLang="en-US" sz="200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itle 1">
            <a:extLst>
              <a:ext uri="{FF2B5EF4-FFF2-40B4-BE49-F238E27FC236}">
                <a16:creationId xmlns:a16="http://schemas.microsoft.com/office/drawing/2014/main" id="{A381FB74-7956-1C00-57E2-007BB55D51AD}"/>
              </a:ext>
            </a:extLst>
          </p:cNvPr>
          <p:cNvSpPr>
            <a:spLocks noGrp="1" noChangeArrowheads="1"/>
          </p:cNvSpPr>
          <p:nvPr>
            <p:ph type="title"/>
          </p:nvPr>
        </p:nvSpPr>
        <p:spPr/>
        <p:txBody>
          <a:bodyPr/>
          <a:lstStyle/>
          <a:p>
            <a:r>
              <a:rPr lang="en-US" altLang="en-US"/>
              <a:t>Binary to BCD Conversion</a:t>
            </a:r>
            <a:endParaRPr lang="en-GB" altLang="en-US"/>
          </a:p>
        </p:txBody>
      </p:sp>
      <p:sp>
        <p:nvSpPr>
          <p:cNvPr id="9" name="Text Placeholder 8">
            <a:extLst>
              <a:ext uri="{FF2B5EF4-FFF2-40B4-BE49-F238E27FC236}">
                <a16:creationId xmlns:a16="http://schemas.microsoft.com/office/drawing/2014/main" id="{4867F441-44A0-AA30-A504-6D366EC40E1D}"/>
              </a:ext>
            </a:extLst>
          </p:cNvPr>
          <p:cNvSpPr>
            <a:spLocks noGrp="1"/>
          </p:cNvSpPr>
          <p:nvPr>
            <p:ph type="body" sz="quarter" idx="10"/>
          </p:nvPr>
        </p:nvSpPr>
        <p:spPr/>
        <p:txBody>
          <a:bodyPr/>
          <a:lstStyle/>
          <a:p>
            <a:r>
              <a:rPr lang="en-US" dirty="0"/>
              <a:t>1.  Assign value 0 to the result and then on every iteration:</a:t>
            </a:r>
          </a:p>
          <a:p>
            <a:r>
              <a:rPr lang="en-US" dirty="0"/>
              <a:t>2.  </a:t>
            </a:r>
            <a:r>
              <a:rPr lang="en-US" dirty="0" err="1"/>
              <a:t>Analyse</a:t>
            </a:r>
            <a:r>
              <a:rPr lang="en-US" dirty="0"/>
              <a:t> if a correction of next digits of a decimal number is required. If the next digit di &gt; 4, then add 3 to that digit.</a:t>
            </a:r>
          </a:p>
          <a:p>
            <a:r>
              <a:rPr lang="en-US" dirty="0"/>
              <a:t>3.  Shift decimal number to the left (multiply the result by 2), the most significant bit of the binary number becomes the less significant bit of the intermediate result as the original number and the result are on the same shift chain.</a:t>
            </a:r>
          </a:p>
          <a:p>
            <a:r>
              <a:rPr lang="en-US" dirty="0"/>
              <a:t>4.  Repeat steps 3 and 4 until all the digits are available.</a:t>
            </a:r>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itle 1">
            <a:extLst>
              <a:ext uri="{FF2B5EF4-FFF2-40B4-BE49-F238E27FC236}">
                <a16:creationId xmlns:a16="http://schemas.microsoft.com/office/drawing/2014/main" id="{A38BEA21-489C-F0FD-4A5D-B1C075E2DAF3}"/>
              </a:ext>
            </a:extLst>
          </p:cNvPr>
          <p:cNvSpPr>
            <a:spLocks noGrp="1" noChangeArrowheads="1"/>
          </p:cNvSpPr>
          <p:nvPr>
            <p:ph type="title"/>
          </p:nvPr>
        </p:nvSpPr>
        <p:spPr/>
        <p:txBody>
          <a:bodyPr/>
          <a:lstStyle/>
          <a:p>
            <a:r>
              <a:rPr lang="en-US" altLang="en-US"/>
              <a:t>The Structure  of Unit</a:t>
            </a:r>
            <a:endParaRPr lang="en-GB" altLang="en-US"/>
          </a:p>
        </p:txBody>
      </p:sp>
      <p:grpSp>
        <p:nvGrpSpPr>
          <p:cNvPr id="178179" name="Group 14">
            <a:extLst>
              <a:ext uri="{FF2B5EF4-FFF2-40B4-BE49-F238E27FC236}">
                <a16:creationId xmlns:a16="http://schemas.microsoft.com/office/drawing/2014/main" id="{4F17C7E6-C2A3-FFE6-F3CF-1B54D3E28B05}"/>
              </a:ext>
            </a:extLst>
          </p:cNvPr>
          <p:cNvGrpSpPr>
            <a:grpSpLocks/>
          </p:cNvGrpSpPr>
          <p:nvPr/>
        </p:nvGrpSpPr>
        <p:grpSpPr bwMode="auto">
          <a:xfrm>
            <a:off x="2116138" y="1919289"/>
            <a:ext cx="8088312" cy="3722687"/>
            <a:chOff x="809624" y="1146048"/>
            <a:chExt cx="8088477" cy="3722113"/>
          </a:xfrm>
        </p:grpSpPr>
        <p:grpSp>
          <p:nvGrpSpPr>
            <p:cNvPr id="178180" name="Group 2">
              <a:extLst>
                <a:ext uri="{FF2B5EF4-FFF2-40B4-BE49-F238E27FC236}">
                  <a16:creationId xmlns:a16="http://schemas.microsoft.com/office/drawing/2014/main" id="{C2A0D951-85FD-B3A2-9E92-9EC108E86338}"/>
                </a:ext>
              </a:extLst>
            </p:cNvPr>
            <p:cNvGrpSpPr>
              <a:grpSpLocks/>
            </p:cNvGrpSpPr>
            <p:nvPr/>
          </p:nvGrpSpPr>
          <p:grpSpPr bwMode="auto">
            <a:xfrm>
              <a:off x="809624" y="1319903"/>
              <a:ext cx="7681103" cy="3548258"/>
              <a:chOff x="1275" y="1967"/>
              <a:chExt cx="8540" cy="4439"/>
            </a:xfrm>
          </p:grpSpPr>
          <p:sp>
            <p:nvSpPr>
              <p:cNvPr id="193539" name="Rectangle 3">
                <a:extLst>
                  <a:ext uri="{FF2B5EF4-FFF2-40B4-BE49-F238E27FC236}">
                    <a16:creationId xmlns:a16="http://schemas.microsoft.com/office/drawing/2014/main" id="{8AA53300-3F4D-4DB7-857E-8E87C896021D}"/>
                  </a:ext>
                </a:extLst>
              </p:cNvPr>
              <p:cNvSpPr>
                <a:spLocks noChangeArrowheads="1"/>
              </p:cNvSpPr>
              <p:nvPr/>
            </p:nvSpPr>
            <p:spPr bwMode="auto">
              <a:xfrm>
                <a:off x="6674" y="2464"/>
                <a:ext cx="2835" cy="455"/>
              </a:xfrm>
              <a:prstGeom prst="rect">
                <a:avLst/>
              </a:prstGeom>
              <a:solidFill>
                <a:schemeClr val="accent5">
                  <a:lumMod val="60000"/>
                  <a:lumOff val="40000"/>
                </a:schemeClr>
              </a:solidFill>
              <a:ln w="28575">
                <a:solidFill>
                  <a:srgbClr val="000000"/>
                </a:solidFill>
                <a:miter lim="800000"/>
                <a:headEnd/>
                <a:tailEnd/>
              </a:ln>
            </p:spPr>
            <p:txBody>
              <a:bodyPr/>
              <a:lstStyle/>
              <a:p>
                <a:pPr>
                  <a:spcAft>
                    <a:spcPts val="1000"/>
                  </a:spcAft>
                  <a:defRPr/>
                </a:pPr>
                <a:r>
                  <a:rPr lang="en-US" sz="1200">
                    <a:latin typeface="+mj-lt"/>
                  </a:rPr>
                  <a:t>                      RB</a:t>
                </a:r>
              </a:p>
            </p:txBody>
          </p:sp>
          <p:cxnSp>
            <p:nvCxnSpPr>
              <p:cNvPr id="178208" name="AutoShape 4">
                <a:extLst>
                  <a:ext uri="{FF2B5EF4-FFF2-40B4-BE49-F238E27FC236}">
                    <a16:creationId xmlns:a16="http://schemas.microsoft.com/office/drawing/2014/main" id="{2FED74D5-A587-2FDC-05FE-5395DF5CFF2C}"/>
                  </a:ext>
                </a:extLst>
              </p:cNvPr>
              <p:cNvCxnSpPr>
                <a:cxnSpLocks noChangeShapeType="1"/>
              </p:cNvCxnSpPr>
              <p:nvPr/>
            </p:nvCxnSpPr>
            <p:spPr bwMode="auto">
              <a:xfrm>
                <a:off x="8085" y="1967"/>
                <a:ext cx="0" cy="458"/>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09" name="AutoShape 5">
                <a:extLst>
                  <a:ext uri="{FF2B5EF4-FFF2-40B4-BE49-F238E27FC236}">
                    <a16:creationId xmlns:a16="http://schemas.microsoft.com/office/drawing/2014/main" id="{B44B7B09-1301-2BDF-4C8F-8E48BF6C5010}"/>
                  </a:ext>
                </a:extLst>
              </p:cNvPr>
              <p:cNvCxnSpPr>
                <a:cxnSpLocks noChangeShapeType="1"/>
              </p:cNvCxnSpPr>
              <p:nvPr/>
            </p:nvCxnSpPr>
            <p:spPr bwMode="auto">
              <a:xfrm flipH="1">
                <a:off x="9510" y="2689"/>
                <a:ext cx="305"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10" name="AutoShape 6">
                <a:extLst>
                  <a:ext uri="{FF2B5EF4-FFF2-40B4-BE49-F238E27FC236}">
                    <a16:creationId xmlns:a16="http://schemas.microsoft.com/office/drawing/2014/main" id="{59B355D0-A000-501E-0C73-23FD3D146367}"/>
                  </a:ext>
                </a:extLst>
              </p:cNvPr>
              <p:cNvCxnSpPr>
                <a:cxnSpLocks noChangeShapeType="1"/>
              </p:cNvCxnSpPr>
              <p:nvPr/>
            </p:nvCxnSpPr>
            <p:spPr bwMode="auto">
              <a:xfrm flipH="1">
                <a:off x="5610" y="2689"/>
                <a:ext cx="1077"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11" name="AutoShape 7">
                <a:extLst>
                  <a:ext uri="{FF2B5EF4-FFF2-40B4-BE49-F238E27FC236}">
                    <a16:creationId xmlns:a16="http://schemas.microsoft.com/office/drawing/2014/main" id="{372A9233-4DFF-54AD-3473-F5AD233F0C17}"/>
                  </a:ext>
                </a:extLst>
              </p:cNvPr>
              <p:cNvCxnSpPr>
                <a:cxnSpLocks noChangeShapeType="1"/>
              </p:cNvCxnSpPr>
              <p:nvPr/>
            </p:nvCxnSpPr>
            <p:spPr bwMode="auto">
              <a:xfrm>
                <a:off x="7005" y="2464"/>
                <a:ext cx="0" cy="45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93544" name="Rectangle 8">
                <a:extLst>
                  <a:ext uri="{FF2B5EF4-FFF2-40B4-BE49-F238E27FC236}">
                    <a16:creationId xmlns:a16="http://schemas.microsoft.com/office/drawing/2014/main" id="{A1DA47C5-0A16-4707-926C-D7043AB5554C}"/>
                  </a:ext>
                </a:extLst>
              </p:cNvPr>
              <p:cNvSpPr>
                <a:spLocks noChangeArrowheads="1"/>
              </p:cNvSpPr>
              <p:nvPr/>
            </p:nvSpPr>
            <p:spPr bwMode="auto">
              <a:xfrm>
                <a:off x="4724" y="3412"/>
                <a:ext cx="851" cy="395"/>
              </a:xfrm>
              <a:prstGeom prst="rect">
                <a:avLst/>
              </a:prstGeom>
              <a:solidFill>
                <a:srgbClr val="FFFFFF"/>
              </a:solidFill>
              <a:ln w="28575">
                <a:solidFill>
                  <a:srgbClr val="000000"/>
                </a:solidFill>
                <a:miter lim="800000"/>
                <a:headEnd/>
                <a:tailEnd/>
              </a:ln>
            </p:spPr>
            <p:txBody>
              <a:bodyPr/>
              <a:lstStyle/>
              <a:p>
                <a:pPr>
                  <a:spcAft>
                    <a:spcPts val="1000"/>
                  </a:spcAft>
                  <a:defRPr/>
                </a:pPr>
                <a:r>
                  <a:rPr lang="en-US" sz="1200">
                    <a:latin typeface="+mj-lt"/>
                  </a:rPr>
                  <a:t>CMP</a:t>
                </a:r>
              </a:p>
            </p:txBody>
          </p:sp>
          <p:sp>
            <p:nvSpPr>
              <p:cNvPr id="193545" name="Text Box 9">
                <a:extLst>
                  <a:ext uri="{FF2B5EF4-FFF2-40B4-BE49-F238E27FC236}">
                    <a16:creationId xmlns:a16="http://schemas.microsoft.com/office/drawing/2014/main" id="{A36AD4B3-9981-4B44-BDF2-F97E3B696EAF}"/>
                  </a:ext>
                </a:extLst>
              </p:cNvPr>
              <p:cNvSpPr txBox="1">
                <a:spLocks noChangeArrowheads="1"/>
              </p:cNvSpPr>
              <p:nvPr/>
            </p:nvSpPr>
            <p:spPr bwMode="auto">
              <a:xfrm>
                <a:off x="5347" y="3084"/>
                <a:ext cx="683" cy="342"/>
              </a:xfrm>
              <a:prstGeom prst="rect">
                <a:avLst/>
              </a:prstGeom>
              <a:noFill/>
              <a:ln w="9525">
                <a:noFill/>
                <a:miter lim="800000"/>
                <a:headEnd/>
                <a:tailEnd/>
              </a:ln>
            </p:spPr>
            <p:txBody>
              <a:bodyPr/>
              <a:lstStyle/>
              <a:p>
                <a:pPr>
                  <a:spcAft>
                    <a:spcPts val="1000"/>
                  </a:spcAft>
                  <a:defRPr/>
                </a:pPr>
                <a:r>
                  <a:rPr lang="en-US" sz="1200" dirty="0">
                    <a:latin typeface="+mj-lt"/>
                  </a:rPr>
                  <a:t>4</a:t>
                </a:r>
              </a:p>
            </p:txBody>
          </p:sp>
          <p:cxnSp>
            <p:nvCxnSpPr>
              <p:cNvPr id="178214" name="AutoShape 10">
                <a:extLst>
                  <a:ext uri="{FF2B5EF4-FFF2-40B4-BE49-F238E27FC236}">
                    <a16:creationId xmlns:a16="http://schemas.microsoft.com/office/drawing/2014/main" id="{9D6BF1B3-5069-E42F-8DBD-C68CD2FB21A3}"/>
                  </a:ext>
                </a:extLst>
              </p:cNvPr>
              <p:cNvCxnSpPr>
                <a:cxnSpLocks noChangeShapeType="1"/>
              </p:cNvCxnSpPr>
              <p:nvPr/>
            </p:nvCxnSpPr>
            <p:spPr bwMode="auto">
              <a:xfrm>
                <a:off x="5092" y="3806"/>
                <a:ext cx="0" cy="28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93547" name="Rectangle 11">
                <a:extLst>
                  <a:ext uri="{FF2B5EF4-FFF2-40B4-BE49-F238E27FC236}">
                    <a16:creationId xmlns:a16="http://schemas.microsoft.com/office/drawing/2014/main" id="{9C2368CC-BCBF-4FF5-90E4-657C18CA9ADF}"/>
                  </a:ext>
                </a:extLst>
              </p:cNvPr>
              <p:cNvSpPr>
                <a:spLocks noChangeArrowheads="1"/>
              </p:cNvSpPr>
              <p:nvPr/>
            </p:nvSpPr>
            <p:spPr bwMode="auto">
              <a:xfrm>
                <a:off x="3351" y="3423"/>
                <a:ext cx="849" cy="397"/>
              </a:xfrm>
              <a:prstGeom prst="rect">
                <a:avLst/>
              </a:prstGeom>
              <a:solidFill>
                <a:srgbClr val="FFFFFF"/>
              </a:solidFill>
              <a:ln w="28575">
                <a:solidFill>
                  <a:srgbClr val="000000"/>
                </a:solidFill>
                <a:miter lim="800000"/>
                <a:headEnd/>
                <a:tailEnd/>
              </a:ln>
            </p:spPr>
            <p:txBody>
              <a:bodyPr/>
              <a:lstStyle/>
              <a:p>
                <a:pPr>
                  <a:spcAft>
                    <a:spcPts val="1000"/>
                  </a:spcAft>
                  <a:defRPr/>
                </a:pPr>
                <a:r>
                  <a:rPr lang="en-US" sz="1200">
                    <a:latin typeface="+mj-lt"/>
                  </a:rPr>
                  <a:t>CMP</a:t>
                </a:r>
              </a:p>
            </p:txBody>
          </p:sp>
          <p:cxnSp>
            <p:nvCxnSpPr>
              <p:cNvPr id="178216" name="AutoShape 12">
                <a:extLst>
                  <a:ext uri="{FF2B5EF4-FFF2-40B4-BE49-F238E27FC236}">
                    <a16:creationId xmlns:a16="http://schemas.microsoft.com/office/drawing/2014/main" id="{5E7B13AF-4A40-2B9C-4519-7C8F811BAF4F}"/>
                  </a:ext>
                </a:extLst>
              </p:cNvPr>
              <p:cNvCxnSpPr>
                <a:cxnSpLocks noChangeShapeType="1"/>
              </p:cNvCxnSpPr>
              <p:nvPr/>
            </p:nvCxnSpPr>
            <p:spPr bwMode="auto">
              <a:xfrm>
                <a:off x="3597" y="3820"/>
                <a:ext cx="0" cy="22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93549" name="Rectangle 13">
                <a:extLst>
                  <a:ext uri="{FF2B5EF4-FFF2-40B4-BE49-F238E27FC236}">
                    <a16:creationId xmlns:a16="http://schemas.microsoft.com/office/drawing/2014/main" id="{FB16DA4B-361C-4614-8CE6-4BD7DD3DBCC9}"/>
                  </a:ext>
                </a:extLst>
              </p:cNvPr>
              <p:cNvSpPr>
                <a:spLocks noChangeArrowheads="1"/>
              </p:cNvSpPr>
              <p:nvPr/>
            </p:nvSpPr>
            <p:spPr bwMode="auto">
              <a:xfrm>
                <a:off x="4715" y="2506"/>
                <a:ext cx="907" cy="397"/>
              </a:xfrm>
              <a:prstGeom prst="rect">
                <a:avLst/>
              </a:prstGeom>
              <a:solidFill>
                <a:schemeClr val="accent5">
                  <a:lumMod val="60000"/>
                  <a:lumOff val="40000"/>
                </a:schemeClr>
              </a:solidFill>
              <a:ln w="28575">
                <a:solidFill>
                  <a:srgbClr val="000000"/>
                </a:solidFill>
                <a:miter lim="800000"/>
                <a:headEnd/>
                <a:tailEnd/>
              </a:ln>
            </p:spPr>
            <p:txBody>
              <a:bodyPr/>
              <a:lstStyle/>
              <a:p>
                <a:pPr>
                  <a:spcAft>
                    <a:spcPts val="1000"/>
                  </a:spcAft>
                  <a:defRPr/>
                </a:pPr>
                <a:r>
                  <a:rPr lang="en-US" sz="1200">
                    <a:latin typeface="+mj-lt"/>
                  </a:rPr>
                  <a:t>BCD0</a:t>
                </a:r>
              </a:p>
            </p:txBody>
          </p:sp>
          <p:cxnSp>
            <p:nvCxnSpPr>
              <p:cNvPr id="178218" name="AutoShape 14">
                <a:extLst>
                  <a:ext uri="{FF2B5EF4-FFF2-40B4-BE49-F238E27FC236}">
                    <a16:creationId xmlns:a16="http://schemas.microsoft.com/office/drawing/2014/main" id="{75E9F8D5-F9F5-C94E-2993-C3C1A2FDBB06}"/>
                  </a:ext>
                </a:extLst>
              </p:cNvPr>
              <p:cNvCxnSpPr>
                <a:cxnSpLocks noChangeShapeType="1"/>
              </p:cNvCxnSpPr>
              <p:nvPr/>
            </p:nvCxnSpPr>
            <p:spPr bwMode="auto">
              <a:xfrm flipH="1">
                <a:off x="4186" y="2689"/>
                <a:ext cx="51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3551" name="Rectangle 15">
                <a:extLst>
                  <a:ext uri="{FF2B5EF4-FFF2-40B4-BE49-F238E27FC236}">
                    <a16:creationId xmlns:a16="http://schemas.microsoft.com/office/drawing/2014/main" id="{09BD6A44-F266-4A57-B527-2B06C68E57B4}"/>
                  </a:ext>
                </a:extLst>
              </p:cNvPr>
              <p:cNvSpPr>
                <a:spLocks noChangeArrowheads="1"/>
              </p:cNvSpPr>
              <p:nvPr/>
            </p:nvSpPr>
            <p:spPr bwMode="auto">
              <a:xfrm>
                <a:off x="3292" y="2494"/>
                <a:ext cx="905" cy="397"/>
              </a:xfrm>
              <a:prstGeom prst="rect">
                <a:avLst/>
              </a:prstGeom>
              <a:solidFill>
                <a:schemeClr val="accent5">
                  <a:lumMod val="60000"/>
                  <a:lumOff val="40000"/>
                </a:schemeClr>
              </a:solidFill>
              <a:ln w="28575">
                <a:solidFill>
                  <a:srgbClr val="000000"/>
                </a:solidFill>
                <a:miter lim="800000"/>
                <a:headEnd/>
                <a:tailEnd/>
              </a:ln>
            </p:spPr>
            <p:txBody>
              <a:bodyPr/>
              <a:lstStyle/>
              <a:p>
                <a:pPr>
                  <a:spcAft>
                    <a:spcPts val="1000"/>
                  </a:spcAft>
                  <a:defRPr/>
                </a:pPr>
                <a:r>
                  <a:rPr lang="en-US" sz="1200">
                    <a:latin typeface="+mj-lt"/>
                  </a:rPr>
                  <a:t>BCD1</a:t>
                </a:r>
              </a:p>
            </p:txBody>
          </p:sp>
          <p:cxnSp>
            <p:nvCxnSpPr>
              <p:cNvPr id="178220" name="AutoShape 16">
                <a:extLst>
                  <a:ext uri="{FF2B5EF4-FFF2-40B4-BE49-F238E27FC236}">
                    <a16:creationId xmlns:a16="http://schemas.microsoft.com/office/drawing/2014/main" id="{476A77D0-7A63-BA63-8FA2-5DEE1B99F368}"/>
                  </a:ext>
                </a:extLst>
              </p:cNvPr>
              <p:cNvCxnSpPr>
                <a:cxnSpLocks noChangeShapeType="1"/>
              </p:cNvCxnSpPr>
              <p:nvPr/>
            </p:nvCxnSpPr>
            <p:spPr bwMode="auto">
              <a:xfrm flipH="1">
                <a:off x="2764" y="2677"/>
                <a:ext cx="51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3553" name="Rectangle 17">
                <a:extLst>
                  <a:ext uri="{FF2B5EF4-FFF2-40B4-BE49-F238E27FC236}">
                    <a16:creationId xmlns:a16="http://schemas.microsoft.com/office/drawing/2014/main" id="{F7F59DF4-C415-4F20-B64D-DC5FEC9352A5}"/>
                  </a:ext>
                </a:extLst>
              </p:cNvPr>
              <p:cNvSpPr>
                <a:spLocks noChangeArrowheads="1"/>
              </p:cNvSpPr>
              <p:nvPr/>
            </p:nvSpPr>
            <p:spPr bwMode="auto">
              <a:xfrm>
                <a:off x="1842" y="2494"/>
                <a:ext cx="907" cy="397"/>
              </a:xfrm>
              <a:prstGeom prst="rect">
                <a:avLst/>
              </a:prstGeom>
              <a:solidFill>
                <a:schemeClr val="accent5">
                  <a:lumMod val="60000"/>
                  <a:lumOff val="40000"/>
                </a:schemeClr>
              </a:solidFill>
              <a:ln w="28575">
                <a:solidFill>
                  <a:srgbClr val="000000"/>
                </a:solidFill>
                <a:miter lim="800000"/>
                <a:headEnd/>
                <a:tailEnd/>
              </a:ln>
            </p:spPr>
            <p:txBody>
              <a:bodyPr/>
              <a:lstStyle/>
              <a:p>
                <a:pPr>
                  <a:spcAft>
                    <a:spcPts val="1000"/>
                  </a:spcAft>
                  <a:defRPr/>
                </a:pPr>
                <a:r>
                  <a:rPr lang="en-US" sz="1200">
                    <a:latin typeface="+mj-lt"/>
                  </a:rPr>
                  <a:t>BCD2</a:t>
                </a:r>
              </a:p>
            </p:txBody>
          </p:sp>
          <p:cxnSp>
            <p:nvCxnSpPr>
              <p:cNvPr id="178222" name="AutoShape 18">
                <a:extLst>
                  <a:ext uri="{FF2B5EF4-FFF2-40B4-BE49-F238E27FC236}">
                    <a16:creationId xmlns:a16="http://schemas.microsoft.com/office/drawing/2014/main" id="{E210F6F8-5D5A-65A5-5076-D2F6A4F6ADA1}"/>
                  </a:ext>
                </a:extLst>
              </p:cNvPr>
              <p:cNvCxnSpPr>
                <a:cxnSpLocks noChangeShapeType="1"/>
              </p:cNvCxnSpPr>
              <p:nvPr/>
            </p:nvCxnSpPr>
            <p:spPr bwMode="auto">
              <a:xfrm>
                <a:off x="4957" y="2925"/>
                <a:ext cx="0" cy="51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23" name="AutoShape 19">
                <a:extLst>
                  <a:ext uri="{FF2B5EF4-FFF2-40B4-BE49-F238E27FC236}">
                    <a16:creationId xmlns:a16="http://schemas.microsoft.com/office/drawing/2014/main" id="{32CA2ED7-90BF-9EE0-BE3D-BA1BCAA4DAB4}"/>
                  </a:ext>
                </a:extLst>
              </p:cNvPr>
              <p:cNvCxnSpPr>
                <a:cxnSpLocks noChangeShapeType="1"/>
              </p:cNvCxnSpPr>
              <p:nvPr/>
            </p:nvCxnSpPr>
            <p:spPr bwMode="auto">
              <a:xfrm>
                <a:off x="5370" y="3069"/>
                <a:ext cx="0" cy="34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24" name="AutoShape 20">
                <a:extLst>
                  <a:ext uri="{FF2B5EF4-FFF2-40B4-BE49-F238E27FC236}">
                    <a16:creationId xmlns:a16="http://schemas.microsoft.com/office/drawing/2014/main" id="{83CCC6D3-7DFE-05A7-A12F-BCC8A0C8F908}"/>
                  </a:ext>
                </a:extLst>
              </p:cNvPr>
              <p:cNvCxnSpPr>
                <a:cxnSpLocks noChangeShapeType="1"/>
              </p:cNvCxnSpPr>
              <p:nvPr/>
            </p:nvCxnSpPr>
            <p:spPr bwMode="auto">
              <a:xfrm>
                <a:off x="3570" y="2910"/>
                <a:ext cx="0" cy="51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25" name="AutoShape 21">
                <a:extLst>
                  <a:ext uri="{FF2B5EF4-FFF2-40B4-BE49-F238E27FC236}">
                    <a16:creationId xmlns:a16="http://schemas.microsoft.com/office/drawing/2014/main" id="{CB37F078-321E-0116-D5BC-916CA62440AD}"/>
                  </a:ext>
                </a:extLst>
              </p:cNvPr>
              <p:cNvCxnSpPr>
                <a:cxnSpLocks noChangeShapeType="1"/>
              </p:cNvCxnSpPr>
              <p:nvPr/>
            </p:nvCxnSpPr>
            <p:spPr bwMode="auto">
              <a:xfrm>
                <a:off x="3960" y="3095"/>
                <a:ext cx="0" cy="34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3558" name="Text Box 22">
                <a:extLst>
                  <a:ext uri="{FF2B5EF4-FFF2-40B4-BE49-F238E27FC236}">
                    <a16:creationId xmlns:a16="http://schemas.microsoft.com/office/drawing/2014/main" id="{721E174A-9F06-4CC3-8E15-22A06FE47098}"/>
                  </a:ext>
                </a:extLst>
              </p:cNvPr>
              <p:cNvSpPr txBox="1">
                <a:spLocks noChangeArrowheads="1"/>
              </p:cNvSpPr>
              <p:nvPr/>
            </p:nvSpPr>
            <p:spPr bwMode="auto">
              <a:xfrm>
                <a:off x="3686" y="3821"/>
                <a:ext cx="644" cy="405"/>
              </a:xfrm>
              <a:prstGeom prst="rect">
                <a:avLst/>
              </a:prstGeom>
              <a:noFill/>
              <a:ln w="9525">
                <a:noFill/>
                <a:miter lim="800000"/>
                <a:headEnd/>
                <a:tailEnd/>
              </a:ln>
            </p:spPr>
            <p:txBody>
              <a:bodyPr/>
              <a:lstStyle/>
              <a:p>
                <a:pPr>
                  <a:spcAft>
                    <a:spcPts val="1000"/>
                  </a:spcAft>
                  <a:defRPr/>
                </a:pPr>
                <a:r>
                  <a:rPr lang="en-US" sz="1200" dirty="0">
                    <a:latin typeface="+mj-lt"/>
                  </a:rPr>
                  <a:t>x3</a:t>
                </a:r>
              </a:p>
            </p:txBody>
          </p:sp>
          <p:sp>
            <p:nvSpPr>
              <p:cNvPr id="193559" name="Text Box 23">
                <a:extLst>
                  <a:ext uri="{FF2B5EF4-FFF2-40B4-BE49-F238E27FC236}">
                    <a16:creationId xmlns:a16="http://schemas.microsoft.com/office/drawing/2014/main" id="{26E55C6B-600B-4E37-AEF9-4AC3060A35FA}"/>
                  </a:ext>
                </a:extLst>
              </p:cNvPr>
              <p:cNvSpPr txBox="1">
                <a:spLocks noChangeArrowheads="1"/>
              </p:cNvSpPr>
              <p:nvPr/>
            </p:nvSpPr>
            <p:spPr bwMode="auto">
              <a:xfrm>
                <a:off x="5151" y="3821"/>
                <a:ext cx="644" cy="405"/>
              </a:xfrm>
              <a:prstGeom prst="rect">
                <a:avLst/>
              </a:prstGeom>
              <a:noFill/>
              <a:ln w="9525">
                <a:noFill/>
                <a:miter lim="800000"/>
                <a:headEnd/>
                <a:tailEnd/>
              </a:ln>
            </p:spPr>
            <p:txBody>
              <a:bodyPr/>
              <a:lstStyle/>
              <a:p>
                <a:pPr>
                  <a:spcAft>
                    <a:spcPts val="1000"/>
                  </a:spcAft>
                  <a:defRPr/>
                </a:pPr>
                <a:r>
                  <a:rPr lang="en-US" sz="1200" dirty="0">
                    <a:latin typeface="+mj-lt"/>
                  </a:rPr>
                  <a:t>x2</a:t>
                </a:r>
              </a:p>
            </p:txBody>
          </p:sp>
          <p:sp>
            <p:nvSpPr>
              <p:cNvPr id="193560" name="Text Box 24">
                <a:extLst>
                  <a:ext uri="{FF2B5EF4-FFF2-40B4-BE49-F238E27FC236}">
                    <a16:creationId xmlns:a16="http://schemas.microsoft.com/office/drawing/2014/main" id="{21B4AA56-3E24-4B43-B992-75D901A20F82}"/>
                  </a:ext>
                </a:extLst>
              </p:cNvPr>
              <p:cNvSpPr txBox="1">
                <a:spLocks noChangeArrowheads="1"/>
              </p:cNvSpPr>
              <p:nvPr/>
            </p:nvSpPr>
            <p:spPr bwMode="auto">
              <a:xfrm>
                <a:off x="4752" y="4027"/>
                <a:ext cx="644" cy="405"/>
              </a:xfrm>
              <a:prstGeom prst="rect">
                <a:avLst/>
              </a:prstGeom>
              <a:noFill/>
              <a:ln w="9525">
                <a:noFill/>
                <a:miter lim="800000"/>
                <a:headEnd/>
                <a:tailEnd/>
              </a:ln>
            </p:spPr>
            <p:txBody>
              <a:bodyPr/>
              <a:lstStyle/>
              <a:p>
                <a:pPr>
                  <a:spcAft>
                    <a:spcPts val="1000"/>
                  </a:spcAft>
                  <a:defRPr/>
                </a:pPr>
                <a:r>
                  <a:rPr lang="en-US" sz="1200" dirty="0">
                    <a:latin typeface="+mj-lt"/>
                  </a:rPr>
                  <a:t>&gt;4</a:t>
                </a:r>
              </a:p>
            </p:txBody>
          </p:sp>
          <p:sp>
            <p:nvSpPr>
              <p:cNvPr id="193561" name="Text Box 25">
                <a:extLst>
                  <a:ext uri="{FF2B5EF4-FFF2-40B4-BE49-F238E27FC236}">
                    <a16:creationId xmlns:a16="http://schemas.microsoft.com/office/drawing/2014/main" id="{7D478154-3DDF-4382-90A6-1844CE1F1A82}"/>
                  </a:ext>
                </a:extLst>
              </p:cNvPr>
              <p:cNvSpPr txBox="1">
                <a:spLocks noChangeArrowheads="1"/>
              </p:cNvSpPr>
              <p:nvPr/>
            </p:nvSpPr>
            <p:spPr bwMode="auto">
              <a:xfrm>
                <a:off x="3315" y="4025"/>
                <a:ext cx="644" cy="405"/>
              </a:xfrm>
              <a:prstGeom prst="rect">
                <a:avLst/>
              </a:prstGeom>
              <a:noFill/>
              <a:ln w="9525">
                <a:noFill/>
                <a:miter lim="800000"/>
                <a:headEnd/>
                <a:tailEnd/>
              </a:ln>
            </p:spPr>
            <p:txBody>
              <a:bodyPr/>
              <a:lstStyle/>
              <a:p>
                <a:pPr>
                  <a:spcAft>
                    <a:spcPts val="1000"/>
                  </a:spcAft>
                  <a:defRPr/>
                </a:pPr>
                <a:r>
                  <a:rPr lang="en-US" sz="1200" dirty="0">
                    <a:latin typeface="+mj-lt"/>
                  </a:rPr>
                  <a:t>&gt;4</a:t>
                </a:r>
              </a:p>
            </p:txBody>
          </p:sp>
          <p:grpSp>
            <p:nvGrpSpPr>
              <p:cNvPr id="178230" name="Group 26">
                <a:extLst>
                  <a:ext uri="{FF2B5EF4-FFF2-40B4-BE49-F238E27FC236}">
                    <a16:creationId xmlns:a16="http://schemas.microsoft.com/office/drawing/2014/main" id="{C97C9A4D-466C-9978-D043-FBA27B360295}"/>
                  </a:ext>
                </a:extLst>
              </p:cNvPr>
              <p:cNvGrpSpPr>
                <a:grpSpLocks/>
              </p:cNvGrpSpPr>
              <p:nvPr/>
            </p:nvGrpSpPr>
            <p:grpSpPr bwMode="auto">
              <a:xfrm>
                <a:off x="4765" y="4699"/>
                <a:ext cx="907" cy="397"/>
                <a:chOff x="4765" y="14775"/>
                <a:chExt cx="907" cy="397"/>
              </a:xfrm>
            </p:grpSpPr>
            <p:sp>
              <p:nvSpPr>
                <p:cNvPr id="193563" name="AutoShape 27">
                  <a:extLst>
                    <a:ext uri="{FF2B5EF4-FFF2-40B4-BE49-F238E27FC236}">
                      <a16:creationId xmlns:a16="http://schemas.microsoft.com/office/drawing/2014/main" id="{252D2DCA-AD9E-4F78-AECD-D3F91DBEA78F}"/>
                    </a:ext>
                  </a:extLst>
                </p:cNvPr>
                <p:cNvSpPr>
                  <a:spLocks noChangeArrowheads="1"/>
                </p:cNvSpPr>
                <p:nvPr/>
              </p:nvSpPr>
              <p:spPr bwMode="auto">
                <a:xfrm>
                  <a:off x="4765" y="14778"/>
                  <a:ext cx="907" cy="391"/>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FF"/>
                </a:solidFill>
                <a:ln w="28575">
                  <a:solidFill>
                    <a:srgbClr val="000000"/>
                  </a:solidFill>
                  <a:miter lim="800000"/>
                  <a:headEnd/>
                  <a:tailEnd/>
                </a:ln>
              </p:spPr>
              <p:txBody>
                <a:bodyPr/>
                <a:lstStyle/>
                <a:p>
                  <a:pPr eaLnBrk="1" hangingPunct="1">
                    <a:defRPr/>
                  </a:pPr>
                  <a:endParaRPr lang="en-GB" sz="1200">
                    <a:latin typeface="+mj-lt"/>
                  </a:endParaRPr>
                </a:p>
              </p:txBody>
            </p:sp>
            <p:cxnSp>
              <p:nvCxnSpPr>
                <p:cNvPr id="178288" name="AutoShape 28">
                  <a:extLst>
                    <a:ext uri="{FF2B5EF4-FFF2-40B4-BE49-F238E27FC236}">
                      <a16:creationId xmlns:a16="http://schemas.microsoft.com/office/drawing/2014/main" id="{1022E6CF-68F5-36ED-54EB-4D857B13DF1F}"/>
                    </a:ext>
                  </a:extLst>
                </p:cNvPr>
                <p:cNvCxnSpPr>
                  <a:cxnSpLocks noChangeShapeType="1"/>
                </p:cNvCxnSpPr>
                <p:nvPr/>
              </p:nvCxnSpPr>
              <p:spPr bwMode="auto">
                <a:xfrm>
                  <a:off x="5101" y="14775"/>
                  <a:ext cx="134" cy="10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8289" name="AutoShape 29">
                  <a:extLst>
                    <a:ext uri="{FF2B5EF4-FFF2-40B4-BE49-F238E27FC236}">
                      <a16:creationId xmlns:a16="http://schemas.microsoft.com/office/drawing/2014/main" id="{902BD3AE-388B-FAAD-C8A2-70229CBBC03E}"/>
                    </a:ext>
                  </a:extLst>
                </p:cNvPr>
                <p:cNvCxnSpPr>
                  <a:cxnSpLocks noChangeShapeType="1"/>
                </p:cNvCxnSpPr>
                <p:nvPr/>
              </p:nvCxnSpPr>
              <p:spPr bwMode="auto">
                <a:xfrm flipH="1">
                  <a:off x="5220" y="14775"/>
                  <a:ext cx="128" cy="10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178231" name="Group 30">
                <a:extLst>
                  <a:ext uri="{FF2B5EF4-FFF2-40B4-BE49-F238E27FC236}">
                    <a16:creationId xmlns:a16="http://schemas.microsoft.com/office/drawing/2014/main" id="{7F924D73-F66D-E779-2EAC-0718C51AD702}"/>
                  </a:ext>
                </a:extLst>
              </p:cNvPr>
              <p:cNvGrpSpPr>
                <a:grpSpLocks/>
              </p:cNvGrpSpPr>
              <p:nvPr/>
            </p:nvGrpSpPr>
            <p:grpSpPr bwMode="auto">
              <a:xfrm>
                <a:off x="3430" y="4699"/>
                <a:ext cx="907" cy="397"/>
                <a:chOff x="4765" y="14775"/>
                <a:chExt cx="907" cy="397"/>
              </a:xfrm>
            </p:grpSpPr>
            <p:sp>
              <p:nvSpPr>
                <p:cNvPr id="193567" name="AutoShape 31">
                  <a:extLst>
                    <a:ext uri="{FF2B5EF4-FFF2-40B4-BE49-F238E27FC236}">
                      <a16:creationId xmlns:a16="http://schemas.microsoft.com/office/drawing/2014/main" id="{7691C94F-9DE0-46EE-A2E9-CB832E9D9C67}"/>
                    </a:ext>
                  </a:extLst>
                </p:cNvPr>
                <p:cNvSpPr>
                  <a:spLocks noChangeArrowheads="1"/>
                </p:cNvSpPr>
                <p:nvPr/>
              </p:nvSpPr>
              <p:spPr bwMode="auto">
                <a:xfrm>
                  <a:off x="4765" y="14778"/>
                  <a:ext cx="907" cy="391"/>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FF"/>
                </a:solidFill>
                <a:ln w="28575">
                  <a:solidFill>
                    <a:srgbClr val="000000"/>
                  </a:solidFill>
                  <a:miter lim="800000"/>
                  <a:headEnd/>
                  <a:tailEnd/>
                </a:ln>
              </p:spPr>
              <p:txBody>
                <a:bodyPr/>
                <a:lstStyle/>
                <a:p>
                  <a:pPr eaLnBrk="1" hangingPunct="1">
                    <a:defRPr/>
                  </a:pPr>
                  <a:endParaRPr lang="en-GB" sz="1200">
                    <a:latin typeface="+mj-lt"/>
                  </a:endParaRPr>
                </a:p>
              </p:txBody>
            </p:sp>
            <p:cxnSp>
              <p:nvCxnSpPr>
                <p:cNvPr id="178285" name="AutoShape 32">
                  <a:extLst>
                    <a:ext uri="{FF2B5EF4-FFF2-40B4-BE49-F238E27FC236}">
                      <a16:creationId xmlns:a16="http://schemas.microsoft.com/office/drawing/2014/main" id="{BA2C0DAB-852C-BB5A-D7F3-B4D6432AC992}"/>
                    </a:ext>
                  </a:extLst>
                </p:cNvPr>
                <p:cNvCxnSpPr>
                  <a:cxnSpLocks noChangeShapeType="1"/>
                </p:cNvCxnSpPr>
                <p:nvPr/>
              </p:nvCxnSpPr>
              <p:spPr bwMode="auto">
                <a:xfrm>
                  <a:off x="5101" y="14775"/>
                  <a:ext cx="134" cy="10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8286" name="AutoShape 33">
                  <a:extLst>
                    <a:ext uri="{FF2B5EF4-FFF2-40B4-BE49-F238E27FC236}">
                      <a16:creationId xmlns:a16="http://schemas.microsoft.com/office/drawing/2014/main" id="{33C96282-06BA-9BA6-8079-263A65B8A1D1}"/>
                    </a:ext>
                  </a:extLst>
                </p:cNvPr>
                <p:cNvCxnSpPr>
                  <a:cxnSpLocks noChangeShapeType="1"/>
                </p:cNvCxnSpPr>
                <p:nvPr/>
              </p:nvCxnSpPr>
              <p:spPr bwMode="auto">
                <a:xfrm flipH="1">
                  <a:off x="5220" y="14775"/>
                  <a:ext cx="128" cy="10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cxnSp>
            <p:nvCxnSpPr>
              <p:cNvPr id="178232" name="AutoShape 34">
                <a:extLst>
                  <a:ext uri="{FF2B5EF4-FFF2-40B4-BE49-F238E27FC236}">
                    <a16:creationId xmlns:a16="http://schemas.microsoft.com/office/drawing/2014/main" id="{246C0480-8F40-E949-C492-A26074B43A0F}"/>
                  </a:ext>
                </a:extLst>
              </p:cNvPr>
              <p:cNvCxnSpPr>
                <a:cxnSpLocks noChangeShapeType="1"/>
              </p:cNvCxnSpPr>
              <p:nvPr/>
            </p:nvCxnSpPr>
            <p:spPr bwMode="auto">
              <a:xfrm>
                <a:off x="3885" y="5096"/>
                <a:ext cx="0" cy="34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33" name="AutoShape 35">
                <a:extLst>
                  <a:ext uri="{FF2B5EF4-FFF2-40B4-BE49-F238E27FC236}">
                    <a16:creationId xmlns:a16="http://schemas.microsoft.com/office/drawing/2014/main" id="{08A819AE-46D3-B662-FB3D-2125E2814070}"/>
                  </a:ext>
                </a:extLst>
              </p:cNvPr>
              <p:cNvCxnSpPr>
                <a:cxnSpLocks noChangeShapeType="1"/>
              </p:cNvCxnSpPr>
              <p:nvPr/>
            </p:nvCxnSpPr>
            <p:spPr bwMode="auto">
              <a:xfrm>
                <a:off x="5235" y="5096"/>
                <a:ext cx="0" cy="34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34" name="AutoShape 36">
                <a:extLst>
                  <a:ext uri="{FF2B5EF4-FFF2-40B4-BE49-F238E27FC236}">
                    <a16:creationId xmlns:a16="http://schemas.microsoft.com/office/drawing/2014/main" id="{3B19AA75-2F1D-FFF8-4452-0B34DD5B707E}"/>
                  </a:ext>
                </a:extLst>
              </p:cNvPr>
              <p:cNvCxnSpPr>
                <a:cxnSpLocks noChangeShapeType="1"/>
              </p:cNvCxnSpPr>
              <p:nvPr/>
            </p:nvCxnSpPr>
            <p:spPr bwMode="auto">
              <a:xfrm flipH="1">
                <a:off x="1275" y="6390"/>
                <a:ext cx="2381"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35" name="AutoShape 37">
                <a:extLst>
                  <a:ext uri="{FF2B5EF4-FFF2-40B4-BE49-F238E27FC236}">
                    <a16:creationId xmlns:a16="http://schemas.microsoft.com/office/drawing/2014/main" id="{867CA79B-6D3B-66C8-60BF-1A4EAFF3D777}"/>
                  </a:ext>
                </a:extLst>
              </p:cNvPr>
              <p:cNvCxnSpPr>
                <a:cxnSpLocks noChangeShapeType="1"/>
              </p:cNvCxnSpPr>
              <p:nvPr/>
            </p:nvCxnSpPr>
            <p:spPr bwMode="auto">
              <a:xfrm flipV="1">
                <a:off x="1290" y="2251"/>
                <a:ext cx="0" cy="413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36" name="AutoShape 38">
                <a:extLst>
                  <a:ext uri="{FF2B5EF4-FFF2-40B4-BE49-F238E27FC236}">
                    <a16:creationId xmlns:a16="http://schemas.microsoft.com/office/drawing/2014/main" id="{E8D63D43-28F7-E607-649F-03B7BF7F4F62}"/>
                  </a:ext>
                </a:extLst>
              </p:cNvPr>
              <p:cNvCxnSpPr>
                <a:cxnSpLocks noChangeShapeType="1"/>
              </p:cNvCxnSpPr>
              <p:nvPr/>
            </p:nvCxnSpPr>
            <p:spPr bwMode="auto">
              <a:xfrm>
                <a:off x="1290" y="2239"/>
                <a:ext cx="233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37" name="AutoShape 39">
                <a:extLst>
                  <a:ext uri="{FF2B5EF4-FFF2-40B4-BE49-F238E27FC236}">
                    <a16:creationId xmlns:a16="http://schemas.microsoft.com/office/drawing/2014/main" id="{6E4038F2-094D-79DC-D713-4E3443E17EBB}"/>
                  </a:ext>
                </a:extLst>
              </p:cNvPr>
              <p:cNvCxnSpPr>
                <a:cxnSpLocks noChangeShapeType="1"/>
              </p:cNvCxnSpPr>
              <p:nvPr/>
            </p:nvCxnSpPr>
            <p:spPr bwMode="auto">
              <a:xfrm>
                <a:off x="3623" y="2239"/>
                <a:ext cx="0" cy="25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38" name="AutoShape 40">
                <a:extLst>
                  <a:ext uri="{FF2B5EF4-FFF2-40B4-BE49-F238E27FC236}">
                    <a16:creationId xmlns:a16="http://schemas.microsoft.com/office/drawing/2014/main" id="{52551E46-5D36-A0B6-E268-BE4A8352FD46}"/>
                  </a:ext>
                </a:extLst>
              </p:cNvPr>
              <p:cNvCxnSpPr>
                <a:cxnSpLocks noChangeShapeType="1"/>
              </p:cNvCxnSpPr>
              <p:nvPr/>
            </p:nvCxnSpPr>
            <p:spPr bwMode="auto">
              <a:xfrm>
                <a:off x="5099" y="2239"/>
                <a:ext cx="111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39" name="AutoShape 41">
                <a:extLst>
                  <a:ext uri="{FF2B5EF4-FFF2-40B4-BE49-F238E27FC236}">
                    <a16:creationId xmlns:a16="http://schemas.microsoft.com/office/drawing/2014/main" id="{79954851-5CDA-BE14-4E96-70AF33432067}"/>
                  </a:ext>
                </a:extLst>
              </p:cNvPr>
              <p:cNvCxnSpPr>
                <a:cxnSpLocks noChangeShapeType="1"/>
              </p:cNvCxnSpPr>
              <p:nvPr/>
            </p:nvCxnSpPr>
            <p:spPr bwMode="auto">
              <a:xfrm>
                <a:off x="5120" y="2239"/>
                <a:ext cx="0" cy="25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40" name="AutoShape 42">
                <a:extLst>
                  <a:ext uri="{FF2B5EF4-FFF2-40B4-BE49-F238E27FC236}">
                    <a16:creationId xmlns:a16="http://schemas.microsoft.com/office/drawing/2014/main" id="{9884D927-EE1A-E843-FB05-38AEF81B1F25}"/>
                  </a:ext>
                </a:extLst>
              </p:cNvPr>
              <p:cNvCxnSpPr>
                <a:cxnSpLocks noChangeShapeType="1"/>
              </p:cNvCxnSpPr>
              <p:nvPr/>
            </p:nvCxnSpPr>
            <p:spPr bwMode="auto">
              <a:xfrm flipH="1">
                <a:off x="4621" y="3140"/>
                <a:ext cx="34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41" name="AutoShape 43">
                <a:extLst>
                  <a:ext uri="{FF2B5EF4-FFF2-40B4-BE49-F238E27FC236}">
                    <a16:creationId xmlns:a16="http://schemas.microsoft.com/office/drawing/2014/main" id="{03A98FCA-7BE0-7E5C-DC39-94371027527F}"/>
                  </a:ext>
                </a:extLst>
              </p:cNvPr>
              <p:cNvCxnSpPr>
                <a:cxnSpLocks noChangeShapeType="1"/>
              </p:cNvCxnSpPr>
              <p:nvPr/>
            </p:nvCxnSpPr>
            <p:spPr bwMode="auto">
              <a:xfrm>
                <a:off x="4621" y="3140"/>
                <a:ext cx="0" cy="196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42" name="AutoShape 44">
                <a:extLst>
                  <a:ext uri="{FF2B5EF4-FFF2-40B4-BE49-F238E27FC236}">
                    <a16:creationId xmlns:a16="http://schemas.microsoft.com/office/drawing/2014/main" id="{52C27C44-CAFA-1A28-D968-1CE30538EB36}"/>
                  </a:ext>
                </a:extLst>
              </p:cNvPr>
              <p:cNvCxnSpPr>
                <a:cxnSpLocks noChangeShapeType="1"/>
              </p:cNvCxnSpPr>
              <p:nvPr/>
            </p:nvCxnSpPr>
            <p:spPr bwMode="auto">
              <a:xfrm>
                <a:off x="4621" y="4444"/>
                <a:ext cx="329"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43" name="AutoShape 45">
                <a:extLst>
                  <a:ext uri="{FF2B5EF4-FFF2-40B4-BE49-F238E27FC236}">
                    <a16:creationId xmlns:a16="http://schemas.microsoft.com/office/drawing/2014/main" id="{E2CD8627-272C-59A0-BCC0-8569F1182C53}"/>
                  </a:ext>
                </a:extLst>
              </p:cNvPr>
              <p:cNvCxnSpPr>
                <a:cxnSpLocks noChangeShapeType="1"/>
              </p:cNvCxnSpPr>
              <p:nvPr/>
            </p:nvCxnSpPr>
            <p:spPr bwMode="auto">
              <a:xfrm>
                <a:off x="4947" y="4449"/>
                <a:ext cx="0" cy="227"/>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44" name="AutoShape 46">
                <a:extLst>
                  <a:ext uri="{FF2B5EF4-FFF2-40B4-BE49-F238E27FC236}">
                    <a16:creationId xmlns:a16="http://schemas.microsoft.com/office/drawing/2014/main" id="{4A0E1071-299D-7231-5FB7-73B084EFB29B}"/>
                  </a:ext>
                </a:extLst>
              </p:cNvPr>
              <p:cNvCxnSpPr>
                <a:cxnSpLocks noChangeShapeType="1"/>
              </p:cNvCxnSpPr>
              <p:nvPr/>
            </p:nvCxnSpPr>
            <p:spPr bwMode="auto">
              <a:xfrm flipH="1">
                <a:off x="3170" y="3110"/>
                <a:ext cx="39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45" name="AutoShape 47">
                <a:extLst>
                  <a:ext uri="{FF2B5EF4-FFF2-40B4-BE49-F238E27FC236}">
                    <a16:creationId xmlns:a16="http://schemas.microsoft.com/office/drawing/2014/main" id="{EA295897-1B45-A783-28E0-E3778ADE02F0}"/>
                  </a:ext>
                </a:extLst>
              </p:cNvPr>
              <p:cNvCxnSpPr>
                <a:cxnSpLocks noChangeShapeType="1"/>
              </p:cNvCxnSpPr>
              <p:nvPr/>
            </p:nvCxnSpPr>
            <p:spPr bwMode="auto">
              <a:xfrm>
                <a:off x="3170" y="3110"/>
                <a:ext cx="0" cy="137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46" name="AutoShape 48">
                <a:extLst>
                  <a:ext uri="{FF2B5EF4-FFF2-40B4-BE49-F238E27FC236}">
                    <a16:creationId xmlns:a16="http://schemas.microsoft.com/office/drawing/2014/main" id="{C9779D1C-25E9-18E1-6959-59B23623FC21}"/>
                  </a:ext>
                </a:extLst>
              </p:cNvPr>
              <p:cNvCxnSpPr>
                <a:cxnSpLocks noChangeShapeType="1"/>
              </p:cNvCxnSpPr>
              <p:nvPr/>
            </p:nvCxnSpPr>
            <p:spPr bwMode="auto">
              <a:xfrm>
                <a:off x="3582" y="4444"/>
                <a:ext cx="0" cy="252"/>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47" name="AutoShape 49">
                <a:extLst>
                  <a:ext uri="{FF2B5EF4-FFF2-40B4-BE49-F238E27FC236}">
                    <a16:creationId xmlns:a16="http://schemas.microsoft.com/office/drawing/2014/main" id="{3519E53E-9700-29FC-F17C-5A318EE9A4C4}"/>
                  </a:ext>
                </a:extLst>
              </p:cNvPr>
              <p:cNvCxnSpPr>
                <a:cxnSpLocks noChangeShapeType="1"/>
              </p:cNvCxnSpPr>
              <p:nvPr/>
            </p:nvCxnSpPr>
            <p:spPr bwMode="auto">
              <a:xfrm>
                <a:off x="3170" y="4461"/>
                <a:ext cx="40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48" name="AutoShape 50">
                <a:extLst>
                  <a:ext uri="{FF2B5EF4-FFF2-40B4-BE49-F238E27FC236}">
                    <a16:creationId xmlns:a16="http://schemas.microsoft.com/office/drawing/2014/main" id="{3B9853D2-34BD-E232-4A89-0F2AD84C4154}"/>
                  </a:ext>
                </a:extLst>
              </p:cNvPr>
              <p:cNvCxnSpPr>
                <a:cxnSpLocks noChangeShapeType="1"/>
              </p:cNvCxnSpPr>
              <p:nvPr/>
            </p:nvCxnSpPr>
            <p:spPr bwMode="auto">
              <a:xfrm>
                <a:off x="4125" y="4443"/>
                <a:ext cx="0" cy="227"/>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49" name="AutoShape 51">
                <a:extLst>
                  <a:ext uri="{FF2B5EF4-FFF2-40B4-BE49-F238E27FC236}">
                    <a16:creationId xmlns:a16="http://schemas.microsoft.com/office/drawing/2014/main" id="{EB281E8F-CD10-DDCD-F000-7B7181BC1DFD}"/>
                  </a:ext>
                </a:extLst>
              </p:cNvPr>
              <p:cNvCxnSpPr>
                <a:cxnSpLocks noChangeShapeType="1"/>
              </p:cNvCxnSpPr>
              <p:nvPr/>
            </p:nvCxnSpPr>
            <p:spPr bwMode="auto">
              <a:xfrm>
                <a:off x="5460" y="4443"/>
                <a:ext cx="0" cy="227"/>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3588" name="Text Box 52">
                <a:extLst>
                  <a:ext uri="{FF2B5EF4-FFF2-40B4-BE49-F238E27FC236}">
                    <a16:creationId xmlns:a16="http://schemas.microsoft.com/office/drawing/2014/main" id="{230ACA97-01B1-4864-8573-EA1E31DDFB6D}"/>
                  </a:ext>
                </a:extLst>
              </p:cNvPr>
              <p:cNvSpPr txBox="1">
                <a:spLocks noChangeArrowheads="1"/>
              </p:cNvSpPr>
              <p:nvPr/>
            </p:nvSpPr>
            <p:spPr bwMode="auto">
              <a:xfrm>
                <a:off x="5511" y="4301"/>
                <a:ext cx="681" cy="340"/>
              </a:xfrm>
              <a:prstGeom prst="rect">
                <a:avLst/>
              </a:prstGeom>
              <a:noFill/>
              <a:ln w="9525">
                <a:noFill/>
                <a:miter lim="800000"/>
                <a:headEnd/>
                <a:tailEnd/>
              </a:ln>
            </p:spPr>
            <p:txBody>
              <a:bodyPr/>
              <a:lstStyle/>
              <a:p>
                <a:pPr>
                  <a:spcAft>
                    <a:spcPts val="1000"/>
                  </a:spcAft>
                  <a:defRPr/>
                </a:pPr>
                <a:r>
                  <a:rPr lang="en-US" sz="1200" dirty="0">
                    <a:latin typeface="+mj-lt"/>
                  </a:rPr>
                  <a:t>3</a:t>
                </a:r>
              </a:p>
            </p:txBody>
          </p:sp>
          <p:sp>
            <p:nvSpPr>
              <p:cNvPr id="193589" name="Text Box 53">
                <a:extLst>
                  <a:ext uri="{FF2B5EF4-FFF2-40B4-BE49-F238E27FC236}">
                    <a16:creationId xmlns:a16="http://schemas.microsoft.com/office/drawing/2014/main" id="{716DB36C-84DE-4515-A9FE-7882C09FEB3C}"/>
                  </a:ext>
                </a:extLst>
              </p:cNvPr>
              <p:cNvSpPr txBox="1">
                <a:spLocks noChangeArrowheads="1"/>
              </p:cNvSpPr>
              <p:nvPr/>
            </p:nvSpPr>
            <p:spPr bwMode="auto">
              <a:xfrm>
                <a:off x="4101" y="4194"/>
                <a:ext cx="681" cy="340"/>
              </a:xfrm>
              <a:prstGeom prst="rect">
                <a:avLst/>
              </a:prstGeom>
              <a:noFill/>
              <a:ln w="9525">
                <a:noFill/>
                <a:miter lim="800000"/>
                <a:headEnd/>
                <a:tailEnd/>
              </a:ln>
            </p:spPr>
            <p:txBody>
              <a:bodyPr/>
              <a:lstStyle/>
              <a:p>
                <a:pPr>
                  <a:spcAft>
                    <a:spcPts val="1000"/>
                  </a:spcAft>
                  <a:defRPr/>
                </a:pPr>
                <a:r>
                  <a:rPr lang="en-US" sz="1200" dirty="0">
                    <a:latin typeface="+mj-lt"/>
                  </a:rPr>
                  <a:t>3</a:t>
                </a:r>
              </a:p>
            </p:txBody>
          </p:sp>
          <p:sp>
            <p:nvSpPr>
              <p:cNvPr id="193590" name="AutoShape 54">
                <a:extLst>
                  <a:ext uri="{FF2B5EF4-FFF2-40B4-BE49-F238E27FC236}">
                    <a16:creationId xmlns:a16="http://schemas.microsoft.com/office/drawing/2014/main" id="{1347B032-CAC7-4487-AED9-4FF034E65401}"/>
                  </a:ext>
                </a:extLst>
              </p:cNvPr>
              <p:cNvSpPr>
                <a:spLocks noChangeArrowheads="1"/>
              </p:cNvSpPr>
              <p:nvPr/>
            </p:nvSpPr>
            <p:spPr bwMode="auto">
              <a:xfrm>
                <a:off x="3225" y="5435"/>
                <a:ext cx="870" cy="40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FF"/>
              </a:solidFill>
              <a:ln w="28575">
                <a:solidFill>
                  <a:srgbClr val="000000"/>
                </a:solidFill>
                <a:miter lim="800000"/>
                <a:headEnd/>
                <a:tailEnd/>
              </a:ln>
            </p:spPr>
            <p:txBody>
              <a:bodyPr/>
              <a:lstStyle/>
              <a:p>
                <a:pPr eaLnBrk="1" hangingPunct="1">
                  <a:defRPr/>
                </a:pPr>
                <a:endParaRPr lang="en-GB" sz="1200">
                  <a:latin typeface="+mj-lt"/>
                </a:endParaRPr>
              </a:p>
            </p:txBody>
          </p:sp>
          <p:sp>
            <p:nvSpPr>
              <p:cNvPr id="193591" name="Text Box 55">
                <a:extLst>
                  <a:ext uri="{FF2B5EF4-FFF2-40B4-BE49-F238E27FC236}">
                    <a16:creationId xmlns:a16="http://schemas.microsoft.com/office/drawing/2014/main" id="{FA2C027E-3F85-47E5-9275-A34FFE03251B}"/>
                  </a:ext>
                </a:extLst>
              </p:cNvPr>
              <p:cNvSpPr txBox="1">
                <a:spLocks noChangeArrowheads="1"/>
              </p:cNvSpPr>
              <p:nvPr/>
            </p:nvSpPr>
            <p:spPr bwMode="auto">
              <a:xfrm>
                <a:off x="3342" y="5389"/>
                <a:ext cx="397" cy="342"/>
              </a:xfrm>
              <a:prstGeom prst="rect">
                <a:avLst/>
              </a:prstGeom>
              <a:noFill/>
              <a:ln w="9525">
                <a:noFill/>
                <a:miter lim="800000"/>
                <a:headEnd/>
                <a:tailEnd/>
              </a:ln>
            </p:spPr>
            <p:txBody>
              <a:bodyPr/>
              <a:lstStyle/>
              <a:p>
                <a:pPr>
                  <a:spcAft>
                    <a:spcPts val="1000"/>
                  </a:spcAft>
                  <a:defRPr/>
                </a:pPr>
                <a:r>
                  <a:rPr lang="en-US" sz="1200" dirty="0">
                    <a:latin typeface="+mj-lt"/>
                  </a:rPr>
                  <a:t>0</a:t>
                </a:r>
              </a:p>
            </p:txBody>
          </p:sp>
          <p:sp>
            <p:nvSpPr>
              <p:cNvPr id="193592" name="Text Box 56">
                <a:extLst>
                  <a:ext uri="{FF2B5EF4-FFF2-40B4-BE49-F238E27FC236}">
                    <a16:creationId xmlns:a16="http://schemas.microsoft.com/office/drawing/2014/main" id="{7076DD99-0232-49CF-BDC2-6979E17D400D}"/>
                  </a:ext>
                </a:extLst>
              </p:cNvPr>
              <p:cNvSpPr txBox="1">
                <a:spLocks noChangeArrowheads="1"/>
              </p:cNvSpPr>
              <p:nvPr/>
            </p:nvSpPr>
            <p:spPr bwMode="auto">
              <a:xfrm>
                <a:off x="3672" y="5405"/>
                <a:ext cx="528" cy="340"/>
              </a:xfrm>
              <a:prstGeom prst="rect">
                <a:avLst/>
              </a:prstGeom>
              <a:noFill/>
              <a:ln w="9525">
                <a:noFill/>
                <a:miter lim="800000"/>
                <a:headEnd/>
                <a:tailEnd/>
              </a:ln>
            </p:spPr>
            <p:txBody>
              <a:bodyPr/>
              <a:lstStyle/>
              <a:p>
                <a:pPr>
                  <a:spcAft>
                    <a:spcPts val="1000"/>
                  </a:spcAft>
                  <a:defRPr/>
                </a:pPr>
                <a:r>
                  <a:rPr lang="en-US" sz="1200" dirty="0">
                    <a:latin typeface="+mj-lt"/>
                  </a:rPr>
                  <a:t>1</a:t>
                </a:r>
              </a:p>
            </p:txBody>
          </p:sp>
          <p:cxnSp>
            <p:nvCxnSpPr>
              <p:cNvPr id="178255" name="AutoShape 57">
                <a:extLst>
                  <a:ext uri="{FF2B5EF4-FFF2-40B4-BE49-F238E27FC236}">
                    <a16:creationId xmlns:a16="http://schemas.microsoft.com/office/drawing/2014/main" id="{29B00457-A70A-3BB7-B270-DB7EBD1642A9}"/>
                  </a:ext>
                </a:extLst>
              </p:cNvPr>
              <p:cNvCxnSpPr>
                <a:cxnSpLocks noChangeShapeType="1"/>
              </p:cNvCxnSpPr>
              <p:nvPr/>
            </p:nvCxnSpPr>
            <p:spPr bwMode="auto">
              <a:xfrm>
                <a:off x="3672" y="5839"/>
                <a:ext cx="1" cy="56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56" name="AutoShape 58">
                <a:extLst>
                  <a:ext uri="{FF2B5EF4-FFF2-40B4-BE49-F238E27FC236}">
                    <a16:creationId xmlns:a16="http://schemas.microsoft.com/office/drawing/2014/main" id="{D9560E34-A639-95F8-998F-177030BC313B}"/>
                  </a:ext>
                </a:extLst>
              </p:cNvPr>
              <p:cNvCxnSpPr>
                <a:cxnSpLocks noChangeShapeType="1"/>
              </p:cNvCxnSpPr>
              <p:nvPr/>
            </p:nvCxnSpPr>
            <p:spPr bwMode="auto">
              <a:xfrm flipH="1">
                <a:off x="2988" y="4056"/>
                <a:ext cx="61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57" name="AutoShape 59">
                <a:extLst>
                  <a:ext uri="{FF2B5EF4-FFF2-40B4-BE49-F238E27FC236}">
                    <a16:creationId xmlns:a16="http://schemas.microsoft.com/office/drawing/2014/main" id="{B76235BA-DD53-95EA-BDF0-372CF038BD92}"/>
                  </a:ext>
                </a:extLst>
              </p:cNvPr>
              <p:cNvCxnSpPr>
                <a:cxnSpLocks noChangeShapeType="1"/>
              </p:cNvCxnSpPr>
              <p:nvPr/>
            </p:nvCxnSpPr>
            <p:spPr bwMode="auto">
              <a:xfrm>
                <a:off x="3000" y="4058"/>
                <a:ext cx="0" cy="158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58" name="AutoShape 60">
                <a:extLst>
                  <a:ext uri="{FF2B5EF4-FFF2-40B4-BE49-F238E27FC236}">
                    <a16:creationId xmlns:a16="http://schemas.microsoft.com/office/drawing/2014/main" id="{87FAB54A-87E0-7FDB-EAEF-2B4DB6FB5BE9}"/>
                  </a:ext>
                </a:extLst>
              </p:cNvPr>
              <p:cNvCxnSpPr>
                <a:cxnSpLocks noChangeShapeType="1"/>
              </p:cNvCxnSpPr>
              <p:nvPr/>
            </p:nvCxnSpPr>
            <p:spPr bwMode="auto">
              <a:xfrm>
                <a:off x="3350" y="4463"/>
                <a:ext cx="0" cy="964"/>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3597" name="AutoShape 61">
                <a:extLst>
                  <a:ext uri="{FF2B5EF4-FFF2-40B4-BE49-F238E27FC236}">
                    <a16:creationId xmlns:a16="http://schemas.microsoft.com/office/drawing/2014/main" id="{E3087507-88BC-4644-9B99-7B4B28537F70}"/>
                  </a:ext>
                </a:extLst>
              </p:cNvPr>
              <p:cNvSpPr>
                <a:spLocks noChangeArrowheads="1"/>
              </p:cNvSpPr>
              <p:nvPr/>
            </p:nvSpPr>
            <p:spPr bwMode="auto">
              <a:xfrm>
                <a:off x="4655" y="5449"/>
                <a:ext cx="870" cy="40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FFFF"/>
              </a:solidFill>
              <a:ln w="28575">
                <a:solidFill>
                  <a:srgbClr val="000000"/>
                </a:solidFill>
                <a:miter lim="800000"/>
                <a:headEnd/>
                <a:tailEnd/>
              </a:ln>
            </p:spPr>
            <p:txBody>
              <a:bodyPr/>
              <a:lstStyle/>
              <a:p>
                <a:pPr eaLnBrk="1" hangingPunct="1">
                  <a:defRPr/>
                </a:pPr>
                <a:endParaRPr lang="en-GB" sz="1200">
                  <a:latin typeface="+mj-lt"/>
                </a:endParaRPr>
              </a:p>
            </p:txBody>
          </p:sp>
          <p:cxnSp>
            <p:nvCxnSpPr>
              <p:cNvPr id="178260" name="AutoShape 62">
                <a:extLst>
                  <a:ext uri="{FF2B5EF4-FFF2-40B4-BE49-F238E27FC236}">
                    <a16:creationId xmlns:a16="http://schemas.microsoft.com/office/drawing/2014/main" id="{D0AC8CCF-4D20-FE2A-8175-BC314C6A767C}"/>
                  </a:ext>
                </a:extLst>
              </p:cNvPr>
              <p:cNvCxnSpPr>
                <a:cxnSpLocks noChangeShapeType="1"/>
              </p:cNvCxnSpPr>
              <p:nvPr/>
            </p:nvCxnSpPr>
            <p:spPr bwMode="auto">
              <a:xfrm flipH="1">
                <a:off x="4466" y="4089"/>
                <a:ext cx="61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61" name="AutoShape 63">
                <a:extLst>
                  <a:ext uri="{FF2B5EF4-FFF2-40B4-BE49-F238E27FC236}">
                    <a16:creationId xmlns:a16="http://schemas.microsoft.com/office/drawing/2014/main" id="{501011D5-5FFE-9F40-819A-C5ABFD631931}"/>
                  </a:ext>
                </a:extLst>
              </p:cNvPr>
              <p:cNvCxnSpPr>
                <a:cxnSpLocks noChangeShapeType="1"/>
              </p:cNvCxnSpPr>
              <p:nvPr/>
            </p:nvCxnSpPr>
            <p:spPr bwMode="auto">
              <a:xfrm>
                <a:off x="4473" y="4089"/>
                <a:ext cx="0" cy="158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62" name="AutoShape 64">
                <a:extLst>
                  <a:ext uri="{FF2B5EF4-FFF2-40B4-BE49-F238E27FC236}">
                    <a16:creationId xmlns:a16="http://schemas.microsoft.com/office/drawing/2014/main" id="{AC9E3DE7-776F-8467-629A-7BEF6502651E}"/>
                  </a:ext>
                </a:extLst>
              </p:cNvPr>
              <p:cNvCxnSpPr>
                <a:cxnSpLocks noChangeShapeType="1"/>
              </p:cNvCxnSpPr>
              <p:nvPr/>
            </p:nvCxnSpPr>
            <p:spPr bwMode="auto">
              <a:xfrm>
                <a:off x="3000" y="5645"/>
                <a:ext cx="316"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63" name="AutoShape 65">
                <a:extLst>
                  <a:ext uri="{FF2B5EF4-FFF2-40B4-BE49-F238E27FC236}">
                    <a16:creationId xmlns:a16="http://schemas.microsoft.com/office/drawing/2014/main" id="{C754061B-0087-AD5E-B086-8EEEBAC421BB}"/>
                  </a:ext>
                </a:extLst>
              </p:cNvPr>
              <p:cNvCxnSpPr>
                <a:cxnSpLocks noChangeShapeType="1"/>
              </p:cNvCxnSpPr>
              <p:nvPr/>
            </p:nvCxnSpPr>
            <p:spPr bwMode="auto">
              <a:xfrm>
                <a:off x="4621" y="5106"/>
                <a:ext cx="164"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64" name="AutoShape 66">
                <a:extLst>
                  <a:ext uri="{FF2B5EF4-FFF2-40B4-BE49-F238E27FC236}">
                    <a16:creationId xmlns:a16="http://schemas.microsoft.com/office/drawing/2014/main" id="{66078D54-BBDB-924B-DDBB-6028401014D8}"/>
                  </a:ext>
                </a:extLst>
              </p:cNvPr>
              <p:cNvCxnSpPr>
                <a:cxnSpLocks noChangeShapeType="1"/>
              </p:cNvCxnSpPr>
              <p:nvPr/>
            </p:nvCxnSpPr>
            <p:spPr bwMode="auto">
              <a:xfrm>
                <a:off x="4785" y="5126"/>
                <a:ext cx="0" cy="34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65" name="AutoShape 67">
                <a:extLst>
                  <a:ext uri="{FF2B5EF4-FFF2-40B4-BE49-F238E27FC236}">
                    <a16:creationId xmlns:a16="http://schemas.microsoft.com/office/drawing/2014/main" id="{FCEF64CC-A191-2DC2-5D1F-41C7EC2E2F37}"/>
                  </a:ext>
                </a:extLst>
              </p:cNvPr>
              <p:cNvCxnSpPr>
                <a:cxnSpLocks noChangeShapeType="1"/>
              </p:cNvCxnSpPr>
              <p:nvPr/>
            </p:nvCxnSpPr>
            <p:spPr bwMode="auto">
              <a:xfrm>
                <a:off x="4481" y="5665"/>
                <a:ext cx="3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66" name="AutoShape 68">
                <a:extLst>
                  <a:ext uri="{FF2B5EF4-FFF2-40B4-BE49-F238E27FC236}">
                    <a16:creationId xmlns:a16="http://schemas.microsoft.com/office/drawing/2014/main" id="{4D2400BA-9014-73FD-5F9C-E052B759013E}"/>
                  </a:ext>
                </a:extLst>
              </p:cNvPr>
              <p:cNvCxnSpPr>
                <a:cxnSpLocks noChangeShapeType="1"/>
              </p:cNvCxnSpPr>
              <p:nvPr/>
            </p:nvCxnSpPr>
            <p:spPr bwMode="auto">
              <a:xfrm>
                <a:off x="5101" y="5872"/>
                <a:ext cx="0" cy="5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93605" name="Text Box 69">
                <a:extLst>
                  <a:ext uri="{FF2B5EF4-FFF2-40B4-BE49-F238E27FC236}">
                    <a16:creationId xmlns:a16="http://schemas.microsoft.com/office/drawing/2014/main" id="{FF0C750E-F0CE-4984-9347-20373E2D7537}"/>
                  </a:ext>
                </a:extLst>
              </p:cNvPr>
              <p:cNvSpPr txBox="1">
                <a:spLocks noChangeArrowheads="1"/>
              </p:cNvSpPr>
              <p:nvPr/>
            </p:nvSpPr>
            <p:spPr bwMode="auto">
              <a:xfrm>
                <a:off x="4694" y="5405"/>
                <a:ext cx="397" cy="340"/>
              </a:xfrm>
              <a:prstGeom prst="rect">
                <a:avLst/>
              </a:prstGeom>
              <a:noFill/>
              <a:ln w="28575">
                <a:noFill/>
                <a:miter lim="800000"/>
                <a:headEnd/>
                <a:tailEnd/>
              </a:ln>
            </p:spPr>
            <p:txBody>
              <a:bodyPr/>
              <a:lstStyle/>
              <a:p>
                <a:pPr>
                  <a:spcAft>
                    <a:spcPts val="1000"/>
                  </a:spcAft>
                  <a:defRPr/>
                </a:pPr>
                <a:r>
                  <a:rPr lang="en-US" sz="1200" dirty="0">
                    <a:latin typeface="+mj-lt"/>
                  </a:rPr>
                  <a:t>0</a:t>
                </a:r>
              </a:p>
            </p:txBody>
          </p:sp>
          <p:sp>
            <p:nvSpPr>
              <p:cNvPr id="193606" name="Text Box 70">
                <a:extLst>
                  <a:ext uri="{FF2B5EF4-FFF2-40B4-BE49-F238E27FC236}">
                    <a16:creationId xmlns:a16="http://schemas.microsoft.com/office/drawing/2014/main" id="{C3A11408-D752-4732-873E-516A157E5A46}"/>
                  </a:ext>
                </a:extLst>
              </p:cNvPr>
              <p:cNvSpPr txBox="1">
                <a:spLocks noChangeArrowheads="1"/>
              </p:cNvSpPr>
              <p:nvPr/>
            </p:nvSpPr>
            <p:spPr bwMode="auto">
              <a:xfrm>
                <a:off x="5096" y="5405"/>
                <a:ext cx="528" cy="340"/>
              </a:xfrm>
              <a:prstGeom prst="rect">
                <a:avLst/>
              </a:prstGeom>
              <a:noFill/>
              <a:ln w="9525">
                <a:noFill/>
                <a:miter lim="800000"/>
                <a:headEnd/>
                <a:tailEnd/>
              </a:ln>
            </p:spPr>
            <p:txBody>
              <a:bodyPr/>
              <a:lstStyle/>
              <a:p>
                <a:pPr>
                  <a:spcAft>
                    <a:spcPts val="1000"/>
                  </a:spcAft>
                  <a:defRPr/>
                </a:pPr>
                <a:r>
                  <a:rPr lang="en-US" sz="1200" dirty="0">
                    <a:latin typeface="+mj-lt"/>
                  </a:rPr>
                  <a:t>1</a:t>
                </a:r>
              </a:p>
            </p:txBody>
          </p:sp>
          <p:sp>
            <p:nvSpPr>
              <p:cNvPr id="193607" name="Text Box 71">
                <a:extLst>
                  <a:ext uri="{FF2B5EF4-FFF2-40B4-BE49-F238E27FC236}">
                    <a16:creationId xmlns:a16="http://schemas.microsoft.com/office/drawing/2014/main" id="{426C3E8D-435D-4D4B-AADC-56E03DC4C6D7}"/>
                  </a:ext>
                </a:extLst>
              </p:cNvPr>
              <p:cNvSpPr txBox="1">
                <a:spLocks noChangeArrowheads="1"/>
              </p:cNvSpPr>
              <p:nvPr/>
            </p:nvSpPr>
            <p:spPr bwMode="auto">
              <a:xfrm>
                <a:off x="3672" y="5840"/>
                <a:ext cx="1288" cy="453"/>
              </a:xfrm>
              <a:prstGeom prst="rect">
                <a:avLst/>
              </a:prstGeom>
              <a:noFill/>
              <a:ln w="9525">
                <a:noFill/>
                <a:miter lim="800000"/>
                <a:headEnd/>
                <a:tailEnd/>
              </a:ln>
            </p:spPr>
            <p:txBody>
              <a:bodyPr/>
              <a:lstStyle/>
              <a:p>
                <a:pPr>
                  <a:spcAft>
                    <a:spcPts val="1000"/>
                  </a:spcAft>
                  <a:defRPr/>
                </a:pPr>
                <a:r>
                  <a:rPr lang="en-US" sz="1200" dirty="0">
                    <a:latin typeface="+mj-lt"/>
                  </a:rPr>
                  <a:t>BCD1_next</a:t>
                </a:r>
              </a:p>
            </p:txBody>
          </p:sp>
          <p:sp>
            <p:nvSpPr>
              <p:cNvPr id="193608" name="Text Box 72">
                <a:extLst>
                  <a:ext uri="{FF2B5EF4-FFF2-40B4-BE49-F238E27FC236}">
                    <a16:creationId xmlns:a16="http://schemas.microsoft.com/office/drawing/2014/main" id="{E73D72EF-E83E-4489-8A27-D6690F17CA8C}"/>
                  </a:ext>
                </a:extLst>
              </p:cNvPr>
              <p:cNvSpPr txBox="1">
                <a:spLocks noChangeArrowheads="1"/>
              </p:cNvSpPr>
              <p:nvPr/>
            </p:nvSpPr>
            <p:spPr bwMode="auto">
              <a:xfrm>
                <a:off x="5054" y="5840"/>
                <a:ext cx="1290" cy="453"/>
              </a:xfrm>
              <a:prstGeom prst="rect">
                <a:avLst/>
              </a:prstGeom>
              <a:noFill/>
              <a:ln w="9525">
                <a:noFill/>
                <a:miter lim="800000"/>
                <a:headEnd/>
                <a:tailEnd/>
              </a:ln>
            </p:spPr>
            <p:txBody>
              <a:bodyPr/>
              <a:lstStyle/>
              <a:p>
                <a:pPr>
                  <a:spcAft>
                    <a:spcPts val="1000"/>
                  </a:spcAft>
                  <a:defRPr/>
                </a:pPr>
                <a:r>
                  <a:rPr lang="en-US" sz="1200" dirty="0">
                    <a:latin typeface="+mj-lt"/>
                  </a:rPr>
                  <a:t>BCD0_next</a:t>
                </a:r>
              </a:p>
            </p:txBody>
          </p:sp>
          <p:sp>
            <p:nvSpPr>
              <p:cNvPr id="193609" name="Text Box 73">
                <a:extLst>
                  <a:ext uri="{FF2B5EF4-FFF2-40B4-BE49-F238E27FC236}">
                    <a16:creationId xmlns:a16="http://schemas.microsoft.com/office/drawing/2014/main" id="{2470280C-0017-4978-84A7-77CEBA75B22B}"/>
                  </a:ext>
                </a:extLst>
              </p:cNvPr>
              <p:cNvSpPr txBox="1">
                <a:spLocks noChangeArrowheads="1"/>
              </p:cNvSpPr>
              <p:nvPr/>
            </p:nvSpPr>
            <p:spPr bwMode="auto">
              <a:xfrm>
                <a:off x="5160" y="5062"/>
                <a:ext cx="824" cy="405"/>
              </a:xfrm>
              <a:prstGeom prst="rect">
                <a:avLst/>
              </a:prstGeom>
              <a:noFill/>
              <a:ln w="9525">
                <a:noFill/>
                <a:miter lim="800000"/>
                <a:headEnd/>
                <a:tailEnd/>
              </a:ln>
            </p:spPr>
            <p:txBody>
              <a:bodyPr/>
              <a:lstStyle/>
              <a:p>
                <a:pPr>
                  <a:spcAft>
                    <a:spcPts val="1000"/>
                  </a:spcAft>
                  <a:defRPr/>
                </a:pPr>
                <a:r>
                  <a:rPr lang="en-US" sz="1200">
                    <a:latin typeface="+mj-lt"/>
                  </a:rPr>
                  <a:t>Sum0</a:t>
                </a:r>
              </a:p>
            </p:txBody>
          </p:sp>
          <p:sp>
            <p:nvSpPr>
              <p:cNvPr id="193610" name="Text Box 74">
                <a:extLst>
                  <a:ext uri="{FF2B5EF4-FFF2-40B4-BE49-F238E27FC236}">
                    <a16:creationId xmlns:a16="http://schemas.microsoft.com/office/drawing/2014/main" id="{9938C7E3-650C-46C7-8197-5D6E34D89059}"/>
                  </a:ext>
                </a:extLst>
              </p:cNvPr>
              <p:cNvSpPr txBox="1">
                <a:spLocks noChangeArrowheads="1"/>
              </p:cNvSpPr>
              <p:nvPr/>
            </p:nvSpPr>
            <p:spPr bwMode="auto">
              <a:xfrm>
                <a:off x="3829" y="5036"/>
                <a:ext cx="826" cy="405"/>
              </a:xfrm>
              <a:prstGeom prst="rect">
                <a:avLst/>
              </a:prstGeom>
              <a:noFill/>
              <a:ln w="9525">
                <a:noFill/>
                <a:miter lim="800000"/>
                <a:headEnd/>
                <a:tailEnd/>
              </a:ln>
            </p:spPr>
            <p:txBody>
              <a:bodyPr/>
              <a:lstStyle/>
              <a:p>
                <a:pPr>
                  <a:spcAft>
                    <a:spcPts val="1000"/>
                  </a:spcAft>
                  <a:defRPr/>
                </a:pPr>
                <a:r>
                  <a:rPr lang="en-US" sz="1200">
                    <a:latin typeface="+mj-lt"/>
                  </a:rPr>
                  <a:t>Sum1</a:t>
                </a:r>
              </a:p>
            </p:txBody>
          </p:sp>
          <p:sp>
            <p:nvSpPr>
              <p:cNvPr id="193611" name="Text Box 75">
                <a:extLst>
                  <a:ext uri="{FF2B5EF4-FFF2-40B4-BE49-F238E27FC236}">
                    <a16:creationId xmlns:a16="http://schemas.microsoft.com/office/drawing/2014/main" id="{70EC4B38-40EF-403C-8A42-E9B15B987732}"/>
                  </a:ext>
                </a:extLst>
              </p:cNvPr>
              <p:cNvSpPr txBox="1">
                <a:spLocks noChangeArrowheads="1"/>
              </p:cNvSpPr>
              <p:nvPr/>
            </p:nvSpPr>
            <p:spPr bwMode="auto">
              <a:xfrm>
                <a:off x="3893" y="3076"/>
                <a:ext cx="681" cy="342"/>
              </a:xfrm>
              <a:prstGeom prst="rect">
                <a:avLst/>
              </a:prstGeom>
              <a:noFill/>
              <a:ln w="9525">
                <a:noFill/>
                <a:miter lim="800000"/>
                <a:headEnd/>
                <a:tailEnd/>
              </a:ln>
            </p:spPr>
            <p:txBody>
              <a:bodyPr/>
              <a:lstStyle/>
              <a:p>
                <a:pPr>
                  <a:spcAft>
                    <a:spcPts val="1000"/>
                  </a:spcAft>
                  <a:defRPr/>
                </a:pPr>
                <a:r>
                  <a:rPr lang="en-US" sz="1200">
                    <a:latin typeface="+mj-lt"/>
                  </a:rPr>
                  <a:t>4</a:t>
                </a:r>
              </a:p>
            </p:txBody>
          </p:sp>
          <p:cxnSp>
            <p:nvCxnSpPr>
              <p:cNvPr id="178274" name="AutoShape 76">
                <a:extLst>
                  <a:ext uri="{FF2B5EF4-FFF2-40B4-BE49-F238E27FC236}">
                    <a16:creationId xmlns:a16="http://schemas.microsoft.com/office/drawing/2014/main" id="{BEDB910B-C9F4-3FEF-460A-BBEB38B9FE0C}"/>
                  </a:ext>
                </a:extLst>
              </p:cNvPr>
              <p:cNvCxnSpPr>
                <a:cxnSpLocks noChangeShapeType="1"/>
              </p:cNvCxnSpPr>
              <p:nvPr/>
            </p:nvCxnSpPr>
            <p:spPr bwMode="auto">
              <a:xfrm>
                <a:off x="5086" y="6390"/>
                <a:ext cx="1134"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75" name="AutoShape 77">
                <a:extLst>
                  <a:ext uri="{FF2B5EF4-FFF2-40B4-BE49-F238E27FC236}">
                    <a16:creationId xmlns:a16="http://schemas.microsoft.com/office/drawing/2014/main" id="{C249F85A-1450-7293-DDBD-6857C31CBCFC}"/>
                  </a:ext>
                </a:extLst>
              </p:cNvPr>
              <p:cNvCxnSpPr>
                <a:cxnSpLocks noChangeShapeType="1"/>
              </p:cNvCxnSpPr>
              <p:nvPr/>
            </p:nvCxnSpPr>
            <p:spPr bwMode="auto">
              <a:xfrm>
                <a:off x="6225" y="2251"/>
                <a:ext cx="0" cy="415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8276" name="AutoShape 4">
                <a:extLst>
                  <a:ext uri="{FF2B5EF4-FFF2-40B4-BE49-F238E27FC236}">
                    <a16:creationId xmlns:a16="http://schemas.microsoft.com/office/drawing/2014/main" id="{4956001E-CB53-0BB3-4841-D0128AF50352}"/>
                  </a:ext>
                </a:extLst>
              </p:cNvPr>
              <p:cNvCxnSpPr>
                <a:cxnSpLocks noChangeShapeType="1"/>
              </p:cNvCxnSpPr>
              <p:nvPr/>
            </p:nvCxnSpPr>
            <p:spPr bwMode="auto">
              <a:xfrm>
                <a:off x="8343" y="3965"/>
                <a:ext cx="0" cy="458"/>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3" name="Rectangle 13">
                <a:extLst>
                  <a:ext uri="{FF2B5EF4-FFF2-40B4-BE49-F238E27FC236}">
                    <a16:creationId xmlns:a16="http://schemas.microsoft.com/office/drawing/2014/main" id="{F1E87F7A-2362-4AA0-9F62-61B9F12FF309}"/>
                  </a:ext>
                </a:extLst>
              </p:cNvPr>
              <p:cNvSpPr>
                <a:spLocks noChangeArrowheads="1"/>
              </p:cNvSpPr>
              <p:nvPr/>
            </p:nvSpPr>
            <p:spPr bwMode="auto">
              <a:xfrm>
                <a:off x="6436" y="3330"/>
                <a:ext cx="907" cy="397"/>
              </a:xfrm>
              <a:prstGeom prst="rect">
                <a:avLst/>
              </a:prstGeom>
              <a:solidFill>
                <a:srgbClr val="FFFFFF"/>
              </a:solidFill>
              <a:ln w="28575">
                <a:solidFill>
                  <a:srgbClr val="000000"/>
                </a:solidFill>
                <a:miter lim="800000"/>
                <a:headEnd/>
                <a:tailEnd/>
              </a:ln>
            </p:spPr>
            <p:txBody>
              <a:bodyPr/>
              <a:lstStyle/>
              <a:p>
                <a:pPr>
                  <a:spcAft>
                    <a:spcPts val="1000"/>
                  </a:spcAft>
                  <a:defRPr/>
                </a:pPr>
                <a:r>
                  <a:rPr lang="en-US" sz="1200" dirty="0" err="1">
                    <a:latin typeface="+mj-lt"/>
                  </a:rPr>
                  <a:t>Cnt</a:t>
                </a:r>
                <a:endParaRPr lang="en-US" sz="1200" dirty="0">
                  <a:latin typeface="+mj-lt"/>
                </a:endParaRPr>
              </a:p>
            </p:txBody>
          </p:sp>
          <p:sp>
            <p:nvSpPr>
              <p:cNvPr id="89" name="Text Box 23">
                <a:extLst>
                  <a:ext uri="{FF2B5EF4-FFF2-40B4-BE49-F238E27FC236}">
                    <a16:creationId xmlns:a16="http://schemas.microsoft.com/office/drawing/2014/main" id="{25A50F4B-5D24-46F8-8F09-3C8BAC12CE0A}"/>
                  </a:ext>
                </a:extLst>
              </p:cNvPr>
              <p:cNvSpPr txBox="1">
                <a:spLocks noChangeArrowheads="1"/>
              </p:cNvSpPr>
              <p:nvPr/>
            </p:nvSpPr>
            <p:spPr bwMode="auto">
              <a:xfrm>
                <a:off x="6736" y="4659"/>
                <a:ext cx="644" cy="405"/>
              </a:xfrm>
              <a:prstGeom prst="rect">
                <a:avLst/>
              </a:prstGeom>
              <a:noFill/>
              <a:ln w="9525">
                <a:noFill/>
                <a:miter lim="800000"/>
                <a:headEnd/>
                <a:tailEnd/>
              </a:ln>
            </p:spPr>
            <p:txBody>
              <a:bodyPr/>
              <a:lstStyle/>
              <a:p>
                <a:pPr>
                  <a:spcAft>
                    <a:spcPts val="1000"/>
                  </a:spcAft>
                  <a:defRPr/>
                </a:pPr>
                <a:r>
                  <a:rPr lang="en-US" sz="1200" dirty="0">
                    <a:latin typeface="+mj-lt"/>
                  </a:rPr>
                  <a:t>x2</a:t>
                </a:r>
              </a:p>
            </p:txBody>
          </p:sp>
          <p:sp>
            <p:nvSpPr>
              <p:cNvPr id="90" name="Text Box 22">
                <a:extLst>
                  <a:ext uri="{FF2B5EF4-FFF2-40B4-BE49-F238E27FC236}">
                    <a16:creationId xmlns:a16="http://schemas.microsoft.com/office/drawing/2014/main" id="{26BDF58B-716D-40F7-A9BE-E5D92D779A23}"/>
                  </a:ext>
                </a:extLst>
              </p:cNvPr>
              <p:cNvSpPr txBox="1">
                <a:spLocks noChangeArrowheads="1"/>
              </p:cNvSpPr>
              <p:nvPr/>
            </p:nvSpPr>
            <p:spPr bwMode="auto">
              <a:xfrm>
                <a:off x="6750" y="5042"/>
                <a:ext cx="642" cy="405"/>
              </a:xfrm>
              <a:prstGeom prst="rect">
                <a:avLst/>
              </a:prstGeom>
              <a:noFill/>
              <a:ln w="9525">
                <a:noFill/>
                <a:miter lim="800000"/>
                <a:headEnd/>
                <a:tailEnd/>
              </a:ln>
            </p:spPr>
            <p:txBody>
              <a:bodyPr/>
              <a:lstStyle/>
              <a:p>
                <a:pPr>
                  <a:spcAft>
                    <a:spcPts val="1000"/>
                  </a:spcAft>
                  <a:defRPr/>
                </a:pPr>
                <a:r>
                  <a:rPr lang="en-US" sz="1200" dirty="0">
                    <a:latin typeface="+mj-lt"/>
                  </a:rPr>
                  <a:t>x3</a:t>
                </a:r>
              </a:p>
            </p:txBody>
          </p:sp>
          <p:cxnSp>
            <p:nvCxnSpPr>
              <p:cNvPr id="178280" name="AutoShape 4">
                <a:extLst>
                  <a:ext uri="{FF2B5EF4-FFF2-40B4-BE49-F238E27FC236}">
                    <a16:creationId xmlns:a16="http://schemas.microsoft.com/office/drawing/2014/main" id="{972BD70A-2DAF-06E1-3AAC-F3D26CD93A44}"/>
                  </a:ext>
                </a:extLst>
              </p:cNvPr>
              <p:cNvCxnSpPr>
                <a:cxnSpLocks noChangeShapeType="1"/>
              </p:cNvCxnSpPr>
              <p:nvPr/>
            </p:nvCxnSpPr>
            <p:spPr bwMode="auto">
              <a:xfrm>
                <a:off x="8442" y="5414"/>
                <a:ext cx="0" cy="458"/>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81" name="AutoShape 4">
                <a:extLst>
                  <a:ext uri="{FF2B5EF4-FFF2-40B4-BE49-F238E27FC236}">
                    <a16:creationId xmlns:a16="http://schemas.microsoft.com/office/drawing/2014/main" id="{F60ECC9F-E4D5-CD4F-43F4-8AB62A53E4D7}"/>
                  </a:ext>
                </a:extLst>
              </p:cNvPr>
              <p:cNvCxnSpPr>
                <a:cxnSpLocks noChangeShapeType="1"/>
              </p:cNvCxnSpPr>
              <p:nvPr/>
            </p:nvCxnSpPr>
            <p:spPr bwMode="auto">
              <a:xfrm>
                <a:off x="8800" y="5435"/>
                <a:ext cx="0" cy="458"/>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82" name="AutoShape 4">
                <a:extLst>
                  <a:ext uri="{FF2B5EF4-FFF2-40B4-BE49-F238E27FC236}">
                    <a16:creationId xmlns:a16="http://schemas.microsoft.com/office/drawing/2014/main" id="{5FC1708D-2B05-B52F-7174-161C0DF4D212}"/>
                  </a:ext>
                </a:extLst>
              </p:cNvPr>
              <p:cNvCxnSpPr>
                <a:cxnSpLocks noChangeShapeType="1"/>
              </p:cNvCxnSpPr>
              <p:nvPr/>
            </p:nvCxnSpPr>
            <p:spPr bwMode="auto">
              <a:xfrm>
                <a:off x="8085" y="5425"/>
                <a:ext cx="0" cy="458"/>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8283" name="AutoShape 4">
                <a:extLst>
                  <a:ext uri="{FF2B5EF4-FFF2-40B4-BE49-F238E27FC236}">
                    <a16:creationId xmlns:a16="http://schemas.microsoft.com/office/drawing/2014/main" id="{D5258DD0-6A3C-17A8-C2F0-98FD136A3536}"/>
                  </a:ext>
                </a:extLst>
              </p:cNvPr>
              <p:cNvCxnSpPr>
                <a:cxnSpLocks noChangeShapeType="1"/>
              </p:cNvCxnSpPr>
              <p:nvPr/>
            </p:nvCxnSpPr>
            <p:spPr bwMode="auto">
              <a:xfrm>
                <a:off x="7765" y="5436"/>
                <a:ext cx="0" cy="458"/>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178181" name="TextBox 78">
              <a:extLst>
                <a:ext uri="{FF2B5EF4-FFF2-40B4-BE49-F238E27FC236}">
                  <a16:creationId xmlns:a16="http://schemas.microsoft.com/office/drawing/2014/main" id="{4B6234F5-C111-312D-A825-DC41D8C6E3A1}"/>
                </a:ext>
              </a:extLst>
            </p:cNvPr>
            <p:cNvSpPr txBox="1">
              <a:spLocks noChangeArrowheads="1"/>
            </p:cNvSpPr>
            <p:nvPr/>
          </p:nvSpPr>
          <p:spPr bwMode="auto">
            <a:xfrm>
              <a:off x="7071360" y="1146048"/>
              <a:ext cx="13411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t>Binary</a:t>
              </a:r>
              <a:endParaRPr lang="en-GB" altLang="en-US" sz="1600"/>
            </a:p>
          </p:txBody>
        </p:sp>
        <p:sp>
          <p:nvSpPr>
            <p:cNvPr id="178182" name="Rectangle 79">
              <a:extLst>
                <a:ext uri="{FF2B5EF4-FFF2-40B4-BE49-F238E27FC236}">
                  <a16:creationId xmlns:a16="http://schemas.microsoft.com/office/drawing/2014/main" id="{ECEE2F17-A408-A95C-6333-F851FE5A54FB}"/>
                </a:ext>
              </a:extLst>
            </p:cNvPr>
            <p:cNvSpPr>
              <a:spLocks noChangeArrowheads="1"/>
            </p:cNvSpPr>
            <p:nvPr/>
          </p:nvSpPr>
          <p:spPr bwMode="auto">
            <a:xfrm>
              <a:off x="6425184" y="3267456"/>
              <a:ext cx="1560576" cy="816864"/>
            </a:xfrm>
            <a:prstGeom prst="rect">
              <a:avLst/>
            </a:prstGeom>
            <a:solidFill>
              <a:schemeClr val="accent1"/>
            </a:solidFill>
            <a:ln w="9525" algn="ctr">
              <a:solidFill>
                <a:schemeClr val="tx1"/>
              </a:solidFill>
              <a:round/>
              <a:headEnd/>
              <a:tailEnd/>
            </a:ln>
          </p:spPr>
          <p:txBody>
            <a:bodyPr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dirty="0">
                  <a:solidFill>
                    <a:schemeClr val="bg2"/>
                  </a:solidFill>
                </a:rPr>
                <a:t>FSM</a:t>
              </a:r>
              <a:endParaRPr lang="en-GB" altLang="en-US" sz="1800" dirty="0">
                <a:solidFill>
                  <a:schemeClr val="bg2"/>
                </a:solidFill>
              </a:endParaRPr>
            </a:p>
          </p:txBody>
        </p:sp>
        <p:sp>
          <p:nvSpPr>
            <p:cNvPr id="178183" name="TextBox 81">
              <a:extLst>
                <a:ext uri="{FF2B5EF4-FFF2-40B4-BE49-F238E27FC236}">
                  <a16:creationId xmlns:a16="http://schemas.microsoft.com/office/drawing/2014/main" id="{7907F2EA-D8DF-8CA6-2016-1EE1B60BEA38}"/>
                </a:ext>
              </a:extLst>
            </p:cNvPr>
            <p:cNvSpPr txBox="1">
              <a:spLocks noChangeArrowheads="1"/>
            </p:cNvSpPr>
            <p:nvPr/>
          </p:nvSpPr>
          <p:spPr bwMode="auto">
            <a:xfrm>
              <a:off x="7168896" y="2645664"/>
              <a:ext cx="8656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t>Start</a:t>
              </a:r>
              <a:endParaRPr lang="en-GB" altLang="en-US" sz="1600"/>
            </a:p>
          </p:txBody>
        </p:sp>
        <p:cxnSp>
          <p:nvCxnSpPr>
            <p:cNvPr id="178184" name="Straight Arrow Connector 84">
              <a:extLst>
                <a:ext uri="{FF2B5EF4-FFF2-40B4-BE49-F238E27FC236}">
                  <a16:creationId xmlns:a16="http://schemas.microsoft.com/office/drawing/2014/main" id="{940C0EA3-E4D8-94F4-2157-2196FB1B8791}"/>
                </a:ext>
              </a:extLst>
            </p:cNvPr>
            <p:cNvCxnSpPr>
              <a:cxnSpLocks noChangeShapeType="1"/>
            </p:cNvCxnSpPr>
            <p:nvPr/>
          </p:nvCxnSpPr>
          <p:spPr bwMode="auto">
            <a:xfrm>
              <a:off x="6059424" y="3401568"/>
              <a:ext cx="36576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78185" name="TextBox 85">
              <a:extLst>
                <a:ext uri="{FF2B5EF4-FFF2-40B4-BE49-F238E27FC236}">
                  <a16:creationId xmlns:a16="http://schemas.microsoft.com/office/drawing/2014/main" id="{236458BC-59F5-3004-D512-640581781035}"/>
                </a:ext>
              </a:extLst>
            </p:cNvPr>
            <p:cNvSpPr txBox="1">
              <a:spLocks noChangeArrowheads="1"/>
            </p:cNvSpPr>
            <p:nvPr/>
          </p:nvSpPr>
          <p:spPr bwMode="auto">
            <a:xfrm>
              <a:off x="5376672" y="3194304"/>
              <a:ext cx="8900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200"/>
                <a:t>Cnt==0</a:t>
              </a:r>
              <a:endParaRPr lang="en-GB" altLang="en-US" sz="1200"/>
            </a:p>
          </p:txBody>
        </p:sp>
        <p:cxnSp>
          <p:nvCxnSpPr>
            <p:cNvPr id="178186" name="Straight Arrow Connector 86">
              <a:extLst>
                <a:ext uri="{FF2B5EF4-FFF2-40B4-BE49-F238E27FC236}">
                  <a16:creationId xmlns:a16="http://schemas.microsoft.com/office/drawing/2014/main" id="{FBBC831B-0A78-7B62-6922-A9CA23719DE9}"/>
                </a:ext>
              </a:extLst>
            </p:cNvPr>
            <p:cNvCxnSpPr>
              <a:cxnSpLocks noChangeShapeType="1"/>
            </p:cNvCxnSpPr>
            <p:nvPr/>
          </p:nvCxnSpPr>
          <p:spPr bwMode="auto">
            <a:xfrm>
              <a:off x="6059424" y="3645408"/>
              <a:ext cx="36576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8187" name="Straight Arrow Connector 87">
              <a:extLst>
                <a:ext uri="{FF2B5EF4-FFF2-40B4-BE49-F238E27FC236}">
                  <a16:creationId xmlns:a16="http://schemas.microsoft.com/office/drawing/2014/main" id="{12B6263A-EFB7-7E86-CF52-BD6A934F8231}"/>
                </a:ext>
              </a:extLst>
            </p:cNvPr>
            <p:cNvCxnSpPr>
              <a:cxnSpLocks noChangeShapeType="1"/>
            </p:cNvCxnSpPr>
            <p:nvPr/>
          </p:nvCxnSpPr>
          <p:spPr bwMode="auto">
            <a:xfrm>
              <a:off x="6083808" y="3901440"/>
              <a:ext cx="36576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78188" name="TextBox 92">
              <a:extLst>
                <a:ext uri="{FF2B5EF4-FFF2-40B4-BE49-F238E27FC236}">
                  <a16:creationId xmlns:a16="http://schemas.microsoft.com/office/drawing/2014/main" id="{19BB2994-3F7F-7593-94F2-EF7BCBA64417}"/>
                </a:ext>
              </a:extLst>
            </p:cNvPr>
            <p:cNvSpPr txBox="1">
              <a:spLocks noChangeArrowheads="1"/>
            </p:cNvSpPr>
            <p:nvPr/>
          </p:nvSpPr>
          <p:spPr bwMode="auto">
            <a:xfrm>
              <a:off x="7578005" y="4203911"/>
              <a:ext cx="8656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t>Done</a:t>
              </a:r>
              <a:endParaRPr lang="en-GB" altLang="en-US" sz="1600"/>
            </a:p>
          </p:txBody>
        </p:sp>
        <p:cxnSp>
          <p:nvCxnSpPr>
            <p:cNvPr id="178189" name="Straight Arrow Connector 93">
              <a:extLst>
                <a:ext uri="{FF2B5EF4-FFF2-40B4-BE49-F238E27FC236}">
                  <a16:creationId xmlns:a16="http://schemas.microsoft.com/office/drawing/2014/main" id="{A072261D-B8B6-F692-9024-EC3CD693DA09}"/>
                </a:ext>
              </a:extLst>
            </p:cNvPr>
            <p:cNvCxnSpPr>
              <a:cxnSpLocks noChangeShapeType="1"/>
            </p:cNvCxnSpPr>
            <p:nvPr/>
          </p:nvCxnSpPr>
          <p:spPr bwMode="auto">
            <a:xfrm>
              <a:off x="6595872" y="1463040"/>
              <a:ext cx="36576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8190" name="Straight Arrow Connector 95">
              <a:extLst>
                <a:ext uri="{FF2B5EF4-FFF2-40B4-BE49-F238E27FC236}">
                  <a16:creationId xmlns:a16="http://schemas.microsoft.com/office/drawing/2014/main" id="{17FA5668-1285-A279-97E9-21A678A39B0B}"/>
                </a:ext>
              </a:extLst>
            </p:cNvPr>
            <p:cNvCxnSpPr>
              <a:cxnSpLocks noChangeShapeType="1"/>
            </p:cNvCxnSpPr>
            <p:nvPr/>
          </p:nvCxnSpPr>
          <p:spPr bwMode="auto">
            <a:xfrm rot="5400000" flipH="1" flipV="1">
              <a:off x="5455920" y="2871216"/>
              <a:ext cx="23164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78191" name="TextBox 96">
              <a:extLst>
                <a:ext uri="{FF2B5EF4-FFF2-40B4-BE49-F238E27FC236}">
                  <a16:creationId xmlns:a16="http://schemas.microsoft.com/office/drawing/2014/main" id="{E1A0EEBB-D159-83F4-D817-1D37BB604DBF}"/>
                </a:ext>
              </a:extLst>
            </p:cNvPr>
            <p:cNvSpPr txBox="1">
              <a:spLocks noChangeArrowheads="1"/>
            </p:cNvSpPr>
            <p:nvPr/>
          </p:nvSpPr>
          <p:spPr bwMode="auto">
            <a:xfrm>
              <a:off x="6230112" y="1304544"/>
              <a:ext cx="8656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t>y1</a:t>
              </a:r>
              <a:endParaRPr lang="en-GB" altLang="en-US" sz="1600"/>
            </a:p>
          </p:txBody>
        </p:sp>
        <p:sp>
          <p:nvSpPr>
            <p:cNvPr id="178192" name="TextBox 97">
              <a:extLst>
                <a:ext uri="{FF2B5EF4-FFF2-40B4-BE49-F238E27FC236}">
                  <a16:creationId xmlns:a16="http://schemas.microsoft.com/office/drawing/2014/main" id="{E6BFC984-DE54-33B9-6E49-9F0BA3DC72F6}"/>
                </a:ext>
              </a:extLst>
            </p:cNvPr>
            <p:cNvSpPr txBox="1">
              <a:spLocks noChangeArrowheads="1"/>
            </p:cNvSpPr>
            <p:nvPr/>
          </p:nvSpPr>
          <p:spPr bwMode="auto">
            <a:xfrm>
              <a:off x="5583936" y="2779776"/>
              <a:ext cx="4405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600"/>
                <a:t>y1</a:t>
              </a:r>
              <a:endParaRPr lang="en-GB" altLang="en-US" sz="1600"/>
            </a:p>
          </p:txBody>
        </p:sp>
        <p:cxnSp>
          <p:nvCxnSpPr>
            <p:cNvPr id="178193" name="Straight Arrow Connector 99">
              <a:extLst>
                <a:ext uri="{FF2B5EF4-FFF2-40B4-BE49-F238E27FC236}">
                  <a16:creationId xmlns:a16="http://schemas.microsoft.com/office/drawing/2014/main" id="{1448CB41-1F3D-D300-5E23-83FD94386ABE}"/>
                </a:ext>
              </a:extLst>
            </p:cNvPr>
            <p:cNvCxnSpPr>
              <a:cxnSpLocks noChangeShapeType="1"/>
            </p:cNvCxnSpPr>
            <p:nvPr/>
          </p:nvCxnSpPr>
          <p:spPr bwMode="auto">
            <a:xfrm rot="10800000" flipV="1">
              <a:off x="5281164" y="4450080"/>
              <a:ext cx="27432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8194" name="Straight Arrow Connector 3">
              <a:extLst>
                <a:ext uri="{FF2B5EF4-FFF2-40B4-BE49-F238E27FC236}">
                  <a16:creationId xmlns:a16="http://schemas.microsoft.com/office/drawing/2014/main" id="{C99A3328-BA3B-5415-D1C4-321C424E5A34}"/>
                </a:ext>
              </a:extLst>
            </p:cNvPr>
            <p:cNvCxnSpPr>
              <a:cxnSpLocks noChangeShapeType="1"/>
            </p:cNvCxnSpPr>
            <p:nvPr/>
          </p:nvCxnSpPr>
          <p:spPr bwMode="auto">
            <a:xfrm flipH="1">
              <a:off x="4734178" y="1998133"/>
              <a:ext cx="27432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8195" name="Straight Arrow Connector 98">
              <a:extLst>
                <a:ext uri="{FF2B5EF4-FFF2-40B4-BE49-F238E27FC236}">
                  <a16:creationId xmlns:a16="http://schemas.microsoft.com/office/drawing/2014/main" id="{0329B610-8DD4-3045-8524-01EBF75230F3}"/>
                </a:ext>
              </a:extLst>
            </p:cNvPr>
            <p:cNvCxnSpPr>
              <a:cxnSpLocks noChangeShapeType="1"/>
            </p:cNvCxnSpPr>
            <p:nvPr/>
          </p:nvCxnSpPr>
          <p:spPr bwMode="auto">
            <a:xfrm flipH="1">
              <a:off x="3440447" y="1989666"/>
              <a:ext cx="27432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8196" name="Straight Arrow Connector 100">
              <a:extLst>
                <a:ext uri="{FF2B5EF4-FFF2-40B4-BE49-F238E27FC236}">
                  <a16:creationId xmlns:a16="http://schemas.microsoft.com/office/drawing/2014/main" id="{22C3CFCB-F606-D15E-1B20-CAEB0C8CE53A}"/>
                </a:ext>
              </a:extLst>
            </p:cNvPr>
            <p:cNvCxnSpPr>
              <a:cxnSpLocks noChangeShapeType="1"/>
            </p:cNvCxnSpPr>
            <p:nvPr/>
          </p:nvCxnSpPr>
          <p:spPr bwMode="auto">
            <a:xfrm flipH="1">
              <a:off x="2148870" y="1998132"/>
              <a:ext cx="27432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8197" name="Straight Arrow Connector 101">
              <a:extLst>
                <a:ext uri="{FF2B5EF4-FFF2-40B4-BE49-F238E27FC236}">
                  <a16:creationId xmlns:a16="http://schemas.microsoft.com/office/drawing/2014/main" id="{A25F9284-66F0-3E91-F46F-9F2869F1EBD2}"/>
                </a:ext>
              </a:extLst>
            </p:cNvPr>
            <p:cNvCxnSpPr>
              <a:cxnSpLocks noChangeShapeType="1"/>
            </p:cNvCxnSpPr>
            <p:nvPr/>
          </p:nvCxnSpPr>
          <p:spPr bwMode="auto">
            <a:xfrm rot="10800000" flipV="1">
              <a:off x="809624" y="3898053"/>
              <a:ext cx="27432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78198" name="TextBox 105">
              <a:extLst>
                <a:ext uri="{FF2B5EF4-FFF2-40B4-BE49-F238E27FC236}">
                  <a16:creationId xmlns:a16="http://schemas.microsoft.com/office/drawing/2014/main" id="{28D0CD51-958C-1CA5-249E-D219915F5C5C}"/>
                </a:ext>
              </a:extLst>
            </p:cNvPr>
            <p:cNvSpPr txBox="1">
              <a:spLocks noChangeArrowheads="1"/>
            </p:cNvSpPr>
            <p:nvPr/>
          </p:nvSpPr>
          <p:spPr bwMode="auto">
            <a:xfrm>
              <a:off x="6465194" y="4417229"/>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y1</a:t>
              </a:r>
              <a:endParaRPr lang="en-GB" altLang="en-US" sz="1400"/>
            </a:p>
          </p:txBody>
        </p:sp>
        <p:sp>
          <p:nvSpPr>
            <p:cNvPr id="178199" name="TextBox 106">
              <a:extLst>
                <a:ext uri="{FF2B5EF4-FFF2-40B4-BE49-F238E27FC236}">
                  <a16:creationId xmlns:a16="http://schemas.microsoft.com/office/drawing/2014/main" id="{E06524FD-D93F-CE67-69FC-105A42EE7169}"/>
                </a:ext>
              </a:extLst>
            </p:cNvPr>
            <p:cNvSpPr txBox="1">
              <a:spLocks noChangeArrowheads="1"/>
            </p:cNvSpPr>
            <p:nvPr/>
          </p:nvSpPr>
          <p:spPr bwMode="auto">
            <a:xfrm>
              <a:off x="6757027" y="4417229"/>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y2</a:t>
              </a:r>
              <a:endParaRPr lang="en-GB" altLang="en-US" sz="1400"/>
            </a:p>
          </p:txBody>
        </p:sp>
        <p:sp>
          <p:nvSpPr>
            <p:cNvPr id="178200" name="TextBox 107">
              <a:extLst>
                <a:ext uri="{FF2B5EF4-FFF2-40B4-BE49-F238E27FC236}">
                  <a16:creationId xmlns:a16="http://schemas.microsoft.com/office/drawing/2014/main" id="{2C932B9F-1FD7-377F-5E8B-A2724E5F202F}"/>
                </a:ext>
              </a:extLst>
            </p:cNvPr>
            <p:cNvSpPr txBox="1">
              <a:spLocks noChangeArrowheads="1"/>
            </p:cNvSpPr>
            <p:nvPr/>
          </p:nvSpPr>
          <p:spPr bwMode="auto">
            <a:xfrm>
              <a:off x="7071360" y="4414937"/>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y3</a:t>
              </a:r>
              <a:endParaRPr lang="en-GB" altLang="en-US" sz="1400"/>
            </a:p>
          </p:txBody>
        </p:sp>
        <p:sp>
          <p:nvSpPr>
            <p:cNvPr id="178201" name="TextBox 108">
              <a:extLst>
                <a:ext uri="{FF2B5EF4-FFF2-40B4-BE49-F238E27FC236}">
                  <a16:creationId xmlns:a16="http://schemas.microsoft.com/office/drawing/2014/main" id="{AA4AD355-57C6-07A8-7FD6-5D774C354AAE}"/>
                </a:ext>
              </a:extLst>
            </p:cNvPr>
            <p:cNvSpPr txBox="1">
              <a:spLocks noChangeArrowheads="1"/>
            </p:cNvSpPr>
            <p:nvPr/>
          </p:nvSpPr>
          <p:spPr bwMode="auto">
            <a:xfrm>
              <a:off x="5555484" y="4273038"/>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y3</a:t>
              </a:r>
              <a:endParaRPr lang="en-GB" altLang="en-US" sz="1400"/>
            </a:p>
          </p:txBody>
        </p:sp>
        <p:sp>
          <p:nvSpPr>
            <p:cNvPr id="178202" name="TextBox 109">
              <a:extLst>
                <a:ext uri="{FF2B5EF4-FFF2-40B4-BE49-F238E27FC236}">
                  <a16:creationId xmlns:a16="http://schemas.microsoft.com/office/drawing/2014/main" id="{81E3E5F0-DB23-7BBD-9CCF-47D4FB8B6491}"/>
                </a:ext>
              </a:extLst>
            </p:cNvPr>
            <p:cNvSpPr txBox="1">
              <a:spLocks noChangeArrowheads="1"/>
            </p:cNvSpPr>
            <p:nvPr/>
          </p:nvSpPr>
          <p:spPr bwMode="auto">
            <a:xfrm>
              <a:off x="1043031" y="3755710"/>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y3</a:t>
              </a:r>
              <a:endParaRPr lang="en-GB" altLang="en-US" sz="1400"/>
            </a:p>
          </p:txBody>
        </p:sp>
        <p:sp>
          <p:nvSpPr>
            <p:cNvPr id="178203" name="TextBox 110">
              <a:extLst>
                <a:ext uri="{FF2B5EF4-FFF2-40B4-BE49-F238E27FC236}">
                  <a16:creationId xmlns:a16="http://schemas.microsoft.com/office/drawing/2014/main" id="{E75101DB-6411-3428-24DC-34CED85BA110}"/>
                </a:ext>
              </a:extLst>
            </p:cNvPr>
            <p:cNvSpPr txBox="1">
              <a:spLocks noChangeArrowheads="1"/>
            </p:cNvSpPr>
            <p:nvPr/>
          </p:nvSpPr>
          <p:spPr bwMode="auto">
            <a:xfrm>
              <a:off x="8457538" y="1717174"/>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y2</a:t>
              </a:r>
              <a:endParaRPr lang="en-GB" altLang="en-US" sz="1400"/>
            </a:p>
          </p:txBody>
        </p:sp>
        <p:sp>
          <p:nvSpPr>
            <p:cNvPr id="178204" name="TextBox 111">
              <a:extLst>
                <a:ext uri="{FF2B5EF4-FFF2-40B4-BE49-F238E27FC236}">
                  <a16:creationId xmlns:a16="http://schemas.microsoft.com/office/drawing/2014/main" id="{1E866AFE-63F7-1D4C-F9CA-EFD4F68EDDD9}"/>
                </a:ext>
              </a:extLst>
            </p:cNvPr>
            <p:cNvSpPr txBox="1">
              <a:spLocks noChangeArrowheads="1"/>
            </p:cNvSpPr>
            <p:nvPr/>
          </p:nvSpPr>
          <p:spPr bwMode="auto">
            <a:xfrm>
              <a:off x="4815199" y="1956321"/>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y3</a:t>
              </a:r>
              <a:endParaRPr lang="en-GB" altLang="en-US" sz="1400"/>
            </a:p>
          </p:txBody>
        </p:sp>
        <p:sp>
          <p:nvSpPr>
            <p:cNvPr id="178205" name="TextBox 112">
              <a:extLst>
                <a:ext uri="{FF2B5EF4-FFF2-40B4-BE49-F238E27FC236}">
                  <a16:creationId xmlns:a16="http://schemas.microsoft.com/office/drawing/2014/main" id="{69E144F5-D87B-5809-9F66-D02FF7A8BE82}"/>
                </a:ext>
              </a:extLst>
            </p:cNvPr>
            <p:cNvSpPr txBox="1">
              <a:spLocks noChangeArrowheads="1"/>
            </p:cNvSpPr>
            <p:nvPr/>
          </p:nvSpPr>
          <p:spPr bwMode="auto">
            <a:xfrm>
              <a:off x="3409631" y="1969732"/>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y3</a:t>
              </a:r>
              <a:endParaRPr lang="en-GB" altLang="en-US" sz="1400"/>
            </a:p>
          </p:txBody>
        </p:sp>
        <p:sp>
          <p:nvSpPr>
            <p:cNvPr id="178206" name="TextBox 113">
              <a:extLst>
                <a:ext uri="{FF2B5EF4-FFF2-40B4-BE49-F238E27FC236}">
                  <a16:creationId xmlns:a16="http://schemas.microsoft.com/office/drawing/2014/main" id="{A352A5F2-92E9-F003-F608-A5E1FA7B4B5B}"/>
                </a:ext>
              </a:extLst>
            </p:cNvPr>
            <p:cNvSpPr txBox="1">
              <a:spLocks noChangeArrowheads="1"/>
            </p:cNvSpPr>
            <p:nvPr/>
          </p:nvSpPr>
          <p:spPr bwMode="auto">
            <a:xfrm>
              <a:off x="2122943" y="1975125"/>
              <a:ext cx="440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t>y3</a:t>
              </a:r>
              <a:endParaRPr lang="en-GB" altLang="en-US" sz="1400"/>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itle 1">
            <a:extLst>
              <a:ext uri="{FF2B5EF4-FFF2-40B4-BE49-F238E27FC236}">
                <a16:creationId xmlns:a16="http://schemas.microsoft.com/office/drawing/2014/main" id="{C1C3CFAC-B923-7E87-7881-147F0849ACEC}"/>
              </a:ext>
            </a:extLst>
          </p:cNvPr>
          <p:cNvSpPr>
            <a:spLocks noGrp="1" noChangeArrowheads="1"/>
          </p:cNvSpPr>
          <p:nvPr>
            <p:ph type="title"/>
          </p:nvPr>
        </p:nvSpPr>
        <p:spPr/>
        <p:txBody>
          <a:bodyPr/>
          <a:lstStyle/>
          <a:p>
            <a:r>
              <a:rPr lang="en-US" altLang="en-US"/>
              <a:t>Flow-Chart of Algorithm</a:t>
            </a:r>
            <a:endParaRPr lang="en-GB" altLang="en-US"/>
          </a:p>
        </p:txBody>
      </p:sp>
      <p:grpSp>
        <p:nvGrpSpPr>
          <p:cNvPr id="179203" name="Group 2">
            <a:extLst>
              <a:ext uri="{FF2B5EF4-FFF2-40B4-BE49-F238E27FC236}">
                <a16:creationId xmlns:a16="http://schemas.microsoft.com/office/drawing/2014/main" id="{99E97F69-ED13-C04C-4323-DF53F9420FE1}"/>
              </a:ext>
            </a:extLst>
          </p:cNvPr>
          <p:cNvGrpSpPr>
            <a:grpSpLocks/>
          </p:cNvGrpSpPr>
          <p:nvPr/>
        </p:nvGrpSpPr>
        <p:grpSpPr bwMode="auto">
          <a:xfrm>
            <a:off x="6296025" y="1096963"/>
            <a:ext cx="4133850" cy="5192712"/>
            <a:chOff x="3967710" y="500825"/>
            <a:chExt cx="4134100" cy="5192448"/>
          </a:xfrm>
        </p:grpSpPr>
        <p:sp>
          <p:nvSpPr>
            <p:cNvPr id="179207" name="Oval 3">
              <a:extLst>
                <a:ext uri="{FF2B5EF4-FFF2-40B4-BE49-F238E27FC236}">
                  <a16:creationId xmlns:a16="http://schemas.microsoft.com/office/drawing/2014/main" id="{14BB7779-CC05-BE11-72F7-3AD0AD9BEA6B}"/>
                </a:ext>
              </a:extLst>
            </p:cNvPr>
            <p:cNvSpPr>
              <a:spLocks noChangeArrowheads="1"/>
            </p:cNvSpPr>
            <p:nvPr/>
          </p:nvSpPr>
          <p:spPr bwMode="auto">
            <a:xfrm>
              <a:off x="5164718" y="500825"/>
              <a:ext cx="867430" cy="342878"/>
            </a:xfrm>
            <a:prstGeom prst="ellipse">
              <a:avLst/>
            </a:prstGeom>
            <a:solidFill>
              <a:srgbClr val="FFFFFF"/>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79208" name="Text Box 4">
              <a:extLst>
                <a:ext uri="{FF2B5EF4-FFF2-40B4-BE49-F238E27FC236}">
                  <a16:creationId xmlns:a16="http://schemas.microsoft.com/office/drawing/2014/main" id="{85AEF98B-A105-655B-C072-BC7952569DA3}"/>
                </a:ext>
              </a:extLst>
            </p:cNvPr>
            <p:cNvSpPr txBox="1">
              <a:spLocks noChangeArrowheads="1"/>
            </p:cNvSpPr>
            <p:nvPr/>
          </p:nvSpPr>
          <p:spPr bwMode="auto">
            <a:xfrm>
              <a:off x="5248360" y="529398"/>
              <a:ext cx="991349" cy="285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t>Begin</a:t>
              </a:r>
            </a:p>
          </p:txBody>
        </p:sp>
        <p:cxnSp>
          <p:nvCxnSpPr>
            <p:cNvPr id="179209" name="AutoShape 5">
              <a:extLst>
                <a:ext uri="{FF2B5EF4-FFF2-40B4-BE49-F238E27FC236}">
                  <a16:creationId xmlns:a16="http://schemas.microsoft.com/office/drawing/2014/main" id="{09A6B35F-5FFE-A87F-F36A-AD942169677C}"/>
                </a:ext>
              </a:extLst>
            </p:cNvPr>
            <p:cNvCxnSpPr>
              <a:cxnSpLocks noChangeShapeType="1"/>
            </p:cNvCxnSpPr>
            <p:nvPr/>
          </p:nvCxnSpPr>
          <p:spPr bwMode="auto">
            <a:xfrm>
              <a:off x="5605318" y="843703"/>
              <a:ext cx="0" cy="215886"/>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10" name="AutoShape 6">
              <a:extLst>
                <a:ext uri="{FF2B5EF4-FFF2-40B4-BE49-F238E27FC236}">
                  <a16:creationId xmlns:a16="http://schemas.microsoft.com/office/drawing/2014/main" id="{37C88888-F762-A7F3-A00B-084609C04C2E}"/>
                </a:ext>
              </a:extLst>
            </p:cNvPr>
            <p:cNvSpPr>
              <a:spLocks noChangeArrowheads="1"/>
            </p:cNvSpPr>
            <p:nvPr/>
          </p:nvSpPr>
          <p:spPr bwMode="auto">
            <a:xfrm>
              <a:off x="5068337" y="1062764"/>
              <a:ext cx="1093237" cy="396215"/>
            </a:xfrm>
            <a:prstGeom prst="diamond">
              <a:avLst/>
            </a:prstGeom>
            <a:solidFill>
              <a:srgbClr val="FFFFFF"/>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79211" name="AutoShape 7">
              <a:extLst>
                <a:ext uri="{FF2B5EF4-FFF2-40B4-BE49-F238E27FC236}">
                  <a16:creationId xmlns:a16="http://schemas.microsoft.com/office/drawing/2014/main" id="{DB0D0B95-655B-AA2C-34D8-87323F9B227F}"/>
                </a:ext>
              </a:extLst>
            </p:cNvPr>
            <p:cNvCxnSpPr>
              <a:cxnSpLocks noChangeShapeType="1"/>
            </p:cNvCxnSpPr>
            <p:nvPr/>
          </p:nvCxnSpPr>
          <p:spPr bwMode="auto">
            <a:xfrm>
              <a:off x="5605318" y="1441835"/>
              <a:ext cx="0" cy="252079"/>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12" name="Rectangle 8">
              <a:extLst>
                <a:ext uri="{FF2B5EF4-FFF2-40B4-BE49-F238E27FC236}">
                  <a16:creationId xmlns:a16="http://schemas.microsoft.com/office/drawing/2014/main" id="{6C13A18A-7D04-9B9F-15AB-57C9E2A457A4}"/>
                </a:ext>
              </a:extLst>
            </p:cNvPr>
            <p:cNvSpPr>
              <a:spLocks noChangeArrowheads="1"/>
            </p:cNvSpPr>
            <p:nvPr/>
          </p:nvSpPr>
          <p:spPr bwMode="auto">
            <a:xfrm>
              <a:off x="4545126" y="1695184"/>
              <a:ext cx="2185557" cy="54864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400">
                  <a:latin typeface="Calibri" panose="020F0502020204030204" pitchFamily="34" charset="0"/>
                </a:rPr>
                <a:t>Cnt=8; RB=B;  BCD0=0; BCD1=0; BCD2=0; Done=0;</a:t>
              </a:r>
            </a:p>
            <a:p>
              <a:pPr eaLnBrk="1" hangingPunct="1"/>
              <a:endParaRPr lang="en-US" altLang="en-US" sz="1400">
                <a:latin typeface="Calibri" panose="020F0502020204030204" pitchFamily="34" charset="0"/>
              </a:endParaRPr>
            </a:p>
            <a:p>
              <a:pPr eaLnBrk="1" hangingPunct="1"/>
              <a:endParaRPr lang="en-US" altLang="en-US" sz="1400">
                <a:latin typeface="Calibri" panose="020F0502020204030204" pitchFamily="34" charset="0"/>
              </a:endParaRPr>
            </a:p>
            <a:p>
              <a:pPr eaLnBrk="1" hangingPunct="1"/>
              <a:endParaRPr lang="en-US" altLang="en-US" sz="1400"/>
            </a:p>
          </p:txBody>
        </p:sp>
        <p:sp>
          <p:nvSpPr>
            <p:cNvPr id="179213" name="Text Box 9">
              <a:extLst>
                <a:ext uri="{FF2B5EF4-FFF2-40B4-BE49-F238E27FC236}">
                  <a16:creationId xmlns:a16="http://schemas.microsoft.com/office/drawing/2014/main" id="{E87BE986-8D24-A48F-8B8F-04021BEE9B6B}"/>
                </a:ext>
              </a:extLst>
            </p:cNvPr>
            <p:cNvSpPr txBox="1">
              <a:spLocks noChangeArrowheads="1"/>
            </p:cNvSpPr>
            <p:nvPr/>
          </p:nvSpPr>
          <p:spPr bwMode="auto">
            <a:xfrm>
              <a:off x="5597434" y="1393578"/>
              <a:ext cx="660899" cy="27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Yes</a:t>
              </a:r>
              <a:endParaRPr lang="en-US" altLang="en-US" sz="1400"/>
            </a:p>
          </p:txBody>
        </p:sp>
        <p:cxnSp>
          <p:nvCxnSpPr>
            <p:cNvPr id="179214" name="AutoShape 10">
              <a:extLst>
                <a:ext uri="{FF2B5EF4-FFF2-40B4-BE49-F238E27FC236}">
                  <a16:creationId xmlns:a16="http://schemas.microsoft.com/office/drawing/2014/main" id="{FF2539F7-F7BC-516E-4371-4D10ACDB1471}"/>
                </a:ext>
              </a:extLst>
            </p:cNvPr>
            <p:cNvCxnSpPr>
              <a:cxnSpLocks noChangeShapeType="1"/>
            </p:cNvCxnSpPr>
            <p:nvPr/>
          </p:nvCxnSpPr>
          <p:spPr bwMode="auto">
            <a:xfrm>
              <a:off x="6161575" y="1262141"/>
              <a:ext cx="2974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9215" name="AutoShape 11">
              <a:extLst>
                <a:ext uri="{FF2B5EF4-FFF2-40B4-BE49-F238E27FC236}">
                  <a16:creationId xmlns:a16="http://schemas.microsoft.com/office/drawing/2014/main" id="{186A7971-7258-E24B-37DB-4C04F57BDFCD}"/>
                </a:ext>
              </a:extLst>
            </p:cNvPr>
            <p:cNvCxnSpPr>
              <a:cxnSpLocks noChangeShapeType="1"/>
            </p:cNvCxnSpPr>
            <p:nvPr/>
          </p:nvCxnSpPr>
          <p:spPr bwMode="auto">
            <a:xfrm>
              <a:off x="6458979" y="919898"/>
              <a:ext cx="0" cy="34224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9216" name="AutoShape 12">
              <a:extLst>
                <a:ext uri="{FF2B5EF4-FFF2-40B4-BE49-F238E27FC236}">
                  <a16:creationId xmlns:a16="http://schemas.microsoft.com/office/drawing/2014/main" id="{A01C2F83-D268-41E0-DFD4-6A2D3551AB4B}"/>
                </a:ext>
              </a:extLst>
            </p:cNvPr>
            <p:cNvCxnSpPr>
              <a:cxnSpLocks noChangeShapeType="1"/>
            </p:cNvCxnSpPr>
            <p:nvPr/>
          </p:nvCxnSpPr>
          <p:spPr bwMode="auto">
            <a:xfrm flipH="1">
              <a:off x="5605318" y="919898"/>
              <a:ext cx="853661"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17" name="Text Box 13">
              <a:extLst>
                <a:ext uri="{FF2B5EF4-FFF2-40B4-BE49-F238E27FC236}">
                  <a16:creationId xmlns:a16="http://schemas.microsoft.com/office/drawing/2014/main" id="{06DC82AD-E48B-E12B-71F4-BEE14FF4676D}"/>
                </a:ext>
              </a:extLst>
            </p:cNvPr>
            <p:cNvSpPr txBox="1">
              <a:spLocks noChangeArrowheads="1"/>
            </p:cNvSpPr>
            <p:nvPr/>
          </p:nvSpPr>
          <p:spPr bwMode="auto">
            <a:xfrm>
              <a:off x="6080917" y="1239279"/>
              <a:ext cx="660899" cy="297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No</a:t>
              </a:r>
              <a:endParaRPr lang="en-US" altLang="en-US" sz="1400"/>
            </a:p>
          </p:txBody>
        </p:sp>
        <p:cxnSp>
          <p:nvCxnSpPr>
            <p:cNvPr id="179218" name="AutoShape 14">
              <a:extLst>
                <a:ext uri="{FF2B5EF4-FFF2-40B4-BE49-F238E27FC236}">
                  <a16:creationId xmlns:a16="http://schemas.microsoft.com/office/drawing/2014/main" id="{8ADB6A4C-AAAB-7DC2-BD51-11DDFC7907E8}"/>
                </a:ext>
              </a:extLst>
            </p:cNvPr>
            <p:cNvCxnSpPr>
              <a:cxnSpLocks noChangeShapeType="1"/>
            </p:cNvCxnSpPr>
            <p:nvPr/>
          </p:nvCxnSpPr>
          <p:spPr bwMode="auto">
            <a:xfrm>
              <a:off x="5605318" y="2250340"/>
              <a:ext cx="0" cy="323829"/>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19" name="Rectangle 15">
              <a:extLst>
                <a:ext uri="{FF2B5EF4-FFF2-40B4-BE49-F238E27FC236}">
                  <a16:creationId xmlns:a16="http://schemas.microsoft.com/office/drawing/2014/main" id="{769199B2-CF54-AB63-6514-D9BEB5066875}"/>
                </a:ext>
              </a:extLst>
            </p:cNvPr>
            <p:cNvSpPr>
              <a:spLocks noChangeArrowheads="1"/>
            </p:cNvSpPr>
            <p:nvPr/>
          </p:nvSpPr>
          <p:spPr bwMode="auto">
            <a:xfrm>
              <a:off x="4537591" y="2565702"/>
              <a:ext cx="2194560" cy="50292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Calibri" panose="020F0502020204030204" pitchFamily="34" charset="0"/>
                </a:rPr>
                <a:t>BCD0 =BCD0_next;</a:t>
              </a:r>
              <a:endParaRPr lang="en-US" altLang="en-US" sz="1400">
                <a:latin typeface="Times New Roman" panose="02020603050405020304" pitchFamily="18" charset="0"/>
              </a:endParaRPr>
            </a:p>
            <a:p>
              <a:pPr algn="ctr" eaLnBrk="1" hangingPunct="1"/>
              <a:r>
                <a:rPr lang="en-US" altLang="en-US" sz="1400">
                  <a:latin typeface="Calibri" panose="020F0502020204030204" pitchFamily="34" charset="0"/>
                </a:rPr>
                <a:t>BCD1=BCD1_next;</a:t>
              </a:r>
            </a:p>
            <a:p>
              <a:pPr algn="ctr" eaLnBrk="1" hangingPunct="1"/>
              <a:endParaRPr lang="en-US" altLang="en-US" sz="1400"/>
            </a:p>
          </p:txBody>
        </p:sp>
        <p:cxnSp>
          <p:nvCxnSpPr>
            <p:cNvPr id="179220" name="AutoShape 16">
              <a:extLst>
                <a:ext uri="{FF2B5EF4-FFF2-40B4-BE49-F238E27FC236}">
                  <a16:creationId xmlns:a16="http://schemas.microsoft.com/office/drawing/2014/main" id="{AD7E4FFB-189E-7D54-6043-B1CF3848AB47}"/>
                </a:ext>
              </a:extLst>
            </p:cNvPr>
            <p:cNvCxnSpPr>
              <a:cxnSpLocks noChangeShapeType="1"/>
            </p:cNvCxnSpPr>
            <p:nvPr/>
          </p:nvCxnSpPr>
          <p:spPr bwMode="auto">
            <a:xfrm>
              <a:off x="5645047" y="3795935"/>
              <a:ext cx="0" cy="2286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21" name="AutoShape 17">
              <a:extLst>
                <a:ext uri="{FF2B5EF4-FFF2-40B4-BE49-F238E27FC236}">
                  <a16:creationId xmlns:a16="http://schemas.microsoft.com/office/drawing/2014/main" id="{B15AFBC0-C0DA-CFE2-BF4D-BDB36E9A66C3}"/>
                </a:ext>
              </a:extLst>
            </p:cNvPr>
            <p:cNvSpPr>
              <a:spLocks noChangeArrowheads="1"/>
            </p:cNvSpPr>
            <p:nvPr/>
          </p:nvSpPr>
          <p:spPr bwMode="auto">
            <a:xfrm>
              <a:off x="5050296" y="4038145"/>
              <a:ext cx="1188720" cy="365760"/>
            </a:xfrm>
            <a:prstGeom prst="diamond">
              <a:avLst/>
            </a:prstGeom>
            <a:solidFill>
              <a:srgbClr val="FFFFFF"/>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79222" name="Text Box 18">
              <a:extLst>
                <a:ext uri="{FF2B5EF4-FFF2-40B4-BE49-F238E27FC236}">
                  <a16:creationId xmlns:a16="http://schemas.microsoft.com/office/drawing/2014/main" id="{C1F2BD42-1ADE-9EFA-EEDF-1B9A61C5C62E}"/>
                </a:ext>
              </a:extLst>
            </p:cNvPr>
            <p:cNvSpPr txBox="1">
              <a:spLocks noChangeArrowheads="1"/>
            </p:cNvSpPr>
            <p:nvPr/>
          </p:nvSpPr>
          <p:spPr bwMode="auto">
            <a:xfrm>
              <a:off x="5173898" y="4060786"/>
              <a:ext cx="982170"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a:spcAft>
                  <a:spcPts val="1000"/>
                </a:spcAft>
              </a:pPr>
              <a:r>
                <a:rPr lang="en-US" altLang="en-US" sz="1400">
                  <a:latin typeface="Calibri" panose="020F0502020204030204" pitchFamily="34" charset="0"/>
                </a:rPr>
                <a:t>Cnt==0?</a:t>
              </a:r>
              <a:endParaRPr lang="en-US" altLang="en-US" sz="1400"/>
            </a:p>
          </p:txBody>
        </p:sp>
        <p:cxnSp>
          <p:nvCxnSpPr>
            <p:cNvPr id="179223" name="AutoShape 19">
              <a:extLst>
                <a:ext uri="{FF2B5EF4-FFF2-40B4-BE49-F238E27FC236}">
                  <a16:creationId xmlns:a16="http://schemas.microsoft.com/office/drawing/2014/main" id="{71FB4CFD-68D1-8286-ED49-C1CD4C807412}"/>
                </a:ext>
              </a:extLst>
            </p:cNvPr>
            <p:cNvCxnSpPr>
              <a:cxnSpLocks noChangeShapeType="1"/>
            </p:cNvCxnSpPr>
            <p:nvPr/>
          </p:nvCxnSpPr>
          <p:spPr bwMode="auto">
            <a:xfrm>
              <a:off x="5646624" y="4396039"/>
              <a:ext cx="0" cy="27432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9224" name="AutoShape 20">
              <a:extLst>
                <a:ext uri="{FF2B5EF4-FFF2-40B4-BE49-F238E27FC236}">
                  <a16:creationId xmlns:a16="http://schemas.microsoft.com/office/drawing/2014/main" id="{F928B8BD-7DBC-B0C5-3CC4-C8A219D60A42}"/>
                </a:ext>
              </a:extLst>
            </p:cNvPr>
            <p:cNvCxnSpPr>
              <a:cxnSpLocks noChangeShapeType="1"/>
            </p:cNvCxnSpPr>
            <p:nvPr/>
          </p:nvCxnSpPr>
          <p:spPr bwMode="auto">
            <a:xfrm flipH="1">
              <a:off x="4035649" y="4221643"/>
              <a:ext cx="100584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9225" name="AutoShape 21">
              <a:extLst>
                <a:ext uri="{FF2B5EF4-FFF2-40B4-BE49-F238E27FC236}">
                  <a16:creationId xmlns:a16="http://schemas.microsoft.com/office/drawing/2014/main" id="{F95F7D03-D9AD-84C8-B2C3-DB5608E1F1AD}"/>
                </a:ext>
              </a:extLst>
            </p:cNvPr>
            <p:cNvCxnSpPr>
              <a:cxnSpLocks noChangeShapeType="1"/>
            </p:cNvCxnSpPr>
            <p:nvPr/>
          </p:nvCxnSpPr>
          <p:spPr bwMode="auto">
            <a:xfrm flipV="1">
              <a:off x="4037281" y="2404423"/>
              <a:ext cx="0" cy="182880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9226" name="AutoShape 22">
              <a:extLst>
                <a:ext uri="{FF2B5EF4-FFF2-40B4-BE49-F238E27FC236}">
                  <a16:creationId xmlns:a16="http://schemas.microsoft.com/office/drawing/2014/main" id="{05E2942A-C7E2-3013-4B79-08391DB99028}"/>
                </a:ext>
              </a:extLst>
            </p:cNvPr>
            <p:cNvCxnSpPr>
              <a:cxnSpLocks noChangeShapeType="1"/>
            </p:cNvCxnSpPr>
            <p:nvPr/>
          </p:nvCxnSpPr>
          <p:spPr bwMode="auto">
            <a:xfrm>
              <a:off x="4029730" y="2395956"/>
              <a:ext cx="1581912"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27" name="Text Box 23">
              <a:extLst>
                <a:ext uri="{FF2B5EF4-FFF2-40B4-BE49-F238E27FC236}">
                  <a16:creationId xmlns:a16="http://schemas.microsoft.com/office/drawing/2014/main" id="{BC62A11C-B9E5-5E3D-2F54-BD3F83A313DF}"/>
                </a:ext>
              </a:extLst>
            </p:cNvPr>
            <p:cNvSpPr txBox="1">
              <a:spLocks noChangeArrowheads="1"/>
            </p:cNvSpPr>
            <p:nvPr/>
          </p:nvSpPr>
          <p:spPr bwMode="auto">
            <a:xfrm>
              <a:off x="4407438" y="3964046"/>
              <a:ext cx="660899" cy="297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No</a:t>
              </a:r>
              <a:endParaRPr lang="en-US" altLang="en-US" sz="1400"/>
            </a:p>
          </p:txBody>
        </p:sp>
        <p:sp>
          <p:nvSpPr>
            <p:cNvPr id="179228" name="Text Box 24">
              <a:extLst>
                <a:ext uri="{FF2B5EF4-FFF2-40B4-BE49-F238E27FC236}">
                  <a16:creationId xmlns:a16="http://schemas.microsoft.com/office/drawing/2014/main" id="{87379487-2808-8DEE-0061-5413F0AF646D}"/>
                </a:ext>
              </a:extLst>
            </p:cNvPr>
            <p:cNvSpPr txBox="1">
              <a:spLocks noChangeArrowheads="1"/>
            </p:cNvSpPr>
            <p:nvPr/>
          </p:nvSpPr>
          <p:spPr bwMode="auto">
            <a:xfrm>
              <a:off x="5715468" y="4295075"/>
              <a:ext cx="660899" cy="27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Yes</a:t>
              </a:r>
              <a:endParaRPr lang="en-US" altLang="en-US" sz="1400"/>
            </a:p>
          </p:txBody>
        </p:sp>
        <p:sp>
          <p:nvSpPr>
            <p:cNvPr id="179229" name="Rectangle 25">
              <a:extLst>
                <a:ext uri="{FF2B5EF4-FFF2-40B4-BE49-F238E27FC236}">
                  <a16:creationId xmlns:a16="http://schemas.microsoft.com/office/drawing/2014/main" id="{4E8208A5-08F3-7143-013A-EC4C49F4BEDE}"/>
                </a:ext>
              </a:extLst>
            </p:cNvPr>
            <p:cNvSpPr>
              <a:spLocks noChangeArrowheads="1"/>
            </p:cNvSpPr>
            <p:nvPr/>
          </p:nvSpPr>
          <p:spPr bwMode="auto">
            <a:xfrm>
              <a:off x="5117905" y="4669066"/>
              <a:ext cx="1097280" cy="323829"/>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Calibri" panose="020F0502020204030204" pitchFamily="34" charset="0"/>
                </a:rPr>
                <a:t>Done=1</a:t>
              </a:r>
              <a:endParaRPr lang="en-US" altLang="en-US" sz="1400">
                <a:latin typeface="Times New Roman" panose="02020603050405020304" pitchFamily="18" charset="0"/>
              </a:endParaRPr>
            </a:p>
            <a:p>
              <a:pPr eaLnBrk="1" hangingPunct="1"/>
              <a:endParaRPr lang="en-US" altLang="en-US" sz="1400"/>
            </a:p>
          </p:txBody>
        </p:sp>
        <p:cxnSp>
          <p:nvCxnSpPr>
            <p:cNvPr id="179230" name="AutoShape 26">
              <a:extLst>
                <a:ext uri="{FF2B5EF4-FFF2-40B4-BE49-F238E27FC236}">
                  <a16:creationId xmlns:a16="http://schemas.microsoft.com/office/drawing/2014/main" id="{CD99280B-769D-B8EA-B124-9A0ED9758AFD}"/>
                </a:ext>
              </a:extLst>
            </p:cNvPr>
            <p:cNvCxnSpPr>
              <a:cxnSpLocks noChangeShapeType="1"/>
            </p:cNvCxnSpPr>
            <p:nvPr/>
          </p:nvCxnSpPr>
          <p:spPr bwMode="auto">
            <a:xfrm>
              <a:off x="5632855" y="4992896"/>
              <a:ext cx="0" cy="301752"/>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31" name="Text Box 27">
              <a:extLst>
                <a:ext uri="{FF2B5EF4-FFF2-40B4-BE49-F238E27FC236}">
                  <a16:creationId xmlns:a16="http://schemas.microsoft.com/office/drawing/2014/main" id="{DF057F90-66B0-083C-3A3C-1FE1E49048C9}"/>
                </a:ext>
              </a:extLst>
            </p:cNvPr>
            <p:cNvSpPr txBox="1">
              <a:spLocks noChangeArrowheads="1"/>
            </p:cNvSpPr>
            <p:nvPr/>
          </p:nvSpPr>
          <p:spPr bwMode="auto">
            <a:xfrm>
              <a:off x="5215981" y="1106700"/>
              <a:ext cx="1040916"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Start==1?</a:t>
              </a:r>
              <a:endParaRPr lang="en-US" altLang="en-US" sz="1400"/>
            </a:p>
          </p:txBody>
        </p:sp>
        <p:sp>
          <p:nvSpPr>
            <p:cNvPr id="179232" name="Text Box 29">
              <a:extLst>
                <a:ext uri="{FF2B5EF4-FFF2-40B4-BE49-F238E27FC236}">
                  <a16:creationId xmlns:a16="http://schemas.microsoft.com/office/drawing/2014/main" id="{DED59AE3-91F6-63E0-1F9F-8B934F30E66B}"/>
                </a:ext>
              </a:extLst>
            </p:cNvPr>
            <p:cNvSpPr txBox="1">
              <a:spLocks noChangeArrowheads="1"/>
            </p:cNvSpPr>
            <p:nvPr/>
          </p:nvSpPr>
          <p:spPr bwMode="auto">
            <a:xfrm>
              <a:off x="5198141" y="5376111"/>
              <a:ext cx="1040916"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start==1?</a:t>
              </a:r>
              <a:endParaRPr lang="en-US" altLang="en-US" sz="1400"/>
            </a:p>
          </p:txBody>
        </p:sp>
        <p:cxnSp>
          <p:nvCxnSpPr>
            <p:cNvPr id="179233" name="AutoShape 30">
              <a:extLst>
                <a:ext uri="{FF2B5EF4-FFF2-40B4-BE49-F238E27FC236}">
                  <a16:creationId xmlns:a16="http://schemas.microsoft.com/office/drawing/2014/main" id="{2E19E671-3C1C-3911-CDF3-9F67AC1B1C79}"/>
                </a:ext>
              </a:extLst>
            </p:cNvPr>
            <p:cNvCxnSpPr>
              <a:cxnSpLocks noChangeShapeType="1"/>
            </p:cNvCxnSpPr>
            <p:nvPr/>
          </p:nvCxnSpPr>
          <p:spPr bwMode="auto">
            <a:xfrm flipH="1">
              <a:off x="4060894" y="5507420"/>
              <a:ext cx="1040916"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79234" name="AutoShape 31">
              <a:extLst>
                <a:ext uri="{FF2B5EF4-FFF2-40B4-BE49-F238E27FC236}">
                  <a16:creationId xmlns:a16="http://schemas.microsoft.com/office/drawing/2014/main" id="{98760EDC-114B-577B-9ACF-7147BF97466F}"/>
                </a:ext>
              </a:extLst>
            </p:cNvPr>
            <p:cNvCxnSpPr>
              <a:cxnSpLocks noChangeShapeType="1"/>
            </p:cNvCxnSpPr>
            <p:nvPr/>
          </p:nvCxnSpPr>
          <p:spPr bwMode="auto">
            <a:xfrm flipV="1">
              <a:off x="4075074" y="5105071"/>
              <a:ext cx="0" cy="39319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79235" name="Text Box 32">
              <a:extLst>
                <a:ext uri="{FF2B5EF4-FFF2-40B4-BE49-F238E27FC236}">
                  <a16:creationId xmlns:a16="http://schemas.microsoft.com/office/drawing/2014/main" id="{A65FBA7D-EC18-203B-6926-C7FBC2439DD1}"/>
                </a:ext>
              </a:extLst>
            </p:cNvPr>
            <p:cNvSpPr txBox="1">
              <a:spLocks noChangeArrowheads="1"/>
            </p:cNvSpPr>
            <p:nvPr/>
          </p:nvSpPr>
          <p:spPr bwMode="auto">
            <a:xfrm>
              <a:off x="4521608" y="5229772"/>
              <a:ext cx="660899" cy="297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Yes</a:t>
              </a:r>
              <a:endParaRPr lang="en-US" altLang="en-US" sz="1400"/>
            </a:p>
          </p:txBody>
        </p:sp>
        <p:cxnSp>
          <p:nvCxnSpPr>
            <p:cNvPr id="179236" name="AutoShape 33">
              <a:extLst>
                <a:ext uri="{FF2B5EF4-FFF2-40B4-BE49-F238E27FC236}">
                  <a16:creationId xmlns:a16="http://schemas.microsoft.com/office/drawing/2014/main" id="{B8E4E59B-509D-9A6D-2A89-3FAEA2DF4759}"/>
                </a:ext>
              </a:extLst>
            </p:cNvPr>
            <p:cNvCxnSpPr>
              <a:cxnSpLocks noChangeShapeType="1"/>
            </p:cNvCxnSpPr>
            <p:nvPr/>
          </p:nvCxnSpPr>
          <p:spPr bwMode="auto">
            <a:xfrm>
              <a:off x="4077828" y="5113538"/>
              <a:ext cx="155448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9237" name="AutoShape 34">
              <a:extLst>
                <a:ext uri="{FF2B5EF4-FFF2-40B4-BE49-F238E27FC236}">
                  <a16:creationId xmlns:a16="http://schemas.microsoft.com/office/drawing/2014/main" id="{7D661CEA-9ADE-4027-A3CD-D7678893C26B}"/>
                </a:ext>
              </a:extLst>
            </p:cNvPr>
            <p:cNvCxnSpPr>
              <a:cxnSpLocks noChangeShapeType="1"/>
            </p:cNvCxnSpPr>
            <p:nvPr/>
          </p:nvCxnSpPr>
          <p:spPr bwMode="auto">
            <a:xfrm>
              <a:off x="6215510" y="5504033"/>
              <a:ext cx="45720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38" name="Oval 35">
              <a:extLst>
                <a:ext uri="{FF2B5EF4-FFF2-40B4-BE49-F238E27FC236}">
                  <a16:creationId xmlns:a16="http://schemas.microsoft.com/office/drawing/2014/main" id="{D2B250F0-1196-FDB9-804B-A8D32B04A2AD}"/>
                </a:ext>
              </a:extLst>
            </p:cNvPr>
            <p:cNvSpPr>
              <a:spLocks noChangeArrowheads="1"/>
            </p:cNvSpPr>
            <p:nvPr/>
          </p:nvSpPr>
          <p:spPr bwMode="auto">
            <a:xfrm>
              <a:off x="6676699" y="5335346"/>
              <a:ext cx="867430" cy="342878"/>
            </a:xfrm>
            <a:prstGeom prst="ellipse">
              <a:avLst/>
            </a:prstGeom>
            <a:solidFill>
              <a:srgbClr val="FFFFFF"/>
            </a:solidFill>
            <a:ln w="28575">
              <a:solidFill>
                <a:srgbClr val="000000"/>
              </a:solidFill>
              <a:round/>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79239" name="Text Box 36">
              <a:extLst>
                <a:ext uri="{FF2B5EF4-FFF2-40B4-BE49-F238E27FC236}">
                  <a16:creationId xmlns:a16="http://schemas.microsoft.com/office/drawing/2014/main" id="{99C41674-8AD0-907E-94F9-E50B7FE4829D}"/>
                </a:ext>
              </a:extLst>
            </p:cNvPr>
            <p:cNvSpPr txBox="1">
              <a:spLocks noChangeArrowheads="1"/>
            </p:cNvSpPr>
            <p:nvPr/>
          </p:nvSpPr>
          <p:spPr bwMode="auto">
            <a:xfrm>
              <a:off x="6904954" y="5355452"/>
              <a:ext cx="671752" cy="285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End</a:t>
              </a:r>
              <a:endParaRPr lang="en-US" altLang="en-US" sz="1400"/>
            </a:p>
          </p:txBody>
        </p:sp>
        <p:sp>
          <p:nvSpPr>
            <p:cNvPr id="179240" name="Text Box 37">
              <a:extLst>
                <a:ext uri="{FF2B5EF4-FFF2-40B4-BE49-F238E27FC236}">
                  <a16:creationId xmlns:a16="http://schemas.microsoft.com/office/drawing/2014/main" id="{4C967DFF-85D2-4E12-020E-27F5A5AC5271}"/>
                </a:ext>
              </a:extLst>
            </p:cNvPr>
            <p:cNvSpPr txBox="1">
              <a:spLocks noChangeArrowheads="1"/>
            </p:cNvSpPr>
            <p:nvPr/>
          </p:nvSpPr>
          <p:spPr bwMode="auto">
            <a:xfrm>
              <a:off x="6073455" y="529398"/>
              <a:ext cx="591138"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S0</a:t>
              </a:r>
              <a:endParaRPr lang="en-US" altLang="en-US" sz="1600"/>
            </a:p>
          </p:txBody>
        </p:sp>
        <p:sp>
          <p:nvSpPr>
            <p:cNvPr id="179241" name="Text Box 38">
              <a:extLst>
                <a:ext uri="{FF2B5EF4-FFF2-40B4-BE49-F238E27FC236}">
                  <a16:creationId xmlns:a16="http://schemas.microsoft.com/office/drawing/2014/main" id="{25581CD1-5653-2C39-244D-B55877ED4485}"/>
                </a:ext>
              </a:extLst>
            </p:cNvPr>
            <p:cNvSpPr txBox="1">
              <a:spLocks noChangeArrowheads="1"/>
            </p:cNvSpPr>
            <p:nvPr/>
          </p:nvSpPr>
          <p:spPr bwMode="auto">
            <a:xfrm>
              <a:off x="6784062" y="1763581"/>
              <a:ext cx="591138"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S1</a:t>
              </a:r>
              <a:endParaRPr lang="en-US" altLang="en-US" sz="1600"/>
            </a:p>
          </p:txBody>
        </p:sp>
        <p:sp>
          <p:nvSpPr>
            <p:cNvPr id="179242" name="Text Box 39">
              <a:extLst>
                <a:ext uri="{FF2B5EF4-FFF2-40B4-BE49-F238E27FC236}">
                  <a16:creationId xmlns:a16="http://schemas.microsoft.com/office/drawing/2014/main" id="{FF95BE43-86FE-0E66-7F3D-0D275395CF0B}"/>
                </a:ext>
              </a:extLst>
            </p:cNvPr>
            <p:cNvSpPr txBox="1">
              <a:spLocks noChangeArrowheads="1"/>
            </p:cNvSpPr>
            <p:nvPr/>
          </p:nvSpPr>
          <p:spPr bwMode="auto">
            <a:xfrm>
              <a:off x="6784062" y="2568024"/>
              <a:ext cx="591138"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S2</a:t>
              </a:r>
              <a:endParaRPr lang="en-US" altLang="en-US" sz="1600"/>
            </a:p>
          </p:txBody>
        </p:sp>
        <p:sp>
          <p:nvSpPr>
            <p:cNvPr id="179243" name="Text Box 40">
              <a:extLst>
                <a:ext uri="{FF2B5EF4-FFF2-40B4-BE49-F238E27FC236}">
                  <a16:creationId xmlns:a16="http://schemas.microsoft.com/office/drawing/2014/main" id="{2C19B4DA-CE55-C086-4DDE-6BFF3AFE9B54}"/>
                </a:ext>
              </a:extLst>
            </p:cNvPr>
            <p:cNvSpPr txBox="1">
              <a:spLocks noChangeArrowheads="1"/>
            </p:cNvSpPr>
            <p:nvPr/>
          </p:nvSpPr>
          <p:spPr bwMode="auto">
            <a:xfrm>
              <a:off x="6246423" y="4678471"/>
              <a:ext cx="591138"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S3</a:t>
              </a:r>
              <a:endParaRPr lang="en-US" altLang="en-US" sz="1600"/>
            </a:p>
          </p:txBody>
        </p:sp>
        <p:sp>
          <p:nvSpPr>
            <p:cNvPr id="179244" name="Text Box 41">
              <a:extLst>
                <a:ext uri="{FF2B5EF4-FFF2-40B4-BE49-F238E27FC236}">
                  <a16:creationId xmlns:a16="http://schemas.microsoft.com/office/drawing/2014/main" id="{1E1A66E1-F1BA-3698-A542-3EAD12A5E2F0}"/>
                </a:ext>
              </a:extLst>
            </p:cNvPr>
            <p:cNvSpPr txBox="1">
              <a:spLocks noChangeArrowheads="1"/>
            </p:cNvSpPr>
            <p:nvPr/>
          </p:nvSpPr>
          <p:spPr bwMode="auto">
            <a:xfrm>
              <a:off x="7510672" y="5319994"/>
              <a:ext cx="591138"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S0</a:t>
              </a:r>
              <a:endParaRPr lang="en-US" altLang="en-US" sz="1600"/>
            </a:p>
          </p:txBody>
        </p:sp>
        <p:sp>
          <p:nvSpPr>
            <p:cNvPr id="179245" name="Text Box 38">
              <a:extLst>
                <a:ext uri="{FF2B5EF4-FFF2-40B4-BE49-F238E27FC236}">
                  <a16:creationId xmlns:a16="http://schemas.microsoft.com/office/drawing/2014/main" id="{554C5242-2675-1AE1-409F-16175AE6E626}"/>
                </a:ext>
              </a:extLst>
            </p:cNvPr>
            <p:cNvSpPr txBox="1">
              <a:spLocks noChangeArrowheads="1"/>
            </p:cNvSpPr>
            <p:nvPr/>
          </p:nvSpPr>
          <p:spPr bwMode="auto">
            <a:xfrm>
              <a:off x="3967710" y="1855701"/>
              <a:ext cx="591138"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y1</a:t>
              </a:r>
              <a:endParaRPr lang="en-US" altLang="en-US" sz="1600"/>
            </a:p>
          </p:txBody>
        </p:sp>
        <p:sp>
          <p:nvSpPr>
            <p:cNvPr id="179246" name="Text Box 38">
              <a:extLst>
                <a:ext uri="{FF2B5EF4-FFF2-40B4-BE49-F238E27FC236}">
                  <a16:creationId xmlns:a16="http://schemas.microsoft.com/office/drawing/2014/main" id="{B970565F-E01A-AADC-E90C-719760C88930}"/>
                </a:ext>
              </a:extLst>
            </p:cNvPr>
            <p:cNvSpPr txBox="1">
              <a:spLocks noChangeArrowheads="1"/>
            </p:cNvSpPr>
            <p:nvPr/>
          </p:nvSpPr>
          <p:spPr bwMode="auto">
            <a:xfrm>
              <a:off x="6784062" y="2799079"/>
              <a:ext cx="591138" cy="277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y2</a:t>
              </a:r>
              <a:endParaRPr lang="en-US" altLang="en-US" sz="1600"/>
            </a:p>
          </p:txBody>
        </p:sp>
        <p:sp>
          <p:nvSpPr>
            <p:cNvPr id="179247" name="Text Box 38">
              <a:extLst>
                <a:ext uri="{FF2B5EF4-FFF2-40B4-BE49-F238E27FC236}">
                  <a16:creationId xmlns:a16="http://schemas.microsoft.com/office/drawing/2014/main" id="{8B69CBC5-28D6-E1A6-925A-478664BD2283}"/>
                </a:ext>
              </a:extLst>
            </p:cNvPr>
            <p:cNvSpPr txBox="1">
              <a:spLocks noChangeArrowheads="1"/>
            </p:cNvSpPr>
            <p:nvPr/>
          </p:nvSpPr>
          <p:spPr bwMode="auto">
            <a:xfrm>
              <a:off x="4727682" y="4640905"/>
              <a:ext cx="591138" cy="277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y3</a:t>
              </a:r>
              <a:endParaRPr lang="en-US" altLang="en-US" sz="1600"/>
            </a:p>
          </p:txBody>
        </p:sp>
        <p:sp>
          <p:nvSpPr>
            <p:cNvPr id="179248" name="Text Box 23">
              <a:extLst>
                <a:ext uri="{FF2B5EF4-FFF2-40B4-BE49-F238E27FC236}">
                  <a16:creationId xmlns:a16="http://schemas.microsoft.com/office/drawing/2014/main" id="{30EA5663-5C03-4F06-3043-CE9D90B8F0E3}"/>
                </a:ext>
              </a:extLst>
            </p:cNvPr>
            <p:cNvSpPr txBox="1">
              <a:spLocks noChangeArrowheads="1"/>
            </p:cNvSpPr>
            <p:nvPr/>
          </p:nvSpPr>
          <p:spPr bwMode="auto">
            <a:xfrm>
              <a:off x="6148607" y="5193246"/>
              <a:ext cx="660899" cy="297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No</a:t>
              </a:r>
              <a:endParaRPr lang="en-US" altLang="en-US" sz="1400"/>
            </a:p>
          </p:txBody>
        </p:sp>
        <p:sp>
          <p:nvSpPr>
            <p:cNvPr id="179249" name="Rectangle 15">
              <a:extLst>
                <a:ext uri="{FF2B5EF4-FFF2-40B4-BE49-F238E27FC236}">
                  <a16:creationId xmlns:a16="http://schemas.microsoft.com/office/drawing/2014/main" id="{FA2747C2-3270-1FC8-598F-B44D8E97F0D8}"/>
                </a:ext>
              </a:extLst>
            </p:cNvPr>
            <p:cNvSpPr>
              <a:spLocks noChangeArrowheads="1"/>
            </p:cNvSpPr>
            <p:nvPr/>
          </p:nvSpPr>
          <p:spPr bwMode="auto">
            <a:xfrm>
              <a:off x="4467992" y="3338735"/>
              <a:ext cx="2377440" cy="457200"/>
            </a:xfrm>
            <a:prstGeom prst="rect">
              <a:avLst/>
            </a:prstGeom>
            <a:solidFill>
              <a:srgbClr val="FFFFFF"/>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latin typeface="Calibri" panose="020F0502020204030204" pitchFamily="34" charset="0"/>
                </a:rPr>
                <a:t>Shift left RB,BCD0,BCD1,BCD2</a:t>
              </a:r>
              <a:endParaRPr lang="en-US" altLang="en-US" sz="1400">
                <a:latin typeface="Times New Roman" panose="02020603050405020304" pitchFamily="18" charset="0"/>
              </a:endParaRPr>
            </a:p>
            <a:p>
              <a:pPr algn="ctr" eaLnBrk="1" hangingPunct="1"/>
              <a:r>
                <a:rPr lang="en-US" altLang="en-US" sz="1400">
                  <a:latin typeface="Calibri" panose="020F0502020204030204" pitchFamily="34" charset="0"/>
                </a:rPr>
                <a:t>Cnt=Cnt-1</a:t>
              </a:r>
            </a:p>
            <a:p>
              <a:pPr algn="ctr" eaLnBrk="1" hangingPunct="1"/>
              <a:endParaRPr lang="en-US" altLang="en-US" sz="1400"/>
            </a:p>
          </p:txBody>
        </p:sp>
        <p:cxnSp>
          <p:nvCxnSpPr>
            <p:cNvPr id="179250" name="AutoShape 14">
              <a:extLst>
                <a:ext uri="{FF2B5EF4-FFF2-40B4-BE49-F238E27FC236}">
                  <a16:creationId xmlns:a16="http://schemas.microsoft.com/office/drawing/2014/main" id="{50A4E2DB-FF0A-9BF2-9F3F-F944550F76DF}"/>
                </a:ext>
              </a:extLst>
            </p:cNvPr>
            <p:cNvCxnSpPr>
              <a:cxnSpLocks noChangeShapeType="1"/>
            </p:cNvCxnSpPr>
            <p:nvPr/>
          </p:nvCxnSpPr>
          <p:spPr bwMode="auto">
            <a:xfrm>
              <a:off x="5630075" y="3057241"/>
              <a:ext cx="0" cy="27432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9251" name="AutoShape 6">
              <a:extLst>
                <a:ext uri="{FF2B5EF4-FFF2-40B4-BE49-F238E27FC236}">
                  <a16:creationId xmlns:a16="http://schemas.microsoft.com/office/drawing/2014/main" id="{4859E1E6-73F5-9679-89C5-5F6D1BA1CA7F}"/>
                </a:ext>
              </a:extLst>
            </p:cNvPr>
            <p:cNvSpPr>
              <a:spLocks noChangeArrowheads="1"/>
            </p:cNvSpPr>
            <p:nvPr/>
          </p:nvSpPr>
          <p:spPr bwMode="auto">
            <a:xfrm>
              <a:off x="5086236" y="5297058"/>
              <a:ext cx="1093237" cy="396215"/>
            </a:xfrm>
            <a:prstGeom prst="diamond">
              <a:avLst/>
            </a:prstGeom>
            <a:solidFill>
              <a:srgbClr val="FFFFFF"/>
            </a:solidFill>
            <a:ln w="28575">
              <a:solidFill>
                <a:srgbClr val="000000"/>
              </a:solidFill>
              <a:miter lim="800000"/>
              <a:headEnd/>
              <a:tailEnd/>
            </a:ln>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79252" name="Text Box 27">
              <a:extLst>
                <a:ext uri="{FF2B5EF4-FFF2-40B4-BE49-F238E27FC236}">
                  <a16:creationId xmlns:a16="http://schemas.microsoft.com/office/drawing/2014/main" id="{E3501654-87F5-3F93-EFAA-D42879B35FF6}"/>
                </a:ext>
              </a:extLst>
            </p:cNvPr>
            <p:cNvSpPr txBox="1">
              <a:spLocks noChangeArrowheads="1"/>
            </p:cNvSpPr>
            <p:nvPr/>
          </p:nvSpPr>
          <p:spPr bwMode="auto">
            <a:xfrm>
              <a:off x="5198401" y="5335338"/>
              <a:ext cx="1040916"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400">
                  <a:latin typeface="Calibri" panose="020F0502020204030204" pitchFamily="34" charset="0"/>
                </a:rPr>
                <a:t>Start==1?</a:t>
              </a:r>
              <a:endParaRPr lang="en-US" altLang="en-US" sz="1400"/>
            </a:p>
          </p:txBody>
        </p:sp>
        <p:sp>
          <p:nvSpPr>
            <p:cNvPr id="179253" name="Text Box 39">
              <a:extLst>
                <a:ext uri="{FF2B5EF4-FFF2-40B4-BE49-F238E27FC236}">
                  <a16:creationId xmlns:a16="http://schemas.microsoft.com/office/drawing/2014/main" id="{855E66CE-0992-E35D-46B5-0DC08AB445DB}"/>
                </a:ext>
              </a:extLst>
            </p:cNvPr>
            <p:cNvSpPr txBox="1">
              <a:spLocks noChangeArrowheads="1"/>
            </p:cNvSpPr>
            <p:nvPr/>
          </p:nvSpPr>
          <p:spPr bwMode="auto">
            <a:xfrm>
              <a:off x="6784151" y="2012480"/>
              <a:ext cx="591138"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t>y1</a:t>
              </a:r>
            </a:p>
          </p:txBody>
        </p:sp>
        <p:sp>
          <p:nvSpPr>
            <p:cNvPr id="179254" name="Text Box 39">
              <a:extLst>
                <a:ext uri="{FF2B5EF4-FFF2-40B4-BE49-F238E27FC236}">
                  <a16:creationId xmlns:a16="http://schemas.microsoft.com/office/drawing/2014/main" id="{815F21ED-7BCB-4D61-35DB-00B8F7F06AFD}"/>
                </a:ext>
              </a:extLst>
            </p:cNvPr>
            <p:cNvSpPr txBox="1">
              <a:spLocks noChangeArrowheads="1"/>
            </p:cNvSpPr>
            <p:nvPr/>
          </p:nvSpPr>
          <p:spPr bwMode="auto">
            <a:xfrm>
              <a:off x="6867030" y="3279466"/>
              <a:ext cx="591138" cy="23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S3</a:t>
              </a:r>
              <a:endParaRPr lang="en-US" altLang="en-US" sz="1600"/>
            </a:p>
          </p:txBody>
        </p:sp>
        <p:sp>
          <p:nvSpPr>
            <p:cNvPr id="179255" name="Text Box 38">
              <a:extLst>
                <a:ext uri="{FF2B5EF4-FFF2-40B4-BE49-F238E27FC236}">
                  <a16:creationId xmlns:a16="http://schemas.microsoft.com/office/drawing/2014/main" id="{6884E34E-EDDA-B96E-87F1-F616C0FAD643}"/>
                </a:ext>
              </a:extLst>
            </p:cNvPr>
            <p:cNvSpPr txBox="1">
              <a:spLocks noChangeArrowheads="1"/>
            </p:cNvSpPr>
            <p:nvPr/>
          </p:nvSpPr>
          <p:spPr bwMode="auto">
            <a:xfrm>
              <a:off x="6877525" y="3525774"/>
              <a:ext cx="591138" cy="277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spcAft>
                  <a:spcPts val="1000"/>
                </a:spcAft>
              </a:pPr>
              <a:r>
                <a:rPr lang="en-US" altLang="en-US" sz="1600">
                  <a:latin typeface="Calibri" panose="020F0502020204030204" pitchFamily="34" charset="0"/>
                </a:rPr>
                <a:t>y3</a:t>
              </a:r>
              <a:endParaRPr lang="en-US" altLang="en-US" sz="1600"/>
            </a:p>
          </p:txBody>
        </p:sp>
      </p:grpSp>
      <p:grpSp>
        <p:nvGrpSpPr>
          <p:cNvPr id="179204" name="Group 4">
            <a:extLst>
              <a:ext uri="{FF2B5EF4-FFF2-40B4-BE49-F238E27FC236}">
                <a16:creationId xmlns:a16="http://schemas.microsoft.com/office/drawing/2014/main" id="{209C5397-32F0-96AC-D2EF-50C75BA58F63}"/>
              </a:ext>
            </a:extLst>
          </p:cNvPr>
          <p:cNvGrpSpPr>
            <a:grpSpLocks/>
          </p:cNvGrpSpPr>
          <p:nvPr/>
        </p:nvGrpSpPr>
        <p:grpSpPr bwMode="auto">
          <a:xfrm>
            <a:off x="2354263" y="1606551"/>
            <a:ext cx="3535362" cy="4468813"/>
            <a:chOff x="753491" y="1008904"/>
            <a:chExt cx="3536012" cy="4469100"/>
          </a:xfrm>
        </p:grpSpPr>
        <p:pic>
          <p:nvPicPr>
            <p:cNvPr id="179205" name="Picture 4">
              <a:extLst>
                <a:ext uri="{FF2B5EF4-FFF2-40B4-BE49-F238E27FC236}">
                  <a16:creationId xmlns:a16="http://schemas.microsoft.com/office/drawing/2014/main" id="{CF9CD1CD-0A78-ED8B-815A-A5D6EE034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491" y="1008904"/>
              <a:ext cx="2462810" cy="446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9206" name="TextBox 3">
              <a:extLst>
                <a:ext uri="{FF2B5EF4-FFF2-40B4-BE49-F238E27FC236}">
                  <a16:creationId xmlns:a16="http://schemas.microsoft.com/office/drawing/2014/main" id="{724D22FB-E5C7-F9FC-8F84-A8BC05F7E21A}"/>
                </a:ext>
              </a:extLst>
            </p:cNvPr>
            <p:cNvSpPr txBox="1">
              <a:spLocks noChangeArrowheads="1"/>
            </p:cNvSpPr>
            <p:nvPr/>
          </p:nvSpPr>
          <p:spPr bwMode="auto">
            <a:xfrm>
              <a:off x="2591319" y="1402648"/>
              <a:ext cx="16981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a:t>Graph of FSM</a:t>
              </a:r>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Заголовок 1">
            <a:extLst>
              <a:ext uri="{FF2B5EF4-FFF2-40B4-BE49-F238E27FC236}">
                <a16:creationId xmlns:a16="http://schemas.microsoft.com/office/drawing/2014/main" id="{CE06539D-A399-9158-411E-F2602A8F4140}"/>
              </a:ext>
            </a:extLst>
          </p:cNvPr>
          <p:cNvSpPr>
            <a:spLocks noGrp="1" noChangeArrowheads="1"/>
          </p:cNvSpPr>
          <p:nvPr>
            <p:ph type="title"/>
          </p:nvPr>
        </p:nvSpPr>
        <p:spPr/>
        <p:txBody>
          <a:bodyPr>
            <a:normAutofit/>
          </a:bodyPr>
          <a:lstStyle/>
          <a:p>
            <a:r>
              <a:rPr lang="en-US" altLang="en-US" dirty="0"/>
              <a:t>FSM Analysis </a:t>
            </a:r>
            <a:endParaRPr lang="ru-RU" altLang="en-US" dirty="0"/>
          </a:p>
        </p:txBody>
      </p:sp>
      <p:sp>
        <p:nvSpPr>
          <p:cNvPr id="3" name="Объект 2">
            <a:extLst>
              <a:ext uri="{FF2B5EF4-FFF2-40B4-BE49-F238E27FC236}">
                <a16:creationId xmlns:a16="http://schemas.microsoft.com/office/drawing/2014/main" id="{8A51DEA8-598C-4323-85E8-F90A63E64FDD}"/>
              </a:ext>
            </a:extLst>
          </p:cNvPr>
          <p:cNvSpPr>
            <a:spLocks noGrp="1"/>
          </p:cNvSpPr>
          <p:nvPr>
            <p:ph type="body" sz="quarter" idx="10"/>
          </p:nvPr>
        </p:nvSpPr>
        <p:spPr/>
        <p:txBody>
          <a:bodyPr/>
          <a:lstStyle/>
          <a:p>
            <a:r>
              <a:rPr lang="en-US"/>
              <a:t>The goal of FSM analysis is </a:t>
            </a:r>
            <a:r>
              <a:rPr lang="ru-RU"/>
              <a:t> </a:t>
            </a:r>
            <a:r>
              <a:rPr lang="en-US"/>
              <a:t>to</a:t>
            </a:r>
            <a:r>
              <a:rPr lang="ru-RU"/>
              <a:t> </a:t>
            </a:r>
            <a:r>
              <a:rPr lang="en-US"/>
              <a:t>determine the next state and output functions  so that the behavior of circuit can be predicted.</a:t>
            </a:r>
          </a:p>
          <a:p>
            <a:r>
              <a:rPr lang="en-US"/>
              <a:t>Stages of analysis</a:t>
            </a:r>
            <a:r>
              <a:rPr lang="ru-RU"/>
              <a:t>:</a:t>
            </a:r>
          </a:p>
          <a:p>
            <a:r>
              <a:rPr lang="en-US"/>
              <a:t>Determine the next state </a:t>
            </a:r>
            <a:r>
              <a:rPr lang="ru-RU">
                <a:sym typeface="Symbol" pitchFamily="18" charset="2"/>
              </a:rPr>
              <a:t></a:t>
            </a:r>
            <a:r>
              <a:rPr lang="en-US"/>
              <a:t> and output </a:t>
            </a:r>
            <a:r>
              <a:rPr lang="ru-RU">
                <a:sym typeface="Symbol" pitchFamily="18" charset="2"/>
              </a:rPr>
              <a:t></a:t>
            </a:r>
            <a:r>
              <a:rPr lang="en-US">
                <a:sym typeface="Symbol" pitchFamily="18" charset="2"/>
              </a:rPr>
              <a:t> </a:t>
            </a:r>
            <a:r>
              <a:rPr lang="en-US"/>
              <a:t>functions </a:t>
            </a:r>
          </a:p>
          <a:p>
            <a:r>
              <a:rPr lang="en-US"/>
              <a:t>Use that functions to construct state/output table</a:t>
            </a:r>
            <a:endParaRPr lang="ru-RU"/>
          </a:p>
          <a:p>
            <a:r>
              <a:rPr lang="en-US"/>
              <a:t>Draw a state diagram (optional)</a:t>
            </a:r>
          </a:p>
          <a:p>
            <a:r>
              <a:rPr lang="en-US"/>
              <a:t>Next state functions are determined using characteristic equations of flip-flops.</a:t>
            </a:r>
            <a:endParaRPr lang="ru-RU"/>
          </a:p>
          <a:p>
            <a:endParaRPr lang="ru-RU"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168">
            <a:extLst>
              <a:ext uri="{FF2B5EF4-FFF2-40B4-BE49-F238E27FC236}">
                <a16:creationId xmlns:a16="http://schemas.microsoft.com/office/drawing/2014/main" id="{CDFF2D5F-54BF-533E-064D-5E7DEFA80CD3}"/>
              </a:ext>
            </a:extLst>
          </p:cNvPr>
          <p:cNvSpPr txBox="1">
            <a:spLocks noChangeArrowheads="1"/>
          </p:cNvSpPr>
          <p:nvPr/>
        </p:nvSpPr>
        <p:spPr bwMode="auto">
          <a:xfrm>
            <a:off x="1976439" y="3967164"/>
            <a:ext cx="6308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buClr>
                <a:schemeClr val="accent1"/>
              </a:buClr>
              <a:buFont typeface="Arial" panose="020B0604020202020204" pitchFamily="34" charset="0"/>
              <a:buAutoNum type="arabicPeriod"/>
            </a:pPr>
            <a:r>
              <a:rPr lang="en-US" altLang="en-US" sz="2000">
                <a:sym typeface="Symbol" panose="05050102010706020507" pitchFamily="18" charset="2"/>
              </a:rPr>
              <a:t>Determine next state  and output functions</a:t>
            </a:r>
            <a:endParaRPr lang="ru-RU" altLang="en-US" sz="2000"/>
          </a:p>
        </p:txBody>
      </p:sp>
      <p:sp>
        <p:nvSpPr>
          <p:cNvPr id="181251" name="Text Box 169">
            <a:extLst>
              <a:ext uri="{FF2B5EF4-FFF2-40B4-BE49-F238E27FC236}">
                <a16:creationId xmlns:a16="http://schemas.microsoft.com/office/drawing/2014/main" id="{CF622A9C-3BD8-6FAD-8166-27DE99637A21}"/>
              </a:ext>
            </a:extLst>
          </p:cNvPr>
          <p:cNvSpPr txBox="1">
            <a:spLocks noChangeArrowheads="1"/>
          </p:cNvSpPr>
          <p:nvPr/>
        </p:nvSpPr>
        <p:spPr bwMode="auto">
          <a:xfrm>
            <a:off x="7240588" y="2551114"/>
            <a:ext cx="30099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Characteristic equation of T flip-flop:  q* = q </a:t>
            </a:r>
            <a:r>
              <a:rPr lang="en-US" altLang="en-US" sz="2000">
                <a:sym typeface="Symbol" panose="05050102010706020507" pitchFamily="18" charset="2"/>
              </a:rPr>
              <a:t>T</a:t>
            </a:r>
          </a:p>
          <a:p>
            <a:pPr eaLnBrk="1" hangingPunct="1"/>
            <a:endParaRPr lang="ru-RU" altLang="en-US" sz="2000"/>
          </a:p>
        </p:txBody>
      </p:sp>
      <p:grpSp>
        <p:nvGrpSpPr>
          <p:cNvPr id="181252" name="Group 173">
            <a:extLst>
              <a:ext uri="{FF2B5EF4-FFF2-40B4-BE49-F238E27FC236}">
                <a16:creationId xmlns:a16="http://schemas.microsoft.com/office/drawing/2014/main" id="{E420D796-6D86-68BF-C6AF-903F010F55D4}"/>
              </a:ext>
            </a:extLst>
          </p:cNvPr>
          <p:cNvGrpSpPr>
            <a:grpSpLocks/>
          </p:cNvGrpSpPr>
          <p:nvPr/>
        </p:nvGrpSpPr>
        <p:grpSpPr bwMode="auto">
          <a:xfrm>
            <a:off x="2312988" y="4403726"/>
            <a:ext cx="7561262" cy="1323975"/>
            <a:chOff x="113" y="2931"/>
            <a:chExt cx="4763" cy="843"/>
          </a:xfrm>
        </p:grpSpPr>
        <p:sp>
          <p:nvSpPr>
            <p:cNvPr id="181303" name="Text Box 45">
              <a:extLst>
                <a:ext uri="{FF2B5EF4-FFF2-40B4-BE49-F238E27FC236}">
                  <a16:creationId xmlns:a16="http://schemas.microsoft.com/office/drawing/2014/main" id="{748E5150-BBA5-7687-7A27-F8F85178F6DD}"/>
                </a:ext>
              </a:extLst>
            </p:cNvPr>
            <p:cNvSpPr txBox="1">
              <a:spLocks noChangeArrowheads="1"/>
            </p:cNvSpPr>
            <p:nvPr/>
          </p:nvSpPr>
          <p:spPr bwMode="auto">
            <a:xfrm>
              <a:off x="113" y="2931"/>
              <a:ext cx="4763" cy="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2000"/>
                <a:t>Excitation functions:   t</a:t>
              </a:r>
              <a:r>
                <a:rPr lang="en-US" altLang="en-US" sz="2000" baseline="-25000"/>
                <a:t>1</a:t>
              </a:r>
              <a:r>
                <a:rPr lang="en-US" altLang="en-US" sz="2000"/>
                <a:t> = x;  t</a:t>
              </a:r>
              <a:r>
                <a:rPr lang="en-US" altLang="en-US" sz="2000" baseline="-25000"/>
                <a:t>2</a:t>
              </a:r>
              <a:r>
                <a:rPr lang="en-US" altLang="en-US" sz="2000"/>
                <a:t> = q</a:t>
              </a:r>
              <a:r>
                <a:rPr lang="en-US" altLang="en-US" sz="2000" baseline="-25000"/>
                <a:t>1</a:t>
              </a:r>
              <a:r>
                <a:rPr lang="en-US" altLang="en-US" sz="2000">
                  <a:cs typeface="Times New Roman" panose="02020603050405020304" pitchFamily="18" charset="0"/>
                </a:rPr>
                <a:t>·x; </a:t>
              </a:r>
            </a:p>
            <a:p>
              <a:pPr eaLnBrk="1" hangingPunct="1"/>
              <a:r>
                <a:rPr lang="en-US" altLang="en-US" sz="2000">
                  <a:cs typeface="Times New Roman" panose="02020603050405020304" pitchFamily="18" charset="0"/>
                </a:rPr>
                <a:t>q</a:t>
              </a:r>
              <a:r>
                <a:rPr lang="en-US" altLang="en-US" sz="2000" baseline="-25000">
                  <a:cs typeface="Times New Roman" panose="02020603050405020304" pitchFamily="18" charset="0"/>
                </a:rPr>
                <a:t>1</a:t>
              </a:r>
              <a:r>
                <a:rPr lang="en-US" altLang="en-US" sz="2000">
                  <a:cs typeface="Times New Roman" panose="02020603050405020304" pitchFamily="18" charset="0"/>
                </a:rPr>
                <a:t>* = q</a:t>
              </a:r>
              <a:r>
                <a:rPr lang="en-US" altLang="en-US" sz="2000" baseline="-25000">
                  <a:cs typeface="Times New Roman" panose="02020603050405020304" pitchFamily="18" charset="0"/>
                </a:rPr>
                <a:t>1</a:t>
              </a:r>
              <a:r>
                <a:rPr lang="en-US" altLang="en-US" sz="2000">
                  <a:cs typeface="Times New Roman" panose="02020603050405020304" pitchFamily="18" charset="0"/>
                  <a:sym typeface="Symbol" panose="05050102010706020507" pitchFamily="18" charset="2"/>
                </a:rPr>
                <a:t> x; </a:t>
              </a:r>
            </a:p>
            <a:p>
              <a:pPr eaLnBrk="1" hangingPunct="1"/>
              <a:r>
                <a:rPr lang="en-US" altLang="en-US" sz="2000">
                  <a:cs typeface="Times New Roman" panose="02020603050405020304" pitchFamily="18" charset="0"/>
                </a:rPr>
                <a:t>q</a:t>
              </a:r>
              <a:r>
                <a:rPr lang="en-US" altLang="en-US" sz="2000" baseline="-25000">
                  <a:cs typeface="Times New Roman" panose="02020603050405020304" pitchFamily="18" charset="0"/>
                </a:rPr>
                <a:t>2</a:t>
              </a:r>
              <a:r>
                <a:rPr lang="en-US" altLang="en-US" sz="2000">
                  <a:cs typeface="Times New Roman" panose="02020603050405020304" pitchFamily="18" charset="0"/>
                </a:rPr>
                <a:t>* = </a:t>
              </a:r>
              <a:r>
                <a:rPr lang="en-US" altLang="en-US" sz="2000"/>
                <a:t>q</a:t>
              </a:r>
              <a:r>
                <a:rPr lang="en-US" altLang="en-US" sz="2000" baseline="-25000"/>
                <a:t>1</a:t>
              </a:r>
              <a:r>
                <a:rPr lang="en-US" altLang="en-US" sz="2000">
                  <a:cs typeface="Times New Roman" panose="02020603050405020304" pitchFamily="18" charset="0"/>
                </a:rPr>
                <a:t>·x·</a:t>
              </a:r>
              <a:r>
                <a:rPr lang="en-US" altLang="en-US" sz="2000">
                  <a:cs typeface="Times New Roman" panose="02020603050405020304" pitchFamily="18" charset="0"/>
                  <a:sym typeface="Symbol" panose="05050102010706020507" pitchFamily="18" charset="2"/>
                </a:rPr>
                <a:t>q</a:t>
              </a:r>
              <a:r>
                <a:rPr lang="en-US" altLang="en-US" sz="2000" baseline="-25000">
                  <a:cs typeface="Times New Roman" panose="02020603050405020304" pitchFamily="18" charset="0"/>
                  <a:sym typeface="Symbol" panose="05050102010706020507" pitchFamily="18" charset="2"/>
                </a:rPr>
                <a:t>2</a:t>
              </a:r>
              <a:r>
                <a:rPr lang="en-US" altLang="en-US" sz="2000">
                  <a:cs typeface="Times New Roman" panose="02020603050405020304" pitchFamily="18" charset="0"/>
                  <a:sym typeface="Symbol" panose="05050102010706020507" pitchFamily="18" charset="2"/>
                </a:rPr>
                <a:t> + q</a:t>
              </a:r>
              <a:r>
                <a:rPr lang="en-US" altLang="en-US" sz="2000" baseline="-25000">
                  <a:cs typeface="Times New Roman" panose="02020603050405020304" pitchFamily="18" charset="0"/>
                  <a:sym typeface="Symbol" panose="05050102010706020507" pitchFamily="18" charset="2"/>
                </a:rPr>
                <a:t>1 </a:t>
              </a:r>
              <a:r>
                <a:rPr lang="en-US" altLang="en-US" sz="2000">
                  <a:cs typeface="Times New Roman" panose="02020603050405020304" pitchFamily="18" charset="0"/>
                </a:rPr>
                <a:t>·x ·q</a:t>
              </a:r>
              <a:r>
                <a:rPr lang="en-US" altLang="en-US" sz="2000" baseline="-25000">
                  <a:cs typeface="Times New Roman" panose="02020603050405020304" pitchFamily="18" charset="0"/>
                </a:rPr>
                <a:t>2</a:t>
              </a:r>
              <a:r>
                <a:rPr lang="en-US" altLang="en-US" sz="2000">
                  <a:cs typeface="Times New Roman" panose="02020603050405020304" pitchFamily="18" charset="0"/>
                </a:rPr>
                <a:t>;</a:t>
              </a:r>
            </a:p>
            <a:p>
              <a:pPr eaLnBrk="1" hangingPunct="1"/>
              <a:r>
                <a:rPr lang="en-US" altLang="en-US" sz="2000">
                  <a:cs typeface="Times New Roman" panose="02020603050405020304" pitchFamily="18" charset="0"/>
                </a:rPr>
                <a:t>y = x·q</a:t>
              </a:r>
              <a:r>
                <a:rPr lang="en-US" altLang="en-US" sz="2000" baseline="-25000">
                  <a:cs typeface="Times New Roman" panose="02020603050405020304" pitchFamily="18" charset="0"/>
                </a:rPr>
                <a:t>1</a:t>
              </a:r>
              <a:r>
                <a:rPr lang="en-US" altLang="en-US" sz="2000">
                  <a:cs typeface="Times New Roman" panose="02020603050405020304" pitchFamily="18" charset="0"/>
                </a:rPr>
                <a:t>·q</a:t>
              </a:r>
              <a:r>
                <a:rPr lang="en-US" altLang="en-US" sz="2000" baseline="-25000">
                  <a:cs typeface="Times New Roman" panose="02020603050405020304" pitchFamily="18" charset="0"/>
                </a:rPr>
                <a:t>2</a:t>
              </a:r>
              <a:r>
                <a:rPr lang="en-US" altLang="en-US" sz="2000">
                  <a:cs typeface="Times New Roman" panose="02020603050405020304" pitchFamily="18" charset="0"/>
                </a:rPr>
                <a:t>;    Mealy FSM output equation</a:t>
              </a:r>
              <a:endParaRPr lang="ru-RU" altLang="en-US" sz="2000"/>
            </a:p>
          </p:txBody>
        </p:sp>
        <p:sp>
          <p:nvSpPr>
            <p:cNvPr id="181304" name="Line 48">
              <a:extLst>
                <a:ext uri="{FF2B5EF4-FFF2-40B4-BE49-F238E27FC236}">
                  <a16:creationId xmlns:a16="http://schemas.microsoft.com/office/drawing/2014/main" id="{29926269-2767-FA8C-F521-1352227EBB3A}"/>
                </a:ext>
              </a:extLst>
            </p:cNvPr>
            <p:cNvSpPr>
              <a:spLocks noChangeShapeType="1"/>
            </p:cNvSpPr>
            <p:nvPr/>
          </p:nvSpPr>
          <p:spPr bwMode="auto">
            <a:xfrm>
              <a:off x="1268" y="3390"/>
              <a:ext cx="33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305" name="AutoShape 171">
              <a:extLst>
                <a:ext uri="{FF2B5EF4-FFF2-40B4-BE49-F238E27FC236}">
                  <a16:creationId xmlns:a16="http://schemas.microsoft.com/office/drawing/2014/main" id="{67AB6B0F-DFDF-A4B4-B545-774F6AB5DDD0}"/>
                </a:ext>
              </a:extLst>
            </p:cNvPr>
            <p:cNvSpPr>
              <a:spLocks/>
            </p:cNvSpPr>
            <p:nvPr/>
          </p:nvSpPr>
          <p:spPr bwMode="auto">
            <a:xfrm>
              <a:off x="2699" y="3249"/>
              <a:ext cx="90" cy="317"/>
            </a:xfrm>
            <a:prstGeom prst="rightBrace">
              <a:avLst>
                <a:gd name="adj1" fmla="val 29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81306" name="Text Box 172">
              <a:extLst>
                <a:ext uri="{FF2B5EF4-FFF2-40B4-BE49-F238E27FC236}">
                  <a16:creationId xmlns:a16="http://schemas.microsoft.com/office/drawing/2014/main" id="{657B713A-6EC9-B3B3-E329-3596345A18A6}"/>
                </a:ext>
              </a:extLst>
            </p:cNvPr>
            <p:cNvSpPr txBox="1">
              <a:spLocks noChangeArrowheads="1"/>
            </p:cNvSpPr>
            <p:nvPr/>
          </p:nvSpPr>
          <p:spPr bwMode="auto">
            <a:xfrm>
              <a:off x="2778" y="3294"/>
              <a:ext cx="176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Next state equations</a:t>
              </a:r>
              <a:endParaRPr lang="ru-RU" altLang="en-US" sz="2000"/>
            </a:p>
          </p:txBody>
        </p:sp>
      </p:grpSp>
      <p:grpSp>
        <p:nvGrpSpPr>
          <p:cNvPr id="181253" name="Group 59">
            <a:extLst>
              <a:ext uri="{FF2B5EF4-FFF2-40B4-BE49-F238E27FC236}">
                <a16:creationId xmlns:a16="http://schemas.microsoft.com/office/drawing/2014/main" id="{D91144FA-0553-4B8E-2370-20D44A84384A}"/>
              </a:ext>
            </a:extLst>
          </p:cNvPr>
          <p:cNvGrpSpPr>
            <a:grpSpLocks/>
          </p:cNvGrpSpPr>
          <p:nvPr/>
        </p:nvGrpSpPr>
        <p:grpSpPr bwMode="auto">
          <a:xfrm>
            <a:off x="2312988" y="1329532"/>
            <a:ext cx="6684963" cy="2443163"/>
            <a:chOff x="581025" y="908050"/>
            <a:chExt cx="6684963" cy="3295120"/>
          </a:xfrm>
        </p:grpSpPr>
        <p:sp>
          <p:nvSpPr>
            <p:cNvPr id="181255" name="Rectangle 5">
              <a:extLst>
                <a:ext uri="{FF2B5EF4-FFF2-40B4-BE49-F238E27FC236}">
                  <a16:creationId xmlns:a16="http://schemas.microsoft.com/office/drawing/2014/main" id="{84255936-F6E0-7755-621F-B354AD666644}"/>
                </a:ext>
              </a:extLst>
            </p:cNvPr>
            <p:cNvSpPr>
              <a:spLocks noChangeArrowheads="1"/>
            </p:cNvSpPr>
            <p:nvPr/>
          </p:nvSpPr>
          <p:spPr bwMode="auto">
            <a:xfrm>
              <a:off x="1843088" y="1992313"/>
              <a:ext cx="838200" cy="1295400"/>
            </a:xfrm>
            <a:prstGeom prst="rect">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solidFill>
                  <a:schemeClr val="bg1"/>
                </a:solidFill>
              </a:endParaRPr>
            </a:p>
          </p:txBody>
        </p:sp>
        <p:sp>
          <p:nvSpPr>
            <p:cNvPr id="181256" name="Line 7">
              <a:extLst>
                <a:ext uri="{FF2B5EF4-FFF2-40B4-BE49-F238E27FC236}">
                  <a16:creationId xmlns:a16="http://schemas.microsoft.com/office/drawing/2014/main" id="{2C5DAE2D-F642-6C3A-56A3-8EC50EB8D44D}"/>
                </a:ext>
              </a:extLst>
            </p:cNvPr>
            <p:cNvSpPr>
              <a:spLocks noChangeShapeType="1"/>
            </p:cNvSpPr>
            <p:nvPr/>
          </p:nvSpPr>
          <p:spPr bwMode="auto">
            <a:xfrm>
              <a:off x="1419225" y="2295525"/>
              <a:ext cx="406400"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1257" name="Line 8">
              <a:extLst>
                <a:ext uri="{FF2B5EF4-FFF2-40B4-BE49-F238E27FC236}">
                  <a16:creationId xmlns:a16="http://schemas.microsoft.com/office/drawing/2014/main" id="{85C0A83A-C558-D46E-F3DD-6626DB745CFC}"/>
                </a:ext>
              </a:extLst>
            </p:cNvPr>
            <p:cNvSpPr>
              <a:spLocks noChangeShapeType="1"/>
            </p:cNvSpPr>
            <p:nvPr/>
          </p:nvSpPr>
          <p:spPr bwMode="auto">
            <a:xfrm>
              <a:off x="1417638" y="3090863"/>
              <a:ext cx="40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58" name="Line 9">
              <a:extLst>
                <a:ext uri="{FF2B5EF4-FFF2-40B4-BE49-F238E27FC236}">
                  <a16:creationId xmlns:a16="http://schemas.microsoft.com/office/drawing/2014/main" id="{548490E1-9D85-1826-C275-AA4588347E97}"/>
                </a:ext>
              </a:extLst>
            </p:cNvPr>
            <p:cNvSpPr>
              <a:spLocks noChangeShapeType="1"/>
            </p:cNvSpPr>
            <p:nvPr/>
          </p:nvSpPr>
          <p:spPr bwMode="auto">
            <a:xfrm>
              <a:off x="2676525" y="2327275"/>
              <a:ext cx="749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59" name="Rectangle 12">
              <a:extLst>
                <a:ext uri="{FF2B5EF4-FFF2-40B4-BE49-F238E27FC236}">
                  <a16:creationId xmlns:a16="http://schemas.microsoft.com/office/drawing/2014/main" id="{F9C9D5EE-E2D3-4EE1-174A-66708D125530}"/>
                </a:ext>
              </a:extLst>
            </p:cNvPr>
            <p:cNvSpPr>
              <a:spLocks noChangeArrowheads="1"/>
            </p:cNvSpPr>
            <p:nvPr/>
          </p:nvSpPr>
          <p:spPr bwMode="auto">
            <a:xfrm>
              <a:off x="4479925" y="1951038"/>
              <a:ext cx="838200" cy="1295400"/>
            </a:xfrm>
            <a:prstGeom prst="rect">
              <a:avLst/>
            </a:prstGeom>
            <a:solidFill>
              <a:schemeClr val="accent1"/>
            </a:solidFill>
            <a:ln w="2540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81260" name="Line 13">
              <a:extLst>
                <a:ext uri="{FF2B5EF4-FFF2-40B4-BE49-F238E27FC236}">
                  <a16:creationId xmlns:a16="http://schemas.microsoft.com/office/drawing/2014/main" id="{1C4F97DD-ECDB-B1B3-46E6-C289BA4FD267}"/>
                </a:ext>
              </a:extLst>
            </p:cNvPr>
            <p:cNvSpPr>
              <a:spLocks noChangeShapeType="1"/>
            </p:cNvSpPr>
            <p:nvPr/>
          </p:nvSpPr>
          <p:spPr bwMode="auto">
            <a:xfrm>
              <a:off x="3830638" y="2212975"/>
              <a:ext cx="6477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61" name="Line 14">
              <a:extLst>
                <a:ext uri="{FF2B5EF4-FFF2-40B4-BE49-F238E27FC236}">
                  <a16:creationId xmlns:a16="http://schemas.microsoft.com/office/drawing/2014/main" id="{9E634C00-1837-6433-AED2-E619D88A177D}"/>
                </a:ext>
              </a:extLst>
            </p:cNvPr>
            <p:cNvSpPr>
              <a:spLocks noChangeShapeType="1"/>
            </p:cNvSpPr>
            <p:nvPr/>
          </p:nvSpPr>
          <p:spPr bwMode="auto">
            <a:xfrm>
              <a:off x="4097338" y="2212975"/>
              <a:ext cx="0" cy="86360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1262" name="Line 15">
              <a:extLst>
                <a:ext uri="{FF2B5EF4-FFF2-40B4-BE49-F238E27FC236}">
                  <a16:creationId xmlns:a16="http://schemas.microsoft.com/office/drawing/2014/main" id="{3BE97235-809F-2407-4DFC-58A007EEAFFD}"/>
                </a:ext>
              </a:extLst>
            </p:cNvPr>
            <p:cNvSpPr>
              <a:spLocks noChangeShapeType="1"/>
            </p:cNvSpPr>
            <p:nvPr/>
          </p:nvSpPr>
          <p:spPr bwMode="auto">
            <a:xfrm>
              <a:off x="4098925" y="3076575"/>
              <a:ext cx="360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63" name="Line 17">
              <a:extLst>
                <a:ext uri="{FF2B5EF4-FFF2-40B4-BE49-F238E27FC236}">
                  <a16:creationId xmlns:a16="http://schemas.microsoft.com/office/drawing/2014/main" id="{D8E0443D-A0C8-8282-7051-8F448605EE52}"/>
                </a:ext>
              </a:extLst>
            </p:cNvPr>
            <p:cNvSpPr>
              <a:spLocks noChangeShapeType="1"/>
            </p:cNvSpPr>
            <p:nvPr/>
          </p:nvSpPr>
          <p:spPr bwMode="auto">
            <a:xfrm>
              <a:off x="5310188" y="2298700"/>
              <a:ext cx="360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64" name="Line 18">
              <a:extLst>
                <a:ext uri="{FF2B5EF4-FFF2-40B4-BE49-F238E27FC236}">
                  <a16:creationId xmlns:a16="http://schemas.microsoft.com/office/drawing/2014/main" id="{A3122E8B-59D6-A6F2-7B6C-DAB23E9196A5}"/>
                </a:ext>
              </a:extLst>
            </p:cNvPr>
            <p:cNvSpPr>
              <a:spLocks noChangeShapeType="1"/>
            </p:cNvSpPr>
            <p:nvPr/>
          </p:nvSpPr>
          <p:spPr bwMode="auto">
            <a:xfrm flipV="1">
              <a:off x="5670550" y="1476375"/>
              <a:ext cx="0" cy="8270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65" name="Line 19">
              <a:extLst>
                <a:ext uri="{FF2B5EF4-FFF2-40B4-BE49-F238E27FC236}">
                  <a16:creationId xmlns:a16="http://schemas.microsoft.com/office/drawing/2014/main" id="{DE866232-0B57-EC34-C349-0583163C111F}"/>
                </a:ext>
              </a:extLst>
            </p:cNvPr>
            <p:cNvSpPr>
              <a:spLocks noChangeShapeType="1"/>
            </p:cNvSpPr>
            <p:nvPr/>
          </p:nvSpPr>
          <p:spPr bwMode="auto">
            <a:xfrm>
              <a:off x="5670550" y="1476375"/>
              <a:ext cx="288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66" name="Line 20">
              <a:extLst>
                <a:ext uri="{FF2B5EF4-FFF2-40B4-BE49-F238E27FC236}">
                  <a16:creationId xmlns:a16="http://schemas.microsoft.com/office/drawing/2014/main" id="{A92A1CE6-9DEE-99EE-AC9D-C423B8522BCF}"/>
                </a:ext>
              </a:extLst>
            </p:cNvPr>
            <p:cNvSpPr>
              <a:spLocks noChangeShapeType="1"/>
            </p:cNvSpPr>
            <p:nvPr/>
          </p:nvSpPr>
          <p:spPr bwMode="auto">
            <a:xfrm>
              <a:off x="6340475" y="1312863"/>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67" name="Line 21">
              <a:extLst>
                <a:ext uri="{FF2B5EF4-FFF2-40B4-BE49-F238E27FC236}">
                  <a16:creationId xmlns:a16="http://schemas.microsoft.com/office/drawing/2014/main" id="{8F6243EB-7458-0D29-EDAC-ECB25C46F2CF}"/>
                </a:ext>
              </a:extLst>
            </p:cNvPr>
            <p:cNvSpPr>
              <a:spLocks noChangeShapeType="1"/>
            </p:cNvSpPr>
            <p:nvPr/>
          </p:nvSpPr>
          <p:spPr bwMode="auto">
            <a:xfrm>
              <a:off x="4268788" y="2644775"/>
              <a:ext cx="190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68" name="Line 22">
              <a:extLst>
                <a:ext uri="{FF2B5EF4-FFF2-40B4-BE49-F238E27FC236}">
                  <a16:creationId xmlns:a16="http://schemas.microsoft.com/office/drawing/2014/main" id="{DA790BDE-7D00-EA8B-CC9F-9CD2E68AF053}"/>
                </a:ext>
              </a:extLst>
            </p:cNvPr>
            <p:cNvSpPr>
              <a:spLocks noChangeShapeType="1"/>
            </p:cNvSpPr>
            <p:nvPr/>
          </p:nvSpPr>
          <p:spPr bwMode="auto">
            <a:xfrm>
              <a:off x="1635125" y="2689225"/>
              <a:ext cx="1793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69" name="Line 23">
              <a:extLst>
                <a:ext uri="{FF2B5EF4-FFF2-40B4-BE49-F238E27FC236}">
                  <a16:creationId xmlns:a16="http://schemas.microsoft.com/office/drawing/2014/main" id="{30201FC0-DA48-B45B-AEE8-3C93B2A68AF1}"/>
                </a:ext>
              </a:extLst>
            </p:cNvPr>
            <p:cNvSpPr>
              <a:spLocks noChangeShapeType="1"/>
            </p:cNvSpPr>
            <p:nvPr/>
          </p:nvSpPr>
          <p:spPr bwMode="auto">
            <a:xfrm>
              <a:off x="4265613" y="2644775"/>
              <a:ext cx="0" cy="11160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70" name="Line 24">
              <a:extLst>
                <a:ext uri="{FF2B5EF4-FFF2-40B4-BE49-F238E27FC236}">
                  <a16:creationId xmlns:a16="http://schemas.microsoft.com/office/drawing/2014/main" id="{EE278DB8-3EAD-D060-B877-3A34110C7BF9}"/>
                </a:ext>
              </a:extLst>
            </p:cNvPr>
            <p:cNvSpPr>
              <a:spLocks noChangeShapeType="1"/>
            </p:cNvSpPr>
            <p:nvPr/>
          </p:nvSpPr>
          <p:spPr bwMode="auto">
            <a:xfrm>
              <a:off x="1038225" y="3767138"/>
              <a:ext cx="3238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71" name="Line 25">
              <a:extLst>
                <a:ext uri="{FF2B5EF4-FFF2-40B4-BE49-F238E27FC236}">
                  <a16:creationId xmlns:a16="http://schemas.microsoft.com/office/drawing/2014/main" id="{22E6A5DC-AA33-81FF-2CDF-36572035E92D}"/>
                </a:ext>
              </a:extLst>
            </p:cNvPr>
            <p:cNvSpPr>
              <a:spLocks noChangeShapeType="1"/>
            </p:cNvSpPr>
            <p:nvPr/>
          </p:nvSpPr>
          <p:spPr bwMode="auto">
            <a:xfrm>
              <a:off x="1644650" y="2687638"/>
              <a:ext cx="0" cy="107950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81272" name="Line 26">
              <a:extLst>
                <a:ext uri="{FF2B5EF4-FFF2-40B4-BE49-F238E27FC236}">
                  <a16:creationId xmlns:a16="http://schemas.microsoft.com/office/drawing/2014/main" id="{44102614-ECD5-C9B7-DAFF-55E361C6E15A}"/>
                </a:ext>
              </a:extLst>
            </p:cNvPr>
            <p:cNvSpPr>
              <a:spLocks noChangeShapeType="1"/>
            </p:cNvSpPr>
            <p:nvPr/>
          </p:nvSpPr>
          <p:spPr bwMode="auto">
            <a:xfrm flipV="1">
              <a:off x="1016000" y="1316038"/>
              <a:ext cx="4956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73" name="Line 27">
              <a:extLst>
                <a:ext uri="{FF2B5EF4-FFF2-40B4-BE49-F238E27FC236}">
                  <a16:creationId xmlns:a16="http://schemas.microsoft.com/office/drawing/2014/main" id="{B606AC07-E49B-9796-ABF5-08CBCFA7A415}"/>
                </a:ext>
              </a:extLst>
            </p:cNvPr>
            <p:cNvSpPr>
              <a:spLocks noChangeShapeType="1"/>
            </p:cNvSpPr>
            <p:nvPr/>
          </p:nvSpPr>
          <p:spPr bwMode="auto">
            <a:xfrm>
              <a:off x="1416050" y="1316038"/>
              <a:ext cx="0" cy="1763712"/>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1274" name="Line 28">
              <a:extLst>
                <a:ext uri="{FF2B5EF4-FFF2-40B4-BE49-F238E27FC236}">
                  <a16:creationId xmlns:a16="http://schemas.microsoft.com/office/drawing/2014/main" id="{DD3C0D39-C9A1-2C52-D60A-5A32E670A1D0}"/>
                </a:ext>
              </a:extLst>
            </p:cNvPr>
            <p:cNvSpPr>
              <a:spLocks noChangeShapeType="1"/>
            </p:cNvSpPr>
            <p:nvPr/>
          </p:nvSpPr>
          <p:spPr bwMode="auto">
            <a:xfrm flipV="1">
              <a:off x="3065463" y="1154113"/>
              <a:ext cx="0" cy="1173162"/>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1275" name="Line 29">
              <a:extLst>
                <a:ext uri="{FF2B5EF4-FFF2-40B4-BE49-F238E27FC236}">
                  <a16:creationId xmlns:a16="http://schemas.microsoft.com/office/drawing/2014/main" id="{7787584C-50DC-5583-1977-AE5D993EDCB8}"/>
                </a:ext>
              </a:extLst>
            </p:cNvPr>
            <p:cNvSpPr>
              <a:spLocks noChangeShapeType="1"/>
            </p:cNvSpPr>
            <p:nvPr/>
          </p:nvSpPr>
          <p:spPr bwMode="auto">
            <a:xfrm>
              <a:off x="3065463" y="1154113"/>
              <a:ext cx="29035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76" name="Text Box 30">
              <a:extLst>
                <a:ext uri="{FF2B5EF4-FFF2-40B4-BE49-F238E27FC236}">
                  <a16:creationId xmlns:a16="http://schemas.microsoft.com/office/drawing/2014/main" id="{2DDD75D3-3383-3915-813B-CFDD48D46DE1}"/>
                </a:ext>
              </a:extLst>
            </p:cNvPr>
            <p:cNvSpPr txBox="1">
              <a:spLocks noChangeArrowheads="1"/>
            </p:cNvSpPr>
            <p:nvPr/>
          </p:nvSpPr>
          <p:spPr bwMode="auto">
            <a:xfrm>
              <a:off x="925513" y="908050"/>
              <a:ext cx="433387" cy="53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x</a:t>
              </a:r>
              <a:endParaRPr lang="ru-RU" altLang="en-US" sz="2000"/>
            </a:p>
          </p:txBody>
        </p:sp>
        <p:sp>
          <p:nvSpPr>
            <p:cNvPr id="181277" name="Text Box 31">
              <a:extLst>
                <a:ext uri="{FF2B5EF4-FFF2-40B4-BE49-F238E27FC236}">
                  <a16:creationId xmlns:a16="http://schemas.microsoft.com/office/drawing/2014/main" id="{5B4C34FD-2BEA-E335-20B8-C52F86530E4D}"/>
                </a:ext>
              </a:extLst>
            </p:cNvPr>
            <p:cNvSpPr txBox="1">
              <a:spLocks noChangeArrowheads="1"/>
            </p:cNvSpPr>
            <p:nvPr/>
          </p:nvSpPr>
          <p:spPr bwMode="auto">
            <a:xfrm>
              <a:off x="6832600" y="1051502"/>
              <a:ext cx="433388" cy="53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y</a:t>
              </a:r>
              <a:endParaRPr lang="ru-RU" altLang="en-US" sz="2000"/>
            </a:p>
          </p:txBody>
        </p:sp>
        <p:sp>
          <p:nvSpPr>
            <p:cNvPr id="181278" name="Text Box 32">
              <a:extLst>
                <a:ext uri="{FF2B5EF4-FFF2-40B4-BE49-F238E27FC236}">
                  <a16:creationId xmlns:a16="http://schemas.microsoft.com/office/drawing/2014/main" id="{6A179D46-A1AE-E4C7-FCCD-AE8529010674}"/>
                </a:ext>
              </a:extLst>
            </p:cNvPr>
            <p:cNvSpPr txBox="1">
              <a:spLocks noChangeArrowheads="1"/>
            </p:cNvSpPr>
            <p:nvPr/>
          </p:nvSpPr>
          <p:spPr bwMode="auto">
            <a:xfrm>
              <a:off x="1506538" y="1651004"/>
              <a:ext cx="433387" cy="616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a:t>
              </a:r>
              <a:r>
                <a:rPr lang="en-US" altLang="en-US" baseline="-25000"/>
                <a:t>1</a:t>
              </a:r>
              <a:endParaRPr lang="ru-RU" altLang="en-US" baseline="-25000"/>
            </a:p>
          </p:txBody>
        </p:sp>
        <p:sp>
          <p:nvSpPr>
            <p:cNvPr id="181279" name="Text Box 33">
              <a:extLst>
                <a:ext uri="{FF2B5EF4-FFF2-40B4-BE49-F238E27FC236}">
                  <a16:creationId xmlns:a16="http://schemas.microsoft.com/office/drawing/2014/main" id="{00643726-F0EB-EAE0-C292-677759E9B305}"/>
                </a:ext>
              </a:extLst>
            </p:cNvPr>
            <p:cNvSpPr txBox="1">
              <a:spLocks noChangeArrowheads="1"/>
            </p:cNvSpPr>
            <p:nvPr/>
          </p:nvSpPr>
          <p:spPr bwMode="auto">
            <a:xfrm>
              <a:off x="4152900" y="1618888"/>
              <a:ext cx="433388" cy="616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t</a:t>
              </a:r>
              <a:r>
                <a:rPr lang="en-US" altLang="en-US" baseline="-25000"/>
                <a:t>2</a:t>
              </a:r>
              <a:endParaRPr lang="ru-RU" altLang="en-US" baseline="-25000"/>
            </a:p>
          </p:txBody>
        </p:sp>
        <p:sp>
          <p:nvSpPr>
            <p:cNvPr id="181280" name="Text Box 34">
              <a:extLst>
                <a:ext uri="{FF2B5EF4-FFF2-40B4-BE49-F238E27FC236}">
                  <a16:creationId xmlns:a16="http://schemas.microsoft.com/office/drawing/2014/main" id="{F46A747E-AEEC-4275-56ED-9002A2127949}"/>
                </a:ext>
              </a:extLst>
            </p:cNvPr>
            <p:cNvSpPr txBox="1">
              <a:spLocks noChangeArrowheads="1"/>
            </p:cNvSpPr>
            <p:nvPr/>
          </p:nvSpPr>
          <p:spPr bwMode="auto">
            <a:xfrm>
              <a:off x="1819275" y="2040681"/>
              <a:ext cx="433388" cy="535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solidFill>
                    <a:schemeClr val="bg1"/>
                  </a:solidFill>
                </a:rPr>
                <a:t>J</a:t>
              </a:r>
              <a:endParaRPr lang="ru-RU" altLang="en-US" sz="2000" baseline="-25000" dirty="0">
                <a:solidFill>
                  <a:schemeClr val="bg1"/>
                </a:solidFill>
              </a:endParaRPr>
            </a:p>
          </p:txBody>
        </p:sp>
        <p:sp>
          <p:nvSpPr>
            <p:cNvPr id="181281" name="Text Box 35">
              <a:extLst>
                <a:ext uri="{FF2B5EF4-FFF2-40B4-BE49-F238E27FC236}">
                  <a16:creationId xmlns:a16="http://schemas.microsoft.com/office/drawing/2014/main" id="{8F2BBC7F-D350-F4F2-8048-F73D3FC6D2CA}"/>
                </a:ext>
              </a:extLst>
            </p:cNvPr>
            <p:cNvSpPr txBox="1">
              <a:spLocks noChangeArrowheads="1"/>
            </p:cNvSpPr>
            <p:nvPr/>
          </p:nvSpPr>
          <p:spPr bwMode="auto">
            <a:xfrm>
              <a:off x="4456113" y="1991436"/>
              <a:ext cx="433387" cy="535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chemeClr val="bg1"/>
                  </a:solidFill>
                </a:rPr>
                <a:t>J</a:t>
              </a:r>
              <a:endParaRPr lang="ru-RU" altLang="en-US" sz="2000" baseline="-25000">
                <a:solidFill>
                  <a:schemeClr val="bg1"/>
                </a:solidFill>
              </a:endParaRPr>
            </a:p>
          </p:txBody>
        </p:sp>
        <p:sp>
          <p:nvSpPr>
            <p:cNvPr id="181282" name="Text Box 36">
              <a:extLst>
                <a:ext uri="{FF2B5EF4-FFF2-40B4-BE49-F238E27FC236}">
                  <a16:creationId xmlns:a16="http://schemas.microsoft.com/office/drawing/2014/main" id="{ECE7A602-F609-A91B-27F9-EF5818A91B85}"/>
                </a:ext>
              </a:extLst>
            </p:cNvPr>
            <p:cNvSpPr txBox="1">
              <a:spLocks noChangeArrowheads="1"/>
            </p:cNvSpPr>
            <p:nvPr/>
          </p:nvSpPr>
          <p:spPr bwMode="auto">
            <a:xfrm>
              <a:off x="4481513" y="2832880"/>
              <a:ext cx="433387" cy="535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chemeClr val="bg1"/>
                  </a:solidFill>
                </a:rPr>
                <a:t>K</a:t>
              </a:r>
              <a:endParaRPr lang="ru-RU" altLang="en-US" sz="2000" baseline="-25000">
                <a:solidFill>
                  <a:schemeClr val="bg1"/>
                </a:solidFill>
              </a:endParaRPr>
            </a:p>
          </p:txBody>
        </p:sp>
        <p:sp>
          <p:nvSpPr>
            <p:cNvPr id="181283" name="Text Box 37">
              <a:extLst>
                <a:ext uri="{FF2B5EF4-FFF2-40B4-BE49-F238E27FC236}">
                  <a16:creationId xmlns:a16="http://schemas.microsoft.com/office/drawing/2014/main" id="{61FC5EDB-329F-F65A-4B7C-02A9DE893B1D}"/>
                </a:ext>
              </a:extLst>
            </p:cNvPr>
            <p:cNvSpPr txBox="1">
              <a:spLocks noChangeArrowheads="1"/>
            </p:cNvSpPr>
            <p:nvPr/>
          </p:nvSpPr>
          <p:spPr bwMode="auto">
            <a:xfrm>
              <a:off x="1819275" y="2845726"/>
              <a:ext cx="433388" cy="53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chemeClr val="bg1"/>
                  </a:solidFill>
                </a:rPr>
                <a:t>K</a:t>
              </a:r>
              <a:endParaRPr lang="ru-RU" altLang="en-US" sz="2000" baseline="-25000">
                <a:solidFill>
                  <a:schemeClr val="bg1"/>
                </a:solidFill>
              </a:endParaRPr>
            </a:p>
          </p:txBody>
        </p:sp>
        <p:sp>
          <p:nvSpPr>
            <p:cNvPr id="181284" name="Text Box 38">
              <a:extLst>
                <a:ext uri="{FF2B5EF4-FFF2-40B4-BE49-F238E27FC236}">
                  <a16:creationId xmlns:a16="http://schemas.microsoft.com/office/drawing/2014/main" id="{6FA509E9-9B91-E170-6D6F-4EF49B074E4D}"/>
                </a:ext>
              </a:extLst>
            </p:cNvPr>
            <p:cNvSpPr txBox="1">
              <a:spLocks noChangeArrowheads="1"/>
            </p:cNvSpPr>
            <p:nvPr/>
          </p:nvSpPr>
          <p:spPr bwMode="auto">
            <a:xfrm>
              <a:off x="2654300" y="1828714"/>
              <a:ext cx="527050" cy="535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q1</a:t>
              </a:r>
              <a:endParaRPr lang="ru-RU" altLang="en-US" sz="2000" baseline="-25000"/>
            </a:p>
          </p:txBody>
        </p:sp>
        <p:sp>
          <p:nvSpPr>
            <p:cNvPr id="181285" name="Text Box 39">
              <a:extLst>
                <a:ext uri="{FF2B5EF4-FFF2-40B4-BE49-F238E27FC236}">
                  <a16:creationId xmlns:a16="http://schemas.microsoft.com/office/drawing/2014/main" id="{12653565-0B6B-B5A4-70EE-DBBDAF6DF334}"/>
                </a:ext>
              </a:extLst>
            </p:cNvPr>
            <p:cNvSpPr txBox="1">
              <a:spLocks noChangeArrowheads="1"/>
            </p:cNvSpPr>
            <p:nvPr/>
          </p:nvSpPr>
          <p:spPr bwMode="auto">
            <a:xfrm>
              <a:off x="5265738" y="1841560"/>
              <a:ext cx="720725" cy="53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q2</a:t>
              </a:r>
              <a:endParaRPr lang="ru-RU" altLang="en-US" sz="2000" baseline="-25000"/>
            </a:p>
          </p:txBody>
        </p:sp>
        <p:sp>
          <p:nvSpPr>
            <p:cNvPr id="181286" name="Oval 41">
              <a:extLst>
                <a:ext uri="{FF2B5EF4-FFF2-40B4-BE49-F238E27FC236}">
                  <a16:creationId xmlns:a16="http://schemas.microsoft.com/office/drawing/2014/main" id="{57879A35-AA92-DEF0-21B4-715BD7B6BFE8}"/>
                </a:ext>
              </a:extLst>
            </p:cNvPr>
            <p:cNvSpPr>
              <a:spLocks noChangeArrowheads="1"/>
            </p:cNvSpPr>
            <p:nvPr/>
          </p:nvSpPr>
          <p:spPr bwMode="auto">
            <a:xfrm>
              <a:off x="2673350" y="2930525"/>
              <a:ext cx="144463" cy="144463"/>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81287" name="Oval 42">
              <a:extLst>
                <a:ext uri="{FF2B5EF4-FFF2-40B4-BE49-F238E27FC236}">
                  <a16:creationId xmlns:a16="http://schemas.microsoft.com/office/drawing/2014/main" id="{5914BE6E-2B4E-03F4-689B-549CF5DE35C1}"/>
                </a:ext>
              </a:extLst>
            </p:cNvPr>
            <p:cNvSpPr>
              <a:spLocks noChangeArrowheads="1"/>
            </p:cNvSpPr>
            <p:nvPr/>
          </p:nvSpPr>
          <p:spPr bwMode="auto">
            <a:xfrm>
              <a:off x="5305425" y="2859088"/>
              <a:ext cx="144463" cy="144462"/>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81288" name="Text Box 43">
              <a:extLst>
                <a:ext uri="{FF2B5EF4-FFF2-40B4-BE49-F238E27FC236}">
                  <a16:creationId xmlns:a16="http://schemas.microsoft.com/office/drawing/2014/main" id="{754282C2-1D7C-D64A-B628-DB29851487A7}"/>
                </a:ext>
              </a:extLst>
            </p:cNvPr>
            <p:cNvSpPr txBox="1">
              <a:spLocks noChangeArrowheads="1"/>
            </p:cNvSpPr>
            <p:nvPr/>
          </p:nvSpPr>
          <p:spPr bwMode="auto">
            <a:xfrm>
              <a:off x="712788" y="3667900"/>
              <a:ext cx="1031875" cy="53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Clock</a:t>
              </a:r>
              <a:endParaRPr lang="ru-RU" altLang="en-US" sz="2000"/>
            </a:p>
          </p:txBody>
        </p:sp>
        <p:sp>
          <p:nvSpPr>
            <p:cNvPr id="181289" name="Line 46">
              <a:extLst>
                <a:ext uri="{FF2B5EF4-FFF2-40B4-BE49-F238E27FC236}">
                  <a16:creationId xmlns:a16="http://schemas.microsoft.com/office/drawing/2014/main" id="{2AE0BF50-5CD9-13D4-59A9-E0D99A7F0828}"/>
                </a:ext>
              </a:extLst>
            </p:cNvPr>
            <p:cNvSpPr>
              <a:spLocks noChangeShapeType="1"/>
            </p:cNvSpPr>
            <p:nvPr/>
          </p:nvSpPr>
          <p:spPr bwMode="auto">
            <a:xfrm>
              <a:off x="3257550" y="1319213"/>
              <a:ext cx="0" cy="75565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1290" name="Line 47">
              <a:extLst>
                <a:ext uri="{FF2B5EF4-FFF2-40B4-BE49-F238E27FC236}">
                  <a16:creationId xmlns:a16="http://schemas.microsoft.com/office/drawing/2014/main" id="{0DD1F1C3-B5DB-8DED-1484-CFDB3F0BA0CE}"/>
                </a:ext>
              </a:extLst>
            </p:cNvPr>
            <p:cNvSpPr>
              <a:spLocks noChangeShapeType="1"/>
            </p:cNvSpPr>
            <p:nvPr/>
          </p:nvSpPr>
          <p:spPr bwMode="auto">
            <a:xfrm>
              <a:off x="3257550" y="2085975"/>
              <a:ext cx="1793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91" name="AutoShape 81">
              <a:extLst>
                <a:ext uri="{FF2B5EF4-FFF2-40B4-BE49-F238E27FC236}">
                  <a16:creationId xmlns:a16="http://schemas.microsoft.com/office/drawing/2014/main" id="{8878FF14-5EC8-1026-0D49-1BC1CBA46B6F}"/>
                </a:ext>
              </a:extLst>
            </p:cNvPr>
            <p:cNvSpPr>
              <a:spLocks noChangeArrowheads="1"/>
            </p:cNvSpPr>
            <p:nvPr/>
          </p:nvSpPr>
          <p:spPr bwMode="auto">
            <a:xfrm rot="5400000">
              <a:off x="4429125" y="2582863"/>
              <a:ext cx="230187" cy="122238"/>
            </a:xfrm>
            <a:prstGeom prst="triangle">
              <a:avLst>
                <a:gd name="adj" fmla="val 50000"/>
              </a:avLst>
            </a:prstGeom>
            <a:solidFill>
              <a:schemeClr val="accent1"/>
            </a:solidFill>
            <a:ln w="25400" algn="ctr">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81292" name="AutoShape 81">
              <a:extLst>
                <a:ext uri="{FF2B5EF4-FFF2-40B4-BE49-F238E27FC236}">
                  <a16:creationId xmlns:a16="http://schemas.microsoft.com/office/drawing/2014/main" id="{4A12E3B4-F97D-066C-08EB-3AFB9BFBD2D3}"/>
                </a:ext>
              </a:extLst>
            </p:cNvPr>
            <p:cNvSpPr>
              <a:spLocks noChangeArrowheads="1"/>
            </p:cNvSpPr>
            <p:nvPr/>
          </p:nvSpPr>
          <p:spPr bwMode="auto">
            <a:xfrm rot="5400000">
              <a:off x="1793081" y="2639219"/>
              <a:ext cx="238126" cy="122238"/>
            </a:xfrm>
            <a:prstGeom prst="triangle">
              <a:avLst>
                <a:gd name="adj" fmla="val 50000"/>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81293" name="Line 21">
              <a:extLst>
                <a:ext uri="{FF2B5EF4-FFF2-40B4-BE49-F238E27FC236}">
                  <a16:creationId xmlns:a16="http://schemas.microsoft.com/office/drawing/2014/main" id="{6F02794C-35EE-816E-6BF0-DA06BF09BC28}"/>
                </a:ext>
              </a:extLst>
            </p:cNvPr>
            <p:cNvSpPr>
              <a:spLocks noChangeShapeType="1"/>
            </p:cNvSpPr>
            <p:nvPr/>
          </p:nvSpPr>
          <p:spPr bwMode="auto">
            <a:xfrm>
              <a:off x="2811463" y="3001963"/>
              <a:ext cx="190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94" name="Line 21">
              <a:extLst>
                <a:ext uri="{FF2B5EF4-FFF2-40B4-BE49-F238E27FC236}">
                  <a16:creationId xmlns:a16="http://schemas.microsoft.com/office/drawing/2014/main" id="{05344C94-D988-56D6-B40A-D238F015F7FF}"/>
                </a:ext>
              </a:extLst>
            </p:cNvPr>
            <p:cNvSpPr>
              <a:spLocks noChangeShapeType="1"/>
            </p:cNvSpPr>
            <p:nvPr/>
          </p:nvSpPr>
          <p:spPr bwMode="auto">
            <a:xfrm>
              <a:off x="5448300" y="2935288"/>
              <a:ext cx="190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95" name="Oval 41">
              <a:extLst>
                <a:ext uri="{FF2B5EF4-FFF2-40B4-BE49-F238E27FC236}">
                  <a16:creationId xmlns:a16="http://schemas.microsoft.com/office/drawing/2014/main" id="{771F5DC1-48C1-1AC6-6193-BC0A14C204FA}"/>
                </a:ext>
              </a:extLst>
            </p:cNvPr>
            <p:cNvSpPr>
              <a:spLocks noChangeArrowheads="1"/>
            </p:cNvSpPr>
            <p:nvPr/>
          </p:nvSpPr>
          <p:spPr bwMode="auto">
            <a:xfrm>
              <a:off x="2182813" y="3289300"/>
              <a:ext cx="144462" cy="144463"/>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96304" name="Oval 41">
              <a:extLst>
                <a:ext uri="{FF2B5EF4-FFF2-40B4-BE49-F238E27FC236}">
                  <a16:creationId xmlns:a16="http://schemas.microsoft.com/office/drawing/2014/main" id="{6B12FA37-ACFC-4FFD-A8D8-8ECD5D26DA01}"/>
                </a:ext>
              </a:extLst>
            </p:cNvPr>
            <p:cNvSpPr>
              <a:spLocks noChangeArrowheads="1"/>
            </p:cNvSpPr>
            <p:nvPr/>
          </p:nvSpPr>
          <p:spPr bwMode="auto">
            <a:xfrm>
              <a:off x="4859338" y="3250390"/>
              <a:ext cx="144462" cy="143453"/>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ru-RU" sz="2000"/>
            </a:p>
          </p:txBody>
        </p:sp>
        <p:sp>
          <p:nvSpPr>
            <p:cNvPr id="181297" name="Line 162">
              <a:extLst>
                <a:ext uri="{FF2B5EF4-FFF2-40B4-BE49-F238E27FC236}">
                  <a16:creationId xmlns:a16="http://schemas.microsoft.com/office/drawing/2014/main" id="{E0E1BD29-B31C-2770-1C1F-0735E6D67724}"/>
                </a:ext>
              </a:extLst>
            </p:cNvPr>
            <p:cNvSpPr>
              <a:spLocks noChangeShapeType="1"/>
            </p:cNvSpPr>
            <p:nvPr/>
          </p:nvSpPr>
          <p:spPr bwMode="auto">
            <a:xfrm>
              <a:off x="1068388" y="3582988"/>
              <a:ext cx="38512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298" name="Line 164">
              <a:extLst>
                <a:ext uri="{FF2B5EF4-FFF2-40B4-BE49-F238E27FC236}">
                  <a16:creationId xmlns:a16="http://schemas.microsoft.com/office/drawing/2014/main" id="{0B71CB02-7BE5-A387-E875-43FBA33372E2}"/>
                </a:ext>
              </a:extLst>
            </p:cNvPr>
            <p:cNvSpPr>
              <a:spLocks noChangeShapeType="1"/>
            </p:cNvSpPr>
            <p:nvPr/>
          </p:nvSpPr>
          <p:spPr bwMode="auto">
            <a:xfrm>
              <a:off x="2249488" y="3430588"/>
              <a:ext cx="0" cy="144462"/>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81299" name="Line 165">
              <a:extLst>
                <a:ext uri="{FF2B5EF4-FFF2-40B4-BE49-F238E27FC236}">
                  <a16:creationId xmlns:a16="http://schemas.microsoft.com/office/drawing/2014/main" id="{7D8673FA-E1FD-2EBC-B248-78C68F2050E3}"/>
                </a:ext>
              </a:extLst>
            </p:cNvPr>
            <p:cNvSpPr>
              <a:spLocks noChangeShapeType="1"/>
            </p:cNvSpPr>
            <p:nvPr/>
          </p:nvSpPr>
          <p:spPr bwMode="auto">
            <a:xfrm>
              <a:off x="4927600" y="3400425"/>
              <a:ext cx="0" cy="1793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300" name="Text Box 43">
              <a:extLst>
                <a:ext uri="{FF2B5EF4-FFF2-40B4-BE49-F238E27FC236}">
                  <a16:creationId xmlns:a16="http://schemas.microsoft.com/office/drawing/2014/main" id="{8D7A9F01-9D28-D0B3-D8D5-8AACAFB6AB83}"/>
                </a:ext>
              </a:extLst>
            </p:cNvPr>
            <p:cNvSpPr txBox="1">
              <a:spLocks noChangeArrowheads="1"/>
            </p:cNvSpPr>
            <p:nvPr/>
          </p:nvSpPr>
          <p:spPr bwMode="auto">
            <a:xfrm>
              <a:off x="581025" y="3139054"/>
              <a:ext cx="1031875" cy="53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pPr>
              <a:r>
                <a:rPr lang="en-US" altLang="en-US" sz="2000"/>
                <a:t>Reset</a:t>
              </a:r>
              <a:endParaRPr lang="ru-RU" altLang="en-US" sz="2000"/>
            </a:p>
          </p:txBody>
        </p:sp>
        <p:sp>
          <p:nvSpPr>
            <p:cNvPr id="181301" name="AutoShape 57">
              <a:extLst>
                <a:ext uri="{FF2B5EF4-FFF2-40B4-BE49-F238E27FC236}">
                  <a16:creationId xmlns:a16="http://schemas.microsoft.com/office/drawing/2014/main" id="{524A772A-48A9-E6D7-715C-F1883E3273A0}"/>
                </a:ext>
              </a:extLst>
            </p:cNvPr>
            <p:cNvSpPr>
              <a:spLocks noChangeArrowheads="1"/>
            </p:cNvSpPr>
            <p:nvPr/>
          </p:nvSpPr>
          <p:spPr bwMode="auto">
            <a:xfrm>
              <a:off x="5949950" y="1044575"/>
              <a:ext cx="403225" cy="511175"/>
            </a:xfrm>
            <a:prstGeom prst="flowChartDelay">
              <a:avLst/>
            </a:prstGeom>
            <a:solidFill>
              <a:schemeClr val="accent1"/>
            </a:solidFill>
            <a:ln w="222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sp>
          <p:nvSpPr>
            <p:cNvPr id="181302" name="AutoShape 58">
              <a:extLst>
                <a:ext uri="{FF2B5EF4-FFF2-40B4-BE49-F238E27FC236}">
                  <a16:creationId xmlns:a16="http://schemas.microsoft.com/office/drawing/2014/main" id="{A45D4823-DD64-AF8E-2AC5-FF9936A84EBA}"/>
                </a:ext>
              </a:extLst>
            </p:cNvPr>
            <p:cNvSpPr>
              <a:spLocks noChangeArrowheads="1"/>
            </p:cNvSpPr>
            <p:nvPr/>
          </p:nvSpPr>
          <p:spPr bwMode="auto">
            <a:xfrm>
              <a:off x="3406775" y="1933575"/>
              <a:ext cx="403225" cy="511175"/>
            </a:xfrm>
            <a:prstGeom prst="flowChartDelay">
              <a:avLst/>
            </a:prstGeom>
            <a:solidFill>
              <a:schemeClr val="accent1"/>
            </a:solidFill>
            <a:ln w="22225">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a:p>
          </p:txBody>
        </p:sp>
      </p:grpSp>
      <p:sp>
        <p:nvSpPr>
          <p:cNvPr id="8" name="Title 7">
            <a:extLst>
              <a:ext uri="{FF2B5EF4-FFF2-40B4-BE49-F238E27FC236}">
                <a16:creationId xmlns:a16="http://schemas.microsoft.com/office/drawing/2014/main" id="{B8CAB58C-F0F4-5887-A86B-9DC06A96BE30}"/>
              </a:ext>
            </a:extLst>
          </p:cNvPr>
          <p:cNvSpPr>
            <a:spLocks noGrp="1"/>
          </p:cNvSpPr>
          <p:nvPr>
            <p:ph type="title"/>
          </p:nvPr>
        </p:nvSpPr>
        <p:spPr/>
        <p:txBody>
          <a:bodyPr>
            <a:normAutofit/>
          </a:bodyPr>
          <a:lstStyle/>
          <a:p>
            <a:r>
              <a:rPr lang="en-US" dirty="0"/>
              <a:t>Example 1</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CC8EEF7-B25C-3D95-8537-4DDAEDCFED91}"/>
              </a:ext>
            </a:extLst>
          </p:cNvPr>
          <p:cNvSpPr>
            <a:spLocks noGrp="1"/>
          </p:cNvSpPr>
          <p:nvPr>
            <p:ph type="body" sz="quarter" idx="10"/>
          </p:nvPr>
        </p:nvSpPr>
        <p:spPr/>
        <p:txBody>
          <a:bodyPr/>
          <a:lstStyle/>
          <a:p>
            <a:r>
              <a:rPr lang="en-US" altLang="en-US" sz="2400" dirty="0"/>
              <a:t>Construct transition/output  table</a:t>
            </a:r>
            <a:endParaRPr lang="ru-RU" altLang="en-US" sz="2400" dirty="0"/>
          </a:p>
          <a:p>
            <a:endParaRPr lang="en-US" altLang="en-US" sz="2400" dirty="0"/>
          </a:p>
          <a:p>
            <a:endParaRPr lang="en-US" altLang="en-US" dirty="0"/>
          </a:p>
          <a:p>
            <a:endParaRPr lang="en-US" altLang="en-US" sz="2400" dirty="0"/>
          </a:p>
          <a:p>
            <a:endParaRPr lang="en-US" altLang="en-US" dirty="0"/>
          </a:p>
          <a:p>
            <a:endParaRPr lang="en-US" altLang="en-US" sz="2400" dirty="0"/>
          </a:p>
          <a:p>
            <a:r>
              <a:rPr lang="en-US" altLang="en-US" sz="2400" dirty="0"/>
              <a:t>State transition graph</a:t>
            </a:r>
            <a:endParaRPr lang="ru-RU" altLang="en-US" sz="2400" dirty="0"/>
          </a:p>
          <a:p>
            <a:endParaRPr lang="en-US" dirty="0"/>
          </a:p>
        </p:txBody>
      </p:sp>
      <p:sp>
        <p:nvSpPr>
          <p:cNvPr id="183299" name="Text Box 39">
            <a:extLst>
              <a:ext uri="{FF2B5EF4-FFF2-40B4-BE49-F238E27FC236}">
                <a16:creationId xmlns:a16="http://schemas.microsoft.com/office/drawing/2014/main" id="{19CF902D-E324-826E-57D5-AFCEEA56609F}"/>
              </a:ext>
            </a:extLst>
          </p:cNvPr>
          <p:cNvSpPr txBox="1">
            <a:spLocks noChangeArrowheads="1"/>
          </p:cNvSpPr>
          <p:nvPr/>
        </p:nvSpPr>
        <p:spPr bwMode="auto">
          <a:xfrm>
            <a:off x="5888038" y="2243139"/>
            <a:ext cx="4176712"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Assign  state names to each state</a:t>
            </a:r>
          </a:p>
          <a:p>
            <a:pPr eaLnBrk="1" hangingPunct="1">
              <a:spcBef>
                <a:spcPct val="50000"/>
              </a:spcBef>
            </a:pPr>
            <a:r>
              <a:rPr lang="en-US" altLang="en-US" sz="2000"/>
              <a:t>00 – S</a:t>
            </a:r>
            <a:r>
              <a:rPr lang="en-US" altLang="en-US" sz="2000" baseline="-25000"/>
              <a:t>0</a:t>
            </a:r>
            <a:r>
              <a:rPr lang="en-US" altLang="en-US" sz="2000"/>
              <a:t>, 01 – S</a:t>
            </a:r>
            <a:r>
              <a:rPr lang="en-US" altLang="en-US" sz="2000" baseline="-25000"/>
              <a:t>1</a:t>
            </a:r>
            <a:r>
              <a:rPr lang="en-US" altLang="en-US" sz="2000"/>
              <a:t>, 10 – S</a:t>
            </a:r>
            <a:r>
              <a:rPr lang="en-US" altLang="en-US" sz="2000" baseline="-25000"/>
              <a:t>2</a:t>
            </a:r>
            <a:r>
              <a:rPr lang="en-US" altLang="en-US" sz="2000"/>
              <a:t>, 11 – S</a:t>
            </a:r>
            <a:r>
              <a:rPr lang="en-US" altLang="en-US" sz="2000" baseline="-25000"/>
              <a:t>3</a:t>
            </a:r>
            <a:endParaRPr lang="ru-RU" altLang="en-US" sz="2000"/>
          </a:p>
        </p:txBody>
      </p:sp>
      <p:grpSp>
        <p:nvGrpSpPr>
          <p:cNvPr id="183301" name="Group 54">
            <a:extLst>
              <a:ext uri="{FF2B5EF4-FFF2-40B4-BE49-F238E27FC236}">
                <a16:creationId xmlns:a16="http://schemas.microsoft.com/office/drawing/2014/main" id="{814AB034-FEC5-7E92-0F5D-C0A1B0817B8C}"/>
              </a:ext>
            </a:extLst>
          </p:cNvPr>
          <p:cNvGrpSpPr>
            <a:grpSpLocks/>
          </p:cNvGrpSpPr>
          <p:nvPr/>
        </p:nvGrpSpPr>
        <p:grpSpPr bwMode="auto">
          <a:xfrm>
            <a:off x="2578101" y="4652169"/>
            <a:ext cx="7104062" cy="1665287"/>
            <a:chOff x="1162050" y="4203700"/>
            <a:chExt cx="7104063" cy="2235517"/>
          </a:xfrm>
        </p:grpSpPr>
        <p:sp>
          <p:nvSpPr>
            <p:cNvPr id="183330" name="Oval 38">
              <a:extLst>
                <a:ext uri="{FF2B5EF4-FFF2-40B4-BE49-F238E27FC236}">
                  <a16:creationId xmlns:a16="http://schemas.microsoft.com/office/drawing/2014/main" id="{23348FAB-E3AE-A8D3-ECFF-CE420178AF4A}"/>
                </a:ext>
              </a:extLst>
            </p:cNvPr>
            <p:cNvSpPr>
              <a:spLocks noChangeArrowheads="1"/>
            </p:cNvSpPr>
            <p:nvPr/>
          </p:nvSpPr>
          <p:spPr bwMode="auto">
            <a:xfrm>
              <a:off x="2071688" y="4752975"/>
              <a:ext cx="576262" cy="576263"/>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dirty="0">
                  <a:solidFill>
                    <a:schemeClr val="bg1"/>
                  </a:solidFill>
                </a:rPr>
                <a:t>S</a:t>
              </a:r>
              <a:r>
                <a:rPr lang="en-US" altLang="en-US" sz="1800" baseline="-25000" dirty="0">
                  <a:solidFill>
                    <a:schemeClr val="bg1"/>
                  </a:solidFill>
                </a:rPr>
                <a:t>0</a:t>
              </a:r>
              <a:endParaRPr lang="ru-RU" altLang="en-US" sz="1800" dirty="0">
                <a:solidFill>
                  <a:schemeClr val="bg1"/>
                </a:solidFill>
              </a:endParaRPr>
            </a:p>
          </p:txBody>
        </p:sp>
        <p:sp>
          <p:nvSpPr>
            <p:cNvPr id="183331" name="Oval 41">
              <a:extLst>
                <a:ext uri="{FF2B5EF4-FFF2-40B4-BE49-F238E27FC236}">
                  <a16:creationId xmlns:a16="http://schemas.microsoft.com/office/drawing/2014/main" id="{BA6580EB-B842-F021-9D0A-3D4AA2A3611F}"/>
                </a:ext>
              </a:extLst>
            </p:cNvPr>
            <p:cNvSpPr>
              <a:spLocks noChangeArrowheads="1"/>
            </p:cNvSpPr>
            <p:nvPr/>
          </p:nvSpPr>
          <p:spPr bwMode="auto">
            <a:xfrm>
              <a:off x="3727450" y="4743450"/>
              <a:ext cx="576263" cy="576263"/>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solidFill>
                    <a:schemeClr val="bg1"/>
                  </a:solidFill>
                </a:rPr>
                <a:t>S</a:t>
              </a:r>
              <a:r>
                <a:rPr lang="en-US" altLang="en-US" sz="1800" baseline="-25000">
                  <a:solidFill>
                    <a:schemeClr val="bg1"/>
                  </a:solidFill>
                </a:rPr>
                <a:t>1</a:t>
              </a:r>
              <a:endParaRPr lang="ru-RU" altLang="en-US" sz="1800">
                <a:solidFill>
                  <a:schemeClr val="bg1"/>
                </a:solidFill>
              </a:endParaRPr>
            </a:p>
          </p:txBody>
        </p:sp>
        <p:sp>
          <p:nvSpPr>
            <p:cNvPr id="183332" name="Oval 42">
              <a:extLst>
                <a:ext uri="{FF2B5EF4-FFF2-40B4-BE49-F238E27FC236}">
                  <a16:creationId xmlns:a16="http://schemas.microsoft.com/office/drawing/2014/main" id="{D241386D-DB72-98A9-991A-78D1F1CA630F}"/>
                </a:ext>
              </a:extLst>
            </p:cNvPr>
            <p:cNvSpPr>
              <a:spLocks noChangeArrowheads="1"/>
            </p:cNvSpPr>
            <p:nvPr/>
          </p:nvSpPr>
          <p:spPr bwMode="auto">
            <a:xfrm>
              <a:off x="5262563" y="4751388"/>
              <a:ext cx="576262" cy="576262"/>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solidFill>
                    <a:schemeClr val="bg1"/>
                  </a:solidFill>
                </a:rPr>
                <a:t>S</a:t>
              </a:r>
              <a:r>
                <a:rPr lang="en-US" altLang="en-US" sz="1800" baseline="-25000">
                  <a:solidFill>
                    <a:schemeClr val="bg1"/>
                  </a:solidFill>
                </a:rPr>
                <a:t>2</a:t>
              </a:r>
              <a:endParaRPr lang="ru-RU" altLang="en-US" sz="1800">
                <a:solidFill>
                  <a:schemeClr val="bg1"/>
                </a:solidFill>
              </a:endParaRPr>
            </a:p>
          </p:txBody>
        </p:sp>
        <p:sp>
          <p:nvSpPr>
            <p:cNvPr id="183333" name="Oval 43">
              <a:extLst>
                <a:ext uri="{FF2B5EF4-FFF2-40B4-BE49-F238E27FC236}">
                  <a16:creationId xmlns:a16="http://schemas.microsoft.com/office/drawing/2014/main" id="{6F16A09E-72C5-B408-74E5-0F0EE306BE6A}"/>
                </a:ext>
              </a:extLst>
            </p:cNvPr>
            <p:cNvSpPr>
              <a:spLocks noChangeArrowheads="1"/>
            </p:cNvSpPr>
            <p:nvPr/>
          </p:nvSpPr>
          <p:spPr bwMode="auto">
            <a:xfrm>
              <a:off x="6643688" y="4699000"/>
              <a:ext cx="576262" cy="576263"/>
            </a:xfrm>
            <a:prstGeom prst="ellipse">
              <a:avLst/>
            </a:prstGeom>
            <a:solidFill>
              <a:schemeClr val="accent1"/>
            </a:solidFill>
            <a:ln w="2540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solidFill>
                    <a:schemeClr val="bg1"/>
                  </a:solidFill>
                </a:rPr>
                <a:t>S</a:t>
              </a:r>
              <a:r>
                <a:rPr lang="en-US" altLang="en-US" sz="1800" baseline="-25000">
                  <a:solidFill>
                    <a:schemeClr val="bg1"/>
                  </a:solidFill>
                </a:rPr>
                <a:t>3</a:t>
              </a:r>
              <a:endParaRPr lang="ru-RU" altLang="en-US" sz="1800">
                <a:solidFill>
                  <a:schemeClr val="bg1"/>
                </a:solidFill>
              </a:endParaRPr>
            </a:p>
          </p:txBody>
        </p:sp>
        <p:sp>
          <p:nvSpPr>
            <p:cNvPr id="183334" name="Arc 45">
              <a:extLst>
                <a:ext uri="{FF2B5EF4-FFF2-40B4-BE49-F238E27FC236}">
                  <a16:creationId xmlns:a16="http://schemas.microsoft.com/office/drawing/2014/main" id="{8F81E110-7EF2-9F91-565C-A5CC7D59D5E7}"/>
                </a:ext>
              </a:extLst>
            </p:cNvPr>
            <p:cNvSpPr>
              <a:spLocks/>
            </p:cNvSpPr>
            <p:nvPr/>
          </p:nvSpPr>
          <p:spPr bwMode="auto">
            <a:xfrm flipH="1">
              <a:off x="1712913" y="4797425"/>
              <a:ext cx="468312" cy="508000"/>
            </a:xfrm>
            <a:custGeom>
              <a:avLst/>
              <a:gdLst>
                <a:gd name="T0" fmla="*/ 2147483646 w 35242"/>
                <a:gd name="T1" fmla="*/ 2147483646 h 43200"/>
                <a:gd name="T2" fmla="*/ 0 w 35242"/>
                <a:gd name="T3" fmla="*/ 2147483646 h 43200"/>
                <a:gd name="T4" fmla="*/ 2147483646 w 35242"/>
                <a:gd name="T5" fmla="*/ 2147483646 h 43200"/>
                <a:gd name="T6" fmla="*/ 0 60000 65536"/>
                <a:gd name="T7" fmla="*/ 0 60000 65536"/>
                <a:gd name="T8" fmla="*/ 0 60000 65536"/>
                <a:gd name="T9" fmla="*/ 0 w 35242"/>
                <a:gd name="T10" fmla="*/ 0 h 43200"/>
                <a:gd name="T11" fmla="*/ 35242 w 35242"/>
                <a:gd name="T12" fmla="*/ 43200 h 43200"/>
              </a:gdLst>
              <a:ahLst/>
              <a:cxnLst>
                <a:cxn ang="T6">
                  <a:pos x="T0" y="T1"/>
                </a:cxn>
                <a:cxn ang="T7">
                  <a:pos x="T2" y="T3"/>
                </a:cxn>
                <a:cxn ang="T8">
                  <a:pos x="T4" y="T5"/>
                </a:cxn>
              </a:cxnLst>
              <a:rect l="T9" t="T10" r="T11" b="T12"/>
              <a:pathLst>
                <a:path w="35242" h="43200" fill="none" extrusionOk="0">
                  <a:moveTo>
                    <a:pt x="2951" y="2831"/>
                  </a:moveTo>
                  <a:cubicBezTo>
                    <a:pt x="6208" y="975"/>
                    <a:pt x="9893" y="-1"/>
                    <a:pt x="13642" y="0"/>
                  </a:cubicBezTo>
                  <a:cubicBezTo>
                    <a:pt x="25571" y="0"/>
                    <a:pt x="35242" y="9670"/>
                    <a:pt x="35242" y="21600"/>
                  </a:cubicBezTo>
                  <a:cubicBezTo>
                    <a:pt x="35242" y="33529"/>
                    <a:pt x="25571" y="43200"/>
                    <a:pt x="13642" y="43200"/>
                  </a:cubicBezTo>
                  <a:cubicBezTo>
                    <a:pt x="8671" y="43200"/>
                    <a:pt x="3853" y="41485"/>
                    <a:pt x="0" y="38346"/>
                  </a:cubicBezTo>
                </a:path>
                <a:path w="35242" h="43200" stroke="0" extrusionOk="0">
                  <a:moveTo>
                    <a:pt x="2951" y="2831"/>
                  </a:moveTo>
                  <a:cubicBezTo>
                    <a:pt x="6208" y="975"/>
                    <a:pt x="9893" y="-1"/>
                    <a:pt x="13642" y="0"/>
                  </a:cubicBezTo>
                  <a:cubicBezTo>
                    <a:pt x="25571" y="0"/>
                    <a:pt x="35242" y="9670"/>
                    <a:pt x="35242" y="21600"/>
                  </a:cubicBezTo>
                  <a:cubicBezTo>
                    <a:pt x="35242" y="33529"/>
                    <a:pt x="25571" y="43200"/>
                    <a:pt x="13642" y="43200"/>
                  </a:cubicBezTo>
                  <a:cubicBezTo>
                    <a:pt x="8671" y="43200"/>
                    <a:pt x="3853" y="41485"/>
                    <a:pt x="0" y="38346"/>
                  </a:cubicBezTo>
                  <a:lnTo>
                    <a:pt x="13642" y="21600"/>
                  </a:lnTo>
                  <a:lnTo>
                    <a:pt x="2951" y="2831"/>
                  </a:lnTo>
                  <a:close/>
                </a:path>
              </a:pathLst>
            </a:custGeom>
            <a:noFill/>
            <a:ln w="222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3335" name="Text Box 46">
              <a:extLst>
                <a:ext uri="{FF2B5EF4-FFF2-40B4-BE49-F238E27FC236}">
                  <a16:creationId xmlns:a16="http://schemas.microsoft.com/office/drawing/2014/main" id="{6A9F20FD-D5FC-544B-18F4-17D433ECE777}"/>
                </a:ext>
              </a:extLst>
            </p:cNvPr>
            <p:cNvSpPr txBox="1">
              <a:spLocks noChangeArrowheads="1"/>
            </p:cNvSpPr>
            <p:nvPr/>
          </p:nvSpPr>
          <p:spPr bwMode="auto">
            <a:xfrm>
              <a:off x="1162050" y="4824413"/>
              <a:ext cx="684213" cy="4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0/0</a:t>
              </a:r>
              <a:endParaRPr lang="ru-RU" altLang="en-US" sz="1800"/>
            </a:p>
          </p:txBody>
        </p:sp>
        <p:sp>
          <p:nvSpPr>
            <p:cNvPr id="183336" name="Arc 48">
              <a:extLst>
                <a:ext uri="{FF2B5EF4-FFF2-40B4-BE49-F238E27FC236}">
                  <a16:creationId xmlns:a16="http://schemas.microsoft.com/office/drawing/2014/main" id="{03A10132-4973-9430-4E31-A1828B4E4C49}"/>
                </a:ext>
              </a:extLst>
            </p:cNvPr>
            <p:cNvSpPr>
              <a:spLocks/>
            </p:cNvSpPr>
            <p:nvPr/>
          </p:nvSpPr>
          <p:spPr bwMode="auto">
            <a:xfrm>
              <a:off x="2513013" y="4556125"/>
              <a:ext cx="2765425" cy="374650"/>
            </a:xfrm>
            <a:custGeom>
              <a:avLst/>
              <a:gdLst>
                <a:gd name="T0" fmla="*/ 0 w 41128"/>
                <a:gd name="T1" fmla="*/ 2147483646 h 21600"/>
                <a:gd name="T2" fmla="*/ 2147483646 w 41128"/>
                <a:gd name="T3" fmla="*/ 2147483646 h 21600"/>
                <a:gd name="T4" fmla="*/ 2147483646 w 41128"/>
                <a:gd name="T5" fmla="*/ 2147483646 h 21600"/>
                <a:gd name="T6" fmla="*/ 0 60000 65536"/>
                <a:gd name="T7" fmla="*/ 0 60000 65536"/>
                <a:gd name="T8" fmla="*/ 0 60000 65536"/>
                <a:gd name="T9" fmla="*/ 0 w 41128"/>
                <a:gd name="T10" fmla="*/ 0 h 21600"/>
                <a:gd name="T11" fmla="*/ 41128 w 41128"/>
                <a:gd name="T12" fmla="*/ 21600 h 21600"/>
              </a:gdLst>
              <a:ahLst/>
              <a:cxnLst>
                <a:cxn ang="T6">
                  <a:pos x="T0" y="T1"/>
                </a:cxn>
                <a:cxn ang="T7">
                  <a:pos x="T2" y="T3"/>
                </a:cxn>
                <a:cxn ang="T8">
                  <a:pos x="T4" y="T5"/>
                </a:cxn>
              </a:cxnLst>
              <a:rect l="T9" t="T10" r="T11" b="T12"/>
              <a:pathLst>
                <a:path w="41128" h="21600" fill="none" extrusionOk="0">
                  <a:moveTo>
                    <a:pt x="-1" y="12368"/>
                  </a:moveTo>
                  <a:cubicBezTo>
                    <a:pt x="3569" y="4816"/>
                    <a:pt x="11174" y="-1"/>
                    <a:pt x="19528" y="0"/>
                  </a:cubicBezTo>
                  <a:cubicBezTo>
                    <a:pt x="31457" y="0"/>
                    <a:pt x="41128" y="9670"/>
                    <a:pt x="41128" y="21600"/>
                  </a:cubicBezTo>
                </a:path>
                <a:path w="41128" h="21600" stroke="0" extrusionOk="0">
                  <a:moveTo>
                    <a:pt x="-1" y="12368"/>
                  </a:moveTo>
                  <a:cubicBezTo>
                    <a:pt x="3569" y="4816"/>
                    <a:pt x="11174" y="-1"/>
                    <a:pt x="19528" y="0"/>
                  </a:cubicBezTo>
                  <a:cubicBezTo>
                    <a:pt x="31457" y="0"/>
                    <a:pt x="41128" y="9670"/>
                    <a:pt x="41128" y="21600"/>
                  </a:cubicBezTo>
                  <a:lnTo>
                    <a:pt x="19528" y="21600"/>
                  </a:lnTo>
                  <a:lnTo>
                    <a:pt x="-1" y="12368"/>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3337" name="Text Box 49">
              <a:extLst>
                <a:ext uri="{FF2B5EF4-FFF2-40B4-BE49-F238E27FC236}">
                  <a16:creationId xmlns:a16="http://schemas.microsoft.com/office/drawing/2014/main" id="{AD65AAD2-783A-3920-2A21-612BF31F60E3}"/>
                </a:ext>
              </a:extLst>
            </p:cNvPr>
            <p:cNvSpPr txBox="1">
              <a:spLocks noChangeArrowheads="1"/>
            </p:cNvSpPr>
            <p:nvPr/>
          </p:nvSpPr>
          <p:spPr bwMode="auto">
            <a:xfrm>
              <a:off x="3984625" y="4203700"/>
              <a:ext cx="684213" cy="4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1/0</a:t>
              </a:r>
              <a:endParaRPr lang="ru-RU" altLang="en-US" sz="1800"/>
            </a:p>
          </p:txBody>
        </p:sp>
        <p:sp>
          <p:nvSpPr>
            <p:cNvPr id="183338" name="Arc 50">
              <a:extLst>
                <a:ext uri="{FF2B5EF4-FFF2-40B4-BE49-F238E27FC236}">
                  <a16:creationId xmlns:a16="http://schemas.microsoft.com/office/drawing/2014/main" id="{4CEE6CF8-A54C-FFBD-9655-D9CD4CB23DBA}"/>
                </a:ext>
              </a:extLst>
            </p:cNvPr>
            <p:cNvSpPr>
              <a:spLocks/>
            </p:cNvSpPr>
            <p:nvPr/>
          </p:nvSpPr>
          <p:spPr bwMode="auto">
            <a:xfrm rot="20867439" flipH="1">
              <a:off x="3402013" y="4886325"/>
              <a:ext cx="468312" cy="508000"/>
            </a:xfrm>
            <a:custGeom>
              <a:avLst/>
              <a:gdLst>
                <a:gd name="T0" fmla="*/ 2147483646 w 35242"/>
                <a:gd name="T1" fmla="*/ 2147483646 h 43200"/>
                <a:gd name="T2" fmla="*/ 0 w 35242"/>
                <a:gd name="T3" fmla="*/ 2147483646 h 43200"/>
                <a:gd name="T4" fmla="*/ 2147483646 w 35242"/>
                <a:gd name="T5" fmla="*/ 2147483646 h 43200"/>
                <a:gd name="T6" fmla="*/ 0 60000 65536"/>
                <a:gd name="T7" fmla="*/ 0 60000 65536"/>
                <a:gd name="T8" fmla="*/ 0 60000 65536"/>
                <a:gd name="T9" fmla="*/ 0 w 35242"/>
                <a:gd name="T10" fmla="*/ 0 h 43200"/>
                <a:gd name="T11" fmla="*/ 35242 w 35242"/>
                <a:gd name="T12" fmla="*/ 43200 h 43200"/>
              </a:gdLst>
              <a:ahLst/>
              <a:cxnLst>
                <a:cxn ang="T6">
                  <a:pos x="T0" y="T1"/>
                </a:cxn>
                <a:cxn ang="T7">
                  <a:pos x="T2" y="T3"/>
                </a:cxn>
                <a:cxn ang="T8">
                  <a:pos x="T4" y="T5"/>
                </a:cxn>
              </a:cxnLst>
              <a:rect l="T9" t="T10" r="T11" b="T12"/>
              <a:pathLst>
                <a:path w="35242" h="43200" fill="none" extrusionOk="0">
                  <a:moveTo>
                    <a:pt x="2951" y="2831"/>
                  </a:moveTo>
                  <a:cubicBezTo>
                    <a:pt x="6208" y="975"/>
                    <a:pt x="9893" y="-1"/>
                    <a:pt x="13642" y="0"/>
                  </a:cubicBezTo>
                  <a:cubicBezTo>
                    <a:pt x="25571" y="0"/>
                    <a:pt x="35242" y="9670"/>
                    <a:pt x="35242" y="21600"/>
                  </a:cubicBezTo>
                  <a:cubicBezTo>
                    <a:pt x="35242" y="33529"/>
                    <a:pt x="25571" y="43200"/>
                    <a:pt x="13642" y="43200"/>
                  </a:cubicBezTo>
                  <a:cubicBezTo>
                    <a:pt x="8671" y="43200"/>
                    <a:pt x="3853" y="41485"/>
                    <a:pt x="0" y="38346"/>
                  </a:cubicBezTo>
                </a:path>
                <a:path w="35242" h="43200" stroke="0" extrusionOk="0">
                  <a:moveTo>
                    <a:pt x="2951" y="2831"/>
                  </a:moveTo>
                  <a:cubicBezTo>
                    <a:pt x="6208" y="975"/>
                    <a:pt x="9893" y="-1"/>
                    <a:pt x="13642" y="0"/>
                  </a:cubicBezTo>
                  <a:cubicBezTo>
                    <a:pt x="25571" y="0"/>
                    <a:pt x="35242" y="9670"/>
                    <a:pt x="35242" y="21600"/>
                  </a:cubicBezTo>
                  <a:cubicBezTo>
                    <a:pt x="35242" y="33529"/>
                    <a:pt x="25571" y="43200"/>
                    <a:pt x="13642" y="43200"/>
                  </a:cubicBezTo>
                  <a:cubicBezTo>
                    <a:pt x="8671" y="43200"/>
                    <a:pt x="3853" y="41485"/>
                    <a:pt x="0" y="38346"/>
                  </a:cubicBezTo>
                  <a:lnTo>
                    <a:pt x="13642" y="21600"/>
                  </a:lnTo>
                  <a:lnTo>
                    <a:pt x="2951" y="2831"/>
                  </a:lnTo>
                  <a:close/>
                </a:path>
              </a:pathLst>
            </a:custGeom>
            <a:noFill/>
            <a:ln w="222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3339" name="Text Box 51">
              <a:extLst>
                <a:ext uri="{FF2B5EF4-FFF2-40B4-BE49-F238E27FC236}">
                  <a16:creationId xmlns:a16="http://schemas.microsoft.com/office/drawing/2014/main" id="{C1309AA9-A28D-9834-E8CB-EA12BFF04F85}"/>
                </a:ext>
              </a:extLst>
            </p:cNvPr>
            <p:cNvSpPr txBox="1">
              <a:spLocks noChangeArrowheads="1"/>
            </p:cNvSpPr>
            <p:nvPr/>
          </p:nvSpPr>
          <p:spPr bwMode="auto">
            <a:xfrm>
              <a:off x="2863850" y="4824413"/>
              <a:ext cx="684213" cy="4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0/0</a:t>
              </a:r>
              <a:endParaRPr lang="ru-RU" altLang="en-US" sz="1800"/>
            </a:p>
          </p:txBody>
        </p:sp>
        <p:sp>
          <p:nvSpPr>
            <p:cNvPr id="183340" name="Arc 52">
              <a:extLst>
                <a:ext uri="{FF2B5EF4-FFF2-40B4-BE49-F238E27FC236}">
                  <a16:creationId xmlns:a16="http://schemas.microsoft.com/office/drawing/2014/main" id="{B4600F58-BAA4-7A45-062D-D6F77C8798B3}"/>
                </a:ext>
              </a:extLst>
            </p:cNvPr>
            <p:cNvSpPr>
              <a:spLocks/>
            </p:cNvSpPr>
            <p:nvPr/>
          </p:nvSpPr>
          <p:spPr bwMode="auto">
            <a:xfrm>
              <a:off x="4168775" y="5149850"/>
              <a:ext cx="2722563" cy="392113"/>
            </a:xfrm>
            <a:custGeom>
              <a:avLst/>
              <a:gdLst>
                <a:gd name="T0" fmla="*/ 2147483646 w 40401"/>
                <a:gd name="T1" fmla="*/ 2147483646 h 21600"/>
                <a:gd name="T2" fmla="*/ 0 w 40401"/>
                <a:gd name="T3" fmla="*/ 2147483646 h 21600"/>
                <a:gd name="T4" fmla="*/ 2147483646 w 40401"/>
                <a:gd name="T5" fmla="*/ 0 h 21600"/>
                <a:gd name="T6" fmla="*/ 0 60000 65536"/>
                <a:gd name="T7" fmla="*/ 0 60000 65536"/>
                <a:gd name="T8" fmla="*/ 0 60000 65536"/>
                <a:gd name="T9" fmla="*/ 0 w 40401"/>
                <a:gd name="T10" fmla="*/ 0 h 21600"/>
                <a:gd name="T11" fmla="*/ 40401 w 40401"/>
                <a:gd name="T12" fmla="*/ 21600 h 21600"/>
              </a:gdLst>
              <a:ahLst/>
              <a:cxnLst>
                <a:cxn ang="T6">
                  <a:pos x="T0" y="T1"/>
                </a:cxn>
                <a:cxn ang="T7">
                  <a:pos x="T2" y="T3"/>
                </a:cxn>
                <a:cxn ang="T8">
                  <a:pos x="T4" y="T5"/>
                </a:cxn>
              </a:cxnLst>
              <a:rect l="T9" t="T10" r="T11" b="T12"/>
              <a:pathLst>
                <a:path w="40401" h="21600" fill="none" extrusionOk="0">
                  <a:moveTo>
                    <a:pt x="40400" y="7190"/>
                  </a:moveTo>
                  <a:cubicBezTo>
                    <a:pt x="37352" y="15825"/>
                    <a:pt x="29190" y="21599"/>
                    <a:pt x="20033" y="21600"/>
                  </a:cubicBezTo>
                  <a:cubicBezTo>
                    <a:pt x="11222" y="21600"/>
                    <a:pt x="3294" y="16248"/>
                    <a:pt x="-1" y="8077"/>
                  </a:cubicBezTo>
                </a:path>
                <a:path w="40401" h="21600" stroke="0" extrusionOk="0">
                  <a:moveTo>
                    <a:pt x="40400" y="7190"/>
                  </a:moveTo>
                  <a:cubicBezTo>
                    <a:pt x="37352" y="15825"/>
                    <a:pt x="29190" y="21599"/>
                    <a:pt x="20033" y="21600"/>
                  </a:cubicBezTo>
                  <a:cubicBezTo>
                    <a:pt x="11222" y="21600"/>
                    <a:pt x="3294" y="16248"/>
                    <a:pt x="-1" y="8077"/>
                  </a:cubicBezTo>
                  <a:lnTo>
                    <a:pt x="20033" y="0"/>
                  </a:lnTo>
                  <a:lnTo>
                    <a:pt x="40400" y="7190"/>
                  </a:lnTo>
                  <a:close/>
                </a:path>
              </a:pathLst>
            </a:custGeom>
            <a:noFill/>
            <a:ln w="22225">
              <a:solidFill>
                <a:schemeClr val="tx1"/>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3341" name="Text Box 55">
              <a:extLst>
                <a:ext uri="{FF2B5EF4-FFF2-40B4-BE49-F238E27FC236}">
                  <a16:creationId xmlns:a16="http://schemas.microsoft.com/office/drawing/2014/main" id="{41FC7705-4F3E-217D-ACF6-A75A46A25603}"/>
                </a:ext>
              </a:extLst>
            </p:cNvPr>
            <p:cNvSpPr txBox="1">
              <a:spLocks noChangeArrowheads="1"/>
            </p:cNvSpPr>
            <p:nvPr/>
          </p:nvSpPr>
          <p:spPr bwMode="auto">
            <a:xfrm>
              <a:off x="5043488" y="5499099"/>
              <a:ext cx="684212" cy="4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1/0</a:t>
              </a:r>
              <a:endParaRPr lang="ru-RU" altLang="en-US" sz="1800"/>
            </a:p>
          </p:txBody>
        </p:sp>
        <p:sp>
          <p:nvSpPr>
            <p:cNvPr id="183342" name="Arc 56">
              <a:extLst>
                <a:ext uri="{FF2B5EF4-FFF2-40B4-BE49-F238E27FC236}">
                  <a16:creationId xmlns:a16="http://schemas.microsoft.com/office/drawing/2014/main" id="{AB124E2E-2ABC-70A3-A914-B0292583EAB8}"/>
                </a:ext>
              </a:extLst>
            </p:cNvPr>
            <p:cNvSpPr>
              <a:spLocks/>
            </p:cNvSpPr>
            <p:nvPr/>
          </p:nvSpPr>
          <p:spPr bwMode="auto">
            <a:xfrm rot="7181543" flipH="1">
              <a:off x="5518150" y="4406900"/>
              <a:ext cx="438150" cy="508000"/>
            </a:xfrm>
            <a:custGeom>
              <a:avLst/>
              <a:gdLst>
                <a:gd name="T0" fmla="*/ 2147483646 w 35242"/>
                <a:gd name="T1" fmla="*/ 2147483646 h 43200"/>
                <a:gd name="T2" fmla="*/ 0 w 35242"/>
                <a:gd name="T3" fmla="*/ 2147483646 h 43200"/>
                <a:gd name="T4" fmla="*/ 2147483646 w 35242"/>
                <a:gd name="T5" fmla="*/ 2147483646 h 43200"/>
                <a:gd name="T6" fmla="*/ 0 60000 65536"/>
                <a:gd name="T7" fmla="*/ 0 60000 65536"/>
                <a:gd name="T8" fmla="*/ 0 60000 65536"/>
                <a:gd name="T9" fmla="*/ 0 w 35242"/>
                <a:gd name="T10" fmla="*/ 0 h 43200"/>
                <a:gd name="T11" fmla="*/ 35242 w 35242"/>
                <a:gd name="T12" fmla="*/ 43200 h 43200"/>
              </a:gdLst>
              <a:ahLst/>
              <a:cxnLst>
                <a:cxn ang="T6">
                  <a:pos x="T0" y="T1"/>
                </a:cxn>
                <a:cxn ang="T7">
                  <a:pos x="T2" y="T3"/>
                </a:cxn>
                <a:cxn ang="T8">
                  <a:pos x="T4" y="T5"/>
                </a:cxn>
              </a:cxnLst>
              <a:rect l="T9" t="T10" r="T11" b="T12"/>
              <a:pathLst>
                <a:path w="35242" h="43200" fill="none" extrusionOk="0">
                  <a:moveTo>
                    <a:pt x="2951" y="2831"/>
                  </a:moveTo>
                  <a:cubicBezTo>
                    <a:pt x="6208" y="975"/>
                    <a:pt x="9893" y="-1"/>
                    <a:pt x="13642" y="0"/>
                  </a:cubicBezTo>
                  <a:cubicBezTo>
                    <a:pt x="25571" y="0"/>
                    <a:pt x="35242" y="9670"/>
                    <a:pt x="35242" y="21600"/>
                  </a:cubicBezTo>
                  <a:cubicBezTo>
                    <a:pt x="35242" y="33529"/>
                    <a:pt x="25571" y="43200"/>
                    <a:pt x="13642" y="43200"/>
                  </a:cubicBezTo>
                  <a:cubicBezTo>
                    <a:pt x="8671" y="43200"/>
                    <a:pt x="3853" y="41485"/>
                    <a:pt x="0" y="38346"/>
                  </a:cubicBezTo>
                </a:path>
                <a:path w="35242" h="43200" stroke="0" extrusionOk="0">
                  <a:moveTo>
                    <a:pt x="2951" y="2831"/>
                  </a:moveTo>
                  <a:cubicBezTo>
                    <a:pt x="6208" y="975"/>
                    <a:pt x="9893" y="-1"/>
                    <a:pt x="13642" y="0"/>
                  </a:cubicBezTo>
                  <a:cubicBezTo>
                    <a:pt x="25571" y="0"/>
                    <a:pt x="35242" y="9670"/>
                    <a:pt x="35242" y="21600"/>
                  </a:cubicBezTo>
                  <a:cubicBezTo>
                    <a:pt x="35242" y="33529"/>
                    <a:pt x="25571" y="43200"/>
                    <a:pt x="13642" y="43200"/>
                  </a:cubicBezTo>
                  <a:cubicBezTo>
                    <a:pt x="8671" y="43200"/>
                    <a:pt x="3853" y="41485"/>
                    <a:pt x="0" y="38346"/>
                  </a:cubicBezTo>
                  <a:lnTo>
                    <a:pt x="13642" y="21600"/>
                  </a:lnTo>
                  <a:lnTo>
                    <a:pt x="2951" y="2831"/>
                  </a:lnTo>
                  <a:close/>
                </a:path>
              </a:pathLst>
            </a:custGeom>
            <a:noFill/>
            <a:ln w="222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183343" name="Text Box 57">
              <a:extLst>
                <a:ext uri="{FF2B5EF4-FFF2-40B4-BE49-F238E27FC236}">
                  <a16:creationId xmlns:a16="http://schemas.microsoft.com/office/drawing/2014/main" id="{AB514305-D3DB-217F-6D73-1AF6447BC118}"/>
                </a:ext>
              </a:extLst>
            </p:cNvPr>
            <p:cNvSpPr txBox="1">
              <a:spLocks noChangeArrowheads="1"/>
            </p:cNvSpPr>
            <p:nvPr/>
          </p:nvSpPr>
          <p:spPr bwMode="auto">
            <a:xfrm>
              <a:off x="5913438" y="4241800"/>
              <a:ext cx="684212" cy="4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0/0</a:t>
              </a:r>
              <a:endParaRPr lang="ru-RU" altLang="en-US" sz="1800"/>
            </a:p>
          </p:txBody>
        </p:sp>
        <p:sp>
          <p:nvSpPr>
            <p:cNvPr id="183344" name="Arc 58">
              <a:extLst>
                <a:ext uri="{FF2B5EF4-FFF2-40B4-BE49-F238E27FC236}">
                  <a16:creationId xmlns:a16="http://schemas.microsoft.com/office/drawing/2014/main" id="{B71ADDB9-8AC6-F82C-1A04-2983E161C491}"/>
                </a:ext>
              </a:extLst>
            </p:cNvPr>
            <p:cNvSpPr>
              <a:spLocks/>
            </p:cNvSpPr>
            <p:nvPr/>
          </p:nvSpPr>
          <p:spPr bwMode="auto">
            <a:xfrm flipH="1" flipV="1">
              <a:off x="4297363" y="5062538"/>
              <a:ext cx="965200" cy="79375"/>
            </a:xfrm>
            <a:custGeom>
              <a:avLst/>
              <a:gdLst>
                <a:gd name="T0" fmla="*/ 0 w 22417"/>
                <a:gd name="T1" fmla="*/ 2147483646 h 21600"/>
                <a:gd name="T2" fmla="*/ 2147483646 w 22417"/>
                <a:gd name="T3" fmla="*/ 2147483646 h 21600"/>
                <a:gd name="T4" fmla="*/ 2147483646 w 22417"/>
                <a:gd name="T5" fmla="*/ 2147483646 h 21600"/>
                <a:gd name="T6" fmla="*/ 0 60000 65536"/>
                <a:gd name="T7" fmla="*/ 0 60000 65536"/>
                <a:gd name="T8" fmla="*/ 0 60000 65536"/>
                <a:gd name="T9" fmla="*/ 0 w 22417"/>
                <a:gd name="T10" fmla="*/ 0 h 21600"/>
                <a:gd name="T11" fmla="*/ 22417 w 22417"/>
                <a:gd name="T12" fmla="*/ 21600 h 21600"/>
              </a:gdLst>
              <a:ahLst/>
              <a:cxnLst>
                <a:cxn ang="T6">
                  <a:pos x="T0" y="T1"/>
                </a:cxn>
                <a:cxn ang="T7">
                  <a:pos x="T2" y="T3"/>
                </a:cxn>
                <a:cxn ang="T8">
                  <a:pos x="T4" y="T5"/>
                </a:cxn>
              </a:cxnLst>
              <a:rect l="T9" t="T10" r="T11" b="T12"/>
              <a:pathLst>
                <a:path w="22417" h="21600" fill="none" extrusionOk="0">
                  <a:moveTo>
                    <a:pt x="0" y="15"/>
                  </a:moveTo>
                  <a:cubicBezTo>
                    <a:pt x="272" y="5"/>
                    <a:pt x="544" y="-1"/>
                    <a:pt x="817" y="0"/>
                  </a:cubicBezTo>
                  <a:cubicBezTo>
                    <a:pt x="12746" y="0"/>
                    <a:pt x="22417" y="9670"/>
                    <a:pt x="22417" y="21600"/>
                  </a:cubicBezTo>
                </a:path>
                <a:path w="22417" h="21600" stroke="0" extrusionOk="0">
                  <a:moveTo>
                    <a:pt x="0" y="15"/>
                  </a:moveTo>
                  <a:cubicBezTo>
                    <a:pt x="272" y="5"/>
                    <a:pt x="544" y="-1"/>
                    <a:pt x="817" y="0"/>
                  </a:cubicBezTo>
                  <a:cubicBezTo>
                    <a:pt x="12746" y="0"/>
                    <a:pt x="22417" y="9670"/>
                    <a:pt x="22417" y="21600"/>
                  </a:cubicBezTo>
                  <a:lnTo>
                    <a:pt x="817" y="21600"/>
                  </a:lnTo>
                  <a:lnTo>
                    <a:pt x="0" y="15"/>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183345" name="Text Box 59">
              <a:extLst>
                <a:ext uri="{FF2B5EF4-FFF2-40B4-BE49-F238E27FC236}">
                  <a16:creationId xmlns:a16="http://schemas.microsoft.com/office/drawing/2014/main" id="{6D53E5D5-2B93-C914-5F4F-541431D8A4B2}"/>
                </a:ext>
              </a:extLst>
            </p:cNvPr>
            <p:cNvSpPr txBox="1">
              <a:spLocks noChangeArrowheads="1"/>
            </p:cNvSpPr>
            <p:nvPr/>
          </p:nvSpPr>
          <p:spPr bwMode="auto">
            <a:xfrm>
              <a:off x="4435475" y="4722842"/>
              <a:ext cx="684213" cy="4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1/0</a:t>
              </a:r>
              <a:endParaRPr lang="ru-RU" altLang="en-US" sz="1800"/>
            </a:p>
          </p:txBody>
        </p:sp>
        <p:sp>
          <p:nvSpPr>
            <p:cNvPr id="183346" name="Arc 60">
              <a:extLst>
                <a:ext uri="{FF2B5EF4-FFF2-40B4-BE49-F238E27FC236}">
                  <a16:creationId xmlns:a16="http://schemas.microsoft.com/office/drawing/2014/main" id="{5930B799-C6EA-EF0F-278C-283DD05DBEE9}"/>
                </a:ext>
              </a:extLst>
            </p:cNvPr>
            <p:cNvSpPr>
              <a:spLocks/>
            </p:cNvSpPr>
            <p:nvPr/>
          </p:nvSpPr>
          <p:spPr bwMode="auto">
            <a:xfrm rot="9626323" flipH="1">
              <a:off x="7118350" y="4648200"/>
              <a:ext cx="495300" cy="508000"/>
            </a:xfrm>
            <a:custGeom>
              <a:avLst/>
              <a:gdLst>
                <a:gd name="T0" fmla="*/ 0 w 39855"/>
                <a:gd name="T1" fmla="*/ 2147483646 h 43200"/>
                <a:gd name="T2" fmla="*/ 2147483646 w 39855"/>
                <a:gd name="T3" fmla="*/ 2147483646 h 43200"/>
                <a:gd name="T4" fmla="*/ 2147483646 w 39855"/>
                <a:gd name="T5" fmla="*/ 2147483646 h 43200"/>
                <a:gd name="T6" fmla="*/ 0 60000 65536"/>
                <a:gd name="T7" fmla="*/ 0 60000 65536"/>
                <a:gd name="T8" fmla="*/ 0 60000 65536"/>
                <a:gd name="T9" fmla="*/ 0 w 39855"/>
                <a:gd name="T10" fmla="*/ 0 h 43200"/>
                <a:gd name="T11" fmla="*/ 39855 w 39855"/>
                <a:gd name="T12" fmla="*/ 43200 h 43200"/>
              </a:gdLst>
              <a:ahLst/>
              <a:cxnLst>
                <a:cxn ang="T6">
                  <a:pos x="T0" y="T1"/>
                </a:cxn>
                <a:cxn ang="T7">
                  <a:pos x="T2" y="T3"/>
                </a:cxn>
                <a:cxn ang="T8">
                  <a:pos x="T4" y="T5"/>
                </a:cxn>
              </a:cxnLst>
              <a:rect l="T9" t="T10" r="T11" b="T12"/>
              <a:pathLst>
                <a:path w="39855" h="43200" fill="none" extrusionOk="0">
                  <a:moveTo>
                    <a:pt x="-1" y="10053"/>
                  </a:moveTo>
                  <a:cubicBezTo>
                    <a:pt x="3958" y="3794"/>
                    <a:pt x="10848" y="-1"/>
                    <a:pt x="18255" y="0"/>
                  </a:cubicBezTo>
                  <a:cubicBezTo>
                    <a:pt x="30184" y="0"/>
                    <a:pt x="39855" y="9670"/>
                    <a:pt x="39855" y="21600"/>
                  </a:cubicBezTo>
                  <a:cubicBezTo>
                    <a:pt x="39855" y="33529"/>
                    <a:pt x="30184" y="43200"/>
                    <a:pt x="18255" y="43200"/>
                  </a:cubicBezTo>
                  <a:cubicBezTo>
                    <a:pt x="13284" y="43200"/>
                    <a:pt x="8466" y="41485"/>
                    <a:pt x="4613" y="38346"/>
                  </a:cubicBezTo>
                </a:path>
                <a:path w="39855" h="43200" stroke="0" extrusionOk="0">
                  <a:moveTo>
                    <a:pt x="-1" y="10053"/>
                  </a:moveTo>
                  <a:cubicBezTo>
                    <a:pt x="3958" y="3794"/>
                    <a:pt x="10848" y="-1"/>
                    <a:pt x="18255" y="0"/>
                  </a:cubicBezTo>
                  <a:cubicBezTo>
                    <a:pt x="30184" y="0"/>
                    <a:pt x="39855" y="9670"/>
                    <a:pt x="39855" y="21600"/>
                  </a:cubicBezTo>
                  <a:cubicBezTo>
                    <a:pt x="39855" y="33529"/>
                    <a:pt x="30184" y="43200"/>
                    <a:pt x="18255" y="43200"/>
                  </a:cubicBezTo>
                  <a:cubicBezTo>
                    <a:pt x="13284" y="43200"/>
                    <a:pt x="8466" y="41485"/>
                    <a:pt x="4613" y="38346"/>
                  </a:cubicBezTo>
                  <a:lnTo>
                    <a:pt x="18255" y="21600"/>
                  </a:lnTo>
                  <a:lnTo>
                    <a:pt x="-1" y="10053"/>
                  </a:lnTo>
                  <a:close/>
                </a:path>
              </a:pathLst>
            </a:custGeom>
            <a:noFill/>
            <a:ln w="2222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183347" name="Text Box 61">
              <a:extLst>
                <a:ext uri="{FF2B5EF4-FFF2-40B4-BE49-F238E27FC236}">
                  <a16:creationId xmlns:a16="http://schemas.microsoft.com/office/drawing/2014/main" id="{960B0865-6DD0-5479-355A-B35C44A48B34}"/>
                </a:ext>
              </a:extLst>
            </p:cNvPr>
            <p:cNvSpPr txBox="1">
              <a:spLocks noChangeArrowheads="1"/>
            </p:cNvSpPr>
            <p:nvPr/>
          </p:nvSpPr>
          <p:spPr bwMode="auto">
            <a:xfrm>
              <a:off x="7581900" y="4549775"/>
              <a:ext cx="684213" cy="4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0/0</a:t>
              </a:r>
              <a:endParaRPr lang="ru-RU" altLang="en-US" sz="1800"/>
            </a:p>
          </p:txBody>
        </p:sp>
        <p:sp>
          <p:nvSpPr>
            <p:cNvPr id="183348" name="Arc 63">
              <a:extLst>
                <a:ext uri="{FF2B5EF4-FFF2-40B4-BE49-F238E27FC236}">
                  <a16:creationId xmlns:a16="http://schemas.microsoft.com/office/drawing/2014/main" id="{49EF23B2-235E-99A8-09AD-A8594B55D4CE}"/>
                </a:ext>
              </a:extLst>
            </p:cNvPr>
            <p:cNvSpPr>
              <a:spLocks/>
            </p:cNvSpPr>
            <p:nvPr/>
          </p:nvSpPr>
          <p:spPr bwMode="auto">
            <a:xfrm rot="10800000">
              <a:off x="2373313" y="5254625"/>
              <a:ext cx="4608512" cy="719138"/>
            </a:xfrm>
            <a:custGeom>
              <a:avLst/>
              <a:gdLst>
                <a:gd name="T0" fmla="*/ 2147483646 w 43200"/>
                <a:gd name="T1" fmla="*/ 2147483646 h 24358"/>
                <a:gd name="T2" fmla="*/ 2147483646 w 43200"/>
                <a:gd name="T3" fmla="*/ 2147483646 h 24358"/>
                <a:gd name="T4" fmla="*/ 2147483646 w 43200"/>
                <a:gd name="T5" fmla="*/ 2147483646 h 24358"/>
                <a:gd name="T6" fmla="*/ 0 60000 65536"/>
                <a:gd name="T7" fmla="*/ 0 60000 65536"/>
                <a:gd name="T8" fmla="*/ 0 60000 65536"/>
                <a:gd name="T9" fmla="*/ 0 w 43200"/>
                <a:gd name="T10" fmla="*/ 0 h 24358"/>
                <a:gd name="T11" fmla="*/ 43200 w 43200"/>
                <a:gd name="T12" fmla="*/ 24358 h 24358"/>
              </a:gdLst>
              <a:ahLst/>
              <a:cxnLst>
                <a:cxn ang="T6">
                  <a:pos x="T0" y="T1"/>
                </a:cxn>
                <a:cxn ang="T7">
                  <a:pos x="T2" y="T3"/>
                </a:cxn>
                <a:cxn ang="T8">
                  <a:pos x="T4" y="T5"/>
                </a:cxn>
              </a:cxnLst>
              <a:rect l="T9" t="T10" r="T11" b="T12"/>
              <a:pathLst>
                <a:path w="43200" h="24358" fill="none" extrusionOk="0">
                  <a:moveTo>
                    <a:pt x="176" y="24358"/>
                  </a:moveTo>
                  <a:cubicBezTo>
                    <a:pt x="59" y="23443"/>
                    <a:pt x="0" y="22522"/>
                    <a:pt x="0" y="21600"/>
                  </a:cubicBezTo>
                  <a:cubicBezTo>
                    <a:pt x="0" y="9670"/>
                    <a:pt x="9670" y="0"/>
                    <a:pt x="21600" y="0"/>
                  </a:cubicBezTo>
                  <a:cubicBezTo>
                    <a:pt x="33529" y="0"/>
                    <a:pt x="43200" y="9670"/>
                    <a:pt x="43200" y="21600"/>
                  </a:cubicBezTo>
                  <a:cubicBezTo>
                    <a:pt x="43200" y="22055"/>
                    <a:pt x="43185" y="22510"/>
                    <a:pt x="43156" y="22964"/>
                  </a:cubicBezTo>
                </a:path>
                <a:path w="43200" h="24358" stroke="0" extrusionOk="0">
                  <a:moveTo>
                    <a:pt x="176" y="24358"/>
                  </a:moveTo>
                  <a:cubicBezTo>
                    <a:pt x="59" y="23443"/>
                    <a:pt x="0" y="22522"/>
                    <a:pt x="0" y="21600"/>
                  </a:cubicBezTo>
                  <a:cubicBezTo>
                    <a:pt x="0" y="9670"/>
                    <a:pt x="9670" y="0"/>
                    <a:pt x="21600" y="0"/>
                  </a:cubicBezTo>
                  <a:cubicBezTo>
                    <a:pt x="33529" y="0"/>
                    <a:pt x="43200" y="9670"/>
                    <a:pt x="43200" y="21600"/>
                  </a:cubicBezTo>
                  <a:cubicBezTo>
                    <a:pt x="43200" y="22055"/>
                    <a:pt x="43185" y="22510"/>
                    <a:pt x="43156" y="22964"/>
                  </a:cubicBezTo>
                  <a:lnTo>
                    <a:pt x="21600" y="21600"/>
                  </a:lnTo>
                  <a:lnTo>
                    <a:pt x="176" y="24358"/>
                  </a:lnTo>
                  <a:close/>
                </a:path>
              </a:pathLst>
            </a:custGeom>
            <a:noFill/>
            <a:ln w="22225">
              <a:solidFill>
                <a:schemeClr val="tx1"/>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183349" name="Text Box 64">
              <a:extLst>
                <a:ext uri="{FF2B5EF4-FFF2-40B4-BE49-F238E27FC236}">
                  <a16:creationId xmlns:a16="http://schemas.microsoft.com/office/drawing/2014/main" id="{8FAED543-71B8-5D08-3461-9F1DDCC290A7}"/>
                </a:ext>
              </a:extLst>
            </p:cNvPr>
            <p:cNvSpPr txBox="1">
              <a:spLocks noChangeArrowheads="1"/>
            </p:cNvSpPr>
            <p:nvPr/>
          </p:nvSpPr>
          <p:spPr bwMode="auto">
            <a:xfrm>
              <a:off x="4014788" y="5943600"/>
              <a:ext cx="684212" cy="49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1/1</a:t>
              </a:r>
              <a:endParaRPr lang="ru-RU" altLang="en-US" sz="1800"/>
            </a:p>
          </p:txBody>
        </p:sp>
      </p:grpSp>
      <p:graphicFrame>
        <p:nvGraphicFramePr>
          <p:cNvPr id="97339" name="Group 59">
            <a:extLst>
              <a:ext uri="{FF2B5EF4-FFF2-40B4-BE49-F238E27FC236}">
                <a16:creationId xmlns:a16="http://schemas.microsoft.com/office/drawing/2014/main" id="{59A366EA-74A6-43CA-808A-EFEDB8878832}"/>
              </a:ext>
            </a:extLst>
          </p:cNvPr>
          <p:cNvGraphicFramePr>
            <a:graphicFrameLocks noGrp="1"/>
          </p:cNvGraphicFramePr>
          <p:nvPr>
            <p:extLst>
              <p:ext uri="{D42A27DB-BD31-4B8C-83A1-F6EECF244321}">
                <p14:modId xmlns:p14="http://schemas.microsoft.com/office/powerpoint/2010/main" val="114916638"/>
              </p:ext>
            </p:extLst>
          </p:nvPr>
        </p:nvGraphicFramePr>
        <p:xfrm>
          <a:off x="2578101" y="1836739"/>
          <a:ext cx="2505075" cy="2212976"/>
        </p:xfrm>
        <a:graphic>
          <a:graphicData uri="http://schemas.openxmlformats.org/drawingml/2006/table">
            <a:tbl>
              <a:tblPr/>
              <a:tblGrid>
                <a:gridCol w="781050">
                  <a:extLst>
                    <a:ext uri="{9D8B030D-6E8A-4147-A177-3AD203B41FA5}">
                      <a16:colId xmlns:a16="http://schemas.microsoft.com/office/drawing/2014/main" val="20000"/>
                    </a:ext>
                  </a:extLst>
                </a:gridCol>
                <a:gridCol w="777875">
                  <a:extLst>
                    <a:ext uri="{9D8B030D-6E8A-4147-A177-3AD203B41FA5}">
                      <a16:colId xmlns:a16="http://schemas.microsoft.com/office/drawing/2014/main" val="20001"/>
                    </a:ext>
                  </a:extLst>
                </a:gridCol>
                <a:gridCol w="946150">
                  <a:extLst>
                    <a:ext uri="{9D8B030D-6E8A-4147-A177-3AD203B41FA5}">
                      <a16:colId xmlns:a16="http://schemas.microsoft.com/office/drawing/2014/main" val="20002"/>
                    </a:ext>
                  </a:extLst>
                </a:gridCol>
              </a:tblGrid>
              <a:tr h="627924">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X   </a:t>
                      </a:r>
                    </a:p>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 S</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0</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1</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26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39626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r h="39626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3"/>
                  </a:ext>
                </a:extLst>
              </a:tr>
              <a:tr h="39626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4"/>
                  </a:ext>
                </a:extLst>
              </a:tr>
            </a:tbl>
          </a:graphicData>
        </a:graphic>
      </p:graphicFrame>
      <p:sp>
        <p:nvSpPr>
          <p:cNvPr id="8" name="Title 7">
            <a:extLst>
              <a:ext uri="{FF2B5EF4-FFF2-40B4-BE49-F238E27FC236}">
                <a16:creationId xmlns:a16="http://schemas.microsoft.com/office/drawing/2014/main" id="{BB4ABDCE-EE29-90D9-6EC2-0CCDA3F08E26}"/>
              </a:ext>
            </a:extLst>
          </p:cNvPr>
          <p:cNvSpPr>
            <a:spLocks noGrp="1"/>
          </p:cNvSpPr>
          <p:nvPr>
            <p:ph type="title"/>
          </p:nvPr>
        </p:nvSpPr>
        <p:spPr/>
        <p:txBody>
          <a:bodyPr>
            <a:normAutofit/>
          </a:bodyPr>
          <a:lstStyle/>
          <a:p>
            <a:r>
              <a:rPr lang="en-US" dirty="0"/>
              <a:t>Example 1 (2)</a:t>
            </a: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Line 280">
            <a:extLst>
              <a:ext uri="{FF2B5EF4-FFF2-40B4-BE49-F238E27FC236}">
                <a16:creationId xmlns:a16="http://schemas.microsoft.com/office/drawing/2014/main" id="{04566AD2-0988-20CA-8B0D-C06A3B2EA271}"/>
              </a:ext>
            </a:extLst>
          </p:cNvPr>
          <p:cNvSpPr>
            <a:spLocks noChangeShapeType="1"/>
          </p:cNvSpPr>
          <p:nvPr/>
        </p:nvSpPr>
        <p:spPr bwMode="auto">
          <a:xfrm>
            <a:off x="5907088" y="2568576"/>
            <a:ext cx="0" cy="31527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47" name="Text Box 281">
            <a:extLst>
              <a:ext uri="{FF2B5EF4-FFF2-40B4-BE49-F238E27FC236}">
                <a16:creationId xmlns:a16="http://schemas.microsoft.com/office/drawing/2014/main" id="{AAC3742F-FD4C-76B7-D5B8-97474AA402A9}"/>
              </a:ext>
            </a:extLst>
          </p:cNvPr>
          <p:cNvSpPr txBox="1">
            <a:spLocks noChangeArrowheads="1"/>
          </p:cNvSpPr>
          <p:nvPr/>
        </p:nvSpPr>
        <p:spPr bwMode="auto">
          <a:xfrm>
            <a:off x="5287964" y="5414964"/>
            <a:ext cx="68103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b="1"/>
              <a:t>clk</a:t>
            </a:r>
            <a:endParaRPr lang="ru-RU" altLang="en-US" sz="1400" b="1"/>
          </a:p>
        </p:txBody>
      </p:sp>
      <p:sp>
        <p:nvSpPr>
          <p:cNvPr id="185348" name="Text Box 282">
            <a:extLst>
              <a:ext uri="{FF2B5EF4-FFF2-40B4-BE49-F238E27FC236}">
                <a16:creationId xmlns:a16="http://schemas.microsoft.com/office/drawing/2014/main" id="{EF129502-E07A-626F-E4AB-85DBCE7F8948}"/>
              </a:ext>
            </a:extLst>
          </p:cNvPr>
          <p:cNvSpPr txBox="1">
            <a:spLocks noChangeArrowheads="1"/>
          </p:cNvSpPr>
          <p:nvPr/>
        </p:nvSpPr>
        <p:spPr bwMode="auto">
          <a:xfrm>
            <a:off x="5907089" y="5530850"/>
            <a:ext cx="13604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b="1"/>
              <a:t>reset</a:t>
            </a:r>
            <a:endParaRPr lang="ru-RU" altLang="en-US" sz="1400" b="1"/>
          </a:p>
        </p:txBody>
      </p:sp>
      <p:sp>
        <p:nvSpPr>
          <p:cNvPr id="185349" name="Line 279">
            <a:extLst>
              <a:ext uri="{FF2B5EF4-FFF2-40B4-BE49-F238E27FC236}">
                <a16:creationId xmlns:a16="http://schemas.microsoft.com/office/drawing/2014/main" id="{D2A13DF9-50E2-0803-BC44-C7581F006362}"/>
              </a:ext>
            </a:extLst>
          </p:cNvPr>
          <p:cNvSpPr>
            <a:spLocks noChangeShapeType="1"/>
          </p:cNvSpPr>
          <p:nvPr/>
        </p:nvSpPr>
        <p:spPr bwMode="auto">
          <a:xfrm>
            <a:off x="5916613" y="5622925"/>
            <a:ext cx="677862" cy="0"/>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grpSp>
        <p:nvGrpSpPr>
          <p:cNvPr id="185350" name="Group 151">
            <a:extLst>
              <a:ext uri="{FF2B5EF4-FFF2-40B4-BE49-F238E27FC236}">
                <a16:creationId xmlns:a16="http://schemas.microsoft.com/office/drawing/2014/main" id="{EC67A908-3ECF-FC87-751C-4A437B78C3B1}"/>
              </a:ext>
            </a:extLst>
          </p:cNvPr>
          <p:cNvGrpSpPr>
            <a:grpSpLocks/>
          </p:cNvGrpSpPr>
          <p:nvPr/>
        </p:nvGrpSpPr>
        <p:grpSpPr bwMode="auto">
          <a:xfrm>
            <a:off x="2503488" y="1057276"/>
            <a:ext cx="7061200" cy="4557713"/>
            <a:chOff x="617" y="761"/>
            <a:chExt cx="4448" cy="2826"/>
          </a:xfrm>
        </p:grpSpPr>
        <p:sp>
          <p:nvSpPr>
            <p:cNvPr id="185352" name="Rectangle 78">
              <a:extLst>
                <a:ext uri="{FF2B5EF4-FFF2-40B4-BE49-F238E27FC236}">
                  <a16:creationId xmlns:a16="http://schemas.microsoft.com/office/drawing/2014/main" id="{486E849F-3982-BD12-8DB7-E2EF65CE83D5}"/>
                </a:ext>
              </a:extLst>
            </p:cNvPr>
            <p:cNvSpPr>
              <a:spLocks noChangeArrowheads="1"/>
            </p:cNvSpPr>
            <p:nvPr/>
          </p:nvSpPr>
          <p:spPr bwMode="auto">
            <a:xfrm>
              <a:off x="2881" y="1905"/>
              <a:ext cx="576" cy="601"/>
            </a:xfrm>
            <a:prstGeom prst="rect">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53" name="Text Box 79">
              <a:extLst>
                <a:ext uri="{FF2B5EF4-FFF2-40B4-BE49-F238E27FC236}">
                  <a16:creationId xmlns:a16="http://schemas.microsoft.com/office/drawing/2014/main" id="{8070426F-FF63-78BF-122D-DF4EB646AC77}"/>
                </a:ext>
              </a:extLst>
            </p:cNvPr>
            <p:cNvSpPr txBox="1">
              <a:spLocks noChangeArrowheads="1"/>
            </p:cNvSpPr>
            <p:nvPr/>
          </p:nvSpPr>
          <p:spPr bwMode="auto">
            <a:xfrm>
              <a:off x="2924" y="1953"/>
              <a:ext cx="44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dirty="0">
                  <a:solidFill>
                    <a:schemeClr val="bg1"/>
                  </a:solidFill>
                </a:rPr>
                <a:t>D</a:t>
              </a:r>
              <a:endParaRPr lang="ru-RU" altLang="en-US" sz="1200" b="1" dirty="0">
                <a:solidFill>
                  <a:schemeClr val="bg1"/>
                </a:solidFill>
              </a:endParaRPr>
            </a:p>
          </p:txBody>
        </p:sp>
        <p:sp>
          <p:nvSpPr>
            <p:cNvPr id="185354" name="Text Box 80">
              <a:extLst>
                <a:ext uri="{FF2B5EF4-FFF2-40B4-BE49-F238E27FC236}">
                  <a16:creationId xmlns:a16="http://schemas.microsoft.com/office/drawing/2014/main" id="{49FB932C-BB25-62D0-DC0C-DAE5F21C9C0B}"/>
                </a:ext>
              </a:extLst>
            </p:cNvPr>
            <p:cNvSpPr txBox="1">
              <a:spLocks noChangeArrowheads="1"/>
            </p:cNvSpPr>
            <p:nvPr/>
          </p:nvSpPr>
          <p:spPr bwMode="auto">
            <a:xfrm>
              <a:off x="2945" y="2253"/>
              <a:ext cx="44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solidFill>
                    <a:schemeClr val="bg1"/>
                  </a:solidFill>
                </a:rPr>
                <a:t>C</a:t>
              </a:r>
              <a:endParaRPr lang="ru-RU" altLang="en-US" sz="1200" b="1">
                <a:solidFill>
                  <a:schemeClr val="bg1"/>
                </a:solidFill>
              </a:endParaRPr>
            </a:p>
          </p:txBody>
        </p:sp>
        <p:sp>
          <p:nvSpPr>
            <p:cNvPr id="185355" name="AutoShape 81">
              <a:extLst>
                <a:ext uri="{FF2B5EF4-FFF2-40B4-BE49-F238E27FC236}">
                  <a16:creationId xmlns:a16="http://schemas.microsoft.com/office/drawing/2014/main" id="{15E48B1D-32BB-2168-2960-FC024C7DC2F1}"/>
                </a:ext>
              </a:extLst>
            </p:cNvPr>
            <p:cNvSpPr>
              <a:spLocks noChangeArrowheads="1"/>
            </p:cNvSpPr>
            <p:nvPr/>
          </p:nvSpPr>
          <p:spPr bwMode="auto">
            <a:xfrm rot="5400000">
              <a:off x="2874" y="2297"/>
              <a:ext cx="108" cy="91"/>
            </a:xfrm>
            <a:prstGeom prst="triangle">
              <a:avLst>
                <a:gd name="adj" fmla="val 50000"/>
              </a:avLst>
            </a:prstGeom>
            <a:solidFill>
              <a:schemeClr val="accent1"/>
            </a:solidFill>
            <a:ln w="19050">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56" name="Oval 82">
              <a:extLst>
                <a:ext uri="{FF2B5EF4-FFF2-40B4-BE49-F238E27FC236}">
                  <a16:creationId xmlns:a16="http://schemas.microsoft.com/office/drawing/2014/main" id="{B7EFA3E9-18BE-51D3-C751-1D4796A8DD01}"/>
                </a:ext>
              </a:extLst>
            </p:cNvPr>
            <p:cNvSpPr>
              <a:spLocks noChangeArrowheads="1"/>
            </p:cNvSpPr>
            <p:nvPr/>
          </p:nvSpPr>
          <p:spPr bwMode="auto">
            <a:xfrm>
              <a:off x="3146" y="1829"/>
              <a:ext cx="86" cy="86"/>
            </a:xfrm>
            <a:prstGeom prst="ellipse">
              <a:avLst/>
            </a:prstGeom>
            <a:solidFill>
              <a:schemeClr val="accent1"/>
            </a:solidFill>
            <a:ln w="1905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57" name="Oval 83">
              <a:extLst>
                <a:ext uri="{FF2B5EF4-FFF2-40B4-BE49-F238E27FC236}">
                  <a16:creationId xmlns:a16="http://schemas.microsoft.com/office/drawing/2014/main" id="{70DA7ABB-1665-EBF6-6789-05990C8B7E93}"/>
                </a:ext>
              </a:extLst>
            </p:cNvPr>
            <p:cNvSpPr>
              <a:spLocks noChangeArrowheads="1"/>
            </p:cNvSpPr>
            <p:nvPr/>
          </p:nvSpPr>
          <p:spPr bwMode="auto">
            <a:xfrm>
              <a:off x="3139" y="2509"/>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58" name="Line 87">
              <a:extLst>
                <a:ext uri="{FF2B5EF4-FFF2-40B4-BE49-F238E27FC236}">
                  <a16:creationId xmlns:a16="http://schemas.microsoft.com/office/drawing/2014/main" id="{0AA85DAC-E57F-4B33-DB08-53B9F71DAC0F}"/>
                </a:ext>
              </a:extLst>
            </p:cNvPr>
            <p:cNvSpPr>
              <a:spLocks noChangeShapeType="1"/>
            </p:cNvSpPr>
            <p:nvPr/>
          </p:nvSpPr>
          <p:spPr bwMode="auto">
            <a:xfrm flipV="1">
              <a:off x="3193" y="1768"/>
              <a:ext cx="0" cy="6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59" name="Line 88">
              <a:extLst>
                <a:ext uri="{FF2B5EF4-FFF2-40B4-BE49-F238E27FC236}">
                  <a16:creationId xmlns:a16="http://schemas.microsoft.com/office/drawing/2014/main" id="{C642CFA9-CB89-D324-5B85-4D9A61BF33BF}"/>
                </a:ext>
              </a:extLst>
            </p:cNvPr>
            <p:cNvSpPr>
              <a:spLocks noChangeShapeType="1"/>
            </p:cNvSpPr>
            <p:nvPr/>
          </p:nvSpPr>
          <p:spPr bwMode="auto">
            <a:xfrm flipV="1">
              <a:off x="3194" y="2582"/>
              <a:ext cx="0"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60" name="Line 95">
              <a:extLst>
                <a:ext uri="{FF2B5EF4-FFF2-40B4-BE49-F238E27FC236}">
                  <a16:creationId xmlns:a16="http://schemas.microsoft.com/office/drawing/2014/main" id="{8EBAE4A8-EF1E-89EA-4619-FD24C4860C5C}"/>
                </a:ext>
              </a:extLst>
            </p:cNvPr>
            <p:cNvSpPr>
              <a:spLocks noChangeShapeType="1"/>
            </p:cNvSpPr>
            <p:nvPr/>
          </p:nvSpPr>
          <p:spPr bwMode="auto">
            <a:xfrm>
              <a:off x="3548" y="2334"/>
              <a:ext cx="38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61" name="Text Box 90">
              <a:extLst>
                <a:ext uri="{FF2B5EF4-FFF2-40B4-BE49-F238E27FC236}">
                  <a16:creationId xmlns:a16="http://schemas.microsoft.com/office/drawing/2014/main" id="{E6B139E0-1614-8B51-2F86-8C7F9783464D}"/>
                </a:ext>
              </a:extLst>
            </p:cNvPr>
            <p:cNvSpPr txBox="1">
              <a:spLocks noChangeArrowheads="1"/>
            </p:cNvSpPr>
            <p:nvPr/>
          </p:nvSpPr>
          <p:spPr bwMode="auto">
            <a:xfrm>
              <a:off x="3095" y="2348"/>
              <a:ext cx="42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US" altLang="en-US" sz="1200" b="1">
                  <a:solidFill>
                    <a:schemeClr val="bg1"/>
                  </a:solidFill>
                </a:rPr>
                <a:t>R</a:t>
              </a:r>
              <a:endParaRPr lang="ru-RU" altLang="en-US" sz="1200" b="1">
                <a:solidFill>
                  <a:schemeClr val="bg1"/>
                </a:solidFill>
              </a:endParaRPr>
            </a:p>
          </p:txBody>
        </p:sp>
        <p:sp>
          <p:nvSpPr>
            <p:cNvPr id="185362" name="Text Box 89">
              <a:extLst>
                <a:ext uri="{FF2B5EF4-FFF2-40B4-BE49-F238E27FC236}">
                  <a16:creationId xmlns:a16="http://schemas.microsoft.com/office/drawing/2014/main" id="{2744A311-7CC3-C4EE-B280-57C5060C3E3A}"/>
                </a:ext>
              </a:extLst>
            </p:cNvPr>
            <p:cNvSpPr txBox="1">
              <a:spLocks noChangeArrowheads="1"/>
            </p:cNvSpPr>
            <p:nvPr/>
          </p:nvSpPr>
          <p:spPr bwMode="auto">
            <a:xfrm>
              <a:off x="3094" y="1904"/>
              <a:ext cx="42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solidFill>
                    <a:schemeClr val="bg1"/>
                  </a:solidFill>
                </a:rPr>
                <a:t>S</a:t>
              </a:r>
              <a:endParaRPr lang="ru-RU" altLang="en-US" sz="1200" b="1">
                <a:solidFill>
                  <a:schemeClr val="bg1"/>
                </a:solidFill>
              </a:endParaRPr>
            </a:p>
          </p:txBody>
        </p:sp>
        <p:sp>
          <p:nvSpPr>
            <p:cNvPr id="185363" name="Text Box 91">
              <a:extLst>
                <a:ext uri="{FF2B5EF4-FFF2-40B4-BE49-F238E27FC236}">
                  <a16:creationId xmlns:a16="http://schemas.microsoft.com/office/drawing/2014/main" id="{B2BFA76C-E3BE-6E72-1EBE-61A245E90FBE}"/>
                </a:ext>
              </a:extLst>
            </p:cNvPr>
            <p:cNvSpPr txBox="1">
              <a:spLocks noChangeArrowheads="1"/>
            </p:cNvSpPr>
            <p:nvPr/>
          </p:nvSpPr>
          <p:spPr bwMode="auto">
            <a:xfrm>
              <a:off x="2947" y="1709"/>
              <a:ext cx="42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“1”</a:t>
              </a:r>
              <a:endParaRPr lang="ru-RU" altLang="en-US" sz="1200" b="1"/>
            </a:p>
          </p:txBody>
        </p:sp>
        <p:sp>
          <p:nvSpPr>
            <p:cNvPr id="185364" name="Rectangle 78">
              <a:extLst>
                <a:ext uri="{FF2B5EF4-FFF2-40B4-BE49-F238E27FC236}">
                  <a16:creationId xmlns:a16="http://schemas.microsoft.com/office/drawing/2014/main" id="{8A67B3FE-1595-DFB5-CD27-7657DDBB9503}"/>
                </a:ext>
              </a:extLst>
            </p:cNvPr>
            <p:cNvSpPr>
              <a:spLocks noChangeArrowheads="1"/>
            </p:cNvSpPr>
            <p:nvPr/>
          </p:nvSpPr>
          <p:spPr bwMode="auto">
            <a:xfrm>
              <a:off x="2875" y="941"/>
              <a:ext cx="576" cy="601"/>
            </a:xfrm>
            <a:prstGeom prst="rect">
              <a:avLst/>
            </a:prstGeom>
            <a:solidFill>
              <a:schemeClr val="accent1"/>
            </a:solidFill>
            <a:ln w="19050">
              <a:solidFill>
                <a:schemeClr val="tx1"/>
              </a:solidFill>
              <a:miter lim="800000"/>
              <a:headEnd/>
              <a:tailEnd/>
            </a:ln>
          </p:spPr>
          <p:txBody>
            <a:bodyPr wrap="none"/>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65" name="Text Box 79">
              <a:extLst>
                <a:ext uri="{FF2B5EF4-FFF2-40B4-BE49-F238E27FC236}">
                  <a16:creationId xmlns:a16="http://schemas.microsoft.com/office/drawing/2014/main" id="{D8A41054-97F0-8703-26D8-1248117994F3}"/>
                </a:ext>
              </a:extLst>
            </p:cNvPr>
            <p:cNvSpPr txBox="1">
              <a:spLocks noChangeArrowheads="1"/>
            </p:cNvSpPr>
            <p:nvPr/>
          </p:nvSpPr>
          <p:spPr bwMode="auto">
            <a:xfrm>
              <a:off x="2918" y="989"/>
              <a:ext cx="44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solidFill>
                    <a:schemeClr val="bg1"/>
                  </a:solidFill>
                </a:rPr>
                <a:t>D</a:t>
              </a:r>
              <a:endParaRPr lang="ru-RU" altLang="en-US" sz="1200" b="1">
                <a:solidFill>
                  <a:schemeClr val="bg1"/>
                </a:solidFill>
              </a:endParaRPr>
            </a:p>
          </p:txBody>
        </p:sp>
        <p:sp>
          <p:nvSpPr>
            <p:cNvPr id="185366" name="Text Box 80">
              <a:extLst>
                <a:ext uri="{FF2B5EF4-FFF2-40B4-BE49-F238E27FC236}">
                  <a16:creationId xmlns:a16="http://schemas.microsoft.com/office/drawing/2014/main" id="{CA4B066B-3BBE-F5FD-42E7-6AD1B4567E0E}"/>
                </a:ext>
              </a:extLst>
            </p:cNvPr>
            <p:cNvSpPr txBox="1">
              <a:spLocks noChangeArrowheads="1"/>
            </p:cNvSpPr>
            <p:nvPr/>
          </p:nvSpPr>
          <p:spPr bwMode="auto">
            <a:xfrm>
              <a:off x="2939" y="1288"/>
              <a:ext cx="44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solidFill>
                    <a:schemeClr val="bg1"/>
                  </a:solidFill>
                </a:rPr>
                <a:t>C</a:t>
              </a:r>
              <a:endParaRPr lang="ru-RU" altLang="en-US" sz="1200" b="1">
                <a:solidFill>
                  <a:schemeClr val="bg1"/>
                </a:solidFill>
              </a:endParaRPr>
            </a:p>
          </p:txBody>
        </p:sp>
        <p:sp>
          <p:nvSpPr>
            <p:cNvPr id="185367" name="AutoShape 81">
              <a:extLst>
                <a:ext uri="{FF2B5EF4-FFF2-40B4-BE49-F238E27FC236}">
                  <a16:creationId xmlns:a16="http://schemas.microsoft.com/office/drawing/2014/main" id="{E8D39342-19E7-6CFF-6141-A20B7E675E70}"/>
                </a:ext>
              </a:extLst>
            </p:cNvPr>
            <p:cNvSpPr>
              <a:spLocks noChangeArrowheads="1"/>
            </p:cNvSpPr>
            <p:nvPr/>
          </p:nvSpPr>
          <p:spPr bwMode="auto">
            <a:xfrm rot="5400000">
              <a:off x="2867" y="1334"/>
              <a:ext cx="109" cy="91"/>
            </a:xfrm>
            <a:prstGeom prst="triangle">
              <a:avLst>
                <a:gd name="adj" fmla="val 50000"/>
              </a:avLst>
            </a:prstGeom>
            <a:solidFill>
              <a:schemeClr val="accent1"/>
            </a:solidFill>
            <a:ln w="19050" algn="ctr">
              <a:solidFill>
                <a:schemeClr val="tx1"/>
              </a:solidFill>
              <a:miter lim="800000"/>
              <a:headEnd/>
              <a:tailEnd/>
            </a:ln>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68" name="Oval 82">
              <a:extLst>
                <a:ext uri="{FF2B5EF4-FFF2-40B4-BE49-F238E27FC236}">
                  <a16:creationId xmlns:a16="http://schemas.microsoft.com/office/drawing/2014/main" id="{60FAE5E4-85BB-FEE2-2C47-7FC6B8F4164D}"/>
                </a:ext>
              </a:extLst>
            </p:cNvPr>
            <p:cNvSpPr>
              <a:spLocks noChangeArrowheads="1"/>
            </p:cNvSpPr>
            <p:nvPr/>
          </p:nvSpPr>
          <p:spPr bwMode="auto">
            <a:xfrm>
              <a:off x="3127" y="872"/>
              <a:ext cx="86" cy="86"/>
            </a:xfrm>
            <a:prstGeom prst="ellipse">
              <a:avLst/>
            </a:prstGeom>
            <a:solidFill>
              <a:schemeClr val="accent1"/>
            </a:solidFill>
            <a:ln w="1905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69" name="Oval 83">
              <a:extLst>
                <a:ext uri="{FF2B5EF4-FFF2-40B4-BE49-F238E27FC236}">
                  <a16:creationId xmlns:a16="http://schemas.microsoft.com/office/drawing/2014/main" id="{8D847EAD-AA4A-EA56-56BE-79F05723C3C7}"/>
                </a:ext>
              </a:extLst>
            </p:cNvPr>
            <p:cNvSpPr>
              <a:spLocks noChangeArrowheads="1"/>
            </p:cNvSpPr>
            <p:nvPr/>
          </p:nvSpPr>
          <p:spPr bwMode="auto">
            <a:xfrm>
              <a:off x="3144" y="1546"/>
              <a:ext cx="86" cy="86"/>
            </a:xfrm>
            <a:prstGeom prst="ellipse">
              <a:avLst/>
            </a:prstGeom>
            <a:solidFill>
              <a:schemeClr val="accent1"/>
            </a:solidFill>
            <a:ln w="1905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70" name="Line 87">
              <a:extLst>
                <a:ext uri="{FF2B5EF4-FFF2-40B4-BE49-F238E27FC236}">
                  <a16:creationId xmlns:a16="http://schemas.microsoft.com/office/drawing/2014/main" id="{C8873D9F-EA00-804B-55BD-1236CE86967C}"/>
                </a:ext>
              </a:extLst>
            </p:cNvPr>
            <p:cNvSpPr>
              <a:spLocks noChangeShapeType="1"/>
            </p:cNvSpPr>
            <p:nvPr/>
          </p:nvSpPr>
          <p:spPr bwMode="auto">
            <a:xfrm flipV="1">
              <a:off x="3172" y="810"/>
              <a:ext cx="0" cy="5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71" name="Line 88">
              <a:extLst>
                <a:ext uri="{FF2B5EF4-FFF2-40B4-BE49-F238E27FC236}">
                  <a16:creationId xmlns:a16="http://schemas.microsoft.com/office/drawing/2014/main" id="{D69EFBA6-E1AB-F7D4-731F-8BDE8A1EB04E}"/>
                </a:ext>
              </a:extLst>
            </p:cNvPr>
            <p:cNvSpPr>
              <a:spLocks noChangeShapeType="1"/>
            </p:cNvSpPr>
            <p:nvPr/>
          </p:nvSpPr>
          <p:spPr bwMode="auto">
            <a:xfrm flipV="1">
              <a:off x="3188" y="1617"/>
              <a:ext cx="0" cy="7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72" name="Oval 93">
              <a:extLst>
                <a:ext uri="{FF2B5EF4-FFF2-40B4-BE49-F238E27FC236}">
                  <a16:creationId xmlns:a16="http://schemas.microsoft.com/office/drawing/2014/main" id="{90FA51A5-6024-9FF0-4E69-2A02B064898B}"/>
                </a:ext>
              </a:extLst>
            </p:cNvPr>
            <p:cNvSpPr>
              <a:spLocks noChangeArrowheads="1"/>
            </p:cNvSpPr>
            <p:nvPr/>
          </p:nvSpPr>
          <p:spPr bwMode="auto">
            <a:xfrm>
              <a:off x="3450" y="1326"/>
              <a:ext cx="86" cy="86"/>
            </a:xfrm>
            <a:prstGeom prst="ellipse">
              <a:avLst/>
            </a:prstGeom>
            <a:solidFill>
              <a:schemeClr val="accent1"/>
            </a:solidFill>
            <a:ln w="1905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73" name="Line 95">
              <a:extLst>
                <a:ext uri="{FF2B5EF4-FFF2-40B4-BE49-F238E27FC236}">
                  <a16:creationId xmlns:a16="http://schemas.microsoft.com/office/drawing/2014/main" id="{703D9655-F18C-87FC-CC87-611A5AFB21E4}"/>
                </a:ext>
              </a:extLst>
            </p:cNvPr>
            <p:cNvSpPr>
              <a:spLocks noChangeShapeType="1"/>
            </p:cNvSpPr>
            <p:nvPr/>
          </p:nvSpPr>
          <p:spPr bwMode="auto">
            <a:xfrm>
              <a:off x="3541" y="1370"/>
              <a:ext cx="40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74" name="Text Box 89">
              <a:extLst>
                <a:ext uri="{FF2B5EF4-FFF2-40B4-BE49-F238E27FC236}">
                  <a16:creationId xmlns:a16="http://schemas.microsoft.com/office/drawing/2014/main" id="{25FAB53B-F630-48DF-2978-DB9A92F404E0}"/>
                </a:ext>
              </a:extLst>
            </p:cNvPr>
            <p:cNvSpPr txBox="1">
              <a:spLocks noChangeArrowheads="1"/>
            </p:cNvSpPr>
            <p:nvPr/>
          </p:nvSpPr>
          <p:spPr bwMode="auto">
            <a:xfrm>
              <a:off x="3088" y="941"/>
              <a:ext cx="42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dirty="0">
                  <a:solidFill>
                    <a:schemeClr val="bg1"/>
                  </a:solidFill>
                </a:rPr>
                <a:t>S</a:t>
              </a:r>
              <a:endParaRPr lang="ru-RU" altLang="en-US" sz="1200" b="1" dirty="0">
                <a:solidFill>
                  <a:schemeClr val="bg1"/>
                </a:solidFill>
              </a:endParaRPr>
            </a:p>
          </p:txBody>
        </p:sp>
        <p:sp>
          <p:nvSpPr>
            <p:cNvPr id="185375" name="Text Box 91">
              <a:extLst>
                <a:ext uri="{FF2B5EF4-FFF2-40B4-BE49-F238E27FC236}">
                  <a16:creationId xmlns:a16="http://schemas.microsoft.com/office/drawing/2014/main" id="{C984B4AD-51AF-8C18-CF41-0744FB34BE9C}"/>
                </a:ext>
              </a:extLst>
            </p:cNvPr>
            <p:cNvSpPr txBox="1">
              <a:spLocks noChangeArrowheads="1"/>
            </p:cNvSpPr>
            <p:nvPr/>
          </p:nvSpPr>
          <p:spPr bwMode="auto">
            <a:xfrm>
              <a:off x="2904" y="778"/>
              <a:ext cx="42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“1”</a:t>
              </a:r>
              <a:endParaRPr lang="ru-RU" altLang="en-US" sz="1200" b="1"/>
            </a:p>
          </p:txBody>
        </p:sp>
        <p:sp>
          <p:nvSpPr>
            <p:cNvPr id="185376" name="Rectangle 78">
              <a:extLst>
                <a:ext uri="{FF2B5EF4-FFF2-40B4-BE49-F238E27FC236}">
                  <a16:creationId xmlns:a16="http://schemas.microsoft.com/office/drawing/2014/main" id="{D5ECE7CC-0B46-41FF-277A-E2E0DD0B0736}"/>
                </a:ext>
              </a:extLst>
            </p:cNvPr>
            <p:cNvSpPr>
              <a:spLocks noChangeArrowheads="1"/>
            </p:cNvSpPr>
            <p:nvPr/>
          </p:nvSpPr>
          <p:spPr bwMode="auto">
            <a:xfrm>
              <a:off x="2881" y="2836"/>
              <a:ext cx="576" cy="601"/>
            </a:xfrm>
            <a:prstGeom prst="rect">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77" name="Text Box 79">
              <a:extLst>
                <a:ext uri="{FF2B5EF4-FFF2-40B4-BE49-F238E27FC236}">
                  <a16:creationId xmlns:a16="http://schemas.microsoft.com/office/drawing/2014/main" id="{03FE2D5C-30F1-38A3-6025-A5789901374D}"/>
                </a:ext>
              </a:extLst>
            </p:cNvPr>
            <p:cNvSpPr txBox="1">
              <a:spLocks noChangeArrowheads="1"/>
            </p:cNvSpPr>
            <p:nvPr/>
          </p:nvSpPr>
          <p:spPr bwMode="auto">
            <a:xfrm>
              <a:off x="2924" y="2884"/>
              <a:ext cx="44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dirty="0">
                  <a:solidFill>
                    <a:schemeClr val="bg1"/>
                  </a:solidFill>
                </a:rPr>
                <a:t>D</a:t>
              </a:r>
              <a:endParaRPr lang="ru-RU" altLang="en-US" sz="1200" b="1" dirty="0">
                <a:solidFill>
                  <a:schemeClr val="bg1"/>
                </a:solidFill>
              </a:endParaRPr>
            </a:p>
          </p:txBody>
        </p:sp>
        <p:sp>
          <p:nvSpPr>
            <p:cNvPr id="185378" name="Text Box 80">
              <a:extLst>
                <a:ext uri="{FF2B5EF4-FFF2-40B4-BE49-F238E27FC236}">
                  <a16:creationId xmlns:a16="http://schemas.microsoft.com/office/drawing/2014/main" id="{294A2AC6-F3FE-4570-18F3-A8325BF32DC7}"/>
                </a:ext>
              </a:extLst>
            </p:cNvPr>
            <p:cNvSpPr txBox="1">
              <a:spLocks noChangeArrowheads="1"/>
            </p:cNvSpPr>
            <p:nvPr/>
          </p:nvSpPr>
          <p:spPr bwMode="auto">
            <a:xfrm>
              <a:off x="2945" y="3184"/>
              <a:ext cx="44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solidFill>
                    <a:schemeClr val="bg1"/>
                  </a:solidFill>
                </a:rPr>
                <a:t>C</a:t>
              </a:r>
              <a:endParaRPr lang="ru-RU" altLang="en-US" sz="1200" b="1">
                <a:solidFill>
                  <a:schemeClr val="bg1"/>
                </a:solidFill>
              </a:endParaRPr>
            </a:p>
          </p:txBody>
        </p:sp>
        <p:sp>
          <p:nvSpPr>
            <p:cNvPr id="185379" name="AutoShape 81">
              <a:extLst>
                <a:ext uri="{FF2B5EF4-FFF2-40B4-BE49-F238E27FC236}">
                  <a16:creationId xmlns:a16="http://schemas.microsoft.com/office/drawing/2014/main" id="{88DCF704-46B8-F831-7AAF-A35F23CDA66A}"/>
                </a:ext>
              </a:extLst>
            </p:cNvPr>
            <p:cNvSpPr>
              <a:spLocks noChangeArrowheads="1"/>
            </p:cNvSpPr>
            <p:nvPr/>
          </p:nvSpPr>
          <p:spPr bwMode="auto">
            <a:xfrm rot="5400000">
              <a:off x="2874" y="3230"/>
              <a:ext cx="108" cy="91"/>
            </a:xfrm>
            <a:prstGeom prst="triangle">
              <a:avLst>
                <a:gd name="adj" fmla="val 50000"/>
              </a:avLst>
            </a:prstGeom>
            <a:noFill/>
            <a:ln w="1905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80" name="Line 87">
              <a:extLst>
                <a:ext uri="{FF2B5EF4-FFF2-40B4-BE49-F238E27FC236}">
                  <a16:creationId xmlns:a16="http://schemas.microsoft.com/office/drawing/2014/main" id="{30F43248-9953-F997-A645-AD6BE11B5DCA}"/>
                </a:ext>
              </a:extLst>
            </p:cNvPr>
            <p:cNvSpPr>
              <a:spLocks noChangeShapeType="1"/>
            </p:cNvSpPr>
            <p:nvPr/>
          </p:nvSpPr>
          <p:spPr bwMode="auto">
            <a:xfrm flipV="1">
              <a:off x="3193" y="2707"/>
              <a:ext cx="0" cy="6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81" name="Line 88">
              <a:extLst>
                <a:ext uri="{FF2B5EF4-FFF2-40B4-BE49-F238E27FC236}">
                  <a16:creationId xmlns:a16="http://schemas.microsoft.com/office/drawing/2014/main" id="{C50A8DEA-9E2A-8757-761E-87D4D7A497A8}"/>
                </a:ext>
              </a:extLst>
            </p:cNvPr>
            <p:cNvSpPr>
              <a:spLocks noChangeShapeType="1"/>
            </p:cNvSpPr>
            <p:nvPr/>
          </p:nvSpPr>
          <p:spPr bwMode="auto">
            <a:xfrm flipV="1">
              <a:off x="3194" y="3514"/>
              <a:ext cx="0"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82" name="Line 95">
              <a:extLst>
                <a:ext uri="{FF2B5EF4-FFF2-40B4-BE49-F238E27FC236}">
                  <a16:creationId xmlns:a16="http://schemas.microsoft.com/office/drawing/2014/main" id="{25299FF5-1A1B-68F1-6D08-7F569BAF285F}"/>
                </a:ext>
              </a:extLst>
            </p:cNvPr>
            <p:cNvSpPr>
              <a:spLocks noChangeShapeType="1"/>
            </p:cNvSpPr>
            <p:nvPr/>
          </p:nvSpPr>
          <p:spPr bwMode="auto">
            <a:xfrm>
              <a:off x="3548" y="3280"/>
              <a:ext cx="40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83" name="Text Box 90">
              <a:extLst>
                <a:ext uri="{FF2B5EF4-FFF2-40B4-BE49-F238E27FC236}">
                  <a16:creationId xmlns:a16="http://schemas.microsoft.com/office/drawing/2014/main" id="{F5709246-0203-4F39-52AD-AD31C2168CD9}"/>
                </a:ext>
              </a:extLst>
            </p:cNvPr>
            <p:cNvSpPr txBox="1">
              <a:spLocks noChangeArrowheads="1"/>
            </p:cNvSpPr>
            <p:nvPr/>
          </p:nvSpPr>
          <p:spPr bwMode="auto">
            <a:xfrm>
              <a:off x="3095" y="3280"/>
              <a:ext cx="42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solidFill>
                    <a:schemeClr val="bg1"/>
                  </a:solidFill>
                </a:rPr>
                <a:t>R</a:t>
              </a:r>
              <a:endParaRPr lang="ru-RU" altLang="en-US" sz="1200" b="1">
                <a:solidFill>
                  <a:schemeClr val="bg1"/>
                </a:solidFill>
              </a:endParaRPr>
            </a:p>
          </p:txBody>
        </p:sp>
        <p:sp>
          <p:nvSpPr>
            <p:cNvPr id="185384" name="Text Box 89">
              <a:extLst>
                <a:ext uri="{FF2B5EF4-FFF2-40B4-BE49-F238E27FC236}">
                  <a16:creationId xmlns:a16="http://schemas.microsoft.com/office/drawing/2014/main" id="{23BAD01C-AC01-9CBE-3B34-8EB25285BEF1}"/>
                </a:ext>
              </a:extLst>
            </p:cNvPr>
            <p:cNvSpPr txBox="1">
              <a:spLocks noChangeArrowheads="1"/>
            </p:cNvSpPr>
            <p:nvPr/>
          </p:nvSpPr>
          <p:spPr bwMode="auto">
            <a:xfrm>
              <a:off x="3094" y="2834"/>
              <a:ext cx="42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solidFill>
                    <a:schemeClr val="bg1"/>
                  </a:solidFill>
                </a:rPr>
                <a:t>S</a:t>
              </a:r>
              <a:endParaRPr lang="ru-RU" altLang="en-US" sz="1200" b="1">
                <a:solidFill>
                  <a:schemeClr val="bg1"/>
                </a:solidFill>
              </a:endParaRPr>
            </a:p>
          </p:txBody>
        </p:sp>
        <p:sp>
          <p:nvSpPr>
            <p:cNvPr id="185385" name="Text Box 91">
              <a:extLst>
                <a:ext uri="{FF2B5EF4-FFF2-40B4-BE49-F238E27FC236}">
                  <a16:creationId xmlns:a16="http://schemas.microsoft.com/office/drawing/2014/main" id="{0AD31762-8867-C26E-DD6A-A45E8DEEC847}"/>
                </a:ext>
              </a:extLst>
            </p:cNvPr>
            <p:cNvSpPr txBox="1">
              <a:spLocks noChangeArrowheads="1"/>
            </p:cNvSpPr>
            <p:nvPr/>
          </p:nvSpPr>
          <p:spPr bwMode="auto">
            <a:xfrm>
              <a:off x="2930" y="2667"/>
              <a:ext cx="42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“1”</a:t>
              </a:r>
              <a:endParaRPr lang="ru-RU" altLang="en-US" sz="1200" b="1"/>
            </a:p>
          </p:txBody>
        </p:sp>
        <p:sp>
          <p:nvSpPr>
            <p:cNvPr id="185386" name="Line 62">
              <a:extLst>
                <a:ext uri="{FF2B5EF4-FFF2-40B4-BE49-F238E27FC236}">
                  <a16:creationId xmlns:a16="http://schemas.microsoft.com/office/drawing/2014/main" id="{A3787CD2-8CD8-D5AE-F9DC-78C8490056B9}"/>
                </a:ext>
              </a:extLst>
            </p:cNvPr>
            <p:cNvSpPr>
              <a:spLocks noChangeShapeType="1"/>
            </p:cNvSpPr>
            <p:nvPr/>
          </p:nvSpPr>
          <p:spPr bwMode="auto">
            <a:xfrm>
              <a:off x="2448" y="1057"/>
              <a:ext cx="44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87" name="Line 63">
              <a:extLst>
                <a:ext uri="{FF2B5EF4-FFF2-40B4-BE49-F238E27FC236}">
                  <a16:creationId xmlns:a16="http://schemas.microsoft.com/office/drawing/2014/main" id="{F90BDDF2-B6BE-D329-DD17-D98D8D361075}"/>
                </a:ext>
              </a:extLst>
            </p:cNvPr>
            <p:cNvSpPr>
              <a:spLocks noChangeShapeType="1"/>
            </p:cNvSpPr>
            <p:nvPr/>
          </p:nvSpPr>
          <p:spPr bwMode="auto">
            <a:xfrm>
              <a:off x="2448" y="2037"/>
              <a:ext cx="44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88" name="Line 64">
              <a:extLst>
                <a:ext uri="{FF2B5EF4-FFF2-40B4-BE49-F238E27FC236}">
                  <a16:creationId xmlns:a16="http://schemas.microsoft.com/office/drawing/2014/main" id="{578AA906-BB0F-310A-64A4-D5EC692EAAAA}"/>
                </a:ext>
              </a:extLst>
            </p:cNvPr>
            <p:cNvSpPr>
              <a:spLocks noChangeShapeType="1"/>
            </p:cNvSpPr>
            <p:nvPr/>
          </p:nvSpPr>
          <p:spPr bwMode="auto">
            <a:xfrm>
              <a:off x="2448" y="2971"/>
              <a:ext cx="4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89" name="Line 65">
              <a:extLst>
                <a:ext uri="{FF2B5EF4-FFF2-40B4-BE49-F238E27FC236}">
                  <a16:creationId xmlns:a16="http://schemas.microsoft.com/office/drawing/2014/main" id="{548A2DE7-27B6-32BB-B3A6-6576BF02AF0B}"/>
                </a:ext>
              </a:extLst>
            </p:cNvPr>
            <p:cNvSpPr>
              <a:spLocks noChangeShapeType="1"/>
            </p:cNvSpPr>
            <p:nvPr/>
          </p:nvSpPr>
          <p:spPr bwMode="auto">
            <a:xfrm>
              <a:off x="2612" y="1380"/>
              <a:ext cx="2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90" name="Line 66">
              <a:extLst>
                <a:ext uri="{FF2B5EF4-FFF2-40B4-BE49-F238E27FC236}">
                  <a16:creationId xmlns:a16="http://schemas.microsoft.com/office/drawing/2014/main" id="{7A652EF6-A393-1E92-83F4-5DDE68428781}"/>
                </a:ext>
              </a:extLst>
            </p:cNvPr>
            <p:cNvSpPr>
              <a:spLocks noChangeShapeType="1"/>
            </p:cNvSpPr>
            <p:nvPr/>
          </p:nvSpPr>
          <p:spPr bwMode="auto">
            <a:xfrm>
              <a:off x="2608" y="3275"/>
              <a:ext cx="265" cy="0"/>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5391" name="Line 67">
              <a:extLst>
                <a:ext uri="{FF2B5EF4-FFF2-40B4-BE49-F238E27FC236}">
                  <a16:creationId xmlns:a16="http://schemas.microsoft.com/office/drawing/2014/main" id="{F2CBD506-012F-8DB2-D2E0-E2BAFE5D333F}"/>
                </a:ext>
              </a:extLst>
            </p:cNvPr>
            <p:cNvSpPr>
              <a:spLocks noChangeShapeType="1"/>
            </p:cNvSpPr>
            <p:nvPr/>
          </p:nvSpPr>
          <p:spPr bwMode="auto">
            <a:xfrm>
              <a:off x="2610" y="2344"/>
              <a:ext cx="268" cy="0"/>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5392" name="Oval 93">
              <a:extLst>
                <a:ext uri="{FF2B5EF4-FFF2-40B4-BE49-F238E27FC236}">
                  <a16:creationId xmlns:a16="http://schemas.microsoft.com/office/drawing/2014/main" id="{06BC789C-C41C-831F-2741-E9E3B97D2807}"/>
                </a:ext>
              </a:extLst>
            </p:cNvPr>
            <p:cNvSpPr>
              <a:spLocks noChangeArrowheads="1"/>
            </p:cNvSpPr>
            <p:nvPr/>
          </p:nvSpPr>
          <p:spPr bwMode="auto">
            <a:xfrm>
              <a:off x="1741" y="967"/>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93" name="Oval 93">
              <a:extLst>
                <a:ext uri="{FF2B5EF4-FFF2-40B4-BE49-F238E27FC236}">
                  <a16:creationId xmlns:a16="http://schemas.microsoft.com/office/drawing/2014/main" id="{89AD7551-52B5-B982-8E51-3A8480C345D4}"/>
                </a:ext>
              </a:extLst>
            </p:cNvPr>
            <p:cNvSpPr>
              <a:spLocks noChangeArrowheads="1"/>
            </p:cNvSpPr>
            <p:nvPr/>
          </p:nvSpPr>
          <p:spPr bwMode="auto">
            <a:xfrm>
              <a:off x="2359" y="1009"/>
              <a:ext cx="86" cy="86"/>
            </a:xfrm>
            <a:prstGeom prst="ellipse">
              <a:avLst/>
            </a:prstGeom>
            <a:solidFill>
              <a:schemeClr val="accent1"/>
            </a:solidFill>
            <a:ln w="1905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94" name="Oval 93">
              <a:extLst>
                <a:ext uri="{FF2B5EF4-FFF2-40B4-BE49-F238E27FC236}">
                  <a16:creationId xmlns:a16="http://schemas.microsoft.com/office/drawing/2014/main" id="{CC8252B3-73CB-988C-6235-780500902985}"/>
                </a:ext>
              </a:extLst>
            </p:cNvPr>
            <p:cNvSpPr>
              <a:spLocks noChangeArrowheads="1"/>
            </p:cNvSpPr>
            <p:nvPr/>
          </p:nvSpPr>
          <p:spPr bwMode="auto">
            <a:xfrm>
              <a:off x="1734" y="1287"/>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95" name="Oval 93">
              <a:extLst>
                <a:ext uri="{FF2B5EF4-FFF2-40B4-BE49-F238E27FC236}">
                  <a16:creationId xmlns:a16="http://schemas.microsoft.com/office/drawing/2014/main" id="{379A589D-E1F7-4305-DA20-EA5420DC313A}"/>
                </a:ext>
              </a:extLst>
            </p:cNvPr>
            <p:cNvSpPr>
              <a:spLocks noChangeArrowheads="1"/>
            </p:cNvSpPr>
            <p:nvPr/>
          </p:nvSpPr>
          <p:spPr bwMode="auto">
            <a:xfrm>
              <a:off x="2356" y="1999"/>
              <a:ext cx="86" cy="86"/>
            </a:xfrm>
            <a:prstGeom prst="ellipse">
              <a:avLst/>
            </a:prstGeom>
            <a:solidFill>
              <a:schemeClr val="accent1"/>
            </a:solidFill>
            <a:ln w="1905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96" name="Oval 93">
              <a:extLst>
                <a:ext uri="{FF2B5EF4-FFF2-40B4-BE49-F238E27FC236}">
                  <a16:creationId xmlns:a16="http://schemas.microsoft.com/office/drawing/2014/main" id="{3EFFFF91-C752-69E8-CAD5-2A5C18092222}"/>
                </a:ext>
              </a:extLst>
            </p:cNvPr>
            <p:cNvSpPr>
              <a:spLocks noChangeArrowheads="1"/>
            </p:cNvSpPr>
            <p:nvPr/>
          </p:nvSpPr>
          <p:spPr bwMode="auto">
            <a:xfrm>
              <a:off x="2365" y="2940"/>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397" name="Line 217">
              <a:extLst>
                <a:ext uri="{FF2B5EF4-FFF2-40B4-BE49-F238E27FC236}">
                  <a16:creationId xmlns:a16="http://schemas.microsoft.com/office/drawing/2014/main" id="{39E4C93E-781D-2C7A-0285-022B2C7FAE3C}"/>
                </a:ext>
              </a:extLst>
            </p:cNvPr>
            <p:cNvSpPr>
              <a:spLocks noChangeShapeType="1"/>
            </p:cNvSpPr>
            <p:nvPr/>
          </p:nvSpPr>
          <p:spPr bwMode="auto">
            <a:xfrm>
              <a:off x="1824" y="1010"/>
              <a:ext cx="24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98" name="Line 218">
              <a:extLst>
                <a:ext uri="{FF2B5EF4-FFF2-40B4-BE49-F238E27FC236}">
                  <a16:creationId xmlns:a16="http://schemas.microsoft.com/office/drawing/2014/main" id="{5846DF4C-4CD0-1E9F-BF8C-37894D5E36CE}"/>
                </a:ext>
              </a:extLst>
            </p:cNvPr>
            <p:cNvSpPr>
              <a:spLocks noChangeShapeType="1"/>
            </p:cNvSpPr>
            <p:nvPr/>
          </p:nvSpPr>
          <p:spPr bwMode="auto">
            <a:xfrm>
              <a:off x="1824" y="1333"/>
              <a:ext cx="1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399" name="Line 219">
              <a:extLst>
                <a:ext uri="{FF2B5EF4-FFF2-40B4-BE49-F238E27FC236}">
                  <a16:creationId xmlns:a16="http://schemas.microsoft.com/office/drawing/2014/main" id="{A06FB6CA-D981-ACB1-193A-FA5E8E95D48F}"/>
                </a:ext>
              </a:extLst>
            </p:cNvPr>
            <p:cNvSpPr>
              <a:spLocks noChangeShapeType="1"/>
            </p:cNvSpPr>
            <p:nvPr/>
          </p:nvSpPr>
          <p:spPr bwMode="auto">
            <a:xfrm flipV="1">
              <a:off x="1941" y="1116"/>
              <a:ext cx="0" cy="2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0" name="Line 220">
              <a:extLst>
                <a:ext uri="{FF2B5EF4-FFF2-40B4-BE49-F238E27FC236}">
                  <a16:creationId xmlns:a16="http://schemas.microsoft.com/office/drawing/2014/main" id="{8BD2C57D-72DA-3B8C-46D0-75EEB5C068C4}"/>
                </a:ext>
              </a:extLst>
            </p:cNvPr>
            <p:cNvSpPr>
              <a:spLocks noChangeShapeType="1"/>
            </p:cNvSpPr>
            <p:nvPr/>
          </p:nvSpPr>
          <p:spPr bwMode="auto">
            <a:xfrm>
              <a:off x="1937" y="1118"/>
              <a:ext cx="13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1" name="Line 221">
              <a:extLst>
                <a:ext uri="{FF2B5EF4-FFF2-40B4-BE49-F238E27FC236}">
                  <a16:creationId xmlns:a16="http://schemas.microsoft.com/office/drawing/2014/main" id="{C3A52096-C0DD-4710-3340-6ECB8510FCB2}"/>
                </a:ext>
              </a:extLst>
            </p:cNvPr>
            <p:cNvSpPr>
              <a:spLocks noChangeShapeType="1"/>
            </p:cNvSpPr>
            <p:nvPr/>
          </p:nvSpPr>
          <p:spPr bwMode="auto">
            <a:xfrm>
              <a:off x="1805" y="2013"/>
              <a:ext cx="24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2" name="Line 222">
              <a:extLst>
                <a:ext uri="{FF2B5EF4-FFF2-40B4-BE49-F238E27FC236}">
                  <a16:creationId xmlns:a16="http://schemas.microsoft.com/office/drawing/2014/main" id="{98B57BB2-FD82-8DBE-CDD8-3B3E611CD6A2}"/>
                </a:ext>
              </a:extLst>
            </p:cNvPr>
            <p:cNvSpPr>
              <a:spLocks noChangeShapeType="1"/>
            </p:cNvSpPr>
            <p:nvPr/>
          </p:nvSpPr>
          <p:spPr bwMode="auto">
            <a:xfrm>
              <a:off x="1821" y="1651"/>
              <a:ext cx="1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3" name="Line 223">
              <a:extLst>
                <a:ext uri="{FF2B5EF4-FFF2-40B4-BE49-F238E27FC236}">
                  <a16:creationId xmlns:a16="http://schemas.microsoft.com/office/drawing/2014/main" id="{1A89DAE7-19EC-A9ED-B200-0C9B7A36E900}"/>
                </a:ext>
              </a:extLst>
            </p:cNvPr>
            <p:cNvSpPr>
              <a:spLocks noChangeShapeType="1"/>
            </p:cNvSpPr>
            <p:nvPr/>
          </p:nvSpPr>
          <p:spPr bwMode="auto">
            <a:xfrm>
              <a:off x="1958" y="1944"/>
              <a:ext cx="106"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4" name="Line 224">
              <a:extLst>
                <a:ext uri="{FF2B5EF4-FFF2-40B4-BE49-F238E27FC236}">
                  <a16:creationId xmlns:a16="http://schemas.microsoft.com/office/drawing/2014/main" id="{B9F227DC-E8B7-FC03-FDA4-81086A117163}"/>
                </a:ext>
              </a:extLst>
            </p:cNvPr>
            <p:cNvSpPr>
              <a:spLocks noChangeShapeType="1"/>
            </p:cNvSpPr>
            <p:nvPr/>
          </p:nvSpPr>
          <p:spPr bwMode="auto">
            <a:xfrm flipV="1">
              <a:off x="1956" y="1646"/>
              <a:ext cx="0" cy="30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5" name="Line 225">
              <a:extLst>
                <a:ext uri="{FF2B5EF4-FFF2-40B4-BE49-F238E27FC236}">
                  <a16:creationId xmlns:a16="http://schemas.microsoft.com/office/drawing/2014/main" id="{14E74877-3166-5659-1A27-474567C9028C}"/>
                </a:ext>
              </a:extLst>
            </p:cNvPr>
            <p:cNvSpPr>
              <a:spLocks noChangeShapeType="1"/>
            </p:cNvSpPr>
            <p:nvPr/>
          </p:nvSpPr>
          <p:spPr bwMode="auto">
            <a:xfrm>
              <a:off x="1815" y="2344"/>
              <a:ext cx="120" cy="0"/>
            </a:xfrm>
            <a:prstGeom prst="line">
              <a:avLst/>
            </a:prstGeom>
            <a:noFill/>
            <a:ln w="1905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85406" name="Line 228">
              <a:extLst>
                <a:ext uri="{FF2B5EF4-FFF2-40B4-BE49-F238E27FC236}">
                  <a16:creationId xmlns:a16="http://schemas.microsoft.com/office/drawing/2014/main" id="{29A5C30C-A31C-1579-887F-BD259D99AF6B}"/>
                </a:ext>
              </a:extLst>
            </p:cNvPr>
            <p:cNvSpPr>
              <a:spLocks noChangeShapeType="1"/>
            </p:cNvSpPr>
            <p:nvPr/>
          </p:nvSpPr>
          <p:spPr bwMode="auto">
            <a:xfrm>
              <a:off x="1947" y="2103"/>
              <a:ext cx="10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7" name="Line 229">
              <a:extLst>
                <a:ext uri="{FF2B5EF4-FFF2-40B4-BE49-F238E27FC236}">
                  <a16:creationId xmlns:a16="http://schemas.microsoft.com/office/drawing/2014/main" id="{145CA8D3-8537-12DF-1375-8962F42F5278}"/>
                </a:ext>
              </a:extLst>
            </p:cNvPr>
            <p:cNvSpPr>
              <a:spLocks noChangeShapeType="1"/>
            </p:cNvSpPr>
            <p:nvPr/>
          </p:nvSpPr>
          <p:spPr bwMode="auto">
            <a:xfrm flipV="1">
              <a:off x="1946" y="2105"/>
              <a:ext cx="0" cy="80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8" name="Line 230">
              <a:extLst>
                <a:ext uri="{FF2B5EF4-FFF2-40B4-BE49-F238E27FC236}">
                  <a16:creationId xmlns:a16="http://schemas.microsoft.com/office/drawing/2014/main" id="{DA6068B0-E808-2C2A-414F-A6BECB5F0E11}"/>
                </a:ext>
              </a:extLst>
            </p:cNvPr>
            <p:cNvSpPr>
              <a:spLocks noChangeShapeType="1"/>
            </p:cNvSpPr>
            <p:nvPr/>
          </p:nvSpPr>
          <p:spPr bwMode="auto">
            <a:xfrm>
              <a:off x="1947" y="2918"/>
              <a:ext cx="10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09" name="Line 231">
              <a:extLst>
                <a:ext uri="{FF2B5EF4-FFF2-40B4-BE49-F238E27FC236}">
                  <a16:creationId xmlns:a16="http://schemas.microsoft.com/office/drawing/2014/main" id="{F243C310-9A3A-F703-F395-07A549EB29AB}"/>
                </a:ext>
              </a:extLst>
            </p:cNvPr>
            <p:cNvSpPr>
              <a:spLocks noChangeShapeType="1"/>
            </p:cNvSpPr>
            <p:nvPr/>
          </p:nvSpPr>
          <p:spPr bwMode="auto">
            <a:xfrm>
              <a:off x="1825" y="2974"/>
              <a:ext cx="24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0" name="Line 232">
              <a:extLst>
                <a:ext uri="{FF2B5EF4-FFF2-40B4-BE49-F238E27FC236}">
                  <a16:creationId xmlns:a16="http://schemas.microsoft.com/office/drawing/2014/main" id="{420522AF-3B0F-CCA7-2508-6FAEA109996B}"/>
                </a:ext>
              </a:extLst>
            </p:cNvPr>
            <p:cNvSpPr>
              <a:spLocks noChangeShapeType="1"/>
            </p:cNvSpPr>
            <p:nvPr/>
          </p:nvSpPr>
          <p:spPr bwMode="auto">
            <a:xfrm>
              <a:off x="1956" y="3039"/>
              <a:ext cx="10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1" name="Line 233">
              <a:extLst>
                <a:ext uri="{FF2B5EF4-FFF2-40B4-BE49-F238E27FC236}">
                  <a16:creationId xmlns:a16="http://schemas.microsoft.com/office/drawing/2014/main" id="{81615D66-1FD2-A75C-F449-1A6556D60695}"/>
                </a:ext>
              </a:extLst>
            </p:cNvPr>
            <p:cNvSpPr>
              <a:spLocks noChangeShapeType="1"/>
            </p:cNvSpPr>
            <p:nvPr/>
          </p:nvSpPr>
          <p:spPr bwMode="auto">
            <a:xfrm flipV="1">
              <a:off x="1953" y="3035"/>
              <a:ext cx="0" cy="2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2" name="Line 234">
              <a:extLst>
                <a:ext uri="{FF2B5EF4-FFF2-40B4-BE49-F238E27FC236}">
                  <a16:creationId xmlns:a16="http://schemas.microsoft.com/office/drawing/2014/main" id="{FB83CB4A-C7CA-BEB8-6DA1-441AFD3F1BB0}"/>
                </a:ext>
              </a:extLst>
            </p:cNvPr>
            <p:cNvSpPr>
              <a:spLocks noChangeShapeType="1"/>
            </p:cNvSpPr>
            <p:nvPr/>
          </p:nvSpPr>
          <p:spPr bwMode="auto">
            <a:xfrm>
              <a:off x="1807" y="3309"/>
              <a:ext cx="15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3" name="Line 235">
              <a:extLst>
                <a:ext uri="{FF2B5EF4-FFF2-40B4-BE49-F238E27FC236}">
                  <a16:creationId xmlns:a16="http://schemas.microsoft.com/office/drawing/2014/main" id="{BF0B8D00-EACE-0C27-431C-8F591F85CEFA}"/>
                </a:ext>
              </a:extLst>
            </p:cNvPr>
            <p:cNvSpPr>
              <a:spLocks noChangeShapeType="1"/>
            </p:cNvSpPr>
            <p:nvPr/>
          </p:nvSpPr>
          <p:spPr bwMode="auto">
            <a:xfrm>
              <a:off x="3464" y="1077"/>
              <a:ext cx="46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4" name="Line 236">
              <a:extLst>
                <a:ext uri="{FF2B5EF4-FFF2-40B4-BE49-F238E27FC236}">
                  <a16:creationId xmlns:a16="http://schemas.microsoft.com/office/drawing/2014/main" id="{45988DB6-C7B8-0DF6-044E-F990A6716127}"/>
                </a:ext>
              </a:extLst>
            </p:cNvPr>
            <p:cNvSpPr>
              <a:spLocks noChangeShapeType="1"/>
            </p:cNvSpPr>
            <p:nvPr/>
          </p:nvSpPr>
          <p:spPr bwMode="auto">
            <a:xfrm>
              <a:off x="3466" y="2047"/>
              <a:ext cx="46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5" name="Line 237">
              <a:extLst>
                <a:ext uri="{FF2B5EF4-FFF2-40B4-BE49-F238E27FC236}">
                  <a16:creationId xmlns:a16="http://schemas.microsoft.com/office/drawing/2014/main" id="{9C5183DE-5CB7-A8DE-E283-1195ED22D8BE}"/>
                </a:ext>
              </a:extLst>
            </p:cNvPr>
            <p:cNvSpPr>
              <a:spLocks noChangeShapeType="1"/>
            </p:cNvSpPr>
            <p:nvPr/>
          </p:nvSpPr>
          <p:spPr bwMode="auto">
            <a:xfrm>
              <a:off x="3474" y="2974"/>
              <a:ext cx="46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6" name="Line 238">
              <a:extLst>
                <a:ext uri="{FF2B5EF4-FFF2-40B4-BE49-F238E27FC236}">
                  <a16:creationId xmlns:a16="http://schemas.microsoft.com/office/drawing/2014/main" id="{3804D56B-0094-7FE6-B387-92F380C6CF18}"/>
                </a:ext>
              </a:extLst>
            </p:cNvPr>
            <p:cNvSpPr>
              <a:spLocks noChangeShapeType="1"/>
            </p:cNvSpPr>
            <p:nvPr/>
          </p:nvSpPr>
          <p:spPr bwMode="auto">
            <a:xfrm flipV="1">
              <a:off x="3939" y="761"/>
              <a:ext cx="0" cy="251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7" name="Line 239">
              <a:extLst>
                <a:ext uri="{FF2B5EF4-FFF2-40B4-BE49-F238E27FC236}">
                  <a16:creationId xmlns:a16="http://schemas.microsoft.com/office/drawing/2014/main" id="{CFBA7EC0-10E4-2CEC-D8EB-BBD6EE53455F}"/>
                </a:ext>
              </a:extLst>
            </p:cNvPr>
            <p:cNvSpPr>
              <a:spLocks noChangeShapeType="1"/>
            </p:cNvSpPr>
            <p:nvPr/>
          </p:nvSpPr>
          <p:spPr bwMode="auto">
            <a:xfrm>
              <a:off x="1047" y="767"/>
              <a:ext cx="289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8" name="Line 240">
              <a:extLst>
                <a:ext uri="{FF2B5EF4-FFF2-40B4-BE49-F238E27FC236}">
                  <a16:creationId xmlns:a16="http://schemas.microsoft.com/office/drawing/2014/main" id="{789EA95D-7EF2-761B-4DDC-7A918D0D1CF4}"/>
                </a:ext>
              </a:extLst>
            </p:cNvPr>
            <p:cNvSpPr>
              <a:spLocks noChangeShapeType="1"/>
            </p:cNvSpPr>
            <p:nvPr/>
          </p:nvSpPr>
          <p:spPr bwMode="auto">
            <a:xfrm>
              <a:off x="1034" y="762"/>
              <a:ext cx="0" cy="25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19" name="Line 241">
              <a:extLst>
                <a:ext uri="{FF2B5EF4-FFF2-40B4-BE49-F238E27FC236}">
                  <a16:creationId xmlns:a16="http://schemas.microsoft.com/office/drawing/2014/main" id="{6BAD1F40-B1BC-7A91-3DA7-1ED9B9181ACB}"/>
                </a:ext>
              </a:extLst>
            </p:cNvPr>
            <p:cNvSpPr>
              <a:spLocks noChangeShapeType="1"/>
            </p:cNvSpPr>
            <p:nvPr/>
          </p:nvSpPr>
          <p:spPr bwMode="auto">
            <a:xfrm>
              <a:off x="2612" y="1380"/>
              <a:ext cx="0" cy="220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20" name="Line 242">
              <a:extLst>
                <a:ext uri="{FF2B5EF4-FFF2-40B4-BE49-F238E27FC236}">
                  <a16:creationId xmlns:a16="http://schemas.microsoft.com/office/drawing/2014/main" id="{6AB8D226-0F71-C0AA-138B-CED60378DD31}"/>
                </a:ext>
              </a:extLst>
            </p:cNvPr>
            <p:cNvSpPr>
              <a:spLocks noChangeShapeType="1"/>
            </p:cNvSpPr>
            <p:nvPr/>
          </p:nvSpPr>
          <p:spPr bwMode="auto">
            <a:xfrm>
              <a:off x="1065" y="948"/>
              <a:ext cx="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21" name="Line 243">
              <a:extLst>
                <a:ext uri="{FF2B5EF4-FFF2-40B4-BE49-F238E27FC236}">
                  <a16:creationId xmlns:a16="http://schemas.microsoft.com/office/drawing/2014/main" id="{1096F2F2-86C4-11BF-1F18-05874743FA68}"/>
                </a:ext>
              </a:extLst>
            </p:cNvPr>
            <p:cNvSpPr>
              <a:spLocks noChangeShapeType="1"/>
            </p:cNvSpPr>
            <p:nvPr/>
          </p:nvSpPr>
          <p:spPr bwMode="auto">
            <a:xfrm>
              <a:off x="1066" y="1066"/>
              <a:ext cx="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22" name="Text Box 244">
              <a:extLst>
                <a:ext uri="{FF2B5EF4-FFF2-40B4-BE49-F238E27FC236}">
                  <a16:creationId xmlns:a16="http://schemas.microsoft.com/office/drawing/2014/main" id="{ED1B0C90-BDFF-36A6-2FC2-ACF0318B73DA}"/>
                </a:ext>
              </a:extLst>
            </p:cNvPr>
            <p:cNvSpPr txBox="1">
              <a:spLocks noChangeArrowheads="1"/>
            </p:cNvSpPr>
            <p:nvPr/>
          </p:nvSpPr>
          <p:spPr bwMode="auto">
            <a:xfrm>
              <a:off x="1068" y="801"/>
              <a:ext cx="3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q2</a:t>
              </a:r>
              <a:endParaRPr lang="ru-RU" altLang="en-US" sz="1200" b="1"/>
            </a:p>
          </p:txBody>
        </p:sp>
        <p:sp>
          <p:nvSpPr>
            <p:cNvPr id="185423" name="Text Box 245">
              <a:extLst>
                <a:ext uri="{FF2B5EF4-FFF2-40B4-BE49-F238E27FC236}">
                  <a16:creationId xmlns:a16="http://schemas.microsoft.com/office/drawing/2014/main" id="{87F3F829-E1C0-D44C-C746-76DEC3BAE446}"/>
                </a:ext>
              </a:extLst>
            </p:cNvPr>
            <p:cNvSpPr txBox="1">
              <a:spLocks noChangeArrowheads="1"/>
            </p:cNvSpPr>
            <p:nvPr/>
          </p:nvSpPr>
          <p:spPr bwMode="auto">
            <a:xfrm>
              <a:off x="1046" y="927"/>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~x</a:t>
              </a:r>
              <a:endParaRPr lang="ru-RU" altLang="en-US" sz="1200" b="1"/>
            </a:p>
          </p:txBody>
        </p:sp>
        <p:sp>
          <p:nvSpPr>
            <p:cNvPr id="185424" name="Line 246">
              <a:extLst>
                <a:ext uri="{FF2B5EF4-FFF2-40B4-BE49-F238E27FC236}">
                  <a16:creationId xmlns:a16="http://schemas.microsoft.com/office/drawing/2014/main" id="{6EC239E4-C531-D383-9423-8F06D0BFF640}"/>
                </a:ext>
              </a:extLst>
            </p:cNvPr>
            <p:cNvSpPr>
              <a:spLocks noChangeShapeType="1"/>
            </p:cNvSpPr>
            <p:nvPr/>
          </p:nvSpPr>
          <p:spPr bwMode="auto">
            <a:xfrm>
              <a:off x="1046" y="1240"/>
              <a:ext cx="3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25" name="Line 247">
              <a:extLst>
                <a:ext uri="{FF2B5EF4-FFF2-40B4-BE49-F238E27FC236}">
                  <a16:creationId xmlns:a16="http://schemas.microsoft.com/office/drawing/2014/main" id="{391DEC37-D34F-D287-CB0F-390762864BC7}"/>
                </a:ext>
              </a:extLst>
            </p:cNvPr>
            <p:cNvSpPr>
              <a:spLocks noChangeShapeType="1"/>
            </p:cNvSpPr>
            <p:nvPr/>
          </p:nvSpPr>
          <p:spPr bwMode="auto">
            <a:xfrm>
              <a:off x="1046" y="1321"/>
              <a:ext cx="3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26" name="Line 248">
              <a:extLst>
                <a:ext uri="{FF2B5EF4-FFF2-40B4-BE49-F238E27FC236}">
                  <a16:creationId xmlns:a16="http://schemas.microsoft.com/office/drawing/2014/main" id="{07ACDAAB-BEFD-5EB8-2D57-28144FA793A4}"/>
                </a:ext>
              </a:extLst>
            </p:cNvPr>
            <p:cNvSpPr>
              <a:spLocks noChangeShapeType="1"/>
            </p:cNvSpPr>
            <p:nvPr/>
          </p:nvSpPr>
          <p:spPr bwMode="auto">
            <a:xfrm>
              <a:off x="1046" y="1401"/>
              <a:ext cx="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27" name="Text Box 249">
              <a:extLst>
                <a:ext uri="{FF2B5EF4-FFF2-40B4-BE49-F238E27FC236}">
                  <a16:creationId xmlns:a16="http://schemas.microsoft.com/office/drawing/2014/main" id="{C47F2FC7-EC91-EF57-EF34-B7FEF33B901F}"/>
                </a:ext>
              </a:extLst>
            </p:cNvPr>
            <p:cNvSpPr txBox="1">
              <a:spLocks noChangeArrowheads="1"/>
            </p:cNvSpPr>
            <p:nvPr/>
          </p:nvSpPr>
          <p:spPr bwMode="auto">
            <a:xfrm>
              <a:off x="1008" y="1198"/>
              <a:ext cx="4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~q2</a:t>
              </a:r>
              <a:endParaRPr lang="ru-RU" altLang="en-US" sz="1200" b="1"/>
            </a:p>
          </p:txBody>
        </p:sp>
        <p:sp>
          <p:nvSpPr>
            <p:cNvPr id="185428" name="Text Box 250">
              <a:extLst>
                <a:ext uri="{FF2B5EF4-FFF2-40B4-BE49-F238E27FC236}">
                  <a16:creationId xmlns:a16="http://schemas.microsoft.com/office/drawing/2014/main" id="{5416FAA4-D92F-D957-F5B5-B8092C14F7E4}"/>
                </a:ext>
              </a:extLst>
            </p:cNvPr>
            <p:cNvSpPr txBox="1">
              <a:spLocks noChangeArrowheads="1"/>
            </p:cNvSpPr>
            <p:nvPr/>
          </p:nvSpPr>
          <p:spPr bwMode="auto">
            <a:xfrm>
              <a:off x="1011" y="1091"/>
              <a:ext cx="4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~q1</a:t>
              </a:r>
              <a:endParaRPr lang="ru-RU" altLang="en-US" sz="1200" b="1"/>
            </a:p>
          </p:txBody>
        </p:sp>
        <p:sp>
          <p:nvSpPr>
            <p:cNvPr id="185429" name="Text Box 251">
              <a:extLst>
                <a:ext uri="{FF2B5EF4-FFF2-40B4-BE49-F238E27FC236}">
                  <a16:creationId xmlns:a16="http://schemas.microsoft.com/office/drawing/2014/main" id="{DD5D3680-3D30-0120-D97E-BB179E218F56}"/>
                </a:ext>
              </a:extLst>
            </p:cNvPr>
            <p:cNvSpPr txBox="1">
              <a:spLocks noChangeArrowheads="1"/>
            </p:cNvSpPr>
            <p:nvPr/>
          </p:nvSpPr>
          <p:spPr bwMode="auto">
            <a:xfrm>
              <a:off x="1080" y="1274"/>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 x</a:t>
              </a:r>
              <a:endParaRPr lang="ru-RU" altLang="en-US" sz="1200" b="1"/>
            </a:p>
          </p:txBody>
        </p:sp>
        <p:sp>
          <p:nvSpPr>
            <p:cNvPr id="185430" name="Line 252">
              <a:extLst>
                <a:ext uri="{FF2B5EF4-FFF2-40B4-BE49-F238E27FC236}">
                  <a16:creationId xmlns:a16="http://schemas.microsoft.com/office/drawing/2014/main" id="{0B10EFBE-A42E-4574-6E78-95B6F0EBB9F9}"/>
                </a:ext>
              </a:extLst>
            </p:cNvPr>
            <p:cNvSpPr>
              <a:spLocks noChangeShapeType="1"/>
            </p:cNvSpPr>
            <p:nvPr/>
          </p:nvSpPr>
          <p:spPr bwMode="auto">
            <a:xfrm>
              <a:off x="1046" y="1606"/>
              <a:ext cx="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1" name="Line 253">
              <a:extLst>
                <a:ext uri="{FF2B5EF4-FFF2-40B4-BE49-F238E27FC236}">
                  <a16:creationId xmlns:a16="http://schemas.microsoft.com/office/drawing/2014/main" id="{CEFD5389-E1BE-E8C6-D742-1137F3998A60}"/>
                </a:ext>
              </a:extLst>
            </p:cNvPr>
            <p:cNvSpPr>
              <a:spLocks noChangeShapeType="1"/>
            </p:cNvSpPr>
            <p:nvPr/>
          </p:nvSpPr>
          <p:spPr bwMode="auto">
            <a:xfrm>
              <a:off x="1046" y="1711"/>
              <a:ext cx="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2" name="Line 254">
              <a:extLst>
                <a:ext uri="{FF2B5EF4-FFF2-40B4-BE49-F238E27FC236}">
                  <a16:creationId xmlns:a16="http://schemas.microsoft.com/office/drawing/2014/main" id="{477CEC3A-DC5A-F369-7DCA-F235DA018E99}"/>
                </a:ext>
              </a:extLst>
            </p:cNvPr>
            <p:cNvSpPr>
              <a:spLocks noChangeShapeType="1"/>
            </p:cNvSpPr>
            <p:nvPr/>
          </p:nvSpPr>
          <p:spPr bwMode="auto">
            <a:xfrm>
              <a:off x="1046" y="1921"/>
              <a:ext cx="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3" name="Line 255">
              <a:extLst>
                <a:ext uri="{FF2B5EF4-FFF2-40B4-BE49-F238E27FC236}">
                  <a16:creationId xmlns:a16="http://schemas.microsoft.com/office/drawing/2014/main" id="{14F0DEF0-2B42-0ED2-36B7-49D55874E24F}"/>
                </a:ext>
              </a:extLst>
            </p:cNvPr>
            <p:cNvSpPr>
              <a:spLocks noChangeShapeType="1"/>
            </p:cNvSpPr>
            <p:nvPr/>
          </p:nvSpPr>
          <p:spPr bwMode="auto">
            <a:xfrm>
              <a:off x="1046" y="2009"/>
              <a:ext cx="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4" name="Line 256">
              <a:extLst>
                <a:ext uri="{FF2B5EF4-FFF2-40B4-BE49-F238E27FC236}">
                  <a16:creationId xmlns:a16="http://schemas.microsoft.com/office/drawing/2014/main" id="{26569D00-E612-0FD5-7FAC-B264953839EB}"/>
                </a:ext>
              </a:extLst>
            </p:cNvPr>
            <p:cNvSpPr>
              <a:spLocks noChangeShapeType="1"/>
            </p:cNvSpPr>
            <p:nvPr/>
          </p:nvSpPr>
          <p:spPr bwMode="auto">
            <a:xfrm>
              <a:off x="1055" y="2096"/>
              <a:ext cx="3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5" name="Line 257">
              <a:extLst>
                <a:ext uri="{FF2B5EF4-FFF2-40B4-BE49-F238E27FC236}">
                  <a16:creationId xmlns:a16="http://schemas.microsoft.com/office/drawing/2014/main" id="{6081F2FA-697B-B39C-A5E4-02BB97E80217}"/>
                </a:ext>
              </a:extLst>
            </p:cNvPr>
            <p:cNvSpPr>
              <a:spLocks noChangeShapeType="1"/>
            </p:cNvSpPr>
            <p:nvPr/>
          </p:nvSpPr>
          <p:spPr bwMode="auto">
            <a:xfrm>
              <a:off x="1055" y="2287"/>
              <a:ext cx="3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6" name="Line 258">
              <a:extLst>
                <a:ext uri="{FF2B5EF4-FFF2-40B4-BE49-F238E27FC236}">
                  <a16:creationId xmlns:a16="http://schemas.microsoft.com/office/drawing/2014/main" id="{10AADD84-9921-79E7-CD17-AA687D8AB000}"/>
                </a:ext>
              </a:extLst>
            </p:cNvPr>
            <p:cNvSpPr>
              <a:spLocks noChangeShapeType="1"/>
            </p:cNvSpPr>
            <p:nvPr/>
          </p:nvSpPr>
          <p:spPr bwMode="auto">
            <a:xfrm>
              <a:off x="1055" y="2399"/>
              <a:ext cx="3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7" name="Line 261">
              <a:extLst>
                <a:ext uri="{FF2B5EF4-FFF2-40B4-BE49-F238E27FC236}">
                  <a16:creationId xmlns:a16="http://schemas.microsoft.com/office/drawing/2014/main" id="{DAC8658A-69DB-8D2A-6FBF-659F1692E9D7}"/>
                </a:ext>
              </a:extLst>
            </p:cNvPr>
            <p:cNvSpPr>
              <a:spLocks noChangeShapeType="1"/>
            </p:cNvSpPr>
            <p:nvPr/>
          </p:nvSpPr>
          <p:spPr bwMode="auto">
            <a:xfrm>
              <a:off x="1055" y="2913"/>
              <a:ext cx="3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8" name="Line 262">
              <a:extLst>
                <a:ext uri="{FF2B5EF4-FFF2-40B4-BE49-F238E27FC236}">
                  <a16:creationId xmlns:a16="http://schemas.microsoft.com/office/drawing/2014/main" id="{EB9801A2-0F36-CA8A-C643-B3ED2A7DB179}"/>
                </a:ext>
              </a:extLst>
            </p:cNvPr>
            <p:cNvSpPr>
              <a:spLocks noChangeShapeType="1"/>
            </p:cNvSpPr>
            <p:nvPr/>
          </p:nvSpPr>
          <p:spPr bwMode="auto">
            <a:xfrm>
              <a:off x="1055" y="3025"/>
              <a:ext cx="3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39" name="Line 263">
              <a:extLst>
                <a:ext uri="{FF2B5EF4-FFF2-40B4-BE49-F238E27FC236}">
                  <a16:creationId xmlns:a16="http://schemas.microsoft.com/office/drawing/2014/main" id="{F64DCCEE-8F2A-104F-6FA9-06B3F8F1753A}"/>
                </a:ext>
              </a:extLst>
            </p:cNvPr>
            <p:cNvSpPr>
              <a:spLocks noChangeShapeType="1"/>
            </p:cNvSpPr>
            <p:nvPr/>
          </p:nvSpPr>
          <p:spPr bwMode="auto">
            <a:xfrm>
              <a:off x="1046" y="3254"/>
              <a:ext cx="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40" name="Line 264">
              <a:extLst>
                <a:ext uri="{FF2B5EF4-FFF2-40B4-BE49-F238E27FC236}">
                  <a16:creationId xmlns:a16="http://schemas.microsoft.com/office/drawing/2014/main" id="{C8CCC0B4-8C2F-615C-9D25-CD41F6FD4732}"/>
                </a:ext>
              </a:extLst>
            </p:cNvPr>
            <p:cNvSpPr>
              <a:spLocks noChangeShapeType="1"/>
            </p:cNvSpPr>
            <p:nvPr/>
          </p:nvSpPr>
          <p:spPr bwMode="auto">
            <a:xfrm>
              <a:off x="1035" y="3360"/>
              <a:ext cx="3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41" name="Text Box 265">
              <a:extLst>
                <a:ext uri="{FF2B5EF4-FFF2-40B4-BE49-F238E27FC236}">
                  <a16:creationId xmlns:a16="http://schemas.microsoft.com/office/drawing/2014/main" id="{83C6F7CF-865E-F20D-BC5A-753663A2393C}"/>
                </a:ext>
              </a:extLst>
            </p:cNvPr>
            <p:cNvSpPr txBox="1">
              <a:spLocks noChangeArrowheads="1"/>
            </p:cNvSpPr>
            <p:nvPr/>
          </p:nvSpPr>
          <p:spPr bwMode="auto">
            <a:xfrm>
              <a:off x="1046" y="1449"/>
              <a:ext cx="40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~q1</a:t>
              </a:r>
              <a:endParaRPr lang="ru-RU" altLang="en-US" sz="1200" b="1"/>
            </a:p>
          </p:txBody>
        </p:sp>
        <p:sp>
          <p:nvSpPr>
            <p:cNvPr id="185442" name="Text Box 266">
              <a:extLst>
                <a:ext uri="{FF2B5EF4-FFF2-40B4-BE49-F238E27FC236}">
                  <a16:creationId xmlns:a16="http://schemas.microsoft.com/office/drawing/2014/main" id="{E6DA7B77-A282-ED81-1876-BC25D8BA1A40}"/>
                </a:ext>
              </a:extLst>
            </p:cNvPr>
            <p:cNvSpPr txBox="1">
              <a:spLocks noChangeArrowheads="1"/>
            </p:cNvSpPr>
            <p:nvPr/>
          </p:nvSpPr>
          <p:spPr bwMode="auto">
            <a:xfrm>
              <a:off x="1089" y="1579"/>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q2</a:t>
              </a:r>
              <a:endParaRPr lang="ru-RU" altLang="en-US" sz="1200" b="1"/>
            </a:p>
          </p:txBody>
        </p:sp>
        <p:sp>
          <p:nvSpPr>
            <p:cNvPr id="185443" name="Text Box 267">
              <a:extLst>
                <a:ext uri="{FF2B5EF4-FFF2-40B4-BE49-F238E27FC236}">
                  <a16:creationId xmlns:a16="http://schemas.microsoft.com/office/drawing/2014/main" id="{4D2A7C4E-EB36-758B-107B-91E94417831F}"/>
                </a:ext>
              </a:extLst>
            </p:cNvPr>
            <p:cNvSpPr txBox="1">
              <a:spLocks noChangeArrowheads="1"/>
            </p:cNvSpPr>
            <p:nvPr/>
          </p:nvSpPr>
          <p:spPr bwMode="auto">
            <a:xfrm>
              <a:off x="1089" y="1773"/>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q1</a:t>
              </a:r>
              <a:endParaRPr lang="ru-RU" altLang="en-US" sz="1200" b="1"/>
            </a:p>
          </p:txBody>
        </p:sp>
        <p:sp>
          <p:nvSpPr>
            <p:cNvPr id="185444" name="Text Box 268">
              <a:extLst>
                <a:ext uri="{FF2B5EF4-FFF2-40B4-BE49-F238E27FC236}">
                  <a16:creationId xmlns:a16="http://schemas.microsoft.com/office/drawing/2014/main" id="{873514B3-FD2F-4E05-3756-CA72D3C01209}"/>
                </a:ext>
              </a:extLst>
            </p:cNvPr>
            <p:cNvSpPr txBox="1">
              <a:spLocks noChangeArrowheads="1"/>
            </p:cNvSpPr>
            <p:nvPr/>
          </p:nvSpPr>
          <p:spPr bwMode="auto">
            <a:xfrm>
              <a:off x="1099" y="1877"/>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q3</a:t>
              </a:r>
              <a:endParaRPr lang="ru-RU" altLang="en-US" sz="1200" b="1"/>
            </a:p>
          </p:txBody>
        </p:sp>
        <p:sp>
          <p:nvSpPr>
            <p:cNvPr id="185445" name="Text Box 269">
              <a:extLst>
                <a:ext uri="{FF2B5EF4-FFF2-40B4-BE49-F238E27FC236}">
                  <a16:creationId xmlns:a16="http://schemas.microsoft.com/office/drawing/2014/main" id="{7A5657F8-F255-3072-6F93-C74B323808FC}"/>
                </a:ext>
              </a:extLst>
            </p:cNvPr>
            <p:cNvSpPr txBox="1">
              <a:spLocks noChangeArrowheads="1"/>
            </p:cNvSpPr>
            <p:nvPr/>
          </p:nvSpPr>
          <p:spPr bwMode="auto">
            <a:xfrm>
              <a:off x="1071" y="1962"/>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 x</a:t>
              </a:r>
              <a:endParaRPr lang="ru-RU" altLang="en-US" sz="1200" b="1"/>
            </a:p>
          </p:txBody>
        </p:sp>
        <p:sp>
          <p:nvSpPr>
            <p:cNvPr id="185446" name="Text Box 270">
              <a:extLst>
                <a:ext uri="{FF2B5EF4-FFF2-40B4-BE49-F238E27FC236}">
                  <a16:creationId xmlns:a16="http://schemas.microsoft.com/office/drawing/2014/main" id="{E38F6ADE-4E21-B24C-992A-3EF42873219E}"/>
                </a:ext>
              </a:extLst>
            </p:cNvPr>
            <p:cNvSpPr txBox="1">
              <a:spLocks noChangeArrowheads="1"/>
            </p:cNvSpPr>
            <p:nvPr/>
          </p:nvSpPr>
          <p:spPr bwMode="auto">
            <a:xfrm>
              <a:off x="1059" y="2140"/>
              <a:ext cx="4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~q2</a:t>
              </a:r>
              <a:endParaRPr lang="ru-RU" altLang="en-US" sz="1200" b="1"/>
            </a:p>
          </p:txBody>
        </p:sp>
        <p:sp>
          <p:nvSpPr>
            <p:cNvPr id="185447" name="Text Box 271">
              <a:extLst>
                <a:ext uri="{FF2B5EF4-FFF2-40B4-BE49-F238E27FC236}">
                  <a16:creationId xmlns:a16="http://schemas.microsoft.com/office/drawing/2014/main" id="{E9613380-28D3-C0FF-BAB5-439D502A1175}"/>
                </a:ext>
              </a:extLst>
            </p:cNvPr>
            <p:cNvSpPr txBox="1">
              <a:spLocks noChangeArrowheads="1"/>
            </p:cNvSpPr>
            <p:nvPr/>
          </p:nvSpPr>
          <p:spPr bwMode="auto">
            <a:xfrm>
              <a:off x="1130" y="2257"/>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q3</a:t>
              </a:r>
              <a:endParaRPr lang="ru-RU" altLang="en-US" sz="1200" b="1"/>
            </a:p>
          </p:txBody>
        </p:sp>
        <p:sp>
          <p:nvSpPr>
            <p:cNvPr id="185448" name="Text Box 272">
              <a:extLst>
                <a:ext uri="{FF2B5EF4-FFF2-40B4-BE49-F238E27FC236}">
                  <a16:creationId xmlns:a16="http://schemas.microsoft.com/office/drawing/2014/main" id="{23ED2602-0E66-EA60-4DCE-80A84741BA25}"/>
                </a:ext>
              </a:extLst>
            </p:cNvPr>
            <p:cNvSpPr txBox="1">
              <a:spLocks noChangeArrowheads="1"/>
            </p:cNvSpPr>
            <p:nvPr/>
          </p:nvSpPr>
          <p:spPr bwMode="auto">
            <a:xfrm>
              <a:off x="617" y="2586"/>
              <a:ext cx="32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1600" b="1"/>
            </a:p>
          </p:txBody>
        </p:sp>
        <p:sp>
          <p:nvSpPr>
            <p:cNvPr id="185449" name="Text Box 273">
              <a:extLst>
                <a:ext uri="{FF2B5EF4-FFF2-40B4-BE49-F238E27FC236}">
                  <a16:creationId xmlns:a16="http://schemas.microsoft.com/office/drawing/2014/main" id="{3393DC35-DE53-7B31-ADDC-64639F68AA5F}"/>
                </a:ext>
              </a:extLst>
            </p:cNvPr>
            <p:cNvSpPr txBox="1">
              <a:spLocks noChangeArrowheads="1"/>
            </p:cNvSpPr>
            <p:nvPr/>
          </p:nvSpPr>
          <p:spPr bwMode="auto">
            <a:xfrm>
              <a:off x="1017" y="2772"/>
              <a:ext cx="4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~q1</a:t>
              </a:r>
              <a:endParaRPr lang="ru-RU" altLang="en-US" sz="1200" b="1"/>
            </a:p>
          </p:txBody>
        </p:sp>
        <p:sp>
          <p:nvSpPr>
            <p:cNvPr id="185450" name="Text Box 274">
              <a:extLst>
                <a:ext uri="{FF2B5EF4-FFF2-40B4-BE49-F238E27FC236}">
                  <a16:creationId xmlns:a16="http://schemas.microsoft.com/office/drawing/2014/main" id="{E1565344-C183-E604-E8FA-8E823100EA91}"/>
                </a:ext>
              </a:extLst>
            </p:cNvPr>
            <p:cNvSpPr txBox="1">
              <a:spLocks noChangeArrowheads="1"/>
            </p:cNvSpPr>
            <p:nvPr/>
          </p:nvSpPr>
          <p:spPr bwMode="auto">
            <a:xfrm>
              <a:off x="1033" y="2893"/>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~x</a:t>
              </a:r>
              <a:endParaRPr lang="ru-RU" altLang="en-US" sz="1200" b="1"/>
            </a:p>
          </p:txBody>
        </p:sp>
        <p:sp>
          <p:nvSpPr>
            <p:cNvPr id="185451" name="Text Box 275">
              <a:extLst>
                <a:ext uri="{FF2B5EF4-FFF2-40B4-BE49-F238E27FC236}">
                  <a16:creationId xmlns:a16="http://schemas.microsoft.com/office/drawing/2014/main" id="{24F9AF36-C0A0-E0EA-BD91-CF04BB83AF4F}"/>
                </a:ext>
              </a:extLst>
            </p:cNvPr>
            <p:cNvSpPr txBox="1">
              <a:spLocks noChangeArrowheads="1"/>
            </p:cNvSpPr>
            <p:nvPr/>
          </p:nvSpPr>
          <p:spPr bwMode="auto">
            <a:xfrm>
              <a:off x="1030" y="3090"/>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q1</a:t>
              </a:r>
              <a:endParaRPr lang="ru-RU" altLang="en-US" sz="1200" b="1"/>
            </a:p>
          </p:txBody>
        </p:sp>
        <p:sp>
          <p:nvSpPr>
            <p:cNvPr id="185452" name="Text Box 276">
              <a:extLst>
                <a:ext uri="{FF2B5EF4-FFF2-40B4-BE49-F238E27FC236}">
                  <a16:creationId xmlns:a16="http://schemas.microsoft.com/office/drawing/2014/main" id="{F683894F-140F-3E0B-309F-8CF2CA623F5B}"/>
                </a:ext>
              </a:extLst>
            </p:cNvPr>
            <p:cNvSpPr txBox="1">
              <a:spLocks noChangeArrowheads="1"/>
            </p:cNvSpPr>
            <p:nvPr/>
          </p:nvSpPr>
          <p:spPr bwMode="auto">
            <a:xfrm>
              <a:off x="1061" y="3220"/>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x</a:t>
              </a:r>
              <a:endParaRPr lang="ru-RU" altLang="en-US" sz="1200" b="1"/>
            </a:p>
          </p:txBody>
        </p:sp>
        <p:sp>
          <p:nvSpPr>
            <p:cNvPr id="185453" name="Line 277">
              <a:extLst>
                <a:ext uri="{FF2B5EF4-FFF2-40B4-BE49-F238E27FC236}">
                  <a16:creationId xmlns:a16="http://schemas.microsoft.com/office/drawing/2014/main" id="{7055A43A-F24D-6396-1C95-10707654773A}"/>
                </a:ext>
              </a:extLst>
            </p:cNvPr>
            <p:cNvSpPr>
              <a:spLocks noChangeShapeType="1"/>
            </p:cNvSpPr>
            <p:nvPr/>
          </p:nvSpPr>
          <p:spPr bwMode="auto">
            <a:xfrm>
              <a:off x="2761" y="1689"/>
              <a:ext cx="42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54" name="Line 278">
              <a:extLst>
                <a:ext uri="{FF2B5EF4-FFF2-40B4-BE49-F238E27FC236}">
                  <a16:creationId xmlns:a16="http://schemas.microsoft.com/office/drawing/2014/main" id="{684EDDEA-6019-A068-B934-75B4F399C06B}"/>
                </a:ext>
              </a:extLst>
            </p:cNvPr>
            <p:cNvSpPr>
              <a:spLocks noChangeShapeType="1"/>
            </p:cNvSpPr>
            <p:nvPr/>
          </p:nvSpPr>
          <p:spPr bwMode="auto">
            <a:xfrm>
              <a:off x="2761" y="2653"/>
              <a:ext cx="427" cy="0"/>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5455" name="Text Box 283">
              <a:extLst>
                <a:ext uri="{FF2B5EF4-FFF2-40B4-BE49-F238E27FC236}">
                  <a16:creationId xmlns:a16="http://schemas.microsoft.com/office/drawing/2014/main" id="{708616BE-9125-A18D-4CCE-FA2E413C7B02}"/>
                </a:ext>
              </a:extLst>
            </p:cNvPr>
            <p:cNvSpPr txBox="1">
              <a:spLocks noChangeArrowheads="1"/>
            </p:cNvSpPr>
            <p:nvPr/>
          </p:nvSpPr>
          <p:spPr bwMode="auto">
            <a:xfrm>
              <a:off x="3705" y="930"/>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q1</a:t>
              </a:r>
              <a:endParaRPr lang="ru-RU" altLang="en-US" sz="1200" b="1"/>
            </a:p>
          </p:txBody>
        </p:sp>
        <p:sp>
          <p:nvSpPr>
            <p:cNvPr id="185456" name="Text Box 284">
              <a:extLst>
                <a:ext uri="{FF2B5EF4-FFF2-40B4-BE49-F238E27FC236}">
                  <a16:creationId xmlns:a16="http://schemas.microsoft.com/office/drawing/2014/main" id="{305CE3E1-3B72-0F05-4104-1BD9847208DD}"/>
                </a:ext>
              </a:extLst>
            </p:cNvPr>
            <p:cNvSpPr txBox="1">
              <a:spLocks noChangeArrowheads="1"/>
            </p:cNvSpPr>
            <p:nvPr/>
          </p:nvSpPr>
          <p:spPr bwMode="auto">
            <a:xfrm>
              <a:off x="3652" y="1165"/>
              <a:ext cx="4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~q1</a:t>
              </a:r>
              <a:endParaRPr lang="ru-RU" altLang="en-US" sz="1200" b="1"/>
            </a:p>
          </p:txBody>
        </p:sp>
        <p:sp>
          <p:nvSpPr>
            <p:cNvPr id="185457" name="Text Box 285">
              <a:extLst>
                <a:ext uri="{FF2B5EF4-FFF2-40B4-BE49-F238E27FC236}">
                  <a16:creationId xmlns:a16="http://schemas.microsoft.com/office/drawing/2014/main" id="{CEA970CC-6DCA-FFA1-32C8-A442D64F6EAB}"/>
                </a:ext>
              </a:extLst>
            </p:cNvPr>
            <p:cNvSpPr txBox="1">
              <a:spLocks noChangeArrowheads="1"/>
            </p:cNvSpPr>
            <p:nvPr/>
          </p:nvSpPr>
          <p:spPr bwMode="auto">
            <a:xfrm>
              <a:off x="3667" y="2136"/>
              <a:ext cx="48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~q2</a:t>
              </a:r>
              <a:endParaRPr lang="ru-RU" altLang="en-US" sz="1200" b="1"/>
            </a:p>
          </p:txBody>
        </p:sp>
        <p:sp>
          <p:nvSpPr>
            <p:cNvPr id="185458" name="Text Box 286">
              <a:extLst>
                <a:ext uri="{FF2B5EF4-FFF2-40B4-BE49-F238E27FC236}">
                  <a16:creationId xmlns:a16="http://schemas.microsoft.com/office/drawing/2014/main" id="{00A28F91-0331-4A3B-5163-7DAFE437E375}"/>
                </a:ext>
              </a:extLst>
            </p:cNvPr>
            <p:cNvSpPr txBox="1">
              <a:spLocks noChangeArrowheads="1"/>
            </p:cNvSpPr>
            <p:nvPr/>
          </p:nvSpPr>
          <p:spPr bwMode="auto">
            <a:xfrm>
              <a:off x="3667" y="1894"/>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q2</a:t>
              </a:r>
              <a:endParaRPr lang="ru-RU" altLang="en-US" sz="1200" b="1"/>
            </a:p>
          </p:txBody>
        </p:sp>
        <p:sp>
          <p:nvSpPr>
            <p:cNvPr id="185459" name="Text Box 287">
              <a:extLst>
                <a:ext uri="{FF2B5EF4-FFF2-40B4-BE49-F238E27FC236}">
                  <a16:creationId xmlns:a16="http://schemas.microsoft.com/office/drawing/2014/main" id="{F3D45463-AD2F-6D08-ECC7-454DD455C26E}"/>
                </a:ext>
              </a:extLst>
            </p:cNvPr>
            <p:cNvSpPr txBox="1">
              <a:spLocks noChangeArrowheads="1"/>
            </p:cNvSpPr>
            <p:nvPr/>
          </p:nvSpPr>
          <p:spPr bwMode="auto">
            <a:xfrm>
              <a:off x="3681" y="2791"/>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q3</a:t>
              </a:r>
              <a:endParaRPr lang="ru-RU" altLang="en-US" sz="1200" b="1"/>
            </a:p>
          </p:txBody>
        </p:sp>
        <p:sp>
          <p:nvSpPr>
            <p:cNvPr id="185460" name="Text Box 288">
              <a:extLst>
                <a:ext uri="{FF2B5EF4-FFF2-40B4-BE49-F238E27FC236}">
                  <a16:creationId xmlns:a16="http://schemas.microsoft.com/office/drawing/2014/main" id="{5BF570E1-2D58-EA8E-C274-87CE7DFA11BA}"/>
                </a:ext>
              </a:extLst>
            </p:cNvPr>
            <p:cNvSpPr txBox="1">
              <a:spLocks noChangeArrowheads="1"/>
            </p:cNvSpPr>
            <p:nvPr/>
          </p:nvSpPr>
          <p:spPr bwMode="auto">
            <a:xfrm>
              <a:off x="3596" y="3060"/>
              <a:ext cx="53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~q3</a:t>
              </a:r>
              <a:endParaRPr lang="ru-RU" altLang="en-US" sz="1200" b="1"/>
            </a:p>
          </p:txBody>
        </p:sp>
        <p:sp>
          <p:nvSpPr>
            <p:cNvPr id="185461" name="Line 289">
              <a:extLst>
                <a:ext uri="{FF2B5EF4-FFF2-40B4-BE49-F238E27FC236}">
                  <a16:creationId xmlns:a16="http://schemas.microsoft.com/office/drawing/2014/main" id="{2272A764-2407-1253-E637-819D152006A5}"/>
                </a:ext>
              </a:extLst>
            </p:cNvPr>
            <p:cNvSpPr>
              <a:spLocks noChangeShapeType="1"/>
            </p:cNvSpPr>
            <p:nvPr/>
          </p:nvSpPr>
          <p:spPr bwMode="auto">
            <a:xfrm>
              <a:off x="772" y="2720"/>
              <a:ext cx="26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62" name="Line 297">
              <a:extLst>
                <a:ext uri="{FF2B5EF4-FFF2-40B4-BE49-F238E27FC236}">
                  <a16:creationId xmlns:a16="http://schemas.microsoft.com/office/drawing/2014/main" id="{0BBA7E18-4A19-FBB0-0AB7-5B5904F09081}"/>
                </a:ext>
              </a:extLst>
            </p:cNvPr>
            <p:cNvSpPr>
              <a:spLocks noChangeShapeType="1"/>
            </p:cNvSpPr>
            <p:nvPr/>
          </p:nvSpPr>
          <p:spPr bwMode="auto">
            <a:xfrm>
              <a:off x="4474" y="1884"/>
              <a:ext cx="26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63" name="Line 298">
              <a:extLst>
                <a:ext uri="{FF2B5EF4-FFF2-40B4-BE49-F238E27FC236}">
                  <a16:creationId xmlns:a16="http://schemas.microsoft.com/office/drawing/2014/main" id="{855D259D-1E1B-FBAB-C5F1-7B01305004C4}"/>
                </a:ext>
              </a:extLst>
            </p:cNvPr>
            <p:cNvSpPr>
              <a:spLocks noChangeShapeType="1"/>
            </p:cNvSpPr>
            <p:nvPr/>
          </p:nvSpPr>
          <p:spPr bwMode="auto">
            <a:xfrm>
              <a:off x="3939" y="1836"/>
              <a:ext cx="26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64" name="Line 299">
              <a:extLst>
                <a:ext uri="{FF2B5EF4-FFF2-40B4-BE49-F238E27FC236}">
                  <a16:creationId xmlns:a16="http://schemas.microsoft.com/office/drawing/2014/main" id="{D1ECFF0D-D5EF-569D-0D71-78704C6E14FC}"/>
                </a:ext>
              </a:extLst>
            </p:cNvPr>
            <p:cNvSpPr>
              <a:spLocks noChangeShapeType="1"/>
            </p:cNvSpPr>
            <p:nvPr/>
          </p:nvSpPr>
          <p:spPr bwMode="auto">
            <a:xfrm>
              <a:off x="3939" y="1947"/>
              <a:ext cx="26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65" name="Text Box 301">
              <a:extLst>
                <a:ext uri="{FF2B5EF4-FFF2-40B4-BE49-F238E27FC236}">
                  <a16:creationId xmlns:a16="http://schemas.microsoft.com/office/drawing/2014/main" id="{3971F4EC-2034-B90F-539D-AF4AA0F6BB3B}"/>
                </a:ext>
              </a:extLst>
            </p:cNvPr>
            <p:cNvSpPr txBox="1">
              <a:spLocks noChangeArrowheads="1"/>
            </p:cNvSpPr>
            <p:nvPr/>
          </p:nvSpPr>
          <p:spPr bwMode="auto">
            <a:xfrm>
              <a:off x="4743" y="1778"/>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y</a:t>
              </a:r>
              <a:endParaRPr lang="ru-RU" altLang="en-US" sz="1200" b="1"/>
            </a:p>
          </p:txBody>
        </p:sp>
        <p:sp>
          <p:nvSpPr>
            <p:cNvPr id="185466" name="Text Box 302">
              <a:extLst>
                <a:ext uri="{FF2B5EF4-FFF2-40B4-BE49-F238E27FC236}">
                  <a16:creationId xmlns:a16="http://schemas.microsoft.com/office/drawing/2014/main" id="{BA20050B-EEC8-4AE7-0C36-242108678984}"/>
                </a:ext>
              </a:extLst>
            </p:cNvPr>
            <p:cNvSpPr txBox="1">
              <a:spLocks noChangeArrowheads="1"/>
            </p:cNvSpPr>
            <p:nvPr/>
          </p:nvSpPr>
          <p:spPr bwMode="auto">
            <a:xfrm>
              <a:off x="3908" y="1693"/>
              <a:ext cx="39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~q1</a:t>
              </a:r>
              <a:endParaRPr lang="ru-RU" altLang="en-US" sz="1200" b="1"/>
            </a:p>
          </p:txBody>
        </p:sp>
        <p:sp>
          <p:nvSpPr>
            <p:cNvPr id="185467" name="Text Box 303">
              <a:extLst>
                <a:ext uri="{FF2B5EF4-FFF2-40B4-BE49-F238E27FC236}">
                  <a16:creationId xmlns:a16="http://schemas.microsoft.com/office/drawing/2014/main" id="{04CB6902-BC0F-52D2-C7B5-42163432A48C}"/>
                </a:ext>
              </a:extLst>
            </p:cNvPr>
            <p:cNvSpPr txBox="1">
              <a:spLocks noChangeArrowheads="1"/>
            </p:cNvSpPr>
            <p:nvPr/>
          </p:nvSpPr>
          <p:spPr bwMode="auto">
            <a:xfrm>
              <a:off x="3952" y="1797"/>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q3</a:t>
              </a:r>
              <a:endParaRPr lang="ru-RU" altLang="en-US" sz="1200" b="1"/>
            </a:p>
          </p:txBody>
        </p:sp>
        <p:sp>
          <p:nvSpPr>
            <p:cNvPr id="185468" name="Text Box 306">
              <a:extLst>
                <a:ext uri="{FF2B5EF4-FFF2-40B4-BE49-F238E27FC236}">
                  <a16:creationId xmlns:a16="http://schemas.microsoft.com/office/drawing/2014/main" id="{F43F0F96-FE21-2338-C817-6C0DBC910C15}"/>
                </a:ext>
              </a:extLst>
            </p:cNvPr>
            <p:cNvSpPr txBox="1">
              <a:spLocks noChangeArrowheads="1"/>
            </p:cNvSpPr>
            <p:nvPr/>
          </p:nvSpPr>
          <p:spPr bwMode="auto">
            <a:xfrm>
              <a:off x="2540" y="913"/>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d1</a:t>
              </a:r>
              <a:endParaRPr lang="ru-RU" altLang="en-US" sz="1200" b="1"/>
            </a:p>
          </p:txBody>
        </p:sp>
        <p:sp>
          <p:nvSpPr>
            <p:cNvPr id="185469" name="Text Box 307">
              <a:extLst>
                <a:ext uri="{FF2B5EF4-FFF2-40B4-BE49-F238E27FC236}">
                  <a16:creationId xmlns:a16="http://schemas.microsoft.com/office/drawing/2014/main" id="{C876AD6C-4D22-6E66-E5E2-DBBCC884CA91}"/>
                </a:ext>
              </a:extLst>
            </p:cNvPr>
            <p:cNvSpPr txBox="1">
              <a:spLocks noChangeArrowheads="1"/>
            </p:cNvSpPr>
            <p:nvPr/>
          </p:nvSpPr>
          <p:spPr bwMode="auto">
            <a:xfrm>
              <a:off x="2323" y="1756"/>
              <a:ext cx="32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d2</a:t>
              </a:r>
              <a:endParaRPr lang="ru-RU" altLang="en-US" sz="1200" b="1"/>
            </a:p>
          </p:txBody>
        </p:sp>
        <p:sp>
          <p:nvSpPr>
            <p:cNvPr id="185470" name="Line 308">
              <a:extLst>
                <a:ext uri="{FF2B5EF4-FFF2-40B4-BE49-F238E27FC236}">
                  <a16:creationId xmlns:a16="http://schemas.microsoft.com/office/drawing/2014/main" id="{272CA512-5220-04F5-5DC8-6980A6A52FC9}"/>
                </a:ext>
              </a:extLst>
            </p:cNvPr>
            <p:cNvSpPr>
              <a:spLocks noChangeShapeType="1"/>
            </p:cNvSpPr>
            <p:nvPr/>
          </p:nvSpPr>
          <p:spPr bwMode="auto">
            <a:xfrm>
              <a:off x="2493" y="1913"/>
              <a:ext cx="55" cy="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71" name="Text Box 309">
              <a:extLst>
                <a:ext uri="{FF2B5EF4-FFF2-40B4-BE49-F238E27FC236}">
                  <a16:creationId xmlns:a16="http://schemas.microsoft.com/office/drawing/2014/main" id="{E4614F02-BF27-1046-D727-BD987BA4FE35}"/>
                </a:ext>
              </a:extLst>
            </p:cNvPr>
            <p:cNvSpPr txBox="1">
              <a:spLocks noChangeArrowheads="1"/>
            </p:cNvSpPr>
            <p:nvPr/>
          </p:nvSpPr>
          <p:spPr bwMode="auto">
            <a:xfrm>
              <a:off x="2333" y="2710"/>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t>d3</a:t>
              </a:r>
              <a:endParaRPr lang="ru-RU" altLang="en-US" sz="1200" b="1"/>
            </a:p>
          </p:txBody>
        </p:sp>
        <p:sp>
          <p:nvSpPr>
            <p:cNvPr id="185472" name="Line 310">
              <a:extLst>
                <a:ext uri="{FF2B5EF4-FFF2-40B4-BE49-F238E27FC236}">
                  <a16:creationId xmlns:a16="http://schemas.microsoft.com/office/drawing/2014/main" id="{A6387640-4136-B742-74B9-282A222B6013}"/>
                </a:ext>
              </a:extLst>
            </p:cNvPr>
            <p:cNvSpPr>
              <a:spLocks noChangeShapeType="1"/>
            </p:cNvSpPr>
            <p:nvPr/>
          </p:nvSpPr>
          <p:spPr bwMode="auto">
            <a:xfrm>
              <a:off x="2493" y="2854"/>
              <a:ext cx="55" cy="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473" name="Oval 82">
              <a:extLst>
                <a:ext uri="{FF2B5EF4-FFF2-40B4-BE49-F238E27FC236}">
                  <a16:creationId xmlns:a16="http://schemas.microsoft.com/office/drawing/2014/main" id="{44B5EB6F-AB0C-6B78-C1B4-E192CBC627EC}"/>
                </a:ext>
              </a:extLst>
            </p:cNvPr>
            <p:cNvSpPr>
              <a:spLocks noChangeArrowheads="1"/>
            </p:cNvSpPr>
            <p:nvPr/>
          </p:nvSpPr>
          <p:spPr bwMode="auto">
            <a:xfrm>
              <a:off x="3137" y="2760"/>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74" name="Text Box 90">
              <a:extLst>
                <a:ext uri="{FF2B5EF4-FFF2-40B4-BE49-F238E27FC236}">
                  <a16:creationId xmlns:a16="http://schemas.microsoft.com/office/drawing/2014/main" id="{1991F8AD-A31D-C41C-82A3-50C71C7BC0F3}"/>
                </a:ext>
              </a:extLst>
            </p:cNvPr>
            <p:cNvSpPr txBox="1">
              <a:spLocks noChangeArrowheads="1"/>
            </p:cNvSpPr>
            <p:nvPr/>
          </p:nvSpPr>
          <p:spPr bwMode="auto">
            <a:xfrm>
              <a:off x="3095" y="1385"/>
              <a:ext cx="42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1">
                  <a:solidFill>
                    <a:schemeClr val="bg1"/>
                  </a:solidFill>
                </a:rPr>
                <a:t>R</a:t>
              </a:r>
              <a:endParaRPr lang="ru-RU" altLang="en-US" sz="1200" b="1">
                <a:solidFill>
                  <a:schemeClr val="bg1"/>
                </a:solidFill>
              </a:endParaRPr>
            </a:p>
          </p:txBody>
        </p:sp>
        <p:sp>
          <p:nvSpPr>
            <p:cNvPr id="185475" name="AutoShape 146">
              <a:extLst>
                <a:ext uri="{FF2B5EF4-FFF2-40B4-BE49-F238E27FC236}">
                  <a16:creationId xmlns:a16="http://schemas.microsoft.com/office/drawing/2014/main" id="{8C88782D-ED50-4D50-15A5-EC0186A18F85}"/>
                </a:ext>
              </a:extLst>
            </p:cNvPr>
            <p:cNvSpPr>
              <a:spLocks noChangeArrowheads="1"/>
            </p:cNvSpPr>
            <p:nvPr/>
          </p:nvSpPr>
          <p:spPr bwMode="auto">
            <a:xfrm>
              <a:off x="1414" y="3184"/>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76" name="AutoShape 147">
              <a:extLst>
                <a:ext uri="{FF2B5EF4-FFF2-40B4-BE49-F238E27FC236}">
                  <a16:creationId xmlns:a16="http://schemas.microsoft.com/office/drawing/2014/main" id="{B17C53BB-AE46-F767-8DBC-8461923155C7}"/>
                </a:ext>
              </a:extLst>
            </p:cNvPr>
            <p:cNvSpPr>
              <a:spLocks noChangeArrowheads="1"/>
            </p:cNvSpPr>
            <p:nvPr/>
          </p:nvSpPr>
          <p:spPr bwMode="auto">
            <a:xfrm>
              <a:off x="1438" y="2845"/>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77" name="AutoShape 148">
              <a:extLst>
                <a:ext uri="{FF2B5EF4-FFF2-40B4-BE49-F238E27FC236}">
                  <a16:creationId xmlns:a16="http://schemas.microsoft.com/office/drawing/2014/main" id="{8B8AAE91-9C39-C1AC-842B-36C348757291}"/>
                </a:ext>
              </a:extLst>
            </p:cNvPr>
            <p:cNvSpPr>
              <a:spLocks noChangeArrowheads="1"/>
            </p:cNvSpPr>
            <p:nvPr/>
          </p:nvSpPr>
          <p:spPr bwMode="auto">
            <a:xfrm>
              <a:off x="1427" y="2218"/>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78" name="AutoShape 149">
              <a:extLst>
                <a:ext uri="{FF2B5EF4-FFF2-40B4-BE49-F238E27FC236}">
                  <a16:creationId xmlns:a16="http://schemas.microsoft.com/office/drawing/2014/main" id="{DA6CE3CA-20D6-02CD-5434-79968D9A1A35}"/>
                </a:ext>
              </a:extLst>
            </p:cNvPr>
            <p:cNvSpPr>
              <a:spLocks noChangeArrowheads="1"/>
            </p:cNvSpPr>
            <p:nvPr/>
          </p:nvSpPr>
          <p:spPr bwMode="auto">
            <a:xfrm>
              <a:off x="1426" y="1868"/>
              <a:ext cx="300" cy="255"/>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79" name="AutoShape 150">
              <a:extLst>
                <a:ext uri="{FF2B5EF4-FFF2-40B4-BE49-F238E27FC236}">
                  <a16:creationId xmlns:a16="http://schemas.microsoft.com/office/drawing/2014/main" id="{8D68F15C-35FC-2C89-EA31-31E2FEA027D5}"/>
                </a:ext>
              </a:extLst>
            </p:cNvPr>
            <p:cNvSpPr>
              <a:spLocks noChangeArrowheads="1"/>
            </p:cNvSpPr>
            <p:nvPr/>
          </p:nvSpPr>
          <p:spPr bwMode="auto">
            <a:xfrm>
              <a:off x="1415" y="1524"/>
              <a:ext cx="300" cy="255"/>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0" name="AutoShape 151">
              <a:extLst>
                <a:ext uri="{FF2B5EF4-FFF2-40B4-BE49-F238E27FC236}">
                  <a16:creationId xmlns:a16="http://schemas.microsoft.com/office/drawing/2014/main" id="{B5177195-4AF9-0919-61CF-7439840AD042}"/>
                </a:ext>
              </a:extLst>
            </p:cNvPr>
            <p:cNvSpPr>
              <a:spLocks noChangeArrowheads="1"/>
            </p:cNvSpPr>
            <p:nvPr/>
          </p:nvSpPr>
          <p:spPr bwMode="auto">
            <a:xfrm>
              <a:off x="1423" y="1194"/>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1" name="AutoShape 152">
              <a:extLst>
                <a:ext uri="{FF2B5EF4-FFF2-40B4-BE49-F238E27FC236}">
                  <a16:creationId xmlns:a16="http://schemas.microsoft.com/office/drawing/2014/main" id="{1490502F-17A3-5B21-EC4E-D559EDD44CB2}"/>
                </a:ext>
              </a:extLst>
            </p:cNvPr>
            <p:cNvSpPr>
              <a:spLocks noChangeArrowheads="1"/>
            </p:cNvSpPr>
            <p:nvPr/>
          </p:nvSpPr>
          <p:spPr bwMode="auto">
            <a:xfrm>
              <a:off x="1430" y="868"/>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2" name="AutoShape 153">
              <a:extLst>
                <a:ext uri="{FF2B5EF4-FFF2-40B4-BE49-F238E27FC236}">
                  <a16:creationId xmlns:a16="http://schemas.microsoft.com/office/drawing/2014/main" id="{0B382619-26C2-410D-026F-D8E78BE695E3}"/>
                </a:ext>
              </a:extLst>
            </p:cNvPr>
            <p:cNvSpPr>
              <a:spLocks noChangeArrowheads="1"/>
            </p:cNvSpPr>
            <p:nvPr/>
          </p:nvSpPr>
          <p:spPr bwMode="auto">
            <a:xfrm>
              <a:off x="2048" y="1902"/>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3" name="AutoShape 154">
              <a:extLst>
                <a:ext uri="{FF2B5EF4-FFF2-40B4-BE49-F238E27FC236}">
                  <a16:creationId xmlns:a16="http://schemas.microsoft.com/office/drawing/2014/main" id="{0602826F-C94C-8D1B-1E72-7DCA412EB59A}"/>
                </a:ext>
              </a:extLst>
            </p:cNvPr>
            <p:cNvSpPr>
              <a:spLocks noChangeArrowheads="1"/>
            </p:cNvSpPr>
            <p:nvPr/>
          </p:nvSpPr>
          <p:spPr bwMode="auto">
            <a:xfrm>
              <a:off x="2048" y="2845"/>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4" name="AutoShape 155">
              <a:extLst>
                <a:ext uri="{FF2B5EF4-FFF2-40B4-BE49-F238E27FC236}">
                  <a16:creationId xmlns:a16="http://schemas.microsoft.com/office/drawing/2014/main" id="{15C8AFDA-4546-7292-E9E0-9551E679739D}"/>
                </a:ext>
              </a:extLst>
            </p:cNvPr>
            <p:cNvSpPr>
              <a:spLocks noChangeArrowheads="1"/>
            </p:cNvSpPr>
            <p:nvPr/>
          </p:nvSpPr>
          <p:spPr bwMode="auto">
            <a:xfrm>
              <a:off x="2066" y="921"/>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5" name="Oval 93">
              <a:extLst>
                <a:ext uri="{FF2B5EF4-FFF2-40B4-BE49-F238E27FC236}">
                  <a16:creationId xmlns:a16="http://schemas.microsoft.com/office/drawing/2014/main" id="{77B9DC75-AC8A-6619-C83A-219DBBD378DF}"/>
                </a:ext>
              </a:extLst>
            </p:cNvPr>
            <p:cNvSpPr>
              <a:spLocks noChangeArrowheads="1"/>
            </p:cNvSpPr>
            <p:nvPr/>
          </p:nvSpPr>
          <p:spPr bwMode="auto">
            <a:xfrm>
              <a:off x="3453" y="3241"/>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6" name="Oval 83">
              <a:extLst>
                <a:ext uri="{FF2B5EF4-FFF2-40B4-BE49-F238E27FC236}">
                  <a16:creationId xmlns:a16="http://schemas.microsoft.com/office/drawing/2014/main" id="{6B846A23-A5B1-4776-85A9-2935711F2C98}"/>
                </a:ext>
              </a:extLst>
            </p:cNvPr>
            <p:cNvSpPr>
              <a:spLocks noChangeArrowheads="1"/>
            </p:cNvSpPr>
            <p:nvPr/>
          </p:nvSpPr>
          <p:spPr bwMode="auto">
            <a:xfrm>
              <a:off x="3139" y="3436"/>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7" name="AutoShape 161">
              <a:extLst>
                <a:ext uri="{FF2B5EF4-FFF2-40B4-BE49-F238E27FC236}">
                  <a16:creationId xmlns:a16="http://schemas.microsoft.com/office/drawing/2014/main" id="{22E0670D-AC06-0E3C-F4DB-A33A728DB294}"/>
                </a:ext>
              </a:extLst>
            </p:cNvPr>
            <p:cNvSpPr>
              <a:spLocks noChangeArrowheads="1"/>
            </p:cNvSpPr>
            <p:nvPr/>
          </p:nvSpPr>
          <p:spPr bwMode="auto">
            <a:xfrm>
              <a:off x="4205" y="1766"/>
              <a:ext cx="300" cy="254"/>
            </a:xfrm>
            <a:prstGeom prst="flowChartDelay">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8" name="Oval 93">
              <a:extLst>
                <a:ext uri="{FF2B5EF4-FFF2-40B4-BE49-F238E27FC236}">
                  <a16:creationId xmlns:a16="http://schemas.microsoft.com/office/drawing/2014/main" id="{40DD7040-C06B-E2C0-E1EC-F05E150190A8}"/>
                </a:ext>
              </a:extLst>
            </p:cNvPr>
            <p:cNvSpPr>
              <a:spLocks noChangeArrowheads="1"/>
            </p:cNvSpPr>
            <p:nvPr/>
          </p:nvSpPr>
          <p:spPr bwMode="auto">
            <a:xfrm>
              <a:off x="3458" y="2291"/>
              <a:ext cx="86" cy="86"/>
            </a:xfrm>
            <a:prstGeom prst="ellipse">
              <a:avLst/>
            </a:prstGeom>
            <a:solidFill>
              <a:schemeClr val="accent1"/>
            </a:solidFill>
            <a:ln w="19050">
              <a:solidFill>
                <a:schemeClr val="tx1"/>
              </a:solidFill>
              <a:round/>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89" name="Oval 93">
              <a:extLst>
                <a:ext uri="{FF2B5EF4-FFF2-40B4-BE49-F238E27FC236}">
                  <a16:creationId xmlns:a16="http://schemas.microsoft.com/office/drawing/2014/main" id="{DDCFC70D-E4AC-B2AF-1D99-6CE88846803F}"/>
                </a:ext>
              </a:extLst>
            </p:cNvPr>
            <p:cNvSpPr>
              <a:spLocks noChangeArrowheads="1"/>
            </p:cNvSpPr>
            <p:nvPr/>
          </p:nvSpPr>
          <p:spPr bwMode="auto">
            <a:xfrm>
              <a:off x="1727" y="1601"/>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90" name="Oval 93">
              <a:extLst>
                <a:ext uri="{FF2B5EF4-FFF2-40B4-BE49-F238E27FC236}">
                  <a16:creationId xmlns:a16="http://schemas.microsoft.com/office/drawing/2014/main" id="{412139AF-B7EA-F4A5-BFA2-9D5DDC45A848}"/>
                </a:ext>
              </a:extLst>
            </p:cNvPr>
            <p:cNvSpPr>
              <a:spLocks noChangeArrowheads="1"/>
            </p:cNvSpPr>
            <p:nvPr/>
          </p:nvSpPr>
          <p:spPr bwMode="auto">
            <a:xfrm>
              <a:off x="1727" y="1960"/>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91" name="Oval 93">
              <a:extLst>
                <a:ext uri="{FF2B5EF4-FFF2-40B4-BE49-F238E27FC236}">
                  <a16:creationId xmlns:a16="http://schemas.microsoft.com/office/drawing/2014/main" id="{24F61E73-7ED4-27F3-5719-85CEE08CD85D}"/>
                </a:ext>
              </a:extLst>
            </p:cNvPr>
            <p:cNvSpPr>
              <a:spLocks noChangeArrowheads="1"/>
            </p:cNvSpPr>
            <p:nvPr/>
          </p:nvSpPr>
          <p:spPr bwMode="auto">
            <a:xfrm>
              <a:off x="1727" y="2304"/>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92" name="Oval 93">
              <a:extLst>
                <a:ext uri="{FF2B5EF4-FFF2-40B4-BE49-F238E27FC236}">
                  <a16:creationId xmlns:a16="http://schemas.microsoft.com/office/drawing/2014/main" id="{D8643D20-6470-E95D-1529-B21916C0DEA3}"/>
                </a:ext>
              </a:extLst>
            </p:cNvPr>
            <p:cNvSpPr>
              <a:spLocks noChangeArrowheads="1"/>
            </p:cNvSpPr>
            <p:nvPr/>
          </p:nvSpPr>
          <p:spPr bwMode="auto">
            <a:xfrm>
              <a:off x="1742" y="2925"/>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93" name="Oval 93">
              <a:extLst>
                <a:ext uri="{FF2B5EF4-FFF2-40B4-BE49-F238E27FC236}">
                  <a16:creationId xmlns:a16="http://schemas.microsoft.com/office/drawing/2014/main" id="{6C85404B-19AF-152B-2D40-8E61BB2402F0}"/>
                </a:ext>
              </a:extLst>
            </p:cNvPr>
            <p:cNvSpPr>
              <a:spLocks noChangeArrowheads="1"/>
            </p:cNvSpPr>
            <p:nvPr/>
          </p:nvSpPr>
          <p:spPr bwMode="auto">
            <a:xfrm>
              <a:off x="1720" y="3269"/>
              <a:ext cx="86" cy="86"/>
            </a:xfrm>
            <a:prstGeom prst="ellipse">
              <a:avLst/>
            </a:prstGeom>
            <a:solidFill>
              <a:schemeClr val="accent1"/>
            </a:solidFill>
            <a:ln w="19050">
              <a:solidFill>
                <a:schemeClr val="tx1"/>
              </a:solidFill>
              <a:miter lim="800000"/>
              <a:headEnd/>
              <a:tailEnd/>
            </a:ln>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1200" b="1"/>
            </a:p>
          </p:txBody>
        </p:sp>
        <p:sp>
          <p:nvSpPr>
            <p:cNvPr id="185494" name="Text Box 272">
              <a:extLst>
                <a:ext uri="{FF2B5EF4-FFF2-40B4-BE49-F238E27FC236}">
                  <a16:creationId xmlns:a16="http://schemas.microsoft.com/office/drawing/2014/main" id="{961B0E34-E1F5-A9F4-E62B-7BA740FA1DCB}"/>
                </a:ext>
              </a:extLst>
            </p:cNvPr>
            <p:cNvSpPr txBox="1">
              <a:spLocks noChangeArrowheads="1"/>
            </p:cNvSpPr>
            <p:nvPr/>
          </p:nvSpPr>
          <p:spPr bwMode="auto">
            <a:xfrm>
              <a:off x="745" y="2542"/>
              <a:ext cx="32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x</a:t>
              </a:r>
              <a:endParaRPr lang="ru-RU" altLang="en-US" sz="1600" b="1"/>
            </a:p>
          </p:txBody>
        </p:sp>
      </p:grpSp>
      <p:sp>
        <p:nvSpPr>
          <p:cNvPr id="8" name="Title 7">
            <a:extLst>
              <a:ext uri="{FF2B5EF4-FFF2-40B4-BE49-F238E27FC236}">
                <a16:creationId xmlns:a16="http://schemas.microsoft.com/office/drawing/2014/main" id="{B14D7143-9D56-A806-8BCE-B658798AE70B}"/>
              </a:ext>
            </a:extLst>
          </p:cNvPr>
          <p:cNvSpPr>
            <a:spLocks noGrp="1"/>
          </p:cNvSpPr>
          <p:nvPr>
            <p:ph type="title"/>
          </p:nvPr>
        </p:nvSpPr>
        <p:spPr/>
        <p:txBody>
          <a:bodyPr>
            <a:normAutofit/>
          </a:bodyPr>
          <a:lstStyle/>
          <a:p>
            <a:r>
              <a:rPr lang="en-US" dirty="0"/>
              <a:t>Example 2 </a:t>
            </a: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A6E80AB-7395-450E-E582-70161C02F88B}"/>
              </a:ext>
            </a:extLst>
          </p:cNvPr>
          <p:cNvSpPr>
            <a:spLocks noGrp="1"/>
          </p:cNvSpPr>
          <p:nvPr>
            <p:ph type="body" sz="quarter" idx="10"/>
          </p:nvPr>
        </p:nvSpPr>
        <p:spPr/>
        <p:txBody>
          <a:bodyPr/>
          <a:lstStyle/>
          <a:p>
            <a:r>
              <a:rPr lang="en-US" altLang="en-US" dirty="0">
                <a:solidFill>
                  <a:srgbClr val="0000FF"/>
                </a:solidFill>
              </a:rPr>
              <a:t>Characteristic equation of D flip-flop:  q* = d</a:t>
            </a:r>
          </a:p>
          <a:p>
            <a:r>
              <a:rPr lang="en-US" dirty="0">
                <a:sym typeface="Symbol" pitchFamily="18" charset="2"/>
              </a:rPr>
              <a:t>Determine next state  and output functions</a:t>
            </a:r>
            <a:endParaRPr lang="ru-RU" dirty="0"/>
          </a:p>
          <a:p>
            <a:pPr eaLnBrk="1" hangingPunct="1">
              <a:spcBef>
                <a:spcPct val="50000"/>
              </a:spcBef>
              <a:defRPr/>
            </a:pPr>
            <a:r>
              <a:rPr lang="en-US" dirty="0"/>
              <a:t>d1 =q2</a:t>
            </a:r>
            <a:r>
              <a:rPr lang="en-US" dirty="0">
                <a:sym typeface="Symbol" pitchFamily="18" charset="2"/>
              </a:rPr>
              <a:t>~x+~q1~q2x</a:t>
            </a:r>
          </a:p>
          <a:p>
            <a:pPr eaLnBrk="1" hangingPunct="1">
              <a:spcBef>
                <a:spcPct val="50000"/>
              </a:spcBef>
              <a:defRPr/>
            </a:pPr>
            <a:r>
              <a:rPr lang="en-US" dirty="0">
                <a:sym typeface="Symbol" pitchFamily="18" charset="2"/>
              </a:rPr>
              <a:t>d2 =~q2q3+q1q3x+~q1q2~x</a:t>
            </a:r>
          </a:p>
          <a:p>
            <a:pPr eaLnBrk="1" hangingPunct="1">
              <a:spcBef>
                <a:spcPct val="50000"/>
              </a:spcBef>
              <a:defRPr/>
            </a:pPr>
            <a:r>
              <a:rPr lang="en-US" dirty="0">
                <a:sym typeface="Symbol" pitchFamily="18" charset="2"/>
              </a:rPr>
              <a:t>d3 =~q1~x+~q2q3+q1x</a:t>
            </a:r>
          </a:p>
          <a:p>
            <a:pPr eaLnBrk="1" hangingPunct="1">
              <a:spcBef>
                <a:spcPct val="50000"/>
              </a:spcBef>
              <a:defRPr/>
            </a:pPr>
            <a:r>
              <a:rPr lang="en-US" dirty="0">
                <a:sym typeface="Symbol" pitchFamily="18" charset="2"/>
              </a:rPr>
              <a:t>q1*=d1; q2*=d2; q3*=d3;</a:t>
            </a:r>
          </a:p>
          <a:p>
            <a:pPr eaLnBrk="1" hangingPunct="1">
              <a:spcBef>
                <a:spcPct val="50000"/>
              </a:spcBef>
              <a:defRPr/>
            </a:pPr>
            <a:r>
              <a:rPr lang="en-US" dirty="0">
                <a:sym typeface="Symbol" pitchFamily="18" charset="2"/>
              </a:rPr>
              <a:t>Y=~q1q3    Moore FSM output function</a:t>
            </a:r>
          </a:p>
          <a:p>
            <a:endParaRPr lang="en-US" dirty="0"/>
          </a:p>
        </p:txBody>
      </p:sp>
      <p:sp>
        <p:nvSpPr>
          <p:cNvPr id="187394" name="Text Box 5">
            <a:extLst>
              <a:ext uri="{FF2B5EF4-FFF2-40B4-BE49-F238E27FC236}">
                <a16:creationId xmlns:a16="http://schemas.microsoft.com/office/drawing/2014/main" id="{58D87C03-FC5E-9ACB-999D-966A221635FE}"/>
              </a:ext>
            </a:extLst>
          </p:cNvPr>
          <p:cNvSpPr txBox="1">
            <a:spLocks noChangeArrowheads="1"/>
          </p:cNvSpPr>
          <p:nvPr/>
        </p:nvSpPr>
        <p:spPr bwMode="auto">
          <a:xfrm>
            <a:off x="2046288" y="1301750"/>
            <a:ext cx="655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dirty="0">
              <a:solidFill>
                <a:srgbClr val="0000FF"/>
              </a:solidFill>
            </a:endParaRPr>
          </a:p>
        </p:txBody>
      </p:sp>
      <p:sp>
        <p:nvSpPr>
          <p:cNvPr id="187396" name="AutoShape 7">
            <a:extLst>
              <a:ext uri="{FF2B5EF4-FFF2-40B4-BE49-F238E27FC236}">
                <a16:creationId xmlns:a16="http://schemas.microsoft.com/office/drawing/2014/main" id="{6D99A343-DA80-6F25-FCF4-CD116622EC41}"/>
              </a:ext>
            </a:extLst>
          </p:cNvPr>
          <p:cNvSpPr>
            <a:spLocks/>
          </p:cNvSpPr>
          <p:nvPr/>
        </p:nvSpPr>
        <p:spPr bwMode="auto">
          <a:xfrm>
            <a:off x="6769100" y="2400300"/>
            <a:ext cx="350837" cy="2698751"/>
          </a:xfrm>
          <a:prstGeom prst="rightBrace">
            <a:avLst>
              <a:gd name="adj1" fmla="val 6579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187397" name="Text Box 8">
            <a:extLst>
              <a:ext uri="{FF2B5EF4-FFF2-40B4-BE49-F238E27FC236}">
                <a16:creationId xmlns:a16="http://schemas.microsoft.com/office/drawing/2014/main" id="{5AB49F9F-D481-32B5-4EE9-DF28FBC04FAC}"/>
              </a:ext>
            </a:extLst>
          </p:cNvPr>
          <p:cNvSpPr txBox="1">
            <a:spLocks noChangeArrowheads="1"/>
          </p:cNvSpPr>
          <p:nvPr/>
        </p:nvSpPr>
        <p:spPr bwMode="auto">
          <a:xfrm>
            <a:off x="7234238" y="3518693"/>
            <a:ext cx="2957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Excitation functions</a:t>
            </a:r>
            <a:endParaRPr lang="ru-RU" altLang="en-US"/>
          </a:p>
        </p:txBody>
      </p:sp>
      <p:sp>
        <p:nvSpPr>
          <p:cNvPr id="9" name="Title 8">
            <a:extLst>
              <a:ext uri="{FF2B5EF4-FFF2-40B4-BE49-F238E27FC236}">
                <a16:creationId xmlns:a16="http://schemas.microsoft.com/office/drawing/2014/main" id="{5DAD2C28-73DE-4129-9F3A-FA86A3EC7E75}"/>
              </a:ext>
            </a:extLst>
          </p:cNvPr>
          <p:cNvSpPr>
            <a:spLocks noGrp="1"/>
          </p:cNvSpPr>
          <p:nvPr>
            <p:ph type="title"/>
          </p:nvPr>
        </p:nvSpPr>
        <p:spPr/>
        <p:txBody>
          <a:bodyPr>
            <a:normAutofit/>
          </a:bodyPr>
          <a:lstStyle/>
          <a:p>
            <a:r>
              <a:rPr lang="en-US" dirty="0"/>
              <a:t>Example 2 (2)</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F58415B-6718-EEB6-FC16-2C63F090DA2D}"/>
              </a:ext>
            </a:extLst>
          </p:cNvPr>
          <p:cNvSpPr>
            <a:spLocks noGrp="1"/>
          </p:cNvSpPr>
          <p:nvPr>
            <p:ph type="body" sz="quarter" idx="10"/>
          </p:nvPr>
        </p:nvSpPr>
        <p:spPr/>
        <p:txBody>
          <a:bodyPr/>
          <a:lstStyle/>
          <a:p>
            <a:r>
              <a:rPr lang="en-US" altLang="en-US" dirty="0"/>
              <a:t>Construct  transition/output  table</a:t>
            </a:r>
            <a:endParaRPr lang="ru-RU" altLang="en-US" dirty="0"/>
          </a:p>
          <a:p>
            <a:pPr eaLnBrk="1" hangingPunct="1"/>
            <a:endParaRPr lang="en-US" altLang="en-US" sz="2400" dirty="0"/>
          </a:p>
          <a:p>
            <a:pPr eaLnBrk="1" hangingPunct="1"/>
            <a:endParaRPr lang="en-US" altLang="en-US" dirty="0"/>
          </a:p>
          <a:p>
            <a:pPr eaLnBrk="1" hangingPunct="1"/>
            <a:endParaRPr lang="en-US" altLang="en-US" sz="2400" dirty="0"/>
          </a:p>
          <a:p>
            <a:pPr eaLnBrk="1" hangingPunct="1"/>
            <a:endParaRPr lang="en-US" altLang="en-US" dirty="0"/>
          </a:p>
          <a:p>
            <a:pPr eaLnBrk="1" hangingPunct="1"/>
            <a:endParaRPr lang="en-US" altLang="en-US" sz="2400" dirty="0"/>
          </a:p>
          <a:p>
            <a:pPr eaLnBrk="1" hangingPunct="1"/>
            <a:endParaRPr lang="en-US" altLang="en-US" dirty="0"/>
          </a:p>
          <a:p>
            <a:pPr eaLnBrk="1" hangingPunct="1"/>
            <a:endParaRPr lang="en-US" altLang="en-US" sz="2400" dirty="0"/>
          </a:p>
          <a:p>
            <a:pPr eaLnBrk="1" hangingPunct="1"/>
            <a:r>
              <a:rPr lang="en-US" altLang="en-US" sz="2400" dirty="0"/>
              <a:t>Assign  state names to each state</a:t>
            </a:r>
          </a:p>
          <a:p>
            <a:pPr eaLnBrk="1" hangingPunct="1"/>
            <a:r>
              <a:rPr lang="en-US" altLang="en-US" sz="2400" dirty="0"/>
              <a:t>000 – A, 001 – B, 100 – C,  011 – D, 010 </a:t>
            </a:r>
            <a:r>
              <a:rPr lang="en-US" altLang="en-US" dirty="0"/>
              <a:t>–</a:t>
            </a:r>
            <a:r>
              <a:rPr lang="en-US" altLang="en-US" sz="2400" dirty="0"/>
              <a:t> E, 111 </a:t>
            </a:r>
            <a:r>
              <a:rPr lang="en-US" altLang="en-US" dirty="0"/>
              <a:t>– </a:t>
            </a:r>
            <a:r>
              <a:rPr lang="en-US" altLang="en-US" sz="2400" dirty="0"/>
              <a:t>F</a:t>
            </a:r>
            <a:endParaRPr lang="ru-RU" altLang="en-US" sz="2400" dirty="0"/>
          </a:p>
          <a:p>
            <a:endParaRPr lang="en-US" dirty="0"/>
          </a:p>
        </p:txBody>
      </p:sp>
      <p:graphicFrame>
        <p:nvGraphicFramePr>
          <p:cNvPr id="100410" name="Group 58">
            <a:extLst>
              <a:ext uri="{FF2B5EF4-FFF2-40B4-BE49-F238E27FC236}">
                <a16:creationId xmlns:a16="http://schemas.microsoft.com/office/drawing/2014/main" id="{276C623E-EDCA-4672-9E12-E60622351F1F}"/>
              </a:ext>
            </a:extLst>
          </p:cNvPr>
          <p:cNvGraphicFramePr>
            <a:graphicFrameLocks noGrp="1"/>
          </p:cNvGraphicFramePr>
          <p:nvPr>
            <p:extLst>
              <p:ext uri="{D42A27DB-BD31-4B8C-83A1-F6EECF244321}">
                <p14:modId xmlns:p14="http://schemas.microsoft.com/office/powerpoint/2010/main" val="3066752052"/>
              </p:ext>
            </p:extLst>
          </p:nvPr>
        </p:nvGraphicFramePr>
        <p:xfrm>
          <a:off x="3478214" y="1749426"/>
          <a:ext cx="4867275" cy="3140073"/>
        </p:xfrm>
        <a:graphic>
          <a:graphicData uri="http://schemas.openxmlformats.org/drawingml/2006/table">
            <a:tbl>
              <a:tblPr/>
              <a:tblGrid>
                <a:gridCol w="1217613">
                  <a:extLst>
                    <a:ext uri="{9D8B030D-6E8A-4147-A177-3AD203B41FA5}">
                      <a16:colId xmlns:a16="http://schemas.microsoft.com/office/drawing/2014/main" val="20000"/>
                    </a:ext>
                  </a:extLst>
                </a:gridCol>
                <a:gridCol w="1216025">
                  <a:extLst>
                    <a:ext uri="{9D8B030D-6E8A-4147-A177-3AD203B41FA5}">
                      <a16:colId xmlns:a16="http://schemas.microsoft.com/office/drawing/2014/main" val="20001"/>
                    </a:ext>
                  </a:extLst>
                </a:gridCol>
                <a:gridCol w="1217612">
                  <a:extLst>
                    <a:ext uri="{9D8B030D-6E8A-4147-A177-3AD203B41FA5}">
                      <a16:colId xmlns:a16="http://schemas.microsoft.com/office/drawing/2014/main" val="20002"/>
                    </a:ext>
                  </a:extLst>
                </a:gridCol>
                <a:gridCol w="1216025">
                  <a:extLst>
                    <a:ext uri="{9D8B030D-6E8A-4147-A177-3AD203B41FA5}">
                      <a16:colId xmlns:a16="http://schemas.microsoft.com/office/drawing/2014/main" val="20003"/>
                    </a:ext>
                  </a:extLst>
                </a:gridCol>
              </a:tblGrid>
              <a:tr h="76212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X</a:t>
                      </a:r>
                    </a:p>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200" b="0" i="0" u="none" strike="noStrike" cap="none" normalizeH="0" baseline="0" dirty="0">
                          <a:ln>
                            <a:noFill/>
                          </a:ln>
                          <a:solidFill>
                            <a:schemeClr val="bg2"/>
                          </a:solidFill>
                          <a:effectLst/>
                          <a:latin typeface="Arial" pitchFamily="34" charset="0"/>
                          <a:cs typeface="Arial" pitchFamily="34" charset="0"/>
                        </a:rPr>
                        <a:t>q1q2q3</a:t>
                      </a:r>
                      <a:r>
                        <a:rPr kumimoji="0" lang="en-US" sz="2000" b="0" i="0" u="none" strike="noStrike" cap="none" normalizeH="0" baseline="0" dirty="0">
                          <a:ln>
                            <a:noFill/>
                          </a:ln>
                          <a:solidFill>
                            <a:schemeClr val="bg2"/>
                          </a:solidFill>
                          <a:effectLst/>
                          <a:latin typeface="Arial" pitchFamily="34" charset="0"/>
                          <a:cs typeface="Arial" pitchFamily="34" charset="0"/>
                        </a:rPr>
                        <a:t>   </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0</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bg2"/>
                          </a:solidFill>
                          <a:effectLst/>
                          <a:latin typeface="Arial" pitchFamily="34" charset="0"/>
                          <a:cs typeface="Arial" pitchFamily="34" charset="0"/>
                        </a:rPr>
                        <a:t>1</a:t>
                      </a:r>
                      <a:endParaRPr kumimoji="0" lang="ru-RU" sz="2000" b="0" i="0" u="none" strike="noStrike" cap="none" normalizeH="0" baseline="0">
                        <a:ln>
                          <a:noFill/>
                        </a:ln>
                        <a:solidFill>
                          <a:schemeClr val="bg2"/>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Output</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001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001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111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111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010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100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011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8" name="Title 7">
            <a:extLst>
              <a:ext uri="{FF2B5EF4-FFF2-40B4-BE49-F238E27FC236}">
                <a16:creationId xmlns:a16="http://schemas.microsoft.com/office/drawing/2014/main" id="{A142AB81-4EE6-898D-ED17-05822EBAAB73}"/>
              </a:ext>
            </a:extLst>
          </p:cNvPr>
          <p:cNvSpPr>
            <a:spLocks noGrp="1"/>
          </p:cNvSpPr>
          <p:nvPr>
            <p:ph type="title"/>
          </p:nvPr>
        </p:nvSpPr>
        <p:spPr/>
        <p:txBody>
          <a:bodyPr>
            <a:normAutofit/>
          </a:bodyPr>
          <a:lstStyle/>
          <a:p>
            <a:r>
              <a:rPr lang="en-US" dirty="0"/>
              <a:t>Example 2 (3)</a:t>
            </a: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406" name="Group 30">
            <a:extLst>
              <a:ext uri="{FF2B5EF4-FFF2-40B4-BE49-F238E27FC236}">
                <a16:creationId xmlns:a16="http://schemas.microsoft.com/office/drawing/2014/main" id="{83508048-9A10-49F1-9A0A-338B7DDF84B5}"/>
              </a:ext>
            </a:extLst>
          </p:cNvPr>
          <p:cNvGraphicFramePr>
            <a:graphicFrameLocks noGrp="1"/>
          </p:cNvGraphicFramePr>
          <p:nvPr>
            <p:extLst>
              <p:ext uri="{D42A27DB-BD31-4B8C-83A1-F6EECF244321}">
                <p14:modId xmlns:p14="http://schemas.microsoft.com/office/powerpoint/2010/main" val="4081724009"/>
              </p:ext>
            </p:extLst>
          </p:nvPr>
        </p:nvGraphicFramePr>
        <p:xfrm>
          <a:off x="3429001" y="1584326"/>
          <a:ext cx="4867275" cy="3140073"/>
        </p:xfrm>
        <a:graphic>
          <a:graphicData uri="http://schemas.openxmlformats.org/drawingml/2006/table">
            <a:tbl>
              <a:tblPr/>
              <a:tblGrid>
                <a:gridCol w="1217613">
                  <a:extLst>
                    <a:ext uri="{9D8B030D-6E8A-4147-A177-3AD203B41FA5}">
                      <a16:colId xmlns:a16="http://schemas.microsoft.com/office/drawing/2014/main" val="20000"/>
                    </a:ext>
                  </a:extLst>
                </a:gridCol>
                <a:gridCol w="1216025">
                  <a:extLst>
                    <a:ext uri="{9D8B030D-6E8A-4147-A177-3AD203B41FA5}">
                      <a16:colId xmlns:a16="http://schemas.microsoft.com/office/drawing/2014/main" val="20001"/>
                    </a:ext>
                  </a:extLst>
                </a:gridCol>
                <a:gridCol w="1217612">
                  <a:extLst>
                    <a:ext uri="{9D8B030D-6E8A-4147-A177-3AD203B41FA5}">
                      <a16:colId xmlns:a16="http://schemas.microsoft.com/office/drawing/2014/main" val="20002"/>
                    </a:ext>
                  </a:extLst>
                </a:gridCol>
                <a:gridCol w="1216025">
                  <a:extLst>
                    <a:ext uri="{9D8B030D-6E8A-4147-A177-3AD203B41FA5}">
                      <a16:colId xmlns:a16="http://schemas.microsoft.com/office/drawing/2014/main" val="20003"/>
                    </a:ext>
                  </a:extLst>
                </a:gridCol>
              </a:tblGrid>
              <a:tr h="76212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X</a:t>
                      </a:r>
                    </a:p>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1400" b="0" i="0" u="none" strike="noStrike" cap="none" normalizeH="0" baseline="0" dirty="0">
                          <a:ln>
                            <a:noFill/>
                          </a:ln>
                          <a:solidFill>
                            <a:schemeClr val="bg2"/>
                          </a:solidFill>
                          <a:effectLst/>
                          <a:latin typeface="Arial" pitchFamily="34" charset="0"/>
                          <a:cs typeface="Arial" pitchFamily="34" charset="0"/>
                        </a:rPr>
                        <a:t>q1q2q3</a:t>
                      </a:r>
                      <a:r>
                        <a:rPr kumimoji="0" lang="en-US" sz="2000" b="0" i="0" u="none" strike="noStrike" cap="none" normalizeH="0" baseline="0" dirty="0">
                          <a:ln>
                            <a:noFill/>
                          </a:ln>
                          <a:solidFill>
                            <a:schemeClr val="bg2"/>
                          </a:solidFill>
                          <a:effectLst/>
                          <a:latin typeface="Arial" pitchFamily="34" charset="0"/>
                          <a:cs typeface="Arial" pitchFamily="34" charset="0"/>
                        </a:rPr>
                        <a:t>   </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0</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1</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bg2"/>
                          </a:solidFill>
                          <a:effectLst/>
                          <a:latin typeface="Arial" pitchFamily="34" charset="0"/>
                          <a:cs typeface="Arial" pitchFamily="34" charset="0"/>
                        </a:rPr>
                        <a:t>Output</a:t>
                      </a:r>
                      <a:endParaRPr kumimoji="0" lang="ru-RU" sz="2000" b="0" i="0" u="none" strike="noStrike" cap="none" normalizeH="0" baseline="0" dirty="0">
                        <a:ln>
                          <a:noFill/>
                        </a:ln>
                        <a:solidFill>
                          <a:schemeClr val="bg2"/>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A</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B</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C</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B</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D</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F</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C</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A</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B</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D</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F</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E</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E</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F</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E</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963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F</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C</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a:ln>
                            <a:noFill/>
                          </a:ln>
                          <a:solidFill>
                            <a:schemeClr val="tx1"/>
                          </a:solidFill>
                          <a:effectLst/>
                          <a:latin typeface="Arial" pitchFamily="34" charset="0"/>
                          <a:cs typeface="Arial" pitchFamily="34" charset="0"/>
                        </a:rPr>
                        <a:t>D</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T="45738" marB="4573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8" name="Title 7">
            <a:extLst>
              <a:ext uri="{FF2B5EF4-FFF2-40B4-BE49-F238E27FC236}">
                <a16:creationId xmlns:a16="http://schemas.microsoft.com/office/drawing/2014/main" id="{1D1A4157-11A3-7336-88AB-BC75F07C0BB6}"/>
              </a:ext>
            </a:extLst>
          </p:cNvPr>
          <p:cNvSpPr>
            <a:spLocks noGrp="1"/>
          </p:cNvSpPr>
          <p:nvPr>
            <p:ph type="title"/>
          </p:nvPr>
        </p:nvSpPr>
        <p:spPr/>
        <p:txBody>
          <a:bodyPr>
            <a:normAutofit/>
          </a:bodyPr>
          <a:lstStyle/>
          <a:p>
            <a:r>
              <a:rPr lang="en-US" dirty="0"/>
              <a:t>Example 2 (3)</a:t>
            </a: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CF4FB2BD-7658-61A9-31C0-4CB62827291C}"/>
              </a:ext>
            </a:extLst>
          </p:cNvPr>
          <p:cNvSpPr>
            <a:spLocks noGrp="1"/>
          </p:cNvSpPr>
          <p:nvPr>
            <p:ph type="body" sz="quarter" idx="10"/>
          </p:nvPr>
        </p:nvSpPr>
        <p:spPr/>
        <p:txBody>
          <a:bodyPr/>
          <a:lstStyle/>
          <a:p>
            <a:pPr eaLnBrk="1" hangingPunct="1"/>
            <a:r>
              <a:rPr lang="en-US" altLang="en-US" sz="1800" dirty="0"/>
              <a:t>T</a:t>
            </a:r>
            <a:r>
              <a:rPr lang="en-US" altLang="en-US" sz="1800" baseline="-25000" dirty="0"/>
              <a:t>COMB </a:t>
            </a:r>
            <a:r>
              <a:rPr lang="en-US" altLang="en-US" sz="1800" dirty="0"/>
              <a:t>- time, required for the flip-flop changes to propagate through combinational logic elements (flip-flop) excitation logic.</a:t>
            </a:r>
          </a:p>
          <a:p>
            <a:pPr eaLnBrk="1" hangingPunct="1"/>
            <a:r>
              <a:rPr lang="en-US" altLang="en-US" sz="1800" dirty="0"/>
              <a:t>The condition for proper circuit operation:</a:t>
            </a:r>
          </a:p>
          <a:p>
            <a:pPr eaLnBrk="1" hangingPunct="1"/>
            <a:r>
              <a:rPr lang="en-US" altLang="en-US" sz="1800" dirty="0"/>
              <a:t>T</a:t>
            </a:r>
            <a:r>
              <a:rPr lang="en-US" altLang="en-US" sz="1800" baseline="-25000" dirty="0"/>
              <a:t>CLK</a:t>
            </a:r>
            <a:r>
              <a:rPr lang="en-US" altLang="en-US" sz="1800" dirty="0"/>
              <a:t> &gt;= T</a:t>
            </a:r>
            <a:r>
              <a:rPr lang="en-US" altLang="en-US" sz="1800" baseline="-25000" dirty="0"/>
              <a:t>CLK-Q</a:t>
            </a:r>
            <a:r>
              <a:rPr lang="en-US" altLang="en-US" sz="1800" dirty="0"/>
              <a:t> + T</a:t>
            </a:r>
            <a:r>
              <a:rPr lang="en-US" altLang="en-US" sz="1800" baseline="-25000" dirty="0"/>
              <a:t>COMB</a:t>
            </a:r>
            <a:r>
              <a:rPr lang="en-US" altLang="en-US" sz="1800" dirty="0"/>
              <a:t> + T</a:t>
            </a:r>
            <a:r>
              <a:rPr lang="en-US" altLang="en-US" sz="1800" baseline="-25000" dirty="0"/>
              <a:t>SETUP</a:t>
            </a:r>
            <a:endParaRPr lang="en-US" altLang="en-US" sz="1800" dirty="0"/>
          </a:p>
          <a:p>
            <a:pPr>
              <a:spcAft>
                <a:spcPts val="600"/>
              </a:spcAft>
            </a:pPr>
            <a:r>
              <a:rPr lang="en-US" altLang="en-US" sz="1800" dirty="0">
                <a:solidFill>
                  <a:srgbClr val="0000FF"/>
                </a:solidFill>
              </a:rPr>
              <a:t>T</a:t>
            </a:r>
            <a:r>
              <a:rPr lang="en-US" altLang="en-US" sz="1800" baseline="-25000" dirty="0">
                <a:solidFill>
                  <a:srgbClr val="0000FF"/>
                </a:solidFill>
              </a:rPr>
              <a:t>CLK </a:t>
            </a:r>
            <a:r>
              <a:rPr lang="en-US" altLang="en-US" sz="1800" dirty="0">
                <a:solidFill>
                  <a:srgbClr val="0000FF"/>
                </a:solidFill>
              </a:rPr>
              <a:t>– T</a:t>
            </a:r>
            <a:r>
              <a:rPr lang="en-US" altLang="en-US" sz="1800" baseline="-25000" dirty="0">
                <a:solidFill>
                  <a:srgbClr val="0000FF"/>
                </a:solidFill>
              </a:rPr>
              <a:t>CLK-Q</a:t>
            </a:r>
            <a:r>
              <a:rPr lang="en-US" altLang="en-US" sz="1800" dirty="0">
                <a:solidFill>
                  <a:srgbClr val="0000FF"/>
                </a:solidFill>
              </a:rPr>
              <a:t> – T</a:t>
            </a:r>
            <a:r>
              <a:rPr lang="en-US" altLang="en-US" sz="1800" baseline="-25000" dirty="0">
                <a:solidFill>
                  <a:srgbClr val="0000FF"/>
                </a:solidFill>
              </a:rPr>
              <a:t>COMB</a:t>
            </a:r>
            <a:r>
              <a:rPr lang="en-US" altLang="en-US" sz="1800" dirty="0">
                <a:solidFill>
                  <a:srgbClr val="0000FF"/>
                </a:solidFill>
              </a:rPr>
              <a:t>  &gt;= T</a:t>
            </a:r>
            <a:r>
              <a:rPr lang="en-US" altLang="en-US" sz="1800" baseline="-25000" dirty="0">
                <a:solidFill>
                  <a:srgbClr val="0000FF"/>
                </a:solidFill>
              </a:rPr>
              <a:t>SETUP</a:t>
            </a:r>
          </a:p>
          <a:p>
            <a:pPr eaLnBrk="1" hangingPunct="1"/>
            <a:r>
              <a:rPr lang="en-US" altLang="en-US" sz="1800" dirty="0"/>
              <a:t>Setup-time margin </a:t>
            </a:r>
          </a:p>
          <a:p>
            <a:pPr eaLnBrk="1" hangingPunct="1"/>
            <a:r>
              <a:rPr lang="en-US" altLang="en-US" sz="1800" dirty="0">
                <a:solidFill>
                  <a:srgbClr val="0000FF"/>
                </a:solidFill>
              </a:rPr>
              <a:t>T</a:t>
            </a:r>
            <a:r>
              <a:rPr lang="en-US" altLang="en-US" sz="1800" baseline="-25000" dirty="0">
                <a:solidFill>
                  <a:srgbClr val="0000FF"/>
                </a:solidFill>
              </a:rPr>
              <a:t>CLK</a:t>
            </a:r>
            <a:r>
              <a:rPr lang="en-US" altLang="en-US" sz="1800" dirty="0">
                <a:solidFill>
                  <a:srgbClr val="0000FF"/>
                </a:solidFill>
              </a:rPr>
              <a:t> – T</a:t>
            </a:r>
            <a:r>
              <a:rPr lang="en-US" altLang="en-US" sz="1800" baseline="-25000" dirty="0">
                <a:solidFill>
                  <a:srgbClr val="0000FF"/>
                </a:solidFill>
              </a:rPr>
              <a:t>CLK-Q</a:t>
            </a:r>
            <a:r>
              <a:rPr lang="en-US" altLang="en-US" sz="1800" dirty="0">
                <a:solidFill>
                  <a:srgbClr val="0000FF"/>
                </a:solidFill>
              </a:rPr>
              <a:t>(max) – T</a:t>
            </a:r>
            <a:r>
              <a:rPr lang="en-US" altLang="en-US" sz="1800" baseline="-25000" dirty="0">
                <a:solidFill>
                  <a:srgbClr val="0000FF"/>
                </a:solidFill>
              </a:rPr>
              <a:t>COMB</a:t>
            </a:r>
            <a:r>
              <a:rPr lang="en-US" altLang="en-US" sz="1800" dirty="0">
                <a:solidFill>
                  <a:srgbClr val="0000FF"/>
                </a:solidFill>
              </a:rPr>
              <a:t>(max)  - T</a:t>
            </a:r>
            <a:r>
              <a:rPr lang="en-US" altLang="en-US" sz="1800" baseline="-25000" dirty="0">
                <a:solidFill>
                  <a:srgbClr val="0000FF"/>
                </a:solidFill>
              </a:rPr>
              <a:t>SETUP </a:t>
            </a:r>
            <a:r>
              <a:rPr lang="en-US" altLang="en-US" sz="1800" dirty="0">
                <a:solidFill>
                  <a:srgbClr val="0000FF"/>
                </a:solidFill>
              </a:rPr>
              <a:t>&gt;=0;  </a:t>
            </a:r>
            <a:r>
              <a:rPr lang="en-US" altLang="en-US" sz="1800" b="1" dirty="0">
                <a:solidFill>
                  <a:srgbClr val="0000FF"/>
                </a:solidFill>
              </a:rPr>
              <a:t>T</a:t>
            </a:r>
            <a:r>
              <a:rPr lang="en-US" altLang="en-US" sz="1800" b="1" baseline="-25000" dirty="0">
                <a:solidFill>
                  <a:srgbClr val="0000FF"/>
                </a:solidFill>
              </a:rPr>
              <a:t>SETUP_SLACK</a:t>
            </a:r>
          </a:p>
          <a:p>
            <a:pPr>
              <a:spcBef>
                <a:spcPts val="600"/>
              </a:spcBef>
              <a:spcAft>
                <a:spcPts val="600"/>
              </a:spcAft>
            </a:pPr>
            <a:r>
              <a:rPr lang="en-US" altLang="en-US" sz="1800" dirty="0"/>
              <a:t>Hold-time margin </a:t>
            </a:r>
          </a:p>
          <a:p>
            <a:pPr eaLnBrk="1" hangingPunct="1"/>
            <a:r>
              <a:rPr lang="en-US" altLang="en-US" sz="1800" dirty="0">
                <a:solidFill>
                  <a:srgbClr val="0000FF"/>
                </a:solidFill>
              </a:rPr>
              <a:t>T</a:t>
            </a:r>
            <a:r>
              <a:rPr lang="en-US" altLang="en-US" sz="1800" baseline="-25000" dirty="0">
                <a:solidFill>
                  <a:srgbClr val="0000FF"/>
                </a:solidFill>
              </a:rPr>
              <a:t>CLK-Q</a:t>
            </a:r>
            <a:r>
              <a:rPr lang="en-US" altLang="en-US" sz="1800" dirty="0">
                <a:solidFill>
                  <a:srgbClr val="0000FF"/>
                </a:solidFill>
              </a:rPr>
              <a:t>(min) + T</a:t>
            </a:r>
            <a:r>
              <a:rPr lang="en-US" altLang="en-US" sz="1800" baseline="-25000" dirty="0">
                <a:solidFill>
                  <a:srgbClr val="0000FF"/>
                </a:solidFill>
              </a:rPr>
              <a:t>COMB</a:t>
            </a:r>
            <a:r>
              <a:rPr lang="en-US" altLang="en-US" sz="1800" dirty="0">
                <a:solidFill>
                  <a:srgbClr val="0000FF"/>
                </a:solidFill>
              </a:rPr>
              <a:t>(min) &gt;=T</a:t>
            </a:r>
            <a:r>
              <a:rPr lang="en-US" altLang="en-US" sz="1800" baseline="-25000" dirty="0">
                <a:solidFill>
                  <a:srgbClr val="0000FF"/>
                </a:solidFill>
              </a:rPr>
              <a:t>HOLD</a:t>
            </a:r>
            <a:endParaRPr lang="en-US" altLang="en-US" sz="1800" dirty="0"/>
          </a:p>
          <a:p>
            <a:pPr eaLnBrk="1" hangingPunct="1"/>
            <a:r>
              <a:rPr lang="en-US" altLang="en-US" sz="1800" dirty="0">
                <a:solidFill>
                  <a:srgbClr val="0000FF"/>
                </a:solidFill>
              </a:rPr>
              <a:t>T</a:t>
            </a:r>
            <a:r>
              <a:rPr lang="en-US" altLang="en-US" sz="1800" baseline="-25000" dirty="0">
                <a:solidFill>
                  <a:srgbClr val="0000FF"/>
                </a:solidFill>
              </a:rPr>
              <a:t>CLK-Q</a:t>
            </a:r>
            <a:r>
              <a:rPr lang="en-US" altLang="en-US" sz="1800" dirty="0">
                <a:solidFill>
                  <a:srgbClr val="0000FF"/>
                </a:solidFill>
              </a:rPr>
              <a:t>(min) + T</a:t>
            </a:r>
            <a:r>
              <a:rPr lang="en-US" altLang="en-US" sz="1800" baseline="-25000" dirty="0">
                <a:solidFill>
                  <a:srgbClr val="0000FF"/>
                </a:solidFill>
              </a:rPr>
              <a:t>COMB</a:t>
            </a:r>
            <a:r>
              <a:rPr lang="en-US" altLang="en-US" sz="1800" dirty="0">
                <a:solidFill>
                  <a:srgbClr val="0000FF"/>
                </a:solidFill>
              </a:rPr>
              <a:t>(min) – T</a:t>
            </a:r>
            <a:r>
              <a:rPr lang="en-US" altLang="en-US" sz="1800" baseline="-25000" dirty="0">
                <a:solidFill>
                  <a:srgbClr val="0000FF"/>
                </a:solidFill>
              </a:rPr>
              <a:t>HOLD</a:t>
            </a:r>
            <a:r>
              <a:rPr lang="en-US" altLang="en-US" sz="1800" dirty="0">
                <a:solidFill>
                  <a:srgbClr val="0000FF"/>
                </a:solidFill>
              </a:rPr>
              <a:t> &gt;=0;  </a:t>
            </a:r>
            <a:r>
              <a:rPr lang="en-US" altLang="en-US" sz="1800" b="1" dirty="0">
                <a:solidFill>
                  <a:srgbClr val="0000FF"/>
                </a:solidFill>
              </a:rPr>
              <a:t>T</a:t>
            </a:r>
            <a:r>
              <a:rPr lang="en-US" altLang="en-US" sz="1800" b="1" baseline="-25000" dirty="0">
                <a:solidFill>
                  <a:srgbClr val="0000FF"/>
                </a:solidFill>
              </a:rPr>
              <a:t>HOLD_SLACK</a:t>
            </a:r>
            <a:endParaRPr lang="en-US" altLang="en-US" sz="1800" b="1" dirty="0">
              <a:solidFill>
                <a:srgbClr val="0000FF"/>
              </a:solidFill>
            </a:endParaRPr>
          </a:p>
          <a:p>
            <a:pPr eaLnBrk="1" hangingPunct="1"/>
            <a:r>
              <a:rPr lang="en-US" altLang="en-US" sz="1800" dirty="0"/>
              <a:t>Critical path delay – propagation delay through the longest </a:t>
            </a:r>
            <a:r>
              <a:rPr lang="ru-RU" altLang="en-US" sz="1800" dirty="0"/>
              <a:t>  </a:t>
            </a:r>
            <a:r>
              <a:rPr lang="en-US" altLang="en-US" sz="1800" dirty="0"/>
              <a:t>path.</a:t>
            </a:r>
          </a:p>
          <a:p>
            <a:pPr eaLnBrk="1" hangingPunct="1"/>
            <a:r>
              <a:rPr lang="en-US" altLang="en-US" sz="1800" dirty="0"/>
              <a:t>For  proper  operation</a:t>
            </a:r>
          </a:p>
          <a:p>
            <a:pPr eaLnBrk="1" hangingPunct="1"/>
            <a:r>
              <a:rPr lang="en-US" altLang="en-US" sz="1800" dirty="0"/>
              <a:t>T</a:t>
            </a:r>
            <a:r>
              <a:rPr lang="en-US" altLang="en-US" sz="1800" baseline="-25000" dirty="0"/>
              <a:t>CLK-</a:t>
            </a:r>
            <a:r>
              <a:rPr lang="en-US" altLang="en-US" sz="1800" baseline="-25000" dirty="0" err="1"/>
              <a:t>Qmin</a:t>
            </a:r>
            <a:r>
              <a:rPr lang="en-US" altLang="en-US" sz="1800" dirty="0"/>
              <a:t>+ T</a:t>
            </a:r>
            <a:r>
              <a:rPr lang="en-US" altLang="en-US" sz="1800" baseline="-25000" dirty="0"/>
              <a:t>COMB(MIN)</a:t>
            </a:r>
            <a:r>
              <a:rPr lang="en-US" altLang="en-US" sz="1800" dirty="0"/>
              <a:t> – T</a:t>
            </a:r>
            <a:r>
              <a:rPr lang="en-US" altLang="en-US" sz="1800" baseline="-25000" dirty="0"/>
              <a:t>HOLD</a:t>
            </a:r>
            <a:r>
              <a:rPr lang="en-US" altLang="en-US" sz="1800" dirty="0"/>
              <a:t> – T</a:t>
            </a:r>
            <a:r>
              <a:rPr lang="en-US" altLang="en-US" sz="1800" baseline="-25000" dirty="0"/>
              <a:t>SKEW(MAX) </a:t>
            </a:r>
            <a:r>
              <a:rPr lang="en-US" altLang="en-US" sz="1800" dirty="0"/>
              <a:t>&gt; 0</a:t>
            </a:r>
            <a:endParaRPr lang="ru-RU" altLang="en-US" sz="1800" dirty="0"/>
          </a:p>
          <a:p>
            <a:endParaRPr lang="en-US" sz="1800" dirty="0"/>
          </a:p>
        </p:txBody>
      </p:sp>
      <p:sp>
        <p:nvSpPr>
          <p:cNvPr id="193538" name="Text Box 5">
            <a:extLst>
              <a:ext uri="{FF2B5EF4-FFF2-40B4-BE49-F238E27FC236}">
                <a16:creationId xmlns:a16="http://schemas.microsoft.com/office/drawing/2014/main" id="{8458C98D-ADDB-590B-61CE-4459514E6D03}"/>
              </a:ext>
            </a:extLst>
          </p:cNvPr>
          <p:cNvSpPr txBox="1">
            <a:spLocks noChangeArrowheads="1"/>
          </p:cNvSpPr>
          <p:nvPr/>
        </p:nvSpPr>
        <p:spPr bwMode="auto">
          <a:xfrm>
            <a:off x="1703389" y="1557339"/>
            <a:ext cx="87852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a:p>
        </p:txBody>
      </p:sp>
      <p:sp>
        <p:nvSpPr>
          <p:cNvPr id="11" name="Title 10">
            <a:extLst>
              <a:ext uri="{FF2B5EF4-FFF2-40B4-BE49-F238E27FC236}">
                <a16:creationId xmlns:a16="http://schemas.microsoft.com/office/drawing/2014/main" id="{999AA2D8-597F-9138-9075-BE7CDBDF9093}"/>
              </a:ext>
            </a:extLst>
          </p:cNvPr>
          <p:cNvSpPr>
            <a:spLocks noGrp="1"/>
          </p:cNvSpPr>
          <p:nvPr>
            <p:ph type="title"/>
          </p:nvPr>
        </p:nvSpPr>
        <p:spPr/>
        <p:txBody>
          <a:bodyPr>
            <a:normAutofit/>
          </a:bodyPr>
          <a:lstStyle/>
          <a:p>
            <a:r>
              <a:rPr lang="en-US" dirty="0"/>
              <a:t>Timing Parameters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2.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535</TotalTime>
  <Words>9365</Words>
  <Application>Microsoft Office PowerPoint</Application>
  <PresentationFormat>Widescreen</PresentationFormat>
  <Paragraphs>3005</Paragraphs>
  <Slides>118</Slides>
  <Notes>67</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118</vt:i4>
      </vt:variant>
    </vt:vector>
  </HeadingPairs>
  <TitlesOfParts>
    <vt:vector size="130" baseType="lpstr">
      <vt:lpstr>.Lucida Grande UI Regular</vt:lpstr>
      <vt:lpstr>Arial</vt:lpstr>
      <vt:lpstr>Arial </vt:lpstr>
      <vt:lpstr>Calibri</vt:lpstr>
      <vt:lpstr>Calibri Light</vt:lpstr>
      <vt:lpstr>Sylfaen</vt:lpstr>
      <vt:lpstr>Symbol</vt:lpstr>
      <vt:lpstr>System Font Regular</vt:lpstr>
      <vt:lpstr>Times New Roman</vt:lpstr>
      <vt:lpstr>Wingdings</vt:lpstr>
      <vt:lpstr>2_Synopsys_2019</vt:lpstr>
      <vt:lpstr>Custom Design</vt:lpstr>
      <vt:lpstr>Logic Design</vt:lpstr>
      <vt:lpstr>Course Overview</vt:lpstr>
      <vt:lpstr>Synthesis of Synchronous FSM</vt:lpstr>
      <vt:lpstr>Structural Synthesis of FSM</vt:lpstr>
      <vt:lpstr>Clocked Synchronous FSM Structure (Mealy Machine)</vt:lpstr>
      <vt:lpstr>Clocked Synchronous FSM Structure (Moore Machine)</vt:lpstr>
      <vt:lpstr>Mealy FSM with Pipelined Output</vt:lpstr>
      <vt:lpstr>Classification of Flip-flops and Latches</vt:lpstr>
      <vt:lpstr>Classification of Flip-flops and Latches</vt:lpstr>
      <vt:lpstr>Asynchronous RS-latch</vt:lpstr>
      <vt:lpstr>Truth Table of RS-Latch</vt:lpstr>
      <vt:lpstr>RS-Latch</vt:lpstr>
      <vt:lpstr>Circuits of Asynchronous RS Latches</vt:lpstr>
      <vt:lpstr>Metastability</vt:lpstr>
      <vt:lpstr>Timing Diagram of RS Latch</vt:lpstr>
      <vt:lpstr>Description by Verilog of RS Latch with Inverse Inputs</vt:lpstr>
      <vt:lpstr>Circuit of Synchronous RS Latch</vt:lpstr>
      <vt:lpstr>Synchronous RS Latch</vt:lpstr>
      <vt:lpstr>D Flip-Flop</vt:lpstr>
      <vt:lpstr>Designing D Latch Based on RS Latch</vt:lpstr>
      <vt:lpstr>D Latch</vt:lpstr>
      <vt:lpstr>Timing Diagram of D Latch</vt:lpstr>
      <vt:lpstr>D Latch</vt:lpstr>
      <vt:lpstr>D Latch (2)</vt:lpstr>
      <vt:lpstr>D Latch Using Multiplexer</vt:lpstr>
      <vt:lpstr>Edge-Triggered D Flip-Flops</vt:lpstr>
      <vt:lpstr>Edge-Triggered D Flip-Flop Circuit</vt:lpstr>
      <vt:lpstr>Verilog Description of D  Flip-Flop</vt:lpstr>
      <vt:lpstr>D  Flip-Flop   in System Verilog</vt:lpstr>
      <vt:lpstr>Set-up and Hold Times</vt:lpstr>
      <vt:lpstr>Timing Diagrams of D  Flip-Flop</vt:lpstr>
      <vt:lpstr>Edge-Triggered D Flip-flop with Enable Input</vt:lpstr>
      <vt:lpstr>Verilog Description</vt:lpstr>
      <vt:lpstr>Т Flip-Flop (1)</vt:lpstr>
      <vt:lpstr>Т Flip-Flop (2)</vt:lpstr>
      <vt:lpstr>Master/Slave T Flip-Flop</vt:lpstr>
      <vt:lpstr>Master/Slave RS  and D Flip-Flops</vt:lpstr>
      <vt:lpstr>Master/Slave D Flip-Flop (Using MUXs)</vt:lpstr>
      <vt:lpstr>Transmission Gate</vt:lpstr>
      <vt:lpstr>2:1 Mux  Description</vt:lpstr>
      <vt:lpstr>Master- Slave D FF</vt:lpstr>
      <vt:lpstr>Verilog Description of T Flip-flop Positive Edge Triggered with QN Output </vt:lpstr>
      <vt:lpstr>JK Flip-Flop </vt:lpstr>
      <vt:lpstr>JK Flip-Flop (2)</vt:lpstr>
      <vt:lpstr>Master/Slave JK Flip-Flop </vt:lpstr>
      <vt:lpstr>Edge-Triggered JK Flip-Flop</vt:lpstr>
      <vt:lpstr>JK Flip-Flop with Inverse Asynchronous Reset in Verilog</vt:lpstr>
      <vt:lpstr>Designing Other Flip-Flops Based on JK Flip-Flop</vt:lpstr>
      <vt:lpstr>Summary of Latch and Flip-Flop Characteristic Equations</vt:lpstr>
      <vt:lpstr>Asynchronous and Synchronous Reset</vt:lpstr>
      <vt:lpstr>Synchronous Reset</vt:lpstr>
      <vt:lpstr>Rising Edge D Flip-Flop with Synchronous Reset in Verilog</vt:lpstr>
      <vt:lpstr>Scan D Flip-Flop </vt:lpstr>
      <vt:lpstr>Scan D Flip-Flop (2)</vt:lpstr>
      <vt:lpstr>Scan D Flip-Flop (3)</vt:lpstr>
      <vt:lpstr>Scanning Chain </vt:lpstr>
      <vt:lpstr>Double-Edge-Triggered Flip-Flops</vt:lpstr>
      <vt:lpstr>Double-Edge-Triggered D Flip-Flop Using  MUXs</vt:lpstr>
      <vt:lpstr>Double-Edge-Triggered Flip-Flop</vt:lpstr>
      <vt:lpstr>Double-Edge-Triggered Flip-Flop</vt:lpstr>
      <vt:lpstr>Sequence of Structural Synthesis of FSM</vt:lpstr>
      <vt:lpstr>Coding of Input and Output Signals of FSM</vt:lpstr>
      <vt:lpstr>FSM States Assignment </vt:lpstr>
      <vt:lpstr>State Assignment </vt:lpstr>
      <vt:lpstr>State Assignment (Total Approach) </vt:lpstr>
      <vt:lpstr>Excitation and Output Functions Definition</vt:lpstr>
      <vt:lpstr>Design of FSM. Example 1</vt:lpstr>
      <vt:lpstr>State Minimization (Method of Successive Partitions)</vt:lpstr>
      <vt:lpstr>State Minimized Sequence Detector for 001 or 101</vt:lpstr>
      <vt:lpstr>Synthesis Using D Flip-Flops</vt:lpstr>
      <vt:lpstr>Synthesis Using D Flip-Flops</vt:lpstr>
      <vt:lpstr>Determine Excitation  Functions</vt:lpstr>
      <vt:lpstr>The circuit of FSM</vt:lpstr>
      <vt:lpstr>An Example 2 of Synthesis (Linear Adder) </vt:lpstr>
      <vt:lpstr>State Assignment</vt:lpstr>
      <vt:lpstr>Structural Table of Transitions</vt:lpstr>
      <vt:lpstr>Structural Table of Transitions</vt:lpstr>
      <vt:lpstr>Excitation Functions</vt:lpstr>
      <vt:lpstr>Excitation Functions</vt:lpstr>
      <vt:lpstr>Excitation and Output Functions of FSM</vt:lpstr>
      <vt:lpstr>The Circuit of Linear Adder</vt:lpstr>
      <vt:lpstr>FSM Description by Verilog Description of Linear Adder</vt:lpstr>
      <vt:lpstr>Description of Linear Adder (2)</vt:lpstr>
      <vt:lpstr>Description of Linear Adder (3)</vt:lpstr>
      <vt:lpstr>Description of Linear Adder (4)</vt:lpstr>
      <vt:lpstr>Test Bench</vt:lpstr>
      <vt:lpstr>Test Bench (2)</vt:lpstr>
      <vt:lpstr>FSM Description by Verilog Example 3</vt:lpstr>
      <vt:lpstr>STG of FSM</vt:lpstr>
      <vt:lpstr>FSM Description by Verilog Example 3 </vt:lpstr>
      <vt:lpstr>FSM Description by Verilog Example 3 (2)</vt:lpstr>
      <vt:lpstr>SystemVerilog (FSM) Example 3</vt:lpstr>
      <vt:lpstr>SystemVerilog (FSM) Example 3 (2)</vt:lpstr>
      <vt:lpstr>Data Types</vt:lpstr>
      <vt:lpstr>State Encoding Techniques</vt:lpstr>
      <vt:lpstr>State  Encoding</vt:lpstr>
      <vt:lpstr>State  Encoding</vt:lpstr>
      <vt:lpstr>Example</vt:lpstr>
      <vt:lpstr>Verilog  Description of Mealy FSM</vt:lpstr>
      <vt:lpstr>Verilog  Description of Mealy FSM</vt:lpstr>
      <vt:lpstr>SystemVerilog  Description of Mealy FSM</vt:lpstr>
      <vt:lpstr>SystemVerilog  Description of Mealy FSM (cntd)</vt:lpstr>
      <vt:lpstr>Design of FSM  as an Arbiter Circuit</vt:lpstr>
      <vt:lpstr>State Diagram for  the Arbiter</vt:lpstr>
      <vt:lpstr>Verilog Code for Arbiter</vt:lpstr>
      <vt:lpstr>Binary to BCD Conversion</vt:lpstr>
      <vt:lpstr>Binary to BCD Conversion</vt:lpstr>
      <vt:lpstr>The Structure  of Unit</vt:lpstr>
      <vt:lpstr>Flow-Chart of Algorithm</vt:lpstr>
      <vt:lpstr>FSM Analysis </vt:lpstr>
      <vt:lpstr>Example 1</vt:lpstr>
      <vt:lpstr>Example 1 (2)</vt:lpstr>
      <vt:lpstr>Example 2 </vt:lpstr>
      <vt:lpstr>Example 2 (2)</vt:lpstr>
      <vt:lpstr>Example 2 (3)</vt:lpstr>
      <vt:lpstr>Example 2 (3)</vt:lpstr>
      <vt:lpstr>Timing Parameters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2023-12-27T09:45:00Z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
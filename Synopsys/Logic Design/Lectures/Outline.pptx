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1"/>
  </p:notesMasterIdLst>
  <p:handoutMasterIdLst>
    <p:handoutMasterId r:id="rId12"/>
  </p:handoutMasterIdLst>
  <p:sldIdLst>
    <p:sldId id="4743" r:id="rId6"/>
    <p:sldId id="447" r:id="rId7"/>
    <p:sldId id="537" r:id="rId8"/>
    <p:sldId id="450" r:id="rId9"/>
    <p:sldId id="4790" r:id="rId10"/>
  </p:sldIdLst>
  <p:sldSz cx="12192000" cy="6858000"/>
  <p:notesSz cx="7315200" cy="96012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47"/>
            <p14:sldId id="537"/>
            <p14:sldId id="450"/>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0BE55-CEA9-4D2E-A1A2-E882D5A59EB7}" v="1" dt="2023-12-27T10:57:24.492"/>
    <p1510:client id="{5B956622-E112-4737-ACE9-C888D468760D}" v="267" dt="2023-12-26T13:09:47.4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05D0BE55-CEA9-4D2E-A1A2-E882D5A59EB7}"/>
    <pc:docChg chg="addSld delSld modSld modSection">
      <pc:chgData name="Margarit Meroyan" userId="630a6349-7c61-463e-804c-816773a1019c" providerId="ADAL" clId="{05D0BE55-CEA9-4D2E-A1A2-E882D5A59EB7}" dt="2023-12-27T11:16:18.293" v="7" actId="123"/>
      <pc:docMkLst>
        <pc:docMk/>
      </pc:docMkLst>
      <pc:sldChg chg="modSp mod">
        <pc:chgData name="Margarit Meroyan" userId="630a6349-7c61-463e-804c-816773a1019c" providerId="ADAL" clId="{05D0BE55-CEA9-4D2E-A1A2-E882D5A59EB7}" dt="2023-12-27T11:16:18.293" v="7" actId="123"/>
        <pc:sldMkLst>
          <pc:docMk/>
          <pc:sldMk cId="0" sldId="450"/>
        </pc:sldMkLst>
        <pc:spChg chg="mod">
          <ac:chgData name="Margarit Meroyan" userId="630a6349-7c61-463e-804c-816773a1019c" providerId="ADAL" clId="{05D0BE55-CEA9-4D2E-A1A2-E882D5A59EB7}" dt="2023-12-27T11:16:18.293" v="7" actId="123"/>
          <ac:spMkLst>
            <pc:docMk/>
            <pc:sldMk cId="0" sldId="450"/>
            <ac:spMk id="12291" creationId="{DDB49E8B-9D6D-5E89-9099-DF60388E2E7D}"/>
          </ac:spMkLst>
        </pc:spChg>
      </pc:sldChg>
      <pc:sldChg chg="modSp mod">
        <pc:chgData name="Margarit Meroyan" userId="630a6349-7c61-463e-804c-816773a1019c" providerId="ADAL" clId="{05D0BE55-CEA9-4D2E-A1A2-E882D5A59EB7}" dt="2023-12-27T10:57:37.105" v="4" actId="207"/>
        <pc:sldMkLst>
          <pc:docMk/>
          <pc:sldMk cId="0" sldId="537"/>
        </pc:sldMkLst>
        <pc:spChg chg="mod">
          <ac:chgData name="Margarit Meroyan" userId="630a6349-7c61-463e-804c-816773a1019c" providerId="ADAL" clId="{05D0BE55-CEA9-4D2E-A1A2-E882D5A59EB7}" dt="2023-12-27T10:57:37.105" v="4" actId="207"/>
          <ac:spMkLst>
            <pc:docMk/>
            <pc:sldMk cId="0" sldId="537"/>
            <ac:spMk id="8" creationId="{CBA6F462-5FC2-D65E-853F-4D46D3E95DE1}"/>
          </ac:spMkLst>
        </pc:spChg>
      </pc:sldChg>
      <pc:sldChg chg="del">
        <pc:chgData name="Margarit Meroyan" userId="630a6349-7c61-463e-804c-816773a1019c" providerId="ADAL" clId="{05D0BE55-CEA9-4D2E-A1A2-E882D5A59EB7}" dt="2023-12-27T10:57:22.375" v="2" actId="47"/>
        <pc:sldMkLst>
          <pc:docMk/>
          <pc:sldMk cId="0" sldId="611"/>
        </pc:sldMkLst>
      </pc:sldChg>
      <pc:sldChg chg="new del">
        <pc:chgData name="Margarit Meroyan" userId="630a6349-7c61-463e-804c-816773a1019c" providerId="ADAL" clId="{05D0BE55-CEA9-4D2E-A1A2-E882D5A59EB7}" dt="2023-12-27T10:57:22.025" v="1" actId="47"/>
        <pc:sldMkLst>
          <pc:docMk/>
          <pc:sldMk cId="3322211906" sldId="4744"/>
        </pc:sldMkLst>
      </pc:sldChg>
      <pc:sldChg chg="add">
        <pc:chgData name="Margarit Meroyan" userId="630a6349-7c61-463e-804c-816773a1019c" providerId="ADAL" clId="{05D0BE55-CEA9-4D2E-A1A2-E882D5A59EB7}" dt="2023-12-27T10:57:24.475" v="3"/>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605CC43F-1052-0D86-3A4F-9D02A9C94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811270-1A81-4E92-A14F-101711031450}" type="slidenum">
              <a:rPr lang="en-US" altLang="en-US"/>
              <a:pPr>
                <a:spcBef>
                  <a:spcPct val="0"/>
                </a:spcBef>
              </a:pPr>
              <a:t>2</a:t>
            </a:fld>
            <a:endParaRPr lang="en-US" altLang="en-US"/>
          </a:p>
        </p:txBody>
      </p:sp>
      <p:sp>
        <p:nvSpPr>
          <p:cNvPr id="9219" name="Rectangle 2">
            <a:extLst>
              <a:ext uri="{FF2B5EF4-FFF2-40B4-BE49-F238E27FC236}">
                <a16:creationId xmlns:a16="http://schemas.microsoft.com/office/drawing/2014/main" id="{171ADA4C-7522-6473-506A-50EF00CD82DE}"/>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F4044193-9ACE-6FE0-0C9D-22FFBA020A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3</a:t>
            </a:fld>
            <a:endParaRPr lang="en-US" altLang="en-US" sz="1200" b="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9855E75-EF50-9D96-3933-6F75A3D0EF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4F7F9F-51F1-4CB2-A1F6-BF6C10BE7A11}" type="slidenum">
              <a:rPr lang="en-US" altLang="en-US"/>
              <a:pPr>
                <a:spcBef>
                  <a:spcPct val="0"/>
                </a:spcBef>
              </a:pPr>
              <a:t>4</a:t>
            </a:fld>
            <a:endParaRPr lang="en-US" altLang="en-US"/>
          </a:p>
        </p:txBody>
      </p:sp>
      <p:sp>
        <p:nvSpPr>
          <p:cNvPr id="13315" name="Rectangle 2">
            <a:extLst>
              <a:ext uri="{FF2B5EF4-FFF2-40B4-BE49-F238E27FC236}">
                <a16:creationId xmlns:a16="http://schemas.microsoft.com/office/drawing/2014/main" id="{236D270C-D1E3-0131-2A9F-A7A39A33F4F7}"/>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42255968-4394-5DB8-D1C5-91EC766B39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96020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tags" Target="../tags/tag4.xml"/><Relationship Id="rId55"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tags" Target="../tags/tag5.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8"/>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9"/>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50"/>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1"/>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4"/>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2"/>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3"/>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5">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 id="2147483792" r:id="rId46"/>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vazgenm@synopsys.com"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EB2D7EC6-9B1C-4E0C-6B93-C01DB565B7E4}"/>
              </a:ext>
            </a:extLst>
          </p:cNvPr>
          <p:cNvSpPr>
            <a:spLocks noGrp="1" noChangeArrowheads="1"/>
          </p:cNvSpPr>
          <p:nvPr>
            <p:ph type="title"/>
          </p:nvPr>
        </p:nvSpPr>
        <p:spPr/>
        <p:txBody>
          <a:bodyPr/>
          <a:lstStyle/>
          <a:p>
            <a:r>
              <a:rPr lang="en-US" altLang="en-US"/>
              <a:t>Administration</a:t>
            </a:r>
          </a:p>
        </p:txBody>
      </p:sp>
      <p:sp>
        <p:nvSpPr>
          <p:cNvPr id="8195" name="Rectangle 2">
            <a:extLst>
              <a:ext uri="{FF2B5EF4-FFF2-40B4-BE49-F238E27FC236}">
                <a16:creationId xmlns:a16="http://schemas.microsoft.com/office/drawing/2014/main" id="{64EEAC22-7BAA-8FFF-4BAC-E2F9AA967D7A}"/>
              </a:ext>
            </a:extLst>
          </p:cNvPr>
          <p:cNvSpPr>
            <a:spLocks noGrp="1" noChangeArrowheads="1"/>
          </p:cNvSpPr>
          <p:nvPr>
            <p:ph type="body" sz="quarter" idx="10"/>
          </p:nvPr>
        </p:nvSpPr>
        <p:spPr/>
        <p:txBody>
          <a:bodyPr/>
          <a:lstStyle/>
          <a:p>
            <a:r>
              <a:rPr lang="en-US" altLang="en-US" sz="2800"/>
              <a:t>Total 96H = 74H lectures+ 22H laboratory works </a:t>
            </a:r>
          </a:p>
          <a:p>
            <a:r>
              <a:rPr lang="en-US" altLang="en-US" sz="2800"/>
              <a:t>Course mailing list: send e-mail to  </a:t>
            </a:r>
            <a:r>
              <a:rPr lang="en-US" altLang="en-US" sz="2800">
                <a:hlinkClick r:id="rId3"/>
              </a:rPr>
              <a:t>vazgenm</a:t>
            </a:r>
            <a:r>
              <a:rPr lang="ru-RU" altLang="en-US" sz="2800">
                <a:hlinkClick r:id="rId3"/>
              </a:rPr>
              <a:t>@s</a:t>
            </a:r>
            <a:r>
              <a:rPr lang="en-US" altLang="en-US" sz="2800">
                <a:hlinkClick r:id="rId3"/>
              </a:rPr>
              <a:t>ynopsys.com</a:t>
            </a:r>
            <a:r>
              <a:rPr lang="en-US" altLang="en-US" sz="2800"/>
              <a:t> </a:t>
            </a:r>
            <a:r>
              <a:rPr lang="ru-RU" altLang="en-US" sz="2800"/>
              <a:t> </a:t>
            </a:r>
            <a:endParaRPr lang="en-US" altLang="en-US" sz="28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574B3ABF-9496-FD4A-0367-5E6D981B2ED6}"/>
              </a:ext>
            </a:extLst>
          </p:cNvPr>
          <p:cNvSpPr>
            <a:spLocks noGrp="1" noChangeArrowheads="1"/>
          </p:cNvSpPr>
          <p:nvPr>
            <p:ph type="title"/>
          </p:nvPr>
        </p:nvSpPr>
        <p:spPr/>
        <p:txBody>
          <a:bodyPr/>
          <a:lstStyle/>
          <a:p>
            <a:r>
              <a:rPr lang="en-US" altLang="en-US"/>
              <a:t>References</a:t>
            </a:r>
          </a:p>
        </p:txBody>
      </p:sp>
      <p:sp>
        <p:nvSpPr>
          <p:cNvPr id="12291" name="Rectangle 3">
            <a:extLst>
              <a:ext uri="{FF2B5EF4-FFF2-40B4-BE49-F238E27FC236}">
                <a16:creationId xmlns:a16="http://schemas.microsoft.com/office/drawing/2014/main" id="{DDB49E8B-9D6D-5E89-9099-DF60388E2E7D}"/>
              </a:ext>
            </a:extLst>
          </p:cNvPr>
          <p:cNvSpPr>
            <a:spLocks noGrp="1" noChangeArrowheads="1"/>
          </p:cNvSpPr>
          <p:nvPr>
            <p:ph type="body" sz="quarter" idx="10"/>
          </p:nvPr>
        </p:nvSpPr>
        <p:spPr/>
        <p:txBody>
          <a:bodyPr/>
          <a:lstStyle/>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Jr. Charles, H. Roth </a:t>
            </a:r>
            <a:r>
              <a:rPr lang="en-US" sz="1800" dirty="0" err="1">
                <a:solidFill>
                  <a:srgbClr val="000000"/>
                </a:solidFill>
                <a:effectLst/>
                <a:latin typeface="Arial" panose="020B0604020202020204" pitchFamily="34" charset="0"/>
                <a:ea typeface="Times New Roman" panose="02020603050405020304" pitchFamily="18" charset="0"/>
              </a:rPr>
              <a:t>L.Kinney</a:t>
            </a:r>
            <a:r>
              <a:rPr lang="en-US" sz="1800" dirty="0">
                <a:solidFill>
                  <a:srgbClr val="000000"/>
                </a:solidFill>
                <a:effectLst/>
                <a:latin typeface="Arial" panose="020B0604020202020204" pitchFamily="34" charset="0"/>
                <a:ea typeface="Times New Roman" panose="02020603050405020304" pitchFamily="18" charset="0"/>
              </a:rPr>
              <a:t>. Fundamentals of Logic Design. Cengage Learning; Enhanced 7 edition; 2020</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D. Harris, S. Harris. Digital Design and Computer Architecture. Morgan Kaufmann; 2 edition; 2012</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F. Vahid. Digital Design with RTL Design, Verilog and VHDL. Wiley; 2 edition, 2010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S. Sarkar, A. Kumar. Foundation of Digital Electronics and Logic Design. Pan Stanford Publishing Pte Ltd, 2014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 S. Brown, Z. </a:t>
            </a:r>
            <a:r>
              <a:rPr lang="en-US" sz="1800" dirty="0" err="1">
                <a:solidFill>
                  <a:srgbClr val="000000"/>
                </a:solidFill>
                <a:effectLst/>
                <a:latin typeface="Arial" panose="020B0604020202020204" pitchFamily="34" charset="0"/>
                <a:ea typeface="Times New Roman" panose="02020603050405020304" pitchFamily="18" charset="0"/>
              </a:rPr>
              <a:t>Vranesic</a:t>
            </a:r>
            <a:r>
              <a:rPr lang="en-US" sz="1800" dirty="0">
                <a:solidFill>
                  <a:srgbClr val="000000"/>
                </a:solidFill>
                <a:effectLst/>
                <a:latin typeface="Arial" panose="020B0604020202020204" pitchFamily="34" charset="0"/>
                <a:ea typeface="Times New Roman" panose="02020603050405020304" pitchFamily="18" charset="0"/>
              </a:rPr>
              <a:t>. Digital Logic with Verilog Design. McGraw-Hill Higher Education, 3 edition, 2013</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J. </a:t>
            </a:r>
            <a:r>
              <a:rPr lang="en-US" sz="1800" dirty="0" err="1">
                <a:solidFill>
                  <a:srgbClr val="000000"/>
                </a:solidFill>
                <a:effectLst/>
                <a:latin typeface="Arial" panose="020B0604020202020204" pitchFamily="34" charset="0"/>
                <a:ea typeface="Times New Roman" panose="02020603050405020304" pitchFamily="18" charset="0"/>
              </a:rPr>
              <a:t>Walkerly</a:t>
            </a:r>
            <a:r>
              <a:rPr lang="en-US" sz="1800" dirty="0">
                <a:solidFill>
                  <a:srgbClr val="000000"/>
                </a:solidFill>
                <a:effectLst/>
                <a:latin typeface="Arial" panose="020B0604020202020204" pitchFamily="34" charset="0"/>
                <a:ea typeface="Times New Roman" panose="02020603050405020304" pitchFamily="18" charset="0"/>
              </a:rPr>
              <a:t>. Digital Design Principles and Practices. Prentice Hall, 5 edition, 2018</a:t>
            </a:r>
            <a:endParaRPr lang="en-US"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just" hangingPunct="0">
              <a:spcBef>
                <a:spcPts val="0"/>
              </a:spcBef>
              <a:spcAft>
                <a:spcPts val="0"/>
              </a:spcAft>
              <a:buFont typeface="+mj-lt"/>
              <a:buAutoNum type="arabicPeriod"/>
              <a:tabLst>
                <a:tab pos="457200" algn="l"/>
              </a:tabLst>
            </a:pPr>
            <a:r>
              <a:rPr lang="en-US" sz="1800" dirty="0">
                <a:solidFill>
                  <a:srgbClr val="000000"/>
                </a:solidFill>
                <a:effectLst/>
                <a:latin typeface="Arial" panose="020B0604020202020204" pitchFamily="34" charset="0"/>
                <a:ea typeface="Times New Roman" panose="02020603050405020304" pitchFamily="18" charset="0"/>
              </a:rPr>
              <a:t>K. Brayton, G. </a:t>
            </a:r>
            <a:r>
              <a:rPr lang="en-US" sz="1800" dirty="0" err="1">
                <a:solidFill>
                  <a:srgbClr val="000000"/>
                </a:solidFill>
                <a:effectLst/>
                <a:latin typeface="Arial" panose="020B0604020202020204" pitchFamily="34" charset="0"/>
                <a:ea typeface="Times New Roman" panose="02020603050405020304" pitchFamily="18" charset="0"/>
              </a:rPr>
              <a:t>Hachtel</a:t>
            </a:r>
            <a:r>
              <a:rPr lang="en-US" sz="1800" dirty="0">
                <a:solidFill>
                  <a:srgbClr val="000000"/>
                </a:solidFill>
                <a:effectLst/>
                <a:latin typeface="Arial" panose="020B0604020202020204" pitchFamily="34" charset="0"/>
                <a:ea typeface="Times New Roman" panose="02020603050405020304" pitchFamily="18" charset="0"/>
              </a:rPr>
              <a:t>, C. McMullen, A. </a:t>
            </a:r>
            <a:r>
              <a:rPr lang="en-US" sz="1800" dirty="0" err="1">
                <a:solidFill>
                  <a:srgbClr val="000000"/>
                </a:solidFill>
                <a:effectLst/>
                <a:latin typeface="Arial" panose="020B0604020202020204" pitchFamily="34" charset="0"/>
                <a:ea typeface="Times New Roman" panose="02020603050405020304" pitchFamily="18" charset="0"/>
              </a:rPr>
              <a:t>Sangiovanni-Vincentelli</a:t>
            </a:r>
            <a:r>
              <a:rPr lang="en-US" sz="1800" dirty="0">
                <a:solidFill>
                  <a:srgbClr val="000000"/>
                </a:solidFill>
                <a:effectLst/>
                <a:latin typeface="Arial" panose="020B0604020202020204" pitchFamily="34" charset="0"/>
                <a:ea typeface="Times New Roman" panose="02020603050405020304" pitchFamily="18" charset="0"/>
              </a:rPr>
              <a:t>. </a:t>
            </a:r>
            <a:r>
              <a:rPr lang="en-US" sz="1800">
                <a:solidFill>
                  <a:srgbClr val="000000"/>
                </a:solidFill>
                <a:effectLst/>
                <a:latin typeface="Arial" panose="020B0604020202020204" pitchFamily="34" charset="0"/>
                <a:ea typeface="Times New Roman" panose="02020603050405020304" pitchFamily="18" charset="0"/>
              </a:rPr>
              <a:t>Logic Minimization Algorithms for VLSI Synthesis,  Kluwer Academic Publishers, 2010</a:t>
            </a:r>
            <a:endParaRPr lang="en-US" sz="1800">
              <a:solidFill>
                <a:srgbClr val="000000"/>
              </a:solidFill>
              <a:effectLst/>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635</TotalTime>
  <Words>273</Words>
  <Application>Microsoft Office PowerPoint</Application>
  <PresentationFormat>Widescreen</PresentationFormat>
  <Paragraphs>42</Paragraphs>
  <Slides>5</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vt:i4>
      </vt:variant>
    </vt:vector>
  </HeadingPairs>
  <TitlesOfParts>
    <vt:vector size="14" baseType="lpstr">
      <vt:lpstr>.Lucida Grande UI Regular</vt:lpstr>
      <vt:lpstr>Arial</vt:lpstr>
      <vt:lpstr>Calibri</vt:lpstr>
      <vt:lpstr>Calibri Light</vt:lpstr>
      <vt:lpstr>System Font Regular</vt:lpstr>
      <vt:lpstr>Times New Roman</vt:lpstr>
      <vt:lpstr>Wingdings</vt:lpstr>
      <vt:lpstr>2_Synopsys_2019</vt:lpstr>
      <vt:lpstr>Custom Design</vt:lpstr>
      <vt:lpstr>Logic Design</vt:lpstr>
      <vt:lpstr>Administration</vt:lpstr>
      <vt:lpstr>Course Overview</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2023-12-27T11:16:25Z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
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83"/>
  </p:notesMasterIdLst>
  <p:handoutMasterIdLst>
    <p:handoutMasterId r:id="rId84"/>
  </p:handoutMasterIdLst>
  <p:sldIdLst>
    <p:sldId id="4743" r:id="rId6"/>
    <p:sldId id="537" r:id="rId7"/>
    <p:sldId id="536" r:id="rId8"/>
    <p:sldId id="341" r:id="rId9"/>
    <p:sldId id="342" r:id="rId10"/>
    <p:sldId id="343" r:id="rId11"/>
    <p:sldId id="344" r:id="rId12"/>
    <p:sldId id="262" r:id="rId13"/>
    <p:sldId id="345" r:id="rId14"/>
    <p:sldId id="264" r:id="rId15"/>
    <p:sldId id="265" r:id="rId16"/>
    <p:sldId id="346" r:id="rId17"/>
    <p:sldId id="267" r:id="rId18"/>
    <p:sldId id="347" r:id="rId19"/>
    <p:sldId id="348" r:id="rId20"/>
    <p:sldId id="349" r:id="rId21"/>
    <p:sldId id="350" r:id="rId22"/>
    <p:sldId id="272" r:id="rId23"/>
    <p:sldId id="351" r:id="rId24"/>
    <p:sldId id="352" r:id="rId25"/>
    <p:sldId id="353" r:id="rId26"/>
    <p:sldId id="276" r:id="rId27"/>
    <p:sldId id="370" r:id="rId28"/>
    <p:sldId id="277" r:id="rId29"/>
    <p:sldId id="278" r:id="rId30"/>
    <p:sldId id="354" r:id="rId31"/>
    <p:sldId id="333" r:id="rId32"/>
    <p:sldId id="335" r:id="rId33"/>
    <p:sldId id="336" r:id="rId34"/>
    <p:sldId id="279" r:id="rId35"/>
    <p:sldId id="280" r:id="rId36"/>
    <p:sldId id="281" r:id="rId37"/>
    <p:sldId id="282" r:id="rId38"/>
    <p:sldId id="355" r:id="rId39"/>
    <p:sldId id="284" r:id="rId40"/>
    <p:sldId id="356" r:id="rId41"/>
    <p:sldId id="285" r:id="rId42"/>
    <p:sldId id="286" r:id="rId43"/>
    <p:sldId id="287" r:id="rId44"/>
    <p:sldId id="288" r:id="rId45"/>
    <p:sldId id="289" r:id="rId46"/>
    <p:sldId id="290" r:id="rId47"/>
    <p:sldId id="324" r:id="rId48"/>
    <p:sldId id="325" r:id="rId49"/>
    <p:sldId id="326" r:id="rId50"/>
    <p:sldId id="327" r:id="rId51"/>
    <p:sldId id="328" r:id="rId52"/>
    <p:sldId id="357" r:id="rId53"/>
    <p:sldId id="292" r:id="rId54"/>
    <p:sldId id="329" r:id="rId55"/>
    <p:sldId id="330" r:id="rId56"/>
    <p:sldId id="331" r:id="rId57"/>
    <p:sldId id="338" r:id="rId58"/>
    <p:sldId id="294" r:id="rId59"/>
    <p:sldId id="295" r:id="rId60"/>
    <p:sldId id="358" r:id="rId61"/>
    <p:sldId id="359" r:id="rId62"/>
    <p:sldId id="299" r:id="rId63"/>
    <p:sldId id="300" r:id="rId64"/>
    <p:sldId id="367" r:id="rId65"/>
    <p:sldId id="368" r:id="rId66"/>
    <p:sldId id="369" r:id="rId67"/>
    <p:sldId id="301" r:id="rId68"/>
    <p:sldId id="302" r:id="rId69"/>
    <p:sldId id="303" r:id="rId70"/>
    <p:sldId id="360" r:id="rId71"/>
    <p:sldId id="305" r:id="rId72"/>
    <p:sldId id="306" r:id="rId73"/>
    <p:sldId id="307" r:id="rId74"/>
    <p:sldId id="361" r:id="rId75"/>
    <p:sldId id="309" r:id="rId76"/>
    <p:sldId id="310" r:id="rId77"/>
    <p:sldId id="311" r:id="rId78"/>
    <p:sldId id="313" r:id="rId79"/>
    <p:sldId id="314" r:id="rId80"/>
    <p:sldId id="371" r:id="rId81"/>
    <p:sldId id="4790" r:id="rId82"/>
  </p:sldIdLst>
  <p:sldSz cx="12192000" cy="6858000"/>
  <p:notesSz cx="7315200" cy="9601200"/>
  <p:custDataLst>
    <p:tags r:id="rId8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341"/>
            <p14:sldId id="342"/>
            <p14:sldId id="343"/>
            <p14:sldId id="344"/>
            <p14:sldId id="262"/>
            <p14:sldId id="345"/>
            <p14:sldId id="264"/>
            <p14:sldId id="265"/>
            <p14:sldId id="346"/>
            <p14:sldId id="267"/>
            <p14:sldId id="347"/>
            <p14:sldId id="348"/>
            <p14:sldId id="349"/>
            <p14:sldId id="350"/>
            <p14:sldId id="272"/>
            <p14:sldId id="351"/>
            <p14:sldId id="352"/>
            <p14:sldId id="353"/>
            <p14:sldId id="276"/>
            <p14:sldId id="370"/>
            <p14:sldId id="277"/>
            <p14:sldId id="278"/>
            <p14:sldId id="354"/>
            <p14:sldId id="333"/>
            <p14:sldId id="335"/>
            <p14:sldId id="336"/>
            <p14:sldId id="279"/>
            <p14:sldId id="280"/>
            <p14:sldId id="281"/>
            <p14:sldId id="282"/>
            <p14:sldId id="355"/>
            <p14:sldId id="284"/>
            <p14:sldId id="356"/>
            <p14:sldId id="285"/>
            <p14:sldId id="286"/>
            <p14:sldId id="287"/>
            <p14:sldId id="288"/>
            <p14:sldId id="289"/>
            <p14:sldId id="290"/>
            <p14:sldId id="324"/>
            <p14:sldId id="325"/>
            <p14:sldId id="326"/>
            <p14:sldId id="327"/>
            <p14:sldId id="328"/>
            <p14:sldId id="357"/>
            <p14:sldId id="292"/>
            <p14:sldId id="329"/>
            <p14:sldId id="330"/>
            <p14:sldId id="331"/>
            <p14:sldId id="338"/>
            <p14:sldId id="294"/>
            <p14:sldId id="295"/>
            <p14:sldId id="358"/>
            <p14:sldId id="359"/>
            <p14:sldId id="299"/>
            <p14:sldId id="300"/>
            <p14:sldId id="367"/>
            <p14:sldId id="368"/>
            <p14:sldId id="369"/>
            <p14:sldId id="301"/>
            <p14:sldId id="302"/>
            <p14:sldId id="303"/>
            <p14:sldId id="360"/>
            <p14:sldId id="305"/>
            <p14:sldId id="306"/>
            <p14:sldId id="307"/>
            <p14:sldId id="361"/>
            <p14:sldId id="309"/>
            <p14:sldId id="310"/>
            <p14:sldId id="311"/>
            <p14:sldId id="313"/>
            <p14:sldId id="314"/>
            <p14:sldId id="371"/>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C7B40A-5F09-43D3-A31C-57B1695FD671}" v="14" dt="2023-12-27T10:12:52.628"/>
    <p1510:client id="{5B956622-E112-4737-ACE9-C888D468760D}" v="223" dt="2023-12-26T11:02:51.5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handoutMaster" Target="handoutMasters/handoutMaster1.xml"/><Relationship Id="rId89"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notesMaster" Target="notesMasters/notesMaster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54C7B40A-5F09-43D3-A31C-57B1695FD671}"/>
    <pc:docChg chg="undo custSel addSld delSld modSld modSection">
      <pc:chgData name="Margarit Meroyan" userId="630a6349-7c61-463e-804c-816773a1019c" providerId="ADAL" clId="{54C7B40A-5F09-43D3-A31C-57B1695FD671}" dt="2023-12-27T10:14:19.225" v="138" actId="207"/>
      <pc:docMkLst>
        <pc:docMk/>
      </pc:docMkLst>
      <pc:sldChg chg="modSp mod">
        <pc:chgData name="Margarit Meroyan" userId="630a6349-7c61-463e-804c-816773a1019c" providerId="ADAL" clId="{54C7B40A-5F09-43D3-A31C-57B1695FD671}" dt="2023-12-27T10:06:19.007" v="3" actId="207"/>
        <pc:sldMkLst>
          <pc:docMk/>
          <pc:sldMk cId="0" sldId="265"/>
        </pc:sldMkLst>
        <pc:spChg chg="mod">
          <ac:chgData name="Margarit Meroyan" userId="630a6349-7c61-463e-804c-816773a1019c" providerId="ADAL" clId="{54C7B40A-5F09-43D3-A31C-57B1695FD671}" dt="2023-12-27T10:06:19.007" v="3" actId="207"/>
          <ac:spMkLst>
            <pc:docMk/>
            <pc:sldMk cId="0" sldId="265"/>
            <ac:spMk id="22538" creationId="{3AC2E24A-AE14-44B3-8619-3E1422CB0AD3}"/>
          </ac:spMkLst>
        </pc:spChg>
        <pc:spChg chg="mod">
          <ac:chgData name="Margarit Meroyan" userId="630a6349-7c61-463e-804c-816773a1019c" providerId="ADAL" clId="{54C7B40A-5F09-43D3-A31C-57B1695FD671}" dt="2023-12-27T10:06:19.007" v="3" actId="207"/>
          <ac:spMkLst>
            <pc:docMk/>
            <pc:sldMk cId="0" sldId="265"/>
            <ac:spMk id="22541" creationId="{48039ED7-E50B-46EF-8BE3-C16915A9756C}"/>
          </ac:spMkLst>
        </pc:spChg>
        <pc:spChg chg="mod">
          <ac:chgData name="Margarit Meroyan" userId="630a6349-7c61-463e-804c-816773a1019c" providerId="ADAL" clId="{54C7B40A-5F09-43D3-A31C-57B1695FD671}" dt="2023-12-27T10:06:19.007" v="3" actId="207"/>
          <ac:spMkLst>
            <pc:docMk/>
            <pc:sldMk cId="0" sldId="265"/>
            <ac:spMk id="22542" creationId="{AB4C8CC5-365B-4596-8D71-E89338F657FD}"/>
          </ac:spMkLst>
        </pc:spChg>
        <pc:spChg chg="mod">
          <ac:chgData name="Margarit Meroyan" userId="630a6349-7c61-463e-804c-816773a1019c" providerId="ADAL" clId="{54C7B40A-5F09-43D3-A31C-57B1695FD671}" dt="2023-12-27T10:06:19.007" v="3" actId="207"/>
          <ac:spMkLst>
            <pc:docMk/>
            <pc:sldMk cId="0" sldId="265"/>
            <ac:spMk id="22545" creationId="{D9C49DFD-D5B1-4BC4-8FA8-BF9DA8D36D0A}"/>
          </ac:spMkLst>
        </pc:spChg>
      </pc:sldChg>
      <pc:sldChg chg="modSp mod">
        <pc:chgData name="Margarit Meroyan" userId="630a6349-7c61-463e-804c-816773a1019c" providerId="ADAL" clId="{54C7B40A-5F09-43D3-A31C-57B1695FD671}" dt="2023-12-27T10:07:57.930" v="41" actId="207"/>
        <pc:sldMkLst>
          <pc:docMk/>
          <pc:sldMk cId="0" sldId="277"/>
        </pc:sldMkLst>
        <pc:graphicFrameChg chg="mod modGraphic">
          <ac:chgData name="Margarit Meroyan" userId="630a6349-7c61-463e-804c-816773a1019c" providerId="ADAL" clId="{54C7B40A-5F09-43D3-A31C-57B1695FD671}" dt="2023-12-27T10:07:17.051" v="23" actId="207"/>
          <ac:graphicFrameMkLst>
            <pc:docMk/>
            <pc:sldMk cId="0" sldId="277"/>
            <ac:graphicFrameMk id="89093" creationId="{1F26C4C2-F8EE-4A2F-B1E1-FDADDA0A0666}"/>
          </ac:graphicFrameMkLst>
        </pc:graphicFrameChg>
        <pc:graphicFrameChg chg="mod modGraphic">
          <ac:chgData name="Margarit Meroyan" userId="630a6349-7c61-463e-804c-816773a1019c" providerId="ADAL" clId="{54C7B40A-5F09-43D3-A31C-57B1695FD671}" dt="2023-12-27T10:07:57.930" v="41" actId="207"/>
          <ac:graphicFrameMkLst>
            <pc:docMk/>
            <pc:sldMk cId="0" sldId="277"/>
            <ac:graphicFrameMk id="89132" creationId="{7F75847F-D61C-4962-B07A-ED1BCCAF873E}"/>
          </ac:graphicFrameMkLst>
        </pc:graphicFrameChg>
      </pc:sldChg>
      <pc:sldChg chg="modSp mod">
        <pc:chgData name="Margarit Meroyan" userId="630a6349-7c61-463e-804c-816773a1019c" providerId="ADAL" clId="{54C7B40A-5F09-43D3-A31C-57B1695FD671}" dt="2023-12-27T10:08:24.943" v="45" actId="207"/>
        <pc:sldMkLst>
          <pc:docMk/>
          <pc:sldMk cId="0" sldId="280"/>
        </pc:sldMkLst>
        <pc:spChg chg="mod">
          <ac:chgData name="Margarit Meroyan" userId="630a6349-7c61-463e-804c-816773a1019c" providerId="ADAL" clId="{54C7B40A-5F09-43D3-A31C-57B1695FD671}" dt="2023-12-27T10:08:24.943" v="45" actId="207"/>
          <ac:spMkLst>
            <pc:docMk/>
            <pc:sldMk cId="0" sldId="280"/>
            <ac:spMk id="42" creationId="{1990D398-2812-41C0-8E60-4A2592B67124}"/>
          </ac:spMkLst>
        </pc:spChg>
        <pc:spChg chg="mod">
          <ac:chgData name="Margarit Meroyan" userId="630a6349-7c61-463e-804c-816773a1019c" providerId="ADAL" clId="{54C7B40A-5F09-43D3-A31C-57B1695FD671}" dt="2023-12-27T10:08:24.943" v="45" actId="207"/>
          <ac:spMkLst>
            <pc:docMk/>
            <pc:sldMk cId="0" sldId="280"/>
            <ac:spMk id="45" creationId="{ED9A3FD3-0CD5-4D8B-9B95-960459ACB507}"/>
          </ac:spMkLst>
        </pc:spChg>
        <pc:spChg chg="mod">
          <ac:chgData name="Margarit Meroyan" userId="630a6349-7c61-463e-804c-816773a1019c" providerId="ADAL" clId="{54C7B40A-5F09-43D3-A31C-57B1695FD671}" dt="2023-12-27T10:08:24.943" v="45" actId="207"/>
          <ac:spMkLst>
            <pc:docMk/>
            <pc:sldMk cId="0" sldId="280"/>
            <ac:spMk id="46" creationId="{CA8C4166-9CD9-4741-9CCC-DAAD69887405}"/>
          </ac:spMkLst>
        </pc:spChg>
        <pc:spChg chg="mod">
          <ac:chgData name="Margarit Meroyan" userId="630a6349-7c61-463e-804c-816773a1019c" providerId="ADAL" clId="{54C7B40A-5F09-43D3-A31C-57B1695FD671}" dt="2023-12-27T10:08:24.943" v="45" actId="207"/>
          <ac:spMkLst>
            <pc:docMk/>
            <pc:sldMk cId="0" sldId="280"/>
            <ac:spMk id="47" creationId="{107D9BBC-6AA1-4D8A-A286-9FDEEEE7944D}"/>
          </ac:spMkLst>
        </pc:spChg>
        <pc:spChg chg="mod">
          <ac:chgData name="Margarit Meroyan" userId="630a6349-7c61-463e-804c-816773a1019c" providerId="ADAL" clId="{54C7B40A-5F09-43D3-A31C-57B1695FD671}" dt="2023-12-27T10:08:24.943" v="45" actId="207"/>
          <ac:spMkLst>
            <pc:docMk/>
            <pc:sldMk cId="0" sldId="280"/>
            <ac:spMk id="48" creationId="{F289056F-EB4B-4718-B60E-FB016B0FA216}"/>
          </ac:spMkLst>
        </pc:spChg>
        <pc:spChg chg="mod">
          <ac:chgData name="Margarit Meroyan" userId="630a6349-7c61-463e-804c-816773a1019c" providerId="ADAL" clId="{54C7B40A-5F09-43D3-A31C-57B1695FD671}" dt="2023-12-27T10:08:24.943" v="45" actId="207"/>
          <ac:spMkLst>
            <pc:docMk/>
            <pc:sldMk cId="0" sldId="280"/>
            <ac:spMk id="49" creationId="{A3BCE08E-07E9-4AE3-93DB-155E748A1111}"/>
          </ac:spMkLst>
        </pc:spChg>
      </pc:sldChg>
      <pc:sldChg chg="addSp delSp modSp mod">
        <pc:chgData name="Margarit Meroyan" userId="630a6349-7c61-463e-804c-816773a1019c" providerId="ADAL" clId="{54C7B40A-5F09-43D3-A31C-57B1695FD671}" dt="2023-12-27T10:09:00.894" v="56" actId="207"/>
        <pc:sldMkLst>
          <pc:docMk/>
          <pc:sldMk cId="0" sldId="282"/>
        </pc:sldMkLst>
        <pc:spChg chg="add del mod">
          <ac:chgData name="Margarit Meroyan" userId="630a6349-7c61-463e-804c-816773a1019c" providerId="ADAL" clId="{54C7B40A-5F09-43D3-A31C-57B1695FD671}" dt="2023-12-27T10:08:54.444" v="55" actId="478"/>
          <ac:spMkLst>
            <pc:docMk/>
            <pc:sldMk cId="0" sldId="282"/>
            <ac:spMk id="63" creationId="{A0C5DB96-4435-45B7-8E44-57CD218E30B1}"/>
          </ac:spMkLst>
        </pc:spChg>
        <pc:spChg chg="mod">
          <ac:chgData name="Margarit Meroyan" userId="630a6349-7c61-463e-804c-816773a1019c" providerId="ADAL" clId="{54C7B40A-5F09-43D3-A31C-57B1695FD671}" dt="2023-12-27T10:09:00.894" v="56" actId="207"/>
          <ac:spMkLst>
            <pc:docMk/>
            <pc:sldMk cId="0" sldId="282"/>
            <ac:spMk id="29702" creationId="{5B937703-2DF1-4C7C-A3E3-0F6C8B7493CB}"/>
          </ac:spMkLst>
        </pc:spChg>
        <pc:spChg chg="mod">
          <ac:chgData name="Margarit Meroyan" userId="630a6349-7c61-463e-804c-816773a1019c" providerId="ADAL" clId="{54C7B40A-5F09-43D3-A31C-57B1695FD671}" dt="2023-12-27T10:09:00.894" v="56" actId="207"/>
          <ac:spMkLst>
            <pc:docMk/>
            <pc:sldMk cId="0" sldId="282"/>
            <ac:spMk id="29703" creationId="{5233182B-AE86-4EE0-850F-3FC80B525ED5}"/>
          </ac:spMkLst>
        </pc:spChg>
        <pc:spChg chg="mod">
          <ac:chgData name="Margarit Meroyan" userId="630a6349-7c61-463e-804c-816773a1019c" providerId="ADAL" clId="{54C7B40A-5F09-43D3-A31C-57B1695FD671}" dt="2023-12-27T10:09:00.894" v="56" actId="207"/>
          <ac:spMkLst>
            <pc:docMk/>
            <pc:sldMk cId="0" sldId="282"/>
            <ac:spMk id="29712" creationId="{D4E8344D-97EC-4380-9F7B-D2C30C7A2EEB}"/>
          </ac:spMkLst>
        </pc:spChg>
        <pc:spChg chg="mod">
          <ac:chgData name="Margarit Meroyan" userId="630a6349-7c61-463e-804c-816773a1019c" providerId="ADAL" clId="{54C7B40A-5F09-43D3-A31C-57B1695FD671}" dt="2023-12-27T10:09:00.894" v="56" actId="207"/>
          <ac:spMkLst>
            <pc:docMk/>
            <pc:sldMk cId="0" sldId="282"/>
            <ac:spMk id="29715" creationId="{A368396D-6068-4108-91C6-420BE0BC7C78}"/>
          </ac:spMkLst>
        </pc:spChg>
        <pc:spChg chg="mod">
          <ac:chgData name="Margarit Meroyan" userId="630a6349-7c61-463e-804c-816773a1019c" providerId="ADAL" clId="{54C7B40A-5F09-43D3-A31C-57B1695FD671}" dt="2023-12-27T10:09:00.894" v="56" actId="207"/>
          <ac:spMkLst>
            <pc:docMk/>
            <pc:sldMk cId="0" sldId="282"/>
            <ac:spMk id="29716" creationId="{B28CC83D-1289-41A3-8644-1EA9B5A8F77A}"/>
          </ac:spMkLst>
        </pc:spChg>
        <pc:grpChg chg="mod">
          <ac:chgData name="Margarit Meroyan" userId="630a6349-7c61-463e-804c-816773a1019c" providerId="ADAL" clId="{54C7B40A-5F09-43D3-A31C-57B1695FD671}" dt="2023-12-27T10:08:35.116" v="48" actId="1076"/>
          <ac:grpSpMkLst>
            <pc:docMk/>
            <pc:sldMk cId="0" sldId="282"/>
            <ac:grpSpMk id="41987" creationId="{B9C789BC-96F6-649C-9EF2-272AF9F8F6E6}"/>
          </ac:grpSpMkLst>
        </pc:grpChg>
        <pc:graphicFrameChg chg="modGraphic">
          <ac:chgData name="Margarit Meroyan" userId="630a6349-7c61-463e-804c-816773a1019c" providerId="ADAL" clId="{54C7B40A-5F09-43D3-A31C-57B1695FD671}" dt="2023-12-27T10:08:40.842" v="49" actId="207"/>
          <ac:graphicFrameMkLst>
            <pc:docMk/>
            <pc:sldMk cId="0" sldId="282"/>
            <ac:graphicFrameMk id="64" creationId="{59DE69B0-749D-409C-939B-7303DF91FC0D}"/>
          </ac:graphicFrameMkLst>
        </pc:graphicFrameChg>
      </pc:sldChg>
      <pc:sldChg chg="modSp mod">
        <pc:chgData name="Margarit Meroyan" userId="630a6349-7c61-463e-804c-816773a1019c" providerId="ADAL" clId="{54C7B40A-5F09-43D3-A31C-57B1695FD671}" dt="2023-12-27T10:09:11.691" v="58" actId="207"/>
        <pc:sldMkLst>
          <pc:docMk/>
          <pc:sldMk cId="0" sldId="285"/>
        </pc:sldMkLst>
        <pc:spChg chg="mod">
          <ac:chgData name="Margarit Meroyan" userId="630a6349-7c61-463e-804c-816773a1019c" providerId="ADAL" clId="{54C7B40A-5F09-43D3-A31C-57B1695FD671}" dt="2023-12-27T10:09:11.691" v="58" actId="207"/>
          <ac:spMkLst>
            <pc:docMk/>
            <pc:sldMk cId="0" sldId="285"/>
            <ac:spMk id="32772" creationId="{E85CCCB5-3DBF-4C69-95EA-AB562335EEEA}"/>
          </ac:spMkLst>
        </pc:spChg>
        <pc:spChg chg="mod">
          <ac:chgData name="Margarit Meroyan" userId="630a6349-7c61-463e-804c-816773a1019c" providerId="ADAL" clId="{54C7B40A-5F09-43D3-A31C-57B1695FD671}" dt="2023-12-27T10:09:11.691" v="58" actId="207"/>
          <ac:spMkLst>
            <pc:docMk/>
            <pc:sldMk cId="0" sldId="285"/>
            <ac:spMk id="32773" creationId="{451082F0-D292-4419-A25E-F561CE8FEFEB}"/>
          </ac:spMkLst>
        </pc:spChg>
        <pc:spChg chg="mod">
          <ac:chgData name="Margarit Meroyan" userId="630a6349-7c61-463e-804c-816773a1019c" providerId="ADAL" clId="{54C7B40A-5F09-43D3-A31C-57B1695FD671}" dt="2023-12-27T10:09:11.691" v="58" actId="207"/>
          <ac:spMkLst>
            <pc:docMk/>
            <pc:sldMk cId="0" sldId="285"/>
            <ac:spMk id="32784" creationId="{57599E06-DDB4-4E2F-B067-0900876E45E4}"/>
          </ac:spMkLst>
        </pc:spChg>
        <pc:spChg chg="mod">
          <ac:chgData name="Margarit Meroyan" userId="630a6349-7c61-463e-804c-816773a1019c" providerId="ADAL" clId="{54C7B40A-5F09-43D3-A31C-57B1695FD671}" dt="2023-12-27T10:09:11.691" v="58" actId="207"/>
          <ac:spMkLst>
            <pc:docMk/>
            <pc:sldMk cId="0" sldId="285"/>
            <ac:spMk id="32785" creationId="{83A986B0-CE63-4B51-893F-7F3EDB3F8455}"/>
          </ac:spMkLst>
        </pc:spChg>
        <pc:spChg chg="mod">
          <ac:chgData name="Margarit Meroyan" userId="630a6349-7c61-463e-804c-816773a1019c" providerId="ADAL" clId="{54C7B40A-5F09-43D3-A31C-57B1695FD671}" dt="2023-12-27T10:09:11.691" v="58" actId="207"/>
          <ac:spMkLst>
            <pc:docMk/>
            <pc:sldMk cId="0" sldId="285"/>
            <ac:spMk id="32786" creationId="{B0D8F568-DA8E-4C89-9F0C-FB4360FEC3AE}"/>
          </ac:spMkLst>
        </pc:spChg>
        <pc:spChg chg="mod">
          <ac:chgData name="Margarit Meroyan" userId="630a6349-7c61-463e-804c-816773a1019c" providerId="ADAL" clId="{54C7B40A-5F09-43D3-A31C-57B1695FD671}" dt="2023-12-27T10:09:11.691" v="58" actId="207"/>
          <ac:spMkLst>
            <pc:docMk/>
            <pc:sldMk cId="0" sldId="285"/>
            <ac:spMk id="32791" creationId="{F6AAC087-EEBD-4B1F-961D-ABC45F0B8414}"/>
          </ac:spMkLst>
        </pc:spChg>
      </pc:sldChg>
      <pc:sldChg chg="modSp mod">
        <pc:chgData name="Margarit Meroyan" userId="630a6349-7c61-463e-804c-816773a1019c" providerId="ADAL" clId="{54C7B40A-5F09-43D3-A31C-57B1695FD671}" dt="2023-12-27T10:09:24.344" v="60" actId="207"/>
        <pc:sldMkLst>
          <pc:docMk/>
          <pc:sldMk cId="0" sldId="286"/>
        </pc:sldMkLst>
        <pc:graphicFrameChg chg="modGraphic">
          <ac:chgData name="Margarit Meroyan" userId="630a6349-7c61-463e-804c-816773a1019c" providerId="ADAL" clId="{54C7B40A-5F09-43D3-A31C-57B1695FD671}" dt="2023-12-27T10:09:18.626" v="59" actId="207"/>
          <ac:graphicFrameMkLst>
            <pc:docMk/>
            <pc:sldMk cId="0" sldId="286"/>
            <ac:graphicFrameMk id="16" creationId="{1AEFDAB1-08D1-42CB-94FC-832081DCAB6B}"/>
          </ac:graphicFrameMkLst>
        </pc:graphicFrameChg>
        <pc:graphicFrameChg chg="modGraphic">
          <ac:chgData name="Margarit Meroyan" userId="630a6349-7c61-463e-804c-816773a1019c" providerId="ADAL" clId="{54C7B40A-5F09-43D3-A31C-57B1695FD671}" dt="2023-12-27T10:09:24.344" v="60" actId="207"/>
          <ac:graphicFrameMkLst>
            <pc:docMk/>
            <pc:sldMk cId="0" sldId="286"/>
            <ac:graphicFrameMk id="40002" creationId="{30E41A17-38FC-483F-9EB5-1F8A2A92E221}"/>
          </ac:graphicFrameMkLst>
        </pc:graphicFrameChg>
      </pc:sldChg>
      <pc:sldChg chg="delSp modSp mod">
        <pc:chgData name="Margarit Meroyan" userId="630a6349-7c61-463e-804c-816773a1019c" providerId="ADAL" clId="{54C7B40A-5F09-43D3-A31C-57B1695FD671}" dt="2023-12-27T10:10:03.342" v="67" actId="207"/>
        <pc:sldMkLst>
          <pc:docMk/>
          <pc:sldMk cId="0" sldId="287"/>
        </pc:sldMkLst>
        <pc:spChg chg="del">
          <ac:chgData name="Margarit Meroyan" userId="630a6349-7c61-463e-804c-816773a1019c" providerId="ADAL" clId="{54C7B40A-5F09-43D3-A31C-57B1695FD671}" dt="2023-12-27T10:09:28.836" v="61" actId="478"/>
          <ac:spMkLst>
            <pc:docMk/>
            <pc:sldMk cId="0" sldId="287"/>
            <ac:spMk id="134" creationId="{E1D637DA-161B-4027-B72A-C7702F8B3285}"/>
          </ac:spMkLst>
        </pc:spChg>
        <pc:spChg chg="mod">
          <ac:chgData name="Margarit Meroyan" userId="630a6349-7c61-463e-804c-816773a1019c" providerId="ADAL" clId="{54C7B40A-5F09-43D3-A31C-57B1695FD671}" dt="2023-12-27T10:09:36.404" v="62" actId="207"/>
          <ac:spMkLst>
            <pc:docMk/>
            <pc:sldMk cId="0" sldId="287"/>
            <ac:spMk id="34839" creationId="{EE9EABBE-EA6D-4B41-9D00-06D14EE23B04}"/>
          </ac:spMkLst>
        </pc:spChg>
        <pc:spChg chg="mod">
          <ac:chgData name="Margarit Meroyan" userId="630a6349-7c61-463e-804c-816773a1019c" providerId="ADAL" clId="{54C7B40A-5F09-43D3-A31C-57B1695FD671}" dt="2023-12-27T10:09:36.404" v="62" actId="207"/>
          <ac:spMkLst>
            <pc:docMk/>
            <pc:sldMk cId="0" sldId="287"/>
            <ac:spMk id="34854" creationId="{FEFCB207-12D9-4338-B0FF-F84837175C88}"/>
          </ac:spMkLst>
        </pc:spChg>
        <pc:spChg chg="mod">
          <ac:chgData name="Margarit Meroyan" userId="630a6349-7c61-463e-804c-816773a1019c" providerId="ADAL" clId="{54C7B40A-5F09-43D3-A31C-57B1695FD671}" dt="2023-12-27T10:09:36.404" v="62" actId="207"/>
          <ac:spMkLst>
            <pc:docMk/>
            <pc:sldMk cId="0" sldId="287"/>
            <ac:spMk id="34855" creationId="{0BB2D399-F8BC-4C0A-AA6B-EEA74893BA9C}"/>
          </ac:spMkLst>
        </pc:spChg>
        <pc:spChg chg="mod">
          <ac:chgData name="Margarit Meroyan" userId="630a6349-7c61-463e-804c-816773a1019c" providerId="ADAL" clId="{54C7B40A-5F09-43D3-A31C-57B1695FD671}" dt="2023-12-27T10:09:36.404" v="62" actId="207"/>
          <ac:spMkLst>
            <pc:docMk/>
            <pc:sldMk cId="0" sldId="287"/>
            <ac:spMk id="34856" creationId="{54A54333-E801-4040-B06C-7EFD071EEC9F}"/>
          </ac:spMkLst>
        </pc:spChg>
        <pc:spChg chg="mod">
          <ac:chgData name="Margarit Meroyan" userId="630a6349-7c61-463e-804c-816773a1019c" providerId="ADAL" clId="{54C7B40A-5F09-43D3-A31C-57B1695FD671}" dt="2023-12-27T10:09:36.404" v="62" actId="207"/>
          <ac:spMkLst>
            <pc:docMk/>
            <pc:sldMk cId="0" sldId="287"/>
            <ac:spMk id="34857" creationId="{C690C25C-A78D-4FC3-BB2F-C18F39BEEA0E}"/>
          </ac:spMkLst>
        </pc:spChg>
        <pc:spChg chg="mod">
          <ac:chgData name="Margarit Meroyan" userId="630a6349-7c61-463e-804c-816773a1019c" providerId="ADAL" clId="{54C7B40A-5F09-43D3-A31C-57B1695FD671}" dt="2023-12-27T10:09:36.404" v="62" actId="207"/>
          <ac:spMkLst>
            <pc:docMk/>
            <pc:sldMk cId="0" sldId="287"/>
            <ac:spMk id="34858" creationId="{64B83060-45C7-4121-ADEE-C9A26B464E40}"/>
          </ac:spMkLst>
        </pc:spChg>
        <pc:spChg chg="mod">
          <ac:chgData name="Margarit Meroyan" userId="630a6349-7c61-463e-804c-816773a1019c" providerId="ADAL" clId="{54C7B40A-5F09-43D3-A31C-57B1695FD671}" dt="2023-12-27T10:09:36.404" v="62" actId="207"/>
          <ac:spMkLst>
            <pc:docMk/>
            <pc:sldMk cId="0" sldId="287"/>
            <ac:spMk id="34859" creationId="{72985B1D-B49A-4574-906E-7D5601ED8EF3}"/>
          </ac:spMkLst>
        </pc:spChg>
        <pc:spChg chg="mod">
          <ac:chgData name="Margarit Meroyan" userId="630a6349-7c61-463e-804c-816773a1019c" providerId="ADAL" clId="{54C7B40A-5F09-43D3-A31C-57B1695FD671}" dt="2023-12-27T10:09:36.404" v="62" actId="207"/>
          <ac:spMkLst>
            <pc:docMk/>
            <pc:sldMk cId="0" sldId="287"/>
            <ac:spMk id="34860" creationId="{97D58851-A561-4861-B1A3-B835E6701618}"/>
          </ac:spMkLst>
        </pc:spChg>
        <pc:spChg chg="mod">
          <ac:chgData name="Margarit Meroyan" userId="630a6349-7c61-463e-804c-816773a1019c" providerId="ADAL" clId="{54C7B40A-5F09-43D3-A31C-57B1695FD671}" dt="2023-12-27T10:09:36.404" v="62" actId="207"/>
          <ac:spMkLst>
            <pc:docMk/>
            <pc:sldMk cId="0" sldId="287"/>
            <ac:spMk id="34869" creationId="{E3208F15-0A1A-4F99-A38F-597C5BA0E8AE}"/>
          </ac:spMkLst>
        </pc:spChg>
        <pc:spChg chg="mod">
          <ac:chgData name="Margarit Meroyan" userId="630a6349-7c61-463e-804c-816773a1019c" providerId="ADAL" clId="{54C7B40A-5F09-43D3-A31C-57B1695FD671}" dt="2023-12-27T10:09:47.552" v="64" actId="207"/>
          <ac:spMkLst>
            <pc:docMk/>
            <pc:sldMk cId="0" sldId="287"/>
            <ac:spMk id="34911" creationId="{56D01441-EF4B-4DAC-9990-C4B7C6C62412}"/>
          </ac:spMkLst>
        </pc:spChg>
        <pc:spChg chg="mod">
          <ac:chgData name="Margarit Meroyan" userId="630a6349-7c61-463e-804c-816773a1019c" providerId="ADAL" clId="{54C7B40A-5F09-43D3-A31C-57B1695FD671}" dt="2023-12-27T10:09:47.552" v="64" actId="207"/>
          <ac:spMkLst>
            <pc:docMk/>
            <pc:sldMk cId="0" sldId="287"/>
            <ac:spMk id="34912" creationId="{798E9C37-F9F7-45BD-8438-1A9A28CAAC2C}"/>
          </ac:spMkLst>
        </pc:spChg>
        <pc:spChg chg="mod">
          <ac:chgData name="Margarit Meroyan" userId="630a6349-7c61-463e-804c-816773a1019c" providerId="ADAL" clId="{54C7B40A-5F09-43D3-A31C-57B1695FD671}" dt="2023-12-27T10:09:47.552" v="64" actId="207"/>
          <ac:spMkLst>
            <pc:docMk/>
            <pc:sldMk cId="0" sldId="287"/>
            <ac:spMk id="34913" creationId="{1A027CFE-CE84-4366-A135-07D1CBD66F81}"/>
          </ac:spMkLst>
        </pc:spChg>
        <pc:spChg chg="mod">
          <ac:chgData name="Margarit Meroyan" userId="630a6349-7c61-463e-804c-816773a1019c" providerId="ADAL" clId="{54C7B40A-5F09-43D3-A31C-57B1695FD671}" dt="2023-12-27T10:09:47.552" v="64" actId="207"/>
          <ac:spMkLst>
            <pc:docMk/>
            <pc:sldMk cId="0" sldId="287"/>
            <ac:spMk id="34914" creationId="{AAD9FEFF-BA5D-4DD9-8E6F-CF06629E3F93}"/>
          </ac:spMkLst>
        </pc:spChg>
        <pc:spChg chg="mod">
          <ac:chgData name="Margarit Meroyan" userId="630a6349-7c61-463e-804c-816773a1019c" providerId="ADAL" clId="{54C7B40A-5F09-43D3-A31C-57B1695FD671}" dt="2023-12-27T10:09:47.552" v="64" actId="207"/>
          <ac:spMkLst>
            <pc:docMk/>
            <pc:sldMk cId="0" sldId="287"/>
            <ac:spMk id="34915" creationId="{1FCF1015-8F8F-432C-886B-5D45A2B57DEF}"/>
          </ac:spMkLst>
        </pc:spChg>
        <pc:spChg chg="mod">
          <ac:chgData name="Margarit Meroyan" userId="630a6349-7c61-463e-804c-816773a1019c" providerId="ADAL" clId="{54C7B40A-5F09-43D3-A31C-57B1695FD671}" dt="2023-12-27T10:09:47.552" v="64" actId="207"/>
          <ac:spMkLst>
            <pc:docMk/>
            <pc:sldMk cId="0" sldId="287"/>
            <ac:spMk id="34916" creationId="{7526B0B6-46DF-45BF-8355-5A7D4B507A92}"/>
          </ac:spMkLst>
        </pc:spChg>
        <pc:spChg chg="mod">
          <ac:chgData name="Margarit Meroyan" userId="630a6349-7c61-463e-804c-816773a1019c" providerId="ADAL" clId="{54C7B40A-5F09-43D3-A31C-57B1695FD671}" dt="2023-12-27T10:09:47.552" v="64" actId="207"/>
          <ac:spMkLst>
            <pc:docMk/>
            <pc:sldMk cId="0" sldId="287"/>
            <ac:spMk id="34917" creationId="{1A12ADE1-9DD3-4259-B222-F795405B4C85}"/>
          </ac:spMkLst>
        </pc:spChg>
        <pc:spChg chg="mod">
          <ac:chgData name="Margarit Meroyan" userId="630a6349-7c61-463e-804c-816773a1019c" providerId="ADAL" clId="{54C7B40A-5F09-43D3-A31C-57B1695FD671}" dt="2023-12-27T10:09:47.552" v="64" actId="207"/>
          <ac:spMkLst>
            <pc:docMk/>
            <pc:sldMk cId="0" sldId="287"/>
            <ac:spMk id="34918" creationId="{C8AF093E-BF97-4F73-9104-F8B5EF9BFAAE}"/>
          </ac:spMkLst>
        </pc:spChg>
        <pc:spChg chg="mod">
          <ac:chgData name="Margarit Meroyan" userId="630a6349-7c61-463e-804c-816773a1019c" providerId="ADAL" clId="{54C7B40A-5F09-43D3-A31C-57B1695FD671}" dt="2023-12-27T10:09:55.587" v="65" actId="207"/>
          <ac:spMkLst>
            <pc:docMk/>
            <pc:sldMk cId="0" sldId="287"/>
            <ac:spMk id="34921" creationId="{0572540F-37A8-49FA-8FE0-E6E754668D6E}"/>
          </ac:spMkLst>
        </pc:spChg>
        <pc:spChg chg="mod">
          <ac:chgData name="Margarit Meroyan" userId="630a6349-7c61-463e-804c-816773a1019c" providerId="ADAL" clId="{54C7B40A-5F09-43D3-A31C-57B1695FD671}" dt="2023-12-27T10:09:55.587" v="65" actId="207"/>
          <ac:spMkLst>
            <pc:docMk/>
            <pc:sldMk cId="0" sldId="287"/>
            <ac:spMk id="34934" creationId="{58266115-C2B2-4604-9A26-7DA556918196}"/>
          </ac:spMkLst>
        </pc:spChg>
        <pc:spChg chg="mod">
          <ac:chgData name="Margarit Meroyan" userId="630a6349-7c61-463e-804c-816773a1019c" providerId="ADAL" clId="{54C7B40A-5F09-43D3-A31C-57B1695FD671}" dt="2023-12-27T10:09:55.587" v="65" actId="207"/>
          <ac:spMkLst>
            <pc:docMk/>
            <pc:sldMk cId="0" sldId="287"/>
            <ac:spMk id="34935" creationId="{4C0D6DE9-68DC-4905-84D4-8F9B3D83B1A5}"/>
          </ac:spMkLst>
        </pc:spChg>
        <pc:spChg chg="mod">
          <ac:chgData name="Margarit Meroyan" userId="630a6349-7c61-463e-804c-816773a1019c" providerId="ADAL" clId="{54C7B40A-5F09-43D3-A31C-57B1695FD671}" dt="2023-12-27T10:09:55.587" v="65" actId="207"/>
          <ac:spMkLst>
            <pc:docMk/>
            <pc:sldMk cId="0" sldId="287"/>
            <ac:spMk id="34936" creationId="{DBB18A82-D52B-4BB1-BC0A-C67CD6BA1207}"/>
          </ac:spMkLst>
        </pc:spChg>
        <pc:spChg chg="mod">
          <ac:chgData name="Margarit Meroyan" userId="630a6349-7c61-463e-804c-816773a1019c" providerId="ADAL" clId="{54C7B40A-5F09-43D3-A31C-57B1695FD671}" dt="2023-12-27T10:09:55.587" v="65" actId="207"/>
          <ac:spMkLst>
            <pc:docMk/>
            <pc:sldMk cId="0" sldId="287"/>
            <ac:spMk id="34937" creationId="{5C7B19EC-8B49-4BB1-B3BC-AB7BCD0B50AA}"/>
          </ac:spMkLst>
        </pc:spChg>
        <pc:spChg chg="mod">
          <ac:chgData name="Margarit Meroyan" userId="630a6349-7c61-463e-804c-816773a1019c" providerId="ADAL" clId="{54C7B40A-5F09-43D3-A31C-57B1695FD671}" dt="2023-12-27T10:09:58.855" v="66" actId="207"/>
          <ac:spMkLst>
            <pc:docMk/>
            <pc:sldMk cId="0" sldId="287"/>
            <ac:spMk id="34938" creationId="{D87D78A2-7A2A-4E1C-80B0-3F8BF968E5F3}"/>
          </ac:spMkLst>
        </pc:spChg>
        <pc:spChg chg="mod">
          <ac:chgData name="Margarit Meroyan" userId="630a6349-7c61-463e-804c-816773a1019c" providerId="ADAL" clId="{54C7B40A-5F09-43D3-A31C-57B1695FD671}" dt="2023-12-27T10:09:55.587" v="65" actId="207"/>
          <ac:spMkLst>
            <pc:docMk/>
            <pc:sldMk cId="0" sldId="287"/>
            <ac:spMk id="34939" creationId="{7B283565-E41B-46C9-8926-4F7ED23BCFD0}"/>
          </ac:spMkLst>
        </pc:spChg>
        <pc:spChg chg="mod">
          <ac:chgData name="Margarit Meroyan" userId="630a6349-7c61-463e-804c-816773a1019c" providerId="ADAL" clId="{54C7B40A-5F09-43D3-A31C-57B1695FD671}" dt="2023-12-27T10:09:55.587" v="65" actId="207"/>
          <ac:spMkLst>
            <pc:docMk/>
            <pc:sldMk cId="0" sldId="287"/>
            <ac:spMk id="34940" creationId="{48E57769-7854-4629-98E4-4300BA4D47C8}"/>
          </ac:spMkLst>
        </pc:spChg>
        <pc:spChg chg="mod">
          <ac:chgData name="Margarit Meroyan" userId="630a6349-7c61-463e-804c-816773a1019c" providerId="ADAL" clId="{54C7B40A-5F09-43D3-A31C-57B1695FD671}" dt="2023-12-27T10:09:55.587" v="65" actId="207"/>
          <ac:spMkLst>
            <pc:docMk/>
            <pc:sldMk cId="0" sldId="287"/>
            <ac:spMk id="34941" creationId="{681390F7-BECC-456F-9026-844A19E1A17B}"/>
          </ac:spMkLst>
        </pc:spChg>
        <pc:spChg chg="mod">
          <ac:chgData name="Margarit Meroyan" userId="630a6349-7c61-463e-804c-816773a1019c" providerId="ADAL" clId="{54C7B40A-5F09-43D3-A31C-57B1695FD671}" dt="2023-12-27T10:09:55.587" v="65" actId="207"/>
          <ac:spMkLst>
            <pc:docMk/>
            <pc:sldMk cId="0" sldId="287"/>
            <ac:spMk id="34943" creationId="{095FF9BC-E699-40CF-9C8F-77A8C4C1C9C3}"/>
          </ac:spMkLst>
        </pc:spChg>
        <pc:graphicFrameChg chg="modGraphic">
          <ac:chgData name="Margarit Meroyan" userId="630a6349-7c61-463e-804c-816773a1019c" providerId="ADAL" clId="{54C7B40A-5F09-43D3-A31C-57B1695FD671}" dt="2023-12-27T10:10:03.342" v="67" actId="207"/>
          <ac:graphicFrameMkLst>
            <pc:docMk/>
            <pc:sldMk cId="0" sldId="287"/>
            <ac:graphicFrameMk id="34971" creationId="{0ACF4C05-1A54-4DF9-80D8-0FC0B9039B8B}"/>
          </ac:graphicFrameMkLst>
        </pc:graphicFrameChg>
      </pc:sldChg>
      <pc:sldChg chg="modSp mod">
        <pc:chgData name="Margarit Meroyan" userId="630a6349-7c61-463e-804c-816773a1019c" providerId="ADAL" clId="{54C7B40A-5F09-43D3-A31C-57B1695FD671}" dt="2023-12-27T10:10:27.615" v="72" actId="207"/>
        <pc:sldMkLst>
          <pc:docMk/>
          <pc:sldMk cId="0" sldId="289"/>
        </pc:sldMkLst>
        <pc:spChg chg="mod">
          <ac:chgData name="Margarit Meroyan" userId="630a6349-7c61-463e-804c-816773a1019c" providerId="ADAL" clId="{54C7B40A-5F09-43D3-A31C-57B1695FD671}" dt="2023-12-27T10:10:23.022" v="71" actId="207"/>
          <ac:spMkLst>
            <pc:docMk/>
            <pc:sldMk cId="0" sldId="289"/>
            <ac:spMk id="36896" creationId="{760B0F07-BB6E-4DE1-9B4F-B22CD5EC4111}"/>
          </ac:spMkLst>
        </pc:spChg>
        <pc:spChg chg="mod">
          <ac:chgData name="Margarit Meroyan" userId="630a6349-7c61-463e-804c-816773a1019c" providerId="ADAL" clId="{54C7B40A-5F09-43D3-A31C-57B1695FD671}" dt="2023-12-27T10:10:23.022" v="71" actId="207"/>
          <ac:spMkLst>
            <pc:docMk/>
            <pc:sldMk cId="0" sldId="289"/>
            <ac:spMk id="36897" creationId="{36A029DD-7B35-49DF-97D4-B77D384A7823}"/>
          </ac:spMkLst>
        </pc:spChg>
        <pc:spChg chg="mod">
          <ac:chgData name="Margarit Meroyan" userId="630a6349-7c61-463e-804c-816773a1019c" providerId="ADAL" clId="{54C7B40A-5F09-43D3-A31C-57B1695FD671}" dt="2023-12-27T10:10:23.022" v="71" actId="207"/>
          <ac:spMkLst>
            <pc:docMk/>
            <pc:sldMk cId="0" sldId="289"/>
            <ac:spMk id="36898" creationId="{F2342FBD-25FD-408C-B93E-4AA37652BB0A}"/>
          </ac:spMkLst>
        </pc:spChg>
        <pc:spChg chg="mod">
          <ac:chgData name="Margarit Meroyan" userId="630a6349-7c61-463e-804c-816773a1019c" providerId="ADAL" clId="{54C7B40A-5F09-43D3-A31C-57B1695FD671}" dt="2023-12-27T10:10:23.022" v="71" actId="207"/>
          <ac:spMkLst>
            <pc:docMk/>
            <pc:sldMk cId="0" sldId="289"/>
            <ac:spMk id="36899" creationId="{BD6DA606-B649-4E59-B3ED-2A2E5466B75E}"/>
          </ac:spMkLst>
        </pc:spChg>
        <pc:spChg chg="mod">
          <ac:chgData name="Margarit Meroyan" userId="630a6349-7c61-463e-804c-816773a1019c" providerId="ADAL" clId="{54C7B40A-5F09-43D3-A31C-57B1695FD671}" dt="2023-12-27T10:10:27.615" v="72" actId="207"/>
          <ac:spMkLst>
            <pc:docMk/>
            <pc:sldMk cId="0" sldId="289"/>
            <ac:spMk id="36900" creationId="{0AED5A8B-ECCF-4E72-8416-6113493A45FA}"/>
          </ac:spMkLst>
        </pc:spChg>
        <pc:spChg chg="mod">
          <ac:chgData name="Margarit Meroyan" userId="630a6349-7c61-463e-804c-816773a1019c" providerId="ADAL" clId="{54C7B40A-5F09-43D3-A31C-57B1695FD671}" dt="2023-12-27T10:10:27.615" v="72" actId="207"/>
          <ac:spMkLst>
            <pc:docMk/>
            <pc:sldMk cId="0" sldId="289"/>
            <ac:spMk id="36901" creationId="{36A9E964-E0B6-4958-A322-2EB746DEF1C5}"/>
          </ac:spMkLst>
        </pc:spChg>
        <pc:spChg chg="mod">
          <ac:chgData name="Margarit Meroyan" userId="630a6349-7c61-463e-804c-816773a1019c" providerId="ADAL" clId="{54C7B40A-5F09-43D3-A31C-57B1695FD671}" dt="2023-12-27T10:10:27.615" v="72" actId="207"/>
          <ac:spMkLst>
            <pc:docMk/>
            <pc:sldMk cId="0" sldId="289"/>
            <ac:spMk id="36902" creationId="{362C3C83-10BC-410A-BB62-3DD74A6209E9}"/>
          </ac:spMkLst>
        </pc:spChg>
        <pc:spChg chg="mod">
          <ac:chgData name="Margarit Meroyan" userId="630a6349-7c61-463e-804c-816773a1019c" providerId="ADAL" clId="{54C7B40A-5F09-43D3-A31C-57B1695FD671}" dt="2023-12-27T10:10:27.615" v="72" actId="207"/>
          <ac:spMkLst>
            <pc:docMk/>
            <pc:sldMk cId="0" sldId="289"/>
            <ac:spMk id="36903" creationId="{C043FA18-DE98-419F-84C3-98D5DCF74FFF}"/>
          </ac:spMkLst>
        </pc:spChg>
        <pc:spChg chg="mod">
          <ac:chgData name="Margarit Meroyan" userId="630a6349-7c61-463e-804c-816773a1019c" providerId="ADAL" clId="{54C7B40A-5F09-43D3-A31C-57B1695FD671}" dt="2023-12-27T10:10:13.110" v="68" actId="207"/>
          <ac:spMkLst>
            <pc:docMk/>
            <pc:sldMk cId="0" sldId="289"/>
            <ac:spMk id="36922" creationId="{E039A8A0-2482-4A8F-981C-A5873F9D7ED3}"/>
          </ac:spMkLst>
        </pc:spChg>
        <pc:spChg chg="mod">
          <ac:chgData name="Margarit Meroyan" userId="630a6349-7c61-463e-804c-816773a1019c" providerId="ADAL" clId="{54C7B40A-5F09-43D3-A31C-57B1695FD671}" dt="2023-12-27T10:10:13.110" v="68" actId="207"/>
          <ac:spMkLst>
            <pc:docMk/>
            <pc:sldMk cId="0" sldId="289"/>
            <ac:spMk id="36923" creationId="{60853D39-8126-4F0B-8C12-85CC21683C8E}"/>
          </ac:spMkLst>
        </pc:spChg>
        <pc:spChg chg="mod">
          <ac:chgData name="Margarit Meroyan" userId="630a6349-7c61-463e-804c-816773a1019c" providerId="ADAL" clId="{54C7B40A-5F09-43D3-A31C-57B1695FD671}" dt="2023-12-27T10:10:13.110" v="68" actId="207"/>
          <ac:spMkLst>
            <pc:docMk/>
            <pc:sldMk cId="0" sldId="289"/>
            <ac:spMk id="36924" creationId="{5757B9F2-143A-42FE-A28B-CA78C4D1B117}"/>
          </ac:spMkLst>
        </pc:spChg>
        <pc:spChg chg="mod">
          <ac:chgData name="Margarit Meroyan" userId="630a6349-7c61-463e-804c-816773a1019c" providerId="ADAL" clId="{54C7B40A-5F09-43D3-A31C-57B1695FD671}" dt="2023-12-27T10:10:13.110" v="68" actId="207"/>
          <ac:spMkLst>
            <pc:docMk/>
            <pc:sldMk cId="0" sldId="289"/>
            <ac:spMk id="36925" creationId="{3834379A-FB00-41D0-BFE0-25014A7F900D}"/>
          </ac:spMkLst>
        </pc:spChg>
        <pc:spChg chg="mod">
          <ac:chgData name="Margarit Meroyan" userId="630a6349-7c61-463e-804c-816773a1019c" providerId="ADAL" clId="{54C7B40A-5F09-43D3-A31C-57B1695FD671}" dt="2023-12-27T10:10:18.745" v="69" actId="207"/>
          <ac:spMkLst>
            <pc:docMk/>
            <pc:sldMk cId="0" sldId="289"/>
            <ac:spMk id="36926" creationId="{D59A2A8C-FFFA-4D53-BA37-7E65EA5B921D}"/>
          </ac:spMkLst>
        </pc:spChg>
        <pc:spChg chg="mod">
          <ac:chgData name="Margarit Meroyan" userId="630a6349-7c61-463e-804c-816773a1019c" providerId="ADAL" clId="{54C7B40A-5F09-43D3-A31C-57B1695FD671}" dt="2023-12-27T10:10:13.110" v="68" actId="207"/>
          <ac:spMkLst>
            <pc:docMk/>
            <pc:sldMk cId="0" sldId="289"/>
            <ac:spMk id="36927" creationId="{24D6904D-97F7-4A50-92C1-CA3A88BBE7B8}"/>
          </ac:spMkLst>
        </pc:spChg>
        <pc:spChg chg="mod">
          <ac:chgData name="Margarit Meroyan" userId="630a6349-7c61-463e-804c-816773a1019c" providerId="ADAL" clId="{54C7B40A-5F09-43D3-A31C-57B1695FD671}" dt="2023-12-27T10:10:13.110" v="68" actId="207"/>
          <ac:spMkLst>
            <pc:docMk/>
            <pc:sldMk cId="0" sldId="289"/>
            <ac:spMk id="36928" creationId="{A3E092BA-B74C-4F6F-8289-E3087C30E3F6}"/>
          </ac:spMkLst>
        </pc:spChg>
        <pc:spChg chg="mod">
          <ac:chgData name="Margarit Meroyan" userId="630a6349-7c61-463e-804c-816773a1019c" providerId="ADAL" clId="{54C7B40A-5F09-43D3-A31C-57B1695FD671}" dt="2023-12-27T10:10:13.110" v="68" actId="207"/>
          <ac:spMkLst>
            <pc:docMk/>
            <pc:sldMk cId="0" sldId="289"/>
            <ac:spMk id="36929" creationId="{42C55BA3-BEA8-4B99-B8F9-1C8F9524C221}"/>
          </ac:spMkLst>
        </pc:spChg>
        <pc:spChg chg="mod">
          <ac:chgData name="Margarit Meroyan" userId="630a6349-7c61-463e-804c-816773a1019c" providerId="ADAL" clId="{54C7B40A-5F09-43D3-A31C-57B1695FD671}" dt="2023-12-27T10:10:13.110" v="68" actId="207"/>
          <ac:spMkLst>
            <pc:docMk/>
            <pc:sldMk cId="0" sldId="289"/>
            <ac:spMk id="36931" creationId="{576A059D-01DD-4DEC-A4D8-F4DEA87FD39F}"/>
          </ac:spMkLst>
        </pc:spChg>
      </pc:sldChg>
      <pc:sldChg chg="modSp mod">
        <pc:chgData name="Margarit Meroyan" userId="630a6349-7c61-463e-804c-816773a1019c" providerId="ADAL" clId="{54C7B40A-5F09-43D3-A31C-57B1695FD671}" dt="2023-12-27T10:13:21.343" v="127" actId="1037"/>
        <pc:sldMkLst>
          <pc:docMk/>
          <pc:sldMk cId="0" sldId="292"/>
        </pc:sldMkLst>
        <pc:spChg chg="mod">
          <ac:chgData name="Margarit Meroyan" userId="630a6349-7c61-463e-804c-816773a1019c" providerId="ADAL" clId="{54C7B40A-5F09-43D3-A31C-57B1695FD671}" dt="2023-12-27T10:12:59.048" v="110" actId="207"/>
          <ac:spMkLst>
            <pc:docMk/>
            <pc:sldMk cId="0" sldId="292"/>
            <ac:spMk id="2" creationId="{ACB5A89A-AFF4-418B-AB3B-C5D8CAE796E5}"/>
          </ac:spMkLst>
        </pc:spChg>
        <pc:spChg chg="mod">
          <ac:chgData name="Margarit Meroyan" userId="630a6349-7c61-463e-804c-816773a1019c" providerId="ADAL" clId="{54C7B40A-5F09-43D3-A31C-57B1695FD671}" dt="2023-12-27T10:13:04.163" v="113" actId="207"/>
          <ac:spMkLst>
            <pc:docMk/>
            <pc:sldMk cId="0" sldId="292"/>
            <ac:spMk id="3" creationId="{0C18CE51-EAA2-4FD9-94EE-0D20D1F2835D}"/>
          </ac:spMkLst>
        </pc:spChg>
        <pc:spChg chg="mod">
          <ac:chgData name="Margarit Meroyan" userId="630a6349-7c61-463e-804c-816773a1019c" providerId="ADAL" clId="{54C7B40A-5F09-43D3-A31C-57B1695FD671}" dt="2023-12-27T10:12:59.048" v="110" actId="207"/>
          <ac:spMkLst>
            <pc:docMk/>
            <pc:sldMk cId="0" sldId="292"/>
            <ac:spMk id="39942" creationId="{C42B6FC1-BD3F-4767-A3FD-EE1E1434B5FC}"/>
          </ac:spMkLst>
        </pc:spChg>
        <pc:spChg chg="mod">
          <ac:chgData name="Margarit Meroyan" userId="630a6349-7c61-463e-804c-816773a1019c" providerId="ADAL" clId="{54C7B40A-5F09-43D3-A31C-57B1695FD671}" dt="2023-12-27T10:12:59.048" v="110" actId="207"/>
          <ac:spMkLst>
            <pc:docMk/>
            <pc:sldMk cId="0" sldId="292"/>
            <ac:spMk id="39943" creationId="{1B69299D-CC81-4BAD-A74B-C6DBA35D5C1A}"/>
          </ac:spMkLst>
        </pc:spChg>
        <pc:spChg chg="mod">
          <ac:chgData name="Margarit Meroyan" userId="630a6349-7c61-463e-804c-816773a1019c" providerId="ADAL" clId="{54C7B40A-5F09-43D3-A31C-57B1695FD671}" dt="2023-12-27T10:12:59.048" v="110" actId="207"/>
          <ac:spMkLst>
            <pc:docMk/>
            <pc:sldMk cId="0" sldId="292"/>
            <ac:spMk id="39944" creationId="{499C6883-4799-4327-A979-1E8340DF13BE}"/>
          </ac:spMkLst>
        </pc:spChg>
        <pc:spChg chg="mod">
          <ac:chgData name="Margarit Meroyan" userId="630a6349-7c61-463e-804c-816773a1019c" providerId="ADAL" clId="{54C7B40A-5F09-43D3-A31C-57B1695FD671}" dt="2023-12-27T10:12:59.048" v="110" actId="207"/>
          <ac:spMkLst>
            <pc:docMk/>
            <pc:sldMk cId="0" sldId="292"/>
            <ac:spMk id="39945" creationId="{B36E6E87-CCC9-48DD-941B-A5F1800243BD}"/>
          </ac:spMkLst>
        </pc:spChg>
        <pc:spChg chg="mod">
          <ac:chgData name="Margarit Meroyan" userId="630a6349-7c61-463e-804c-816773a1019c" providerId="ADAL" clId="{54C7B40A-5F09-43D3-A31C-57B1695FD671}" dt="2023-12-27T10:12:59.048" v="110" actId="207"/>
          <ac:spMkLst>
            <pc:docMk/>
            <pc:sldMk cId="0" sldId="292"/>
            <ac:spMk id="39946" creationId="{D513F350-2B2C-4876-9D01-A453B689C8A9}"/>
          </ac:spMkLst>
        </pc:spChg>
        <pc:spChg chg="mod">
          <ac:chgData name="Margarit Meroyan" userId="630a6349-7c61-463e-804c-816773a1019c" providerId="ADAL" clId="{54C7B40A-5F09-43D3-A31C-57B1695FD671}" dt="2023-12-27T10:13:21.343" v="127" actId="1037"/>
          <ac:spMkLst>
            <pc:docMk/>
            <pc:sldMk cId="0" sldId="292"/>
            <ac:spMk id="39947" creationId="{4E15821C-A17D-402B-962F-523302B1FD02}"/>
          </ac:spMkLst>
        </pc:spChg>
        <pc:spChg chg="mod">
          <ac:chgData name="Margarit Meroyan" userId="630a6349-7c61-463e-804c-816773a1019c" providerId="ADAL" clId="{54C7B40A-5F09-43D3-A31C-57B1695FD671}" dt="2023-12-27T10:12:59.048" v="110" actId="207"/>
          <ac:spMkLst>
            <pc:docMk/>
            <pc:sldMk cId="0" sldId="292"/>
            <ac:spMk id="39948" creationId="{CEE3EE98-C1AF-445B-AEF0-386B76F18394}"/>
          </ac:spMkLst>
        </pc:spChg>
        <pc:spChg chg="mod">
          <ac:chgData name="Margarit Meroyan" userId="630a6349-7c61-463e-804c-816773a1019c" providerId="ADAL" clId="{54C7B40A-5F09-43D3-A31C-57B1695FD671}" dt="2023-12-27T10:12:59.048" v="110" actId="207"/>
          <ac:spMkLst>
            <pc:docMk/>
            <pc:sldMk cId="0" sldId="292"/>
            <ac:spMk id="39949" creationId="{1F8742A4-CD1B-481E-9C91-6F9C2DCA3230}"/>
          </ac:spMkLst>
        </pc:spChg>
        <pc:spChg chg="mod">
          <ac:chgData name="Margarit Meroyan" userId="630a6349-7c61-463e-804c-816773a1019c" providerId="ADAL" clId="{54C7B40A-5F09-43D3-A31C-57B1695FD671}" dt="2023-12-27T10:12:59.048" v="110" actId="207"/>
          <ac:spMkLst>
            <pc:docMk/>
            <pc:sldMk cId="0" sldId="292"/>
            <ac:spMk id="39950" creationId="{F33D598C-A066-4C9B-8AEB-81FEF833F10C}"/>
          </ac:spMkLst>
        </pc:spChg>
        <pc:spChg chg="mod">
          <ac:chgData name="Margarit Meroyan" userId="630a6349-7c61-463e-804c-816773a1019c" providerId="ADAL" clId="{54C7B40A-5F09-43D3-A31C-57B1695FD671}" dt="2023-12-27T10:12:59.048" v="110" actId="207"/>
          <ac:spMkLst>
            <pc:docMk/>
            <pc:sldMk cId="0" sldId="292"/>
            <ac:spMk id="39951" creationId="{A75A0DE3-7EB3-4A9D-B265-93702B23D5EE}"/>
          </ac:spMkLst>
        </pc:spChg>
        <pc:spChg chg="mod">
          <ac:chgData name="Margarit Meroyan" userId="630a6349-7c61-463e-804c-816773a1019c" providerId="ADAL" clId="{54C7B40A-5F09-43D3-A31C-57B1695FD671}" dt="2023-12-27T10:12:59.048" v="110" actId="207"/>
          <ac:spMkLst>
            <pc:docMk/>
            <pc:sldMk cId="0" sldId="292"/>
            <ac:spMk id="39952" creationId="{2A633BE7-34AA-4937-B8A1-96FF6030DD43}"/>
          </ac:spMkLst>
        </pc:spChg>
        <pc:spChg chg="mod">
          <ac:chgData name="Margarit Meroyan" userId="630a6349-7c61-463e-804c-816773a1019c" providerId="ADAL" clId="{54C7B40A-5F09-43D3-A31C-57B1695FD671}" dt="2023-12-27T10:12:59.048" v="110" actId="207"/>
          <ac:spMkLst>
            <pc:docMk/>
            <pc:sldMk cId="0" sldId="292"/>
            <ac:spMk id="39953" creationId="{56EFD8DD-BB68-446F-90FD-DE3E276BF005}"/>
          </ac:spMkLst>
        </pc:spChg>
        <pc:spChg chg="mod">
          <ac:chgData name="Margarit Meroyan" userId="630a6349-7c61-463e-804c-816773a1019c" providerId="ADAL" clId="{54C7B40A-5F09-43D3-A31C-57B1695FD671}" dt="2023-12-27T10:13:12.666" v="116" actId="207"/>
          <ac:spMkLst>
            <pc:docMk/>
            <pc:sldMk cId="0" sldId="292"/>
            <ac:spMk id="39954" creationId="{B1FEA19D-1145-43C4-BCFB-7199257E3857}"/>
          </ac:spMkLst>
        </pc:spChg>
        <pc:spChg chg="mod">
          <ac:chgData name="Margarit Meroyan" userId="630a6349-7c61-463e-804c-816773a1019c" providerId="ADAL" clId="{54C7B40A-5F09-43D3-A31C-57B1695FD671}" dt="2023-12-27T10:13:04.163" v="113" actId="207"/>
          <ac:spMkLst>
            <pc:docMk/>
            <pc:sldMk cId="0" sldId="292"/>
            <ac:spMk id="39955" creationId="{7B60103D-210B-4329-A789-D47775147847}"/>
          </ac:spMkLst>
        </pc:spChg>
        <pc:spChg chg="mod">
          <ac:chgData name="Margarit Meroyan" userId="630a6349-7c61-463e-804c-816773a1019c" providerId="ADAL" clId="{54C7B40A-5F09-43D3-A31C-57B1695FD671}" dt="2023-12-27T10:13:12.666" v="116" actId="207"/>
          <ac:spMkLst>
            <pc:docMk/>
            <pc:sldMk cId="0" sldId="292"/>
            <ac:spMk id="39956" creationId="{8376D151-8351-437E-BA1F-798FB4FCF681}"/>
          </ac:spMkLst>
        </pc:spChg>
        <pc:spChg chg="mod">
          <ac:chgData name="Margarit Meroyan" userId="630a6349-7c61-463e-804c-816773a1019c" providerId="ADAL" clId="{54C7B40A-5F09-43D3-A31C-57B1695FD671}" dt="2023-12-27T10:13:12.666" v="116" actId="207"/>
          <ac:spMkLst>
            <pc:docMk/>
            <pc:sldMk cId="0" sldId="292"/>
            <ac:spMk id="39957" creationId="{9338AD52-5F88-4908-87E9-BAE8B031B704}"/>
          </ac:spMkLst>
        </pc:spChg>
        <pc:spChg chg="mod">
          <ac:chgData name="Margarit Meroyan" userId="630a6349-7c61-463e-804c-816773a1019c" providerId="ADAL" clId="{54C7B40A-5F09-43D3-A31C-57B1695FD671}" dt="2023-12-27T10:13:12.666" v="116" actId="207"/>
          <ac:spMkLst>
            <pc:docMk/>
            <pc:sldMk cId="0" sldId="292"/>
            <ac:spMk id="39958" creationId="{067A1A77-B2D1-4FA9-865D-256C8FE58E41}"/>
          </ac:spMkLst>
        </pc:spChg>
        <pc:spChg chg="mod">
          <ac:chgData name="Margarit Meroyan" userId="630a6349-7c61-463e-804c-816773a1019c" providerId="ADAL" clId="{54C7B40A-5F09-43D3-A31C-57B1695FD671}" dt="2023-12-27T10:13:04.163" v="113" actId="207"/>
          <ac:spMkLst>
            <pc:docMk/>
            <pc:sldMk cId="0" sldId="292"/>
            <ac:spMk id="39959" creationId="{254B036A-BC94-4028-AA80-84F1B2A8E58F}"/>
          </ac:spMkLst>
        </pc:spChg>
        <pc:spChg chg="mod">
          <ac:chgData name="Margarit Meroyan" userId="630a6349-7c61-463e-804c-816773a1019c" providerId="ADAL" clId="{54C7B40A-5F09-43D3-A31C-57B1695FD671}" dt="2023-12-27T10:13:12.666" v="116" actId="207"/>
          <ac:spMkLst>
            <pc:docMk/>
            <pc:sldMk cId="0" sldId="292"/>
            <ac:spMk id="39960" creationId="{1DE1EF55-50CB-42E5-B983-8515B3288199}"/>
          </ac:spMkLst>
        </pc:spChg>
        <pc:spChg chg="mod">
          <ac:chgData name="Margarit Meroyan" userId="630a6349-7c61-463e-804c-816773a1019c" providerId="ADAL" clId="{54C7B40A-5F09-43D3-A31C-57B1695FD671}" dt="2023-12-27T10:13:12.666" v="116" actId="207"/>
          <ac:spMkLst>
            <pc:docMk/>
            <pc:sldMk cId="0" sldId="292"/>
            <ac:spMk id="39961" creationId="{6245D3BC-B2F7-47A9-90FD-4E11C869809D}"/>
          </ac:spMkLst>
        </pc:spChg>
        <pc:spChg chg="mod">
          <ac:chgData name="Margarit Meroyan" userId="630a6349-7c61-463e-804c-816773a1019c" providerId="ADAL" clId="{54C7B40A-5F09-43D3-A31C-57B1695FD671}" dt="2023-12-27T10:12:59.048" v="110" actId="207"/>
          <ac:spMkLst>
            <pc:docMk/>
            <pc:sldMk cId="0" sldId="292"/>
            <ac:spMk id="39962" creationId="{FCBFDE36-724F-4501-9C17-EC9F92B020B8}"/>
          </ac:spMkLst>
        </pc:spChg>
        <pc:spChg chg="mod">
          <ac:chgData name="Margarit Meroyan" userId="630a6349-7c61-463e-804c-816773a1019c" providerId="ADAL" clId="{54C7B40A-5F09-43D3-A31C-57B1695FD671}" dt="2023-12-27T10:12:59.048" v="110" actId="207"/>
          <ac:spMkLst>
            <pc:docMk/>
            <pc:sldMk cId="0" sldId="292"/>
            <ac:spMk id="39963" creationId="{D44AC2B1-E13A-4DBA-BFED-0E67D80AB9F9}"/>
          </ac:spMkLst>
        </pc:spChg>
        <pc:spChg chg="mod">
          <ac:chgData name="Margarit Meroyan" userId="630a6349-7c61-463e-804c-816773a1019c" providerId="ADAL" clId="{54C7B40A-5F09-43D3-A31C-57B1695FD671}" dt="2023-12-27T10:13:07.758" v="115" actId="207"/>
          <ac:spMkLst>
            <pc:docMk/>
            <pc:sldMk cId="0" sldId="292"/>
            <ac:spMk id="39964" creationId="{0D4A248A-A52A-46BB-82CE-85EA5CD534DE}"/>
          </ac:spMkLst>
        </pc:spChg>
        <pc:spChg chg="mod">
          <ac:chgData name="Margarit Meroyan" userId="630a6349-7c61-463e-804c-816773a1019c" providerId="ADAL" clId="{54C7B40A-5F09-43D3-A31C-57B1695FD671}" dt="2023-12-27T10:12:59.048" v="110" actId="207"/>
          <ac:spMkLst>
            <pc:docMk/>
            <pc:sldMk cId="0" sldId="292"/>
            <ac:spMk id="39965" creationId="{2CD5D803-C89A-4FFF-BAF1-2E188A064880}"/>
          </ac:spMkLst>
        </pc:spChg>
        <pc:spChg chg="mod">
          <ac:chgData name="Margarit Meroyan" userId="630a6349-7c61-463e-804c-816773a1019c" providerId="ADAL" clId="{54C7B40A-5F09-43D3-A31C-57B1695FD671}" dt="2023-12-27T10:12:59.048" v="110" actId="207"/>
          <ac:spMkLst>
            <pc:docMk/>
            <pc:sldMk cId="0" sldId="292"/>
            <ac:spMk id="39966" creationId="{AE35C18C-59CF-438C-9394-163F9021F139}"/>
          </ac:spMkLst>
        </pc:spChg>
        <pc:grpChg chg="mod">
          <ac:chgData name="Margarit Meroyan" userId="630a6349-7c61-463e-804c-816773a1019c" providerId="ADAL" clId="{54C7B40A-5F09-43D3-A31C-57B1695FD671}" dt="2023-12-27T10:13:17.876" v="118" actId="14100"/>
          <ac:grpSpMkLst>
            <pc:docMk/>
            <pc:sldMk cId="0" sldId="292"/>
            <ac:grpSpMk id="58372" creationId="{214A6150-BD5F-2EB1-6108-11A29F7EBDAF}"/>
          </ac:grpSpMkLst>
        </pc:grpChg>
      </pc:sldChg>
      <pc:sldChg chg="modSp mod">
        <pc:chgData name="Margarit Meroyan" userId="630a6349-7c61-463e-804c-816773a1019c" providerId="ADAL" clId="{54C7B40A-5F09-43D3-A31C-57B1695FD671}" dt="2023-12-27T10:13:49.918" v="133" actId="207"/>
        <pc:sldMkLst>
          <pc:docMk/>
          <pc:sldMk cId="0" sldId="300"/>
        </pc:sldMkLst>
        <pc:graphicFrameChg chg="mod modGraphic">
          <ac:chgData name="Margarit Meroyan" userId="630a6349-7c61-463e-804c-816773a1019c" providerId="ADAL" clId="{54C7B40A-5F09-43D3-A31C-57B1695FD671}" dt="2023-12-27T10:13:49.918" v="133" actId="207"/>
          <ac:graphicFrameMkLst>
            <pc:docMk/>
            <pc:sldMk cId="0" sldId="300"/>
            <ac:graphicFrameMk id="7" creationId="{1796331D-D47D-4408-AB9C-C125FC0AD8D9}"/>
          </ac:graphicFrameMkLst>
        </pc:graphicFrameChg>
      </pc:sldChg>
      <pc:sldChg chg="modSp mod">
        <pc:chgData name="Margarit Meroyan" userId="630a6349-7c61-463e-804c-816773a1019c" providerId="ADAL" clId="{54C7B40A-5F09-43D3-A31C-57B1695FD671}" dt="2023-12-27T10:14:19.225" v="138" actId="207"/>
        <pc:sldMkLst>
          <pc:docMk/>
          <pc:sldMk cId="0" sldId="313"/>
        </pc:sldMkLst>
        <pc:spChg chg="mod">
          <ac:chgData name="Margarit Meroyan" userId="630a6349-7c61-463e-804c-816773a1019c" providerId="ADAL" clId="{54C7B40A-5F09-43D3-A31C-57B1695FD671}" dt="2023-12-27T10:14:13.609" v="136" actId="207"/>
          <ac:spMkLst>
            <pc:docMk/>
            <pc:sldMk cId="0" sldId="313"/>
            <ac:spMk id="83975" creationId="{21897325-2018-6C1B-0864-B5EEB95AC2EA}"/>
          </ac:spMkLst>
        </pc:spChg>
        <pc:spChg chg="mod">
          <ac:chgData name="Margarit Meroyan" userId="630a6349-7c61-463e-804c-816773a1019c" providerId="ADAL" clId="{54C7B40A-5F09-43D3-A31C-57B1695FD671}" dt="2023-12-27T10:14:16.290" v="137" actId="207"/>
          <ac:spMkLst>
            <pc:docMk/>
            <pc:sldMk cId="0" sldId="313"/>
            <ac:spMk id="83976" creationId="{97200250-FE0B-D2E7-84F1-9F06E745D2F9}"/>
          </ac:spMkLst>
        </pc:spChg>
        <pc:spChg chg="mod">
          <ac:chgData name="Margarit Meroyan" userId="630a6349-7c61-463e-804c-816773a1019c" providerId="ADAL" clId="{54C7B40A-5F09-43D3-A31C-57B1695FD671}" dt="2023-12-27T10:14:19.225" v="138" actId="207"/>
          <ac:spMkLst>
            <pc:docMk/>
            <pc:sldMk cId="0" sldId="313"/>
            <ac:spMk id="83977" creationId="{B4E87974-F9EF-1B6C-F63F-649AF135AB8B}"/>
          </ac:spMkLst>
        </pc:spChg>
      </pc:sldChg>
      <pc:sldChg chg="modSp mod">
        <pc:chgData name="Margarit Meroyan" userId="630a6349-7c61-463e-804c-816773a1019c" providerId="ADAL" clId="{54C7B40A-5F09-43D3-A31C-57B1695FD671}" dt="2023-12-27T10:10:35.893" v="74" actId="207"/>
        <pc:sldMkLst>
          <pc:docMk/>
          <pc:sldMk cId="0" sldId="324"/>
        </pc:sldMkLst>
        <pc:spChg chg="mod">
          <ac:chgData name="Margarit Meroyan" userId="630a6349-7c61-463e-804c-816773a1019c" providerId="ADAL" clId="{54C7B40A-5F09-43D3-A31C-57B1695FD671}" dt="2023-12-27T10:10:35.893" v="74" actId="207"/>
          <ac:spMkLst>
            <pc:docMk/>
            <pc:sldMk cId="0" sldId="324"/>
            <ac:spMk id="44039" creationId="{C9173288-B43F-4166-9F87-7A9874525D92}"/>
          </ac:spMkLst>
        </pc:spChg>
        <pc:spChg chg="mod">
          <ac:chgData name="Margarit Meroyan" userId="630a6349-7c61-463e-804c-816773a1019c" providerId="ADAL" clId="{54C7B40A-5F09-43D3-A31C-57B1695FD671}" dt="2023-12-27T10:10:35.893" v="74" actId="207"/>
          <ac:spMkLst>
            <pc:docMk/>
            <pc:sldMk cId="0" sldId="324"/>
            <ac:spMk id="44042" creationId="{41AA1F7D-2848-4ECD-8E85-BC69F32AA457}"/>
          </ac:spMkLst>
        </pc:spChg>
        <pc:spChg chg="mod">
          <ac:chgData name="Margarit Meroyan" userId="630a6349-7c61-463e-804c-816773a1019c" providerId="ADAL" clId="{54C7B40A-5F09-43D3-A31C-57B1695FD671}" dt="2023-12-27T10:10:35.893" v="74" actId="207"/>
          <ac:spMkLst>
            <pc:docMk/>
            <pc:sldMk cId="0" sldId="324"/>
            <ac:spMk id="44043" creationId="{CAC5D1B9-3AC6-4D29-9B99-48DBBE6843C3}"/>
          </ac:spMkLst>
        </pc:spChg>
      </pc:sldChg>
      <pc:sldChg chg="modSp mod">
        <pc:chgData name="Margarit Meroyan" userId="630a6349-7c61-463e-804c-816773a1019c" providerId="ADAL" clId="{54C7B40A-5F09-43D3-A31C-57B1695FD671}" dt="2023-12-27T10:12:14.209" v="102" actId="207"/>
        <pc:sldMkLst>
          <pc:docMk/>
          <pc:sldMk cId="0" sldId="326"/>
        </pc:sldMkLst>
        <pc:spChg chg="mod">
          <ac:chgData name="Margarit Meroyan" userId="630a6349-7c61-463e-804c-816773a1019c" providerId="ADAL" clId="{54C7B40A-5F09-43D3-A31C-57B1695FD671}" dt="2023-12-27T10:10:42.801" v="76" actId="207"/>
          <ac:spMkLst>
            <pc:docMk/>
            <pc:sldMk cId="0" sldId="326"/>
            <ac:spMk id="2" creationId="{3B5DD35A-F07B-4790-A58E-11480717564D}"/>
          </ac:spMkLst>
        </pc:spChg>
        <pc:spChg chg="mod">
          <ac:chgData name="Margarit Meroyan" userId="630a6349-7c61-463e-804c-816773a1019c" providerId="ADAL" clId="{54C7B40A-5F09-43D3-A31C-57B1695FD671}" dt="2023-12-27T10:11:25.389" v="88" actId="1076"/>
          <ac:spMkLst>
            <pc:docMk/>
            <pc:sldMk cId="0" sldId="326"/>
            <ac:spMk id="3" creationId="{09410B16-C09B-4D6B-BE5F-04269F3592F9}"/>
          </ac:spMkLst>
        </pc:spChg>
        <pc:spChg chg="mod">
          <ac:chgData name="Margarit Meroyan" userId="630a6349-7c61-463e-804c-816773a1019c" providerId="ADAL" clId="{54C7B40A-5F09-43D3-A31C-57B1695FD671}" dt="2023-12-27T10:11:46.812" v="96" actId="1076"/>
          <ac:spMkLst>
            <pc:docMk/>
            <pc:sldMk cId="0" sldId="326"/>
            <ac:spMk id="54274" creationId="{B6E89726-F52C-3B27-9AAF-44F5A13A4533}"/>
          </ac:spMkLst>
        </pc:spChg>
        <pc:spChg chg="mod">
          <ac:chgData name="Margarit Meroyan" userId="630a6349-7c61-463e-804c-816773a1019c" providerId="ADAL" clId="{54C7B40A-5F09-43D3-A31C-57B1695FD671}" dt="2023-12-27T10:11:10.172" v="82" actId="1076"/>
          <ac:spMkLst>
            <pc:docMk/>
            <pc:sldMk cId="0" sldId="326"/>
            <ac:spMk id="54275" creationId="{2CD76C28-CD50-F2D2-9CC9-DCAA4DD8D1BB}"/>
          </ac:spMkLst>
        </pc:spChg>
        <pc:spChg chg="mod">
          <ac:chgData name="Margarit Meroyan" userId="630a6349-7c61-463e-804c-816773a1019c" providerId="ADAL" clId="{54C7B40A-5F09-43D3-A31C-57B1695FD671}" dt="2023-12-27T10:10:46.894" v="77" actId="207"/>
          <ac:spMkLst>
            <pc:docMk/>
            <pc:sldMk cId="0" sldId="326"/>
            <ac:spMk id="54281" creationId="{298AA26A-CBA4-0832-C7DE-569E5ABCF2AF}"/>
          </ac:spMkLst>
        </pc:spChg>
        <pc:spChg chg="mod">
          <ac:chgData name="Margarit Meroyan" userId="630a6349-7c61-463e-804c-816773a1019c" providerId="ADAL" clId="{54C7B40A-5F09-43D3-A31C-57B1695FD671}" dt="2023-12-27T10:10:50.653" v="78" actId="207"/>
          <ac:spMkLst>
            <pc:docMk/>
            <pc:sldMk cId="0" sldId="326"/>
            <ac:spMk id="54286" creationId="{ADC5283E-107E-CE8D-88D3-BEAAF7EF2852}"/>
          </ac:spMkLst>
        </pc:spChg>
        <pc:spChg chg="mod">
          <ac:chgData name="Margarit Meroyan" userId="630a6349-7c61-463e-804c-816773a1019c" providerId="ADAL" clId="{54C7B40A-5F09-43D3-A31C-57B1695FD671}" dt="2023-12-27T10:11:13.277" v="83" actId="207"/>
          <ac:spMkLst>
            <pc:docMk/>
            <pc:sldMk cId="0" sldId="326"/>
            <ac:spMk id="54287" creationId="{E30CDED1-7E37-F3F8-26DE-00065780C073}"/>
          </ac:spMkLst>
        </pc:spChg>
        <pc:spChg chg="mod">
          <ac:chgData name="Margarit Meroyan" userId="630a6349-7c61-463e-804c-816773a1019c" providerId="ADAL" clId="{54C7B40A-5F09-43D3-A31C-57B1695FD671}" dt="2023-12-27T10:11:15.803" v="84" actId="207"/>
          <ac:spMkLst>
            <pc:docMk/>
            <pc:sldMk cId="0" sldId="326"/>
            <ac:spMk id="54288" creationId="{EB85A2CB-0CAE-8D88-5D17-9B02544CE0BC}"/>
          </ac:spMkLst>
        </pc:spChg>
        <pc:spChg chg="mod">
          <ac:chgData name="Margarit Meroyan" userId="630a6349-7c61-463e-804c-816773a1019c" providerId="ADAL" clId="{54C7B40A-5F09-43D3-A31C-57B1695FD671}" dt="2023-12-27T10:11:04.803" v="80" actId="207"/>
          <ac:spMkLst>
            <pc:docMk/>
            <pc:sldMk cId="0" sldId="326"/>
            <ac:spMk id="54289" creationId="{4E8FFF39-C7F7-77EB-82D2-661EF8572371}"/>
          </ac:spMkLst>
        </pc:spChg>
        <pc:spChg chg="mod">
          <ac:chgData name="Margarit Meroyan" userId="630a6349-7c61-463e-804c-816773a1019c" providerId="ADAL" clId="{54C7B40A-5F09-43D3-A31C-57B1695FD671}" dt="2023-12-27T10:11:18.756" v="85" actId="207"/>
          <ac:spMkLst>
            <pc:docMk/>
            <pc:sldMk cId="0" sldId="326"/>
            <ac:spMk id="54290" creationId="{8D66633E-A7DE-C48E-CBC4-4E781002C0AA}"/>
          </ac:spMkLst>
        </pc:spChg>
        <pc:spChg chg="mod">
          <ac:chgData name="Margarit Meroyan" userId="630a6349-7c61-463e-804c-816773a1019c" providerId="ADAL" clId="{54C7B40A-5F09-43D3-A31C-57B1695FD671}" dt="2023-12-27T10:11:21.598" v="86" actId="207"/>
          <ac:spMkLst>
            <pc:docMk/>
            <pc:sldMk cId="0" sldId="326"/>
            <ac:spMk id="54291" creationId="{7BF61A98-A965-A840-E30D-14F9DC9DFFC4}"/>
          </ac:spMkLst>
        </pc:spChg>
        <pc:spChg chg="mod">
          <ac:chgData name="Margarit Meroyan" userId="630a6349-7c61-463e-804c-816773a1019c" providerId="ADAL" clId="{54C7B40A-5F09-43D3-A31C-57B1695FD671}" dt="2023-12-27T10:10:58.353" v="79" actId="207"/>
          <ac:spMkLst>
            <pc:docMk/>
            <pc:sldMk cId="0" sldId="326"/>
            <ac:spMk id="54308" creationId="{7E79DF88-5F4B-FEB4-DD72-B89714C36F57}"/>
          </ac:spMkLst>
        </pc:spChg>
        <pc:spChg chg="mod">
          <ac:chgData name="Margarit Meroyan" userId="630a6349-7c61-463e-804c-816773a1019c" providerId="ADAL" clId="{54C7B40A-5F09-43D3-A31C-57B1695FD671}" dt="2023-12-27T10:11:33.596" v="91" actId="207"/>
          <ac:spMkLst>
            <pc:docMk/>
            <pc:sldMk cId="0" sldId="326"/>
            <ac:spMk id="54316" creationId="{044BBA15-46C6-08F2-8671-47845D0DF250}"/>
          </ac:spMkLst>
        </pc:spChg>
        <pc:spChg chg="mod">
          <ac:chgData name="Margarit Meroyan" userId="630a6349-7c61-463e-804c-816773a1019c" providerId="ADAL" clId="{54C7B40A-5F09-43D3-A31C-57B1695FD671}" dt="2023-12-27T10:11:37.092" v="92" actId="207"/>
          <ac:spMkLst>
            <pc:docMk/>
            <pc:sldMk cId="0" sldId="326"/>
            <ac:spMk id="54321" creationId="{7F761AC0-A1F2-4F3B-3E0B-CB5226F28C8D}"/>
          </ac:spMkLst>
        </pc:spChg>
        <pc:spChg chg="mod">
          <ac:chgData name="Margarit Meroyan" userId="630a6349-7c61-463e-804c-816773a1019c" providerId="ADAL" clId="{54C7B40A-5F09-43D3-A31C-57B1695FD671}" dt="2023-12-27T10:11:57.769" v="99" actId="207"/>
          <ac:spMkLst>
            <pc:docMk/>
            <pc:sldMk cId="0" sldId="326"/>
            <ac:spMk id="54322" creationId="{934C5E71-6859-11C2-9A11-4194490AE274}"/>
          </ac:spMkLst>
        </pc:spChg>
        <pc:spChg chg="mod">
          <ac:chgData name="Margarit Meroyan" userId="630a6349-7c61-463e-804c-816773a1019c" providerId="ADAL" clId="{54C7B40A-5F09-43D3-A31C-57B1695FD671}" dt="2023-12-27T10:12:01.949" v="100" actId="207"/>
          <ac:spMkLst>
            <pc:docMk/>
            <pc:sldMk cId="0" sldId="326"/>
            <ac:spMk id="54323" creationId="{6927424B-37E7-5E49-A384-3BA98BBF0F38}"/>
          </ac:spMkLst>
        </pc:spChg>
        <pc:spChg chg="mod">
          <ac:chgData name="Margarit Meroyan" userId="630a6349-7c61-463e-804c-816773a1019c" providerId="ADAL" clId="{54C7B40A-5F09-43D3-A31C-57B1695FD671}" dt="2023-12-27T10:12:14.209" v="102" actId="207"/>
          <ac:spMkLst>
            <pc:docMk/>
            <pc:sldMk cId="0" sldId="326"/>
            <ac:spMk id="54324" creationId="{30F528B0-F4BF-88DA-6CC6-05537961BC75}"/>
          </ac:spMkLst>
        </pc:spChg>
        <pc:spChg chg="mod">
          <ac:chgData name="Margarit Meroyan" userId="630a6349-7c61-463e-804c-816773a1019c" providerId="ADAL" clId="{54C7B40A-5F09-43D3-A31C-57B1695FD671}" dt="2023-12-27T10:11:49.799" v="98" actId="1076"/>
          <ac:spMkLst>
            <pc:docMk/>
            <pc:sldMk cId="0" sldId="326"/>
            <ac:spMk id="54326" creationId="{100E05F6-BF1D-1EF3-D06F-6AEA6A57D3AD}"/>
          </ac:spMkLst>
        </pc:spChg>
        <pc:spChg chg="mod">
          <ac:chgData name="Margarit Meroyan" userId="630a6349-7c61-463e-804c-816773a1019c" providerId="ADAL" clId="{54C7B40A-5F09-43D3-A31C-57B1695FD671}" dt="2023-12-27T10:11:28.402" v="89" actId="207"/>
          <ac:spMkLst>
            <pc:docMk/>
            <pc:sldMk cId="0" sldId="326"/>
            <ac:spMk id="54347" creationId="{850D91FE-6096-7AA4-6FCA-5B4AEA843CFD}"/>
          </ac:spMkLst>
        </pc:spChg>
        <pc:spChg chg="mod">
          <ac:chgData name="Margarit Meroyan" userId="630a6349-7c61-463e-804c-816773a1019c" providerId="ADAL" clId="{54C7B40A-5F09-43D3-A31C-57B1695FD671}" dt="2023-12-27T10:11:43.198" v="94" actId="207"/>
          <ac:spMkLst>
            <pc:docMk/>
            <pc:sldMk cId="0" sldId="326"/>
            <ac:spMk id="54348" creationId="{4761B84A-EBBC-65D4-F5E2-DBB722215418}"/>
          </ac:spMkLst>
        </pc:spChg>
        <pc:spChg chg="mod">
          <ac:chgData name="Margarit Meroyan" userId="630a6349-7c61-463e-804c-816773a1019c" providerId="ADAL" clId="{54C7B40A-5F09-43D3-A31C-57B1695FD671}" dt="2023-12-27T10:11:28.402" v="89" actId="207"/>
          <ac:spMkLst>
            <pc:docMk/>
            <pc:sldMk cId="0" sldId="326"/>
            <ac:spMk id="54349" creationId="{2496FDAC-007D-014D-CBF6-E57F3D20ADCA}"/>
          </ac:spMkLst>
        </pc:spChg>
        <pc:spChg chg="mod">
          <ac:chgData name="Margarit Meroyan" userId="630a6349-7c61-463e-804c-816773a1019c" providerId="ADAL" clId="{54C7B40A-5F09-43D3-A31C-57B1695FD671}" dt="2023-12-27T10:11:40.521" v="93" actId="207"/>
          <ac:spMkLst>
            <pc:docMk/>
            <pc:sldMk cId="0" sldId="326"/>
            <ac:spMk id="54350" creationId="{2A37A390-DD46-8381-419F-F4646EA74417}"/>
          </ac:spMkLst>
        </pc:spChg>
        <pc:spChg chg="mod">
          <ac:chgData name="Margarit Meroyan" userId="630a6349-7c61-463e-804c-816773a1019c" providerId="ADAL" clId="{54C7B40A-5F09-43D3-A31C-57B1695FD671}" dt="2023-12-27T10:12:09.750" v="101" actId="207"/>
          <ac:spMkLst>
            <pc:docMk/>
            <pc:sldMk cId="0" sldId="326"/>
            <ac:spMk id="54351" creationId="{566FA8FC-7BFE-3C1B-3418-F5574A79A463}"/>
          </ac:spMkLst>
        </pc:spChg>
      </pc:sldChg>
      <pc:sldChg chg="modSp mod">
        <pc:chgData name="Margarit Meroyan" userId="630a6349-7c61-463e-804c-816773a1019c" providerId="ADAL" clId="{54C7B40A-5F09-43D3-A31C-57B1695FD671}" dt="2023-12-27T10:12:21.689" v="103" actId="207"/>
        <pc:sldMkLst>
          <pc:docMk/>
          <pc:sldMk cId="0" sldId="327"/>
        </pc:sldMkLst>
        <pc:spChg chg="mod">
          <ac:chgData name="Margarit Meroyan" userId="630a6349-7c61-463e-804c-816773a1019c" providerId="ADAL" clId="{54C7B40A-5F09-43D3-A31C-57B1695FD671}" dt="2023-12-27T10:12:21.689" v="103" actId="207"/>
          <ac:spMkLst>
            <pc:docMk/>
            <pc:sldMk cId="0" sldId="327"/>
            <ac:spMk id="2" creationId="{F23A1C07-C833-4672-8A92-3258FAC45549}"/>
          </ac:spMkLst>
        </pc:spChg>
        <pc:spChg chg="mod">
          <ac:chgData name="Margarit Meroyan" userId="630a6349-7c61-463e-804c-816773a1019c" providerId="ADAL" clId="{54C7B40A-5F09-43D3-A31C-57B1695FD671}" dt="2023-12-27T10:12:21.689" v="103" actId="207"/>
          <ac:spMkLst>
            <pc:docMk/>
            <pc:sldMk cId="0" sldId="327"/>
            <ac:spMk id="47115" creationId="{2B1E2477-E155-46ED-89FA-783BB80A9EAD}"/>
          </ac:spMkLst>
        </pc:spChg>
        <pc:spChg chg="mod">
          <ac:chgData name="Margarit Meroyan" userId="630a6349-7c61-463e-804c-816773a1019c" providerId="ADAL" clId="{54C7B40A-5F09-43D3-A31C-57B1695FD671}" dt="2023-12-27T10:12:21.689" v="103" actId="207"/>
          <ac:spMkLst>
            <pc:docMk/>
            <pc:sldMk cId="0" sldId="327"/>
            <ac:spMk id="47116" creationId="{7D3B91B9-3EC2-4FD5-A2F8-C8784BD104A5}"/>
          </ac:spMkLst>
        </pc:spChg>
        <pc:spChg chg="mod">
          <ac:chgData name="Margarit Meroyan" userId="630a6349-7c61-463e-804c-816773a1019c" providerId="ADAL" clId="{54C7B40A-5F09-43D3-A31C-57B1695FD671}" dt="2023-12-27T10:12:21.689" v="103" actId="207"/>
          <ac:spMkLst>
            <pc:docMk/>
            <pc:sldMk cId="0" sldId="327"/>
            <ac:spMk id="47117" creationId="{D2A7703F-8ACF-4D3E-9922-15668F66B962}"/>
          </ac:spMkLst>
        </pc:spChg>
        <pc:spChg chg="mod">
          <ac:chgData name="Margarit Meroyan" userId="630a6349-7c61-463e-804c-816773a1019c" providerId="ADAL" clId="{54C7B40A-5F09-43D3-A31C-57B1695FD671}" dt="2023-12-27T10:12:21.689" v="103" actId="207"/>
          <ac:spMkLst>
            <pc:docMk/>
            <pc:sldMk cId="0" sldId="327"/>
            <ac:spMk id="47118" creationId="{F4E3872F-014B-4490-8E97-3E667D99AC5E}"/>
          </ac:spMkLst>
        </pc:spChg>
        <pc:spChg chg="mod">
          <ac:chgData name="Margarit Meroyan" userId="630a6349-7c61-463e-804c-816773a1019c" providerId="ADAL" clId="{54C7B40A-5F09-43D3-A31C-57B1695FD671}" dt="2023-12-27T10:12:21.689" v="103" actId="207"/>
          <ac:spMkLst>
            <pc:docMk/>
            <pc:sldMk cId="0" sldId="327"/>
            <ac:spMk id="47119" creationId="{F3476892-3BA4-4A43-AC3E-62158F302E44}"/>
          </ac:spMkLst>
        </pc:spChg>
        <pc:spChg chg="mod">
          <ac:chgData name="Margarit Meroyan" userId="630a6349-7c61-463e-804c-816773a1019c" providerId="ADAL" clId="{54C7B40A-5F09-43D3-A31C-57B1695FD671}" dt="2023-12-27T10:12:21.689" v="103" actId="207"/>
          <ac:spMkLst>
            <pc:docMk/>
            <pc:sldMk cId="0" sldId="327"/>
            <ac:spMk id="47120" creationId="{62F5741B-C8A7-4D1D-B830-E4C1D53383DE}"/>
          </ac:spMkLst>
        </pc:spChg>
        <pc:spChg chg="mod">
          <ac:chgData name="Margarit Meroyan" userId="630a6349-7c61-463e-804c-816773a1019c" providerId="ADAL" clId="{54C7B40A-5F09-43D3-A31C-57B1695FD671}" dt="2023-12-27T10:12:21.689" v="103" actId="207"/>
          <ac:spMkLst>
            <pc:docMk/>
            <pc:sldMk cId="0" sldId="327"/>
            <ac:spMk id="47121" creationId="{8AC6EF14-EA8C-465A-A5CF-68C931E95620}"/>
          </ac:spMkLst>
        </pc:spChg>
        <pc:spChg chg="mod">
          <ac:chgData name="Margarit Meroyan" userId="630a6349-7c61-463e-804c-816773a1019c" providerId="ADAL" clId="{54C7B40A-5F09-43D3-A31C-57B1695FD671}" dt="2023-12-27T10:12:21.689" v="103" actId="207"/>
          <ac:spMkLst>
            <pc:docMk/>
            <pc:sldMk cId="0" sldId="327"/>
            <ac:spMk id="47122" creationId="{E4187E6F-6EA7-4C17-A226-3DC1B3373624}"/>
          </ac:spMkLst>
        </pc:spChg>
        <pc:spChg chg="mod">
          <ac:chgData name="Margarit Meroyan" userId="630a6349-7c61-463e-804c-816773a1019c" providerId="ADAL" clId="{54C7B40A-5F09-43D3-A31C-57B1695FD671}" dt="2023-12-27T10:12:21.689" v="103" actId="207"/>
          <ac:spMkLst>
            <pc:docMk/>
            <pc:sldMk cId="0" sldId="327"/>
            <ac:spMk id="47123" creationId="{166FA49D-09A3-4A43-8DA1-E10EA836BE11}"/>
          </ac:spMkLst>
        </pc:spChg>
        <pc:spChg chg="mod">
          <ac:chgData name="Margarit Meroyan" userId="630a6349-7c61-463e-804c-816773a1019c" providerId="ADAL" clId="{54C7B40A-5F09-43D3-A31C-57B1695FD671}" dt="2023-12-27T10:12:21.689" v="103" actId="207"/>
          <ac:spMkLst>
            <pc:docMk/>
            <pc:sldMk cId="0" sldId="327"/>
            <ac:spMk id="47124" creationId="{F177D3CF-EA05-4DD6-8926-DB015D6C106A}"/>
          </ac:spMkLst>
        </pc:spChg>
        <pc:spChg chg="mod">
          <ac:chgData name="Margarit Meroyan" userId="630a6349-7c61-463e-804c-816773a1019c" providerId="ADAL" clId="{54C7B40A-5F09-43D3-A31C-57B1695FD671}" dt="2023-12-27T10:12:21.689" v="103" actId="207"/>
          <ac:spMkLst>
            <pc:docMk/>
            <pc:sldMk cId="0" sldId="327"/>
            <ac:spMk id="47125" creationId="{1ADD7114-9C9C-4B57-A61E-AB6A8B8C9D7A}"/>
          </ac:spMkLst>
        </pc:spChg>
        <pc:spChg chg="mod">
          <ac:chgData name="Margarit Meroyan" userId="630a6349-7c61-463e-804c-816773a1019c" providerId="ADAL" clId="{54C7B40A-5F09-43D3-A31C-57B1695FD671}" dt="2023-12-27T10:12:21.689" v="103" actId="207"/>
          <ac:spMkLst>
            <pc:docMk/>
            <pc:sldMk cId="0" sldId="327"/>
            <ac:spMk id="47126" creationId="{F9695A5E-2702-4439-B0A0-D01E7150EA14}"/>
          </ac:spMkLst>
        </pc:spChg>
        <pc:spChg chg="mod">
          <ac:chgData name="Margarit Meroyan" userId="630a6349-7c61-463e-804c-816773a1019c" providerId="ADAL" clId="{54C7B40A-5F09-43D3-A31C-57B1695FD671}" dt="2023-12-27T10:12:21.689" v="103" actId="207"/>
          <ac:spMkLst>
            <pc:docMk/>
            <pc:sldMk cId="0" sldId="327"/>
            <ac:spMk id="47127" creationId="{B85ED8AF-841B-47C4-8B54-CFE2BE7CA38C}"/>
          </ac:spMkLst>
        </pc:spChg>
        <pc:spChg chg="mod">
          <ac:chgData name="Margarit Meroyan" userId="630a6349-7c61-463e-804c-816773a1019c" providerId="ADAL" clId="{54C7B40A-5F09-43D3-A31C-57B1695FD671}" dt="2023-12-27T10:12:21.689" v="103" actId="207"/>
          <ac:spMkLst>
            <pc:docMk/>
            <pc:sldMk cId="0" sldId="327"/>
            <ac:spMk id="47128" creationId="{A83DC91F-F877-40F7-B9A8-518E1092B57C}"/>
          </ac:spMkLst>
        </pc:spChg>
        <pc:spChg chg="mod">
          <ac:chgData name="Margarit Meroyan" userId="630a6349-7c61-463e-804c-816773a1019c" providerId="ADAL" clId="{54C7B40A-5F09-43D3-A31C-57B1695FD671}" dt="2023-12-27T10:12:21.689" v="103" actId="207"/>
          <ac:spMkLst>
            <pc:docMk/>
            <pc:sldMk cId="0" sldId="327"/>
            <ac:spMk id="47129" creationId="{3BA7C7CE-CA23-4AAC-A817-B5912C033D83}"/>
          </ac:spMkLst>
        </pc:spChg>
        <pc:spChg chg="mod">
          <ac:chgData name="Margarit Meroyan" userId="630a6349-7c61-463e-804c-816773a1019c" providerId="ADAL" clId="{54C7B40A-5F09-43D3-A31C-57B1695FD671}" dt="2023-12-27T10:12:21.689" v="103" actId="207"/>
          <ac:spMkLst>
            <pc:docMk/>
            <pc:sldMk cId="0" sldId="327"/>
            <ac:spMk id="47130" creationId="{83902065-2F14-41F6-8076-ADEE4B7B49CA}"/>
          </ac:spMkLst>
        </pc:spChg>
        <pc:spChg chg="mod">
          <ac:chgData name="Margarit Meroyan" userId="630a6349-7c61-463e-804c-816773a1019c" providerId="ADAL" clId="{54C7B40A-5F09-43D3-A31C-57B1695FD671}" dt="2023-12-27T10:12:21.689" v="103" actId="207"/>
          <ac:spMkLst>
            <pc:docMk/>
            <pc:sldMk cId="0" sldId="327"/>
            <ac:spMk id="47131" creationId="{D2B5C7AB-175D-4EC0-9B38-C1A206B769E3}"/>
          </ac:spMkLst>
        </pc:spChg>
        <pc:spChg chg="mod">
          <ac:chgData name="Margarit Meroyan" userId="630a6349-7c61-463e-804c-816773a1019c" providerId="ADAL" clId="{54C7B40A-5F09-43D3-A31C-57B1695FD671}" dt="2023-12-27T10:12:21.689" v="103" actId="207"/>
          <ac:spMkLst>
            <pc:docMk/>
            <pc:sldMk cId="0" sldId="327"/>
            <ac:spMk id="47132" creationId="{5B9D627D-F1CA-45E2-AF2D-83F7E3C41D7C}"/>
          </ac:spMkLst>
        </pc:spChg>
        <pc:spChg chg="mod">
          <ac:chgData name="Margarit Meroyan" userId="630a6349-7c61-463e-804c-816773a1019c" providerId="ADAL" clId="{54C7B40A-5F09-43D3-A31C-57B1695FD671}" dt="2023-12-27T10:12:21.689" v="103" actId="207"/>
          <ac:spMkLst>
            <pc:docMk/>
            <pc:sldMk cId="0" sldId="327"/>
            <ac:spMk id="47133" creationId="{2C7CC56F-F474-46A2-8199-531B2574312B}"/>
          </ac:spMkLst>
        </pc:spChg>
        <pc:spChg chg="mod">
          <ac:chgData name="Margarit Meroyan" userId="630a6349-7c61-463e-804c-816773a1019c" providerId="ADAL" clId="{54C7B40A-5F09-43D3-A31C-57B1695FD671}" dt="2023-12-27T10:12:21.689" v="103" actId="207"/>
          <ac:spMkLst>
            <pc:docMk/>
            <pc:sldMk cId="0" sldId="327"/>
            <ac:spMk id="47134" creationId="{874D3C43-FC17-40CC-8171-F583D8C258A5}"/>
          </ac:spMkLst>
        </pc:spChg>
        <pc:spChg chg="mod">
          <ac:chgData name="Margarit Meroyan" userId="630a6349-7c61-463e-804c-816773a1019c" providerId="ADAL" clId="{54C7B40A-5F09-43D3-A31C-57B1695FD671}" dt="2023-12-27T10:12:21.689" v="103" actId="207"/>
          <ac:spMkLst>
            <pc:docMk/>
            <pc:sldMk cId="0" sldId="327"/>
            <ac:spMk id="47135" creationId="{60BA8799-9DBD-477F-B57D-CF7F114915F4}"/>
          </ac:spMkLst>
        </pc:spChg>
        <pc:spChg chg="mod">
          <ac:chgData name="Margarit Meroyan" userId="630a6349-7c61-463e-804c-816773a1019c" providerId="ADAL" clId="{54C7B40A-5F09-43D3-A31C-57B1695FD671}" dt="2023-12-27T10:12:21.689" v="103" actId="207"/>
          <ac:spMkLst>
            <pc:docMk/>
            <pc:sldMk cId="0" sldId="327"/>
            <ac:spMk id="47136" creationId="{7A332278-41F8-4F5C-8825-34A978C911AD}"/>
          </ac:spMkLst>
        </pc:spChg>
        <pc:spChg chg="mod">
          <ac:chgData name="Margarit Meroyan" userId="630a6349-7c61-463e-804c-816773a1019c" providerId="ADAL" clId="{54C7B40A-5F09-43D3-A31C-57B1695FD671}" dt="2023-12-27T10:12:21.689" v="103" actId="207"/>
          <ac:spMkLst>
            <pc:docMk/>
            <pc:sldMk cId="0" sldId="327"/>
            <ac:spMk id="47137" creationId="{1D33883C-5335-4684-BCB2-BD4A22EC60FF}"/>
          </ac:spMkLst>
        </pc:spChg>
        <pc:spChg chg="mod">
          <ac:chgData name="Margarit Meroyan" userId="630a6349-7c61-463e-804c-816773a1019c" providerId="ADAL" clId="{54C7B40A-5F09-43D3-A31C-57B1695FD671}" dt="2023-12-27T10:12:21.689" v="103" actId="207"/>
          <ac:spMkLst>
            <pc:docMk/>
            <pc:sldMk cId="0" sldId="327"/>
            <ac:spMk id="47138" creationId="{70CFA75C-25D3-4912-8692-4E37B628CB33}"/>
          </ac:spMkLst>
        </pc:spChg>
        <pc:spChg chg="mod">
          <ac:chgData name="Margarit Meroyan" userId="630a6349-7c61-463e-804c-816773a1019c" providerId="ADAL" clId="{54C7B40A-5F09-43D3-A31C-57B1695FD671}" dt="2023-12-27T10:12:21.689" v="103" actId="207"/>
          <ac:spMkLst>
            <pc:docMk/>
            <pc:sldMk cId="0" sldId="327"/>
            <ac:spMk id="47139" creationId="{8307699E-807B-467E-8624-742E5391A160}"/>
          </ac:spMkLst>
        </pc:spChg>
        <pc:spChg chg="mod">
          <ac:chgData name="Margarit Meroyan" userId="630a6349-7c61-463e-804c-816773a1019c" providerId="ADAL" clId="{54C7B40A-5F09-43D3-A31C-57B1695FD671}" dt="2023-12-27T10:12:21.689" v="103" actId="207"/>
          <ac:spMkLst>
            <pc:docMk/>
            <pc:sldMk cId="0" sldId="327"/>
            <ac:spMk id="47140" creationId="{4904BE7A-A52C-4E14-84F8-411F8A615D6E}"/>
          </ac:spMkLst>
        </pc:spChg>
        <pc:spChg chg="mod">
          <ac:chgData name="Margarit Meroyan" userId="630a6349-7c61-463e-804c-816773a1019c" providerId="ADAL" clId="{54C7B40A-5F09-43D3-A31C-57B1695FD671}" dt="2023-12-27T10:12:21.689" v="103" actId="207"/>
          <ac:spMkLst>
            <pc:docMk/>
            <pc:sldMk cId="0" sldId="327"/>
            <ac:spMk id="47141" creationId="{B23DB259-7E95-4B68-80D2-FF6C3E7419D6}"/>
          </ac:spMkLst>
        </pc:spChg>
        <pc:spChg chg="mod">
          <ac:chgData name="Margarit Meroyan" userId="630a6349-7c61-463e-804c-816773a1019c" providerId="ADAL" clId="{54C7B40A-5F09-43D3-A31C-57B1695FD671}" dt="2023-12-27T10:12:21.689" v="103" actId="207"/>
          <ac:spMkLst>
            <pc:docMk/>
            <pc:sldMk cId="0" sldId="327"/>
            <ac:spMk id="47142" creationId="{7ED4B1D9-3111-4E2A-BF12-2C04D4E99078}"/>
          </ac:spMkLst>
        </pc:spChg>
        <pc:spChg chg="mod">
          <ac:chgData name="Margarit Meroyan" userId="630a6349-7c61-463e-804c-816773a1019c" providerId="ADAL" clId="{54C7B40A-5F09-43D3-A31C-57B1695FD671}" dt="2023-12-27T10:12:21.689" v="103" actId="207"/>
          <ac:spMkLst>
            <pc:docMk/>
            <pc:sldMk cId="0" sldId="327"/>
            <ac:spMk id="47143" creationId="{514977F3-2C57-48E8-81D0-CA47ED27AAF6}"/>
          </ac:spMkLst>
        </pc:spChg>
        <pc:spChg chg="mod">
          <ac:chgData name="Margarit Meroyan" userId="630a6349-7c61-463e-804c-816773a1019c" providerId="ADAL" clId="{54C7B40A-5F09-43D3-A31C-57B1695FD671}" dt="2023-12-27T10:12:21.689" v="103" actId="207"/>
          <ac:spMkLst>
            <pc:docMk/>
            <pc:sldMk cId="0" sldId="327"/>
            <ac:spMk id="47144" creationId="{733CD3A0-6963-4F2B-BF64-308E2B05302E}"/>
          </ac:spMkLst>
        </pc:spChg>
        <pc:spChg chg="mod">
          <ac:chgData name="Margarit Meroyan" userId="630a6349-7c61-463e-804c-816773a1019c" providerId="ADAL" clId="{54C7B40A-5F09-43D3-A31C-57B1695FD671}" dt="2023-12-27T10:12:21.689" v="103" actId="207"/>
          <ac:spMkLst>
            <pc:docMk/>
            <pc:sldMk cId="0" sldId="327"/>
            <ac:spMk id="47145" creationId="{A0561F84-EF6F-4EAB-8B08-0CB5A7896FFD}"/>
          </ac:spMkLst>
        </pc:spChg>
        <pc:spChg chg="mod">
          <ac:chgData name="Margarit Meroyan" userId="630a6349-7c61-463e-804c-816773a1019c" providerId="ADAL" clId="{54C7B40A-5F09-43D3-A31C-57B1695FD671}" dt="2023-12-27T10:12:21.689" v="103" actId="207"/>
          <ac:spMkLst>
            <pc:docMk/>
            <pc:sldMk cId="0" sldId="327"/>
            <ac:spMk id="47146" creationId="{3C1C9729-3E49-46CA-A4EB-82C70FEC6444}"/>
          </ac:spMkLst>
        </pc:spChg>
        <pc:spChg chg="mod">
          <ac:chgData name="Margarit Meroyan" userId="630a6349-7c61-463e-804c-816773a1019c" providerId="ADAL" clId="{54C7B40A-5F09-43D3-A31C-57B1695FD671}" dt="2023-12-27T10:12:21.689" v="103" actId="207"/>
          <ac:spMkLst>
            <pc:docMk/>
            <pc:sldMk cId="0" sldId="327"/>
            <ac:spMk id="55298" creationId="{50E233DD-4BF5-1955-B7B6-448918D33CC9}"/>
          </ac:spMkLst>
        </pc:spChg>
      </pc:sldChg>
      <pc:sldChg chg="modSp mod">
        <pc:chgData name="Margarit Meroyan" userId="630a6349-7c61-463e-804c-816773a1019c" providerId="ADAL" clId="{54C7B40A-5F09-43D3-A31C-57B1695FD671}" dt="2023-12-27T10:08:04.398" v="42" actId="207"/>
        <pc:sldMkLst>
          <pc:docMk/>
          <pc:sldMk cId="0" sldId="333"/>
        </pc:sldMkLst>
        <pc:spChg chg="mod">
          <ac:chgData name="Margarit Meroyan" userId="630a6349-7c61-463e-804c-816773a1019c" providerId="ADAL" clId="{54C7B40A-5F09-43D3-A31C-57B1695FD671}" dt="2023-12-27T10:08:04.398" v="42" actId="207"/>
          <ac:spMkLst>
            <pc:docMk/>
            <pc:sldMk cId="0" sldId="333"/>
            <ac:spMk id="35847" creationId="{C9557CBC-15A6-4CE3-E88D-F974C8F7FE52}"/>
          </ac:spMkLst>
        </pc:spChg>
      </pc:sldChg>
      <pc:sldChg chg="modSp mod">
        <pc:chgData name="Margarit Meroyan" userId="630a6349-7c61-463e-804c-816773a1019c" providerId="ADAL" clId="{54C7B40A-5F09-43D3-A31C-57B1695FD671}" dt="2023-12-27T10:08:15.716" v="44" actId="207"/>
        <pc:sldMkLst>
          <pc:docMk/>
          <pc:sldMk cId="0" sldId="335"/>
        </pc:sldMkLst>
        <pc:spChg chg="mod">
          <ac:chgData name="Margarit Meroyan" userId="630a6349-7c61-463e-804c-816773a1019c" providerId="ADAL" clId="{54C7B40A-5F09-43D3-A31C-57B1695FD671}" dt="2023-12-27T10:08:15.716" v="44" actId="207"/>
          <ac:spMkLst>
            <pc:docMk/>
            <pc:sldMk cId="0" sldId="335"/>
            <ac:spMk id="36901" creationId="{6554DD3D-B2FD-D4D7-E142-806B3FE54E3D}"/>
          </ac:spMkLst>
        </pc:spChg>
        <pc:spChg chg="mod">
          <ac:chgData name="Margarit Meroyan" userId="630a6349-7c61-463e-804c-816773a1019c" providerId="ADAL" clId="{54C7B40A-5F09-43D3-A31C-57B1695FD671}" dt="2023-12-27T10:08:11.826" v="43" actId="207"/>
          <ac:spMkLst>
            <pc:docMk/>
            <pc:sldMk cId="0" sldId="335"/>
            <ac:spMk id="36902" creationId="{C186A32E-8D4D-0605-907F-DC013E4A69FE}"/>
          </ac:spMkLst>
        </pc:spChg>
        <pc:spChg chg="mod">
          <ac:chgData name="Margarit Meroyan" userId="630a6349-7c61-463e-804c-816773a1019c" providerId="ADAL" clId="{54C7B40A-5F09-43D3-A31C-57B1695FD671}" dt="2023-12-27T10:08:11.826" v="43" actId="207"/>
          <ac:spMkLst>
            <pc:docMk/>
            <pc:sldMk cId="0" sldId="335"/>
            <ac:spMk id="36903" creationId="{F2A42396-993C-2052-ECD0-5EE8C3CF4AD8}"/>
          </ac:spMkLst>
        </pc:spChg>
        <pc:spChg chg="mod">
          <ac:chgData name="Margarit Meroyan" userId="630a6349-7c61-463e-804c-816773a1019c" providerId="ADAL" clId="{54C7B40A-5F09-43D3-A31C-57B1695FD671}" dt="2023-12-27T10:08:11.826" v="43" actId="207"/>
          <ac:spMkLst>
            <pc:docMk/>
            <pc:sldMk cId="0" sldId="335"/>
            <ac:spMk id="36904" creationId="{CD7985A7-4F50-D20E-B837-BF338933DB02}"/>
          </ac:spMkLst>
        </pc:spChg>
      </pc:sldChg>
      <pc:sldChg chg="modSp mod">
        <pc:chgData name="Margarit Meroyan" userId="630a6349-7c61-463e-804c-816773a1019c" providerId="ADAL" clId="{54C7B40A-5F09-43D3-A31C-57B1695FD671}" dt="2023-12-27T10:13:32.742" v="128" actId="207"/>
        <pc:sldMkLst>
          <pc:docMk/>
          <pc:sldMk cId="0" sldId="338"/>
        </pc:sldMkLst>
        <pc:spChg chg="mod">
          <ac:chgData name="Margarit Meroyan" userId="630a6349-7c61-463e-804c-816773a1019c" providerId="ADAL" clId="{54C7B40A-5F09-43D3-A31C-57B1695FD671}" dt="2023-12-27T10:13:32.742" v="128" actId="207"/>
          <ac:spMkLst>
            <pc:docMk/>
            <pc:sldMk cId="0" sldId="338"/>
            <ac:spMk id="79" creationId="{ED4BBCF0-4B7F-4D45-8759-6B773163D557}"/>
          </ac:spMkLst>
        </pc:spChg>
        <pc:spChg chg="mod">
          <ac:chgData name="Margarit Meroyan" userId="630a6349-7c61-463e-804c-816773a1019c" providerId="ADAL" clId="{54C7B40A-5F09-43D3-A31C-57B1695FD671}" dt="2023-12-27T10:13:32.742" v="128" actId="207"/>
          <ac:spMkLst>
            <pc:docMk/>
            <pc:sldMk cId="0" sldId="338"/>
            <ac:spMk id="83" creationId="{E39B430C-BADB-4BE8-9AA8-5107DAC60CDF}"/>
          </ac:spMkLst>
        </pc:spChg>
        <pc:spChg chg="mod">
          <ac:chgData name="Margarit Meroyan" userId="630a6349-7c61-463e-804c-816773a1019c" providerId="ADAL" clId="{54C7B40A-5F09-43D3-A31C-57B1695FD671}" dt="2023-12-27T10:13:32.742" v="128" actId="207"/>
          <ac:spMkLst>
            <pc:docMk/>
            <pc:sldMk cId="0" sldId="338"/>
            <ac:spMk id="85" creationId="{0FE7F1BC-8C4B-406C-98FE-6458A4D24CDF}"/>
          </ac:spMkLst>
        </pc:spChg>
        <pc:spChg chg="mod">
          <ac:chgData name="Margarit Meroyan" userId="630a6349-7c61-463e-804c-816773a1019c" providerId="ADAL" clId="{54C7B40A-5F09-43D3-A31C-57B1695FD671}" dt="2023-12-27T10:13:32.742" v="128" actId="207"/>
          <ac:spMkLst>
            <pc:docMk/>
            <pc:sldMk cId="0" sldId="338"/>
            <ac:spMk id="86" creationId="{0EE2F22E-4060-4321-B440-04D362213DC9}"/>
          </ac:spMkLst>
        </pc:spChg>
        <pc:spChg chg="mod">
          <ac:chgData name="Margarit Meroyan" userId="630a6349-7c61-463e-804c-816773a1019c" providerId="ADAL" clId="{54C7B40A-5F09-43D3-A31C-57B1695FD671}" dt="2023-12-27T10:13:32.742" v="128" actId="207"/>
          <ac:spMkLst>
            <pc:docMk/>
            <pc:sldMk cId="0" sldId="338"/>
            <ac:spMk id="88" creationId="{1BB24BCE-0849-4DF9-A8F4-6FD44A235B68}"/>
          </ac:spMkLst>
        </pc:spChg>
      </pc:sldChg>
      <pc:sldChg chg="modSp mod">
        <pc:chgData name="Margarit Meroyan" userId="630a6349-7c61-463e-804c-816773a1019c" providerId="ADAL" clId="{54C7B40A-5F09-43D3-A31C-57B1695FD671}" dt="2023-12-27T10:06:26.298" v="4" actId="207"/>
        <pc:sldMkLst>
          <pc:docMk/>
          <pc:sldMk cId="0" sldId="347"/>
        </pc:sldMkLst>
        <pc:spChg chg="mod">
          <ac:chgData name="Margarit Meroyan" userId="630a6349-7c61-463e-804c-816773a1019c" providerId="ADAL" clId="{54C7B40A-5F09-43D3-A31C-57B1695FD671}" dt="2023-12-27T10:06:26.298" v="4" actId="207"/>
          <ac:spMkLst>
            <pc:docMk/>
            <pc:sldMk cId="0" sldId="347"/>
            <ac:spMk id="22534" creationId="{C2868AE8-79CE-4753-AAA0-80C9C939F93A}"/>
          </ac:spMkLst>
        </pc:spChg>
        <pc:spChg chg="mod">
          <ac:chgData name="Margarit Meroyan" userId="630a6349-7c61-463e-804c-816773a1019c" providerId="ADAL" clId="{54C7B40A-5F09-43D3-A31C-57B1695FD671}" dt="2023-12-27T10:06:26.298" v="4" actId="207"/>
          <ac:spMkLst>
            <pc:docMk/>
            <pc:sldMk cId="0" sldId="347"/>
            <ac:spMk id="22535" creationId="{288C91DD-B421-F90E-4EF9-19EED6BB9A4F}"/>
          </ac:spMkLst>
        </pc:spChg>
        <pc:spChg chg="mod">
          <ac:chgData name="Margarit Meroyan" userId="630a6349-7c61-463e-804c-816773a1019c" providerId="ADAL" clId="{54C7B40A-5F09-43D3-A31C-57B1695FD671}" dt="2023-12-27T10:06:26.298" v="4" actId="207"/>
          <ac:spMkLst>
            <pc:docMk/>
            <pc:sldMk cId="0" sldId="347"/>
            <ac:spMk id="22536" creationId="{3335B6A0-6193-2C15-23B1-FF4F46DC5B55}"/>
          </ac:spMkLst>
        </pc:spChg>
      </pc:sldChg>
      <pc:sldChg chg="modSp">
        <pc:chgData name="Margarit Meroyan" userId="630a6349-7c61-463e-804c-816773a1019c" providerId="ADAL" clId="{54C7B40A-5F09-43D3-A31C-57B1695FD671}" dt="2023-12-27T10:12:52.628" v="107" actId="207"/>
        <pc:sldMkLst>
          <pc:docMk/>
          <pc:sldMk cId="0" sldId="357"/>
        </pc:sldMkLst>
        <pc:spChg chg="mod">
          <ac:chgData name="Margarit Meroyan" userId="630a6349-7c61-463e-804c-816773a1019c" providerId="ADAL" clId="{54C7B40A-5F09-43D3-A31C-57B1695FD671}" dt="2023-12-27T10:12:39.012" v="105" actId="1076"/>
          <ac:spMkLst>
            <pc:docMk/>
            <pc:sldMk cId="0" sldId="357"/>
            <ac:spMk id="7" creationId="{94D6560D-DDD0-48DE-AE79-85FE061A2FDF}"/>
          </ac:spMkLst>
        </pc:spChg>
        <pc:spChg chg="mod">
          <ac:chgData name="Margarit Meroyan" userId="630a6349-7c61-463e-804c-816773a1019c" providerId="ADAL" clId="{54C7B40A-5F09-43D3-A31C-57B1695FD671}" dt="2023-12-27T10:12:39.012" v="105" actId="1076"/>
          <ac:spMkLst>
            <pc:docMk/>
            <pc:sldMk cId="0" sldId="357"/>
            <ac:spMk id="8" creationId="{BEF1B7DC-E413-42F4-98EF-B0112B7C5B7F}"/>
          </ac:spMkLst>
        </pc:spChg>
        <pc:spChg chg="mod">
          <ac:chgData name="Margarit Meroyan" userId="630a6349-7c61-463e-804c-816773a1019c" providerId="ADAL" clId="{54C7B40A-5F09-43D3-A31C-57B1695FD671}" dt="2023-12-27T10:12:39.012" v="105" actId="1076"/>
          <ac:spMkLst>
            <pc:docMk/>
            <pc:sldMk cId="0" sldId="357"/>
            <ac:spMk id="9" creationId="{C3D710C8-DB9A-435F-9096-F39523F95037}"/>
          </ac:spMkLst>
        </pc:spChg>
        <pc:spChg chg="mod">
          <ac:chgData name="Margarit Meroyan" userId="630a6349-7c61-463e-804c-816773a1019c" providerId="ADAL" clId="{54C7B40A-5F09-43D3-A31C-57B1695FD671}" dt="2023-12-27T10:12:39.012" v="105" actId="1076"/>
          <ac:spMkLst>
            <pc:docMk/>
            <pc:sldMk cId="0" sldId="357"/>
            <ac:spMk id="10" creationId="{8D1EDD99-F035-468F-B17B-668EA01A47BA}"/>
          </ac:spMkLst>
        </pc:spChg>
        <pc:spChg chg="mod">
          <ac:chgData name="Margarit Meroyan" userId="630a6349-7c61-463e-804c-816773a1019c" providerId="ADAL" clId="{54C7B40A-5F09-43D3-A31C-57B1695FD671}" dt="2023-12-27T10:12:39.012" v="105" actId="1076"/>
          <ac:spMkLst>
            <pc:docMk/>
            <pc:sldMk cId="0" sldId="357"/>
            <ac:spMk id="11" creationId="{889F0152-ED01-46BE-9AE4-788BE4315C69}"/>
          </ac:spMkLst>
        </pc:spChg>
        <pc:spChg chg="mod">
          <ac:chgData name="Margarit Meroyan" userId="630a6349-7c61-463e-804c-816773a1019c" providerId="ADAL" clId="{54C7B40A-5F09-43D3-A31C-57B1695FD671}" dt="2023-12-27T10:12:39.012" v="105" actId="1076"/>
          <ac:spMkLst>
            <pc:docMk/>
            <pc:sldMk cId="0" sldId="357"/>
            <ac:spMk id="12" creationId="{C78CD499-B25F-4B1D-9C92-E375263DC872}"/>
          </ac:spMkLst>
        </pc:spChg>
        <pc:spChg chg="mod">
          <ac:chgData name="Margarit Meroyan" userId="630a6349-7c61-463e-804c-816773a1019c" providerId="ADAL" clId="{54C7B40A-5F09-43D3-A31C-57B1695FD671}" dt="2023-12-27T10:12:39.012" v="105" actId="1076"/>
          <ac:spMkLst>
            <pc:docMk/>
            <pc:sldMk cId="0" sldId="357"/>
            <ac:spMk id="13" creationId="{B095E9DC-C93F-4C3A-90A8-D3E02FDBE318}"/>
          </ac:spMkLst>
        </pc:spChg>
        <pc:spChg chg="mod">
          <ac:chgData name="Margarit Meroyan" userId="630a6349-7c61-463e-804c-816773a1019c" providerId="ADAL" clId="{54C7B40A-5F09-43D3-A31C-57B1695FD671}" dt="2023-12-27T10:12:39.012" v="105" actId="1076"/>
          <ac:spMkLst>
            <pc:docMk/>
            <pc:sldMk cId="0" sldId="357"/>
            <ac:spMk id="14" creationId="{7E8B58B7-AE74-4773-AE1E-1707F4B693DF}"/>
          </ac:spMkLst>
        </pc:spChg>
        <pc:spChg chg="mod">
          <ac:chgData name="Margarit Meroyan" userId="630a6349-7c61-463e-804c-816773a1019c" providerId="ADAL" clId="{54C7B40A-5F09-43D3-A31C-57B1695FD671}" dt="2023-12-27T10:12:39.012" v="105" actId="1076"/>
          <ac:spMkLst>
            <pc:docMk/>
            <pc:sldMk cId="0" sldId="357"/>
            <ac:spMk id="15" creationId="{353019F3-7E53-4BC9-BBA4-27E1590C728A}"/>
          </ac:spMkLst>
        </pc:spChg>
        <pc:spChg chg="mod">
          <ac:chgData name="Margarit Meroyan" userId="630a6349-7c61-463e-804c-816773a1019c" providerId="ADAL" clId="{54C7B40A-5F09-43D3-A31C-57B1695FD671}" dt="2023-12-27T10:12:39.012" v="105" actId="1076"/>
          <ac:spMkLst>
            <pc:docMk/>
            <pc:sldMk cId="0" sldId="357"/>
            <ac:spMk id="16" creationId="{723EC05C-1DAE-4835-88C1-8FDB9E501D3B}"/>
          </ac:spMkLst>
        </pc:spChg>
        <pc:spChg chg="mod">
          <ac:chgData name="Margarit Meroyan" userId="630a6349-7c61-463e-804c-816773a1019c" providerId="ADAL" clId="{54C7B40A-5F09-43D3-A31C-57B1695FD671}" dt="2023-12-27T10:12:39.012" v="105" actId="1076"/>
          <ac:spMkLst>
            <pc:docMk/>
            <pc:sldMk cId="0" sldId="357"/>
            <ac:spMk id="17" creationId="{D7EF5D8C-E831-4910-A652-6B8A4A4006FD}"/>
          </ac:spMkLst>
        </pc:spChg>
        <pc:spChg chg="mod">
          <ac:chgData name="Margarit Meroyan" userId="630a6349-7c61-463e-804c-816773a1019c" providerId="ADAL" clId="{54C7B40A-5F09-43D3-A31C-57B1695FD671}" dt="2023-12-27T10:12:39.012" v="105" actId="1076"/>
          <ac:spMkLst>
            <pc:docMk/>
            <pc:sldMk cId="0" sldId="357"/>
            <ac:spMk id="18" creationId="{0652B6DB-2B75-449C-ADBA-86EF95FF9090}"/>
          </ac:spMkLst>
        </pc:spChg>
        <pc:spChg chg="mod">
          <ac:chgData name="Margarit Meroyan" userId="630a6349-7c61-463e-804c-816773a1019c" providerId="ADAL" clId="{54C7B40A-5F09-43D3-A31C-57B1695FD671}" dt="2023-12-27T10:12:39.012" v="105" actId="1076"/>
          <ac:spMkLst>
            <pc:docMk/>
            <pc:sldMk cId="0" sldId="357"/>
            <ac:spMk id="19" creationId="{AB020A0F-E27B-4505-808E-C65A0D894756}"/>
          </ac:spMkLst>
        </pc:spChg>
        <pc:spChg chg="mod">
          <ac:chgData name="Margarit Meroyan" userId="630a6349-7c61-463e-804c-816773a1019c" providerId="ADAL" clId="{54C7B40A-5F09-43D3-A31C-57B1695FD671}" dt="2023-12-27T10:12:39.012" v="105" actId="1076"/>
          <ac:spMkLst>
            <pc:docMk/>
            <pc:sldMk cId="0" sldId="357"/>
            <ac:spMk id="20" creationId="{4D22141C-649D-42E7-BF21-ABF97908B381}"/>
          </ac:spMkLst>
        </pc:spChg>
        <pc:spChg chg="mod">
          <ac:chgData name="Margarit Meroyan" userId="630a6349-7c61-463e-804c-816773a1019c" providerId="ADAL" clId="{54C7B40A-5F09-43D3-A31C-57B1695FD671}" dt="2023-12-27T10:12:39.012" v="105" actId="1076"/>
          <ac:spMkLst>
            <pc:docMk/>
            <pc:sldMk cId="0" sldId="357"/>
            <ac:spMk id="29" creationId="{60EE4AA2-F210-467C-80B3-D0CAEB8BC428}"/>
          </ac:spMkLst>
        </pc:spChg>
        <pc:spChg chg="mod">
          <ac:chgData name="Margarit Meroyan" userId="630a6349-7c61-463e-804c-816773a1019c" providerId="ADAL" clId="{54C7B40A-5F09-43D3-A31C-57B1695FD671}" dt="2023-12-27T10:12:39.012" v="105" actId="1076"/>
          <ac:spMkLst>
            <pc:docMk/>
            <pc:sldMk cId="0" sldId="357"/>
            <ac:spMk id="30" creationId="{6B6CD6CF-B44F-4A8A-852E-45F68FE7844D}"/>
          </ac:spMkLst>
        </pc:spChg>
        <pc:spChg chg="mod">
          <ac:chgData name="Margarit Meroyan" userId="630a6349-7c61-463e-804c-816773a1019c" providerId="ADAL" clId="{54C7B40A-5F09-43D3-A31C-57B1695FD671}" dt="2023-12-27T10:12:39.012" v="105" actId="1076"/>
          <ac:spMkLst>
            <pc:docMk/>
            <pc:sldMk cId="0" sldId="357"/>
            <ac:spMk id="31" creationId="{A65C35EF-1C04-4032-B778-34C830361F9A}"/>
          </ac:spMkLst>
        </pc:spChg>
        <pc:spChg chg="mod">
          <ac:chgData name="Margarit Meroyan" userId="630a6349-7c61-463e-804c-816773a1019c" providerId="ADAL" clId="{54C7B40A-5F09-43D3-A31C-57B1695FD671}" dt="2023-12-27T10:12:39.012" v="105" actId="1076"/>
          <ac:spMkLst>
            <pc:docMk/>
            <pc:sldMk cId="0" sldId="357"/>
            <ac:spMk id="32" creationId="{97FA233B-955A-4C7D-A723-7F4F5BE1D426}"/>
          </ac:spMkLst>
        </pc:spChg>
        <pc:spChg chg="mod">
          <ac:chgData name="Margarit Meroyan" userId="630a6349-7c61-463e-804c-816773a1019c" providerId="ADAL" clId="{54C7B40A-5F09-43D3-A31C-57B1695FD671}" dt="2023-12-27T10:12:39.012" v="105" actId="1076"/>
          <ac:spMkLst>
            <pc:docMk/>
            <pc:sldMk cId="0" sldId="357"/>
            <ac:spMk id="33" creationId="{FFBB6BD3-1384-468C-BD07-1ED957D446D5}"/>
          </ac:spMkLst>
        </pc:spChg>
        <pc:spChg chg="mod">
          <ac:chgData name="Margarit Meroyan" userId="630a6349-7c61-463e-804c-816773a1019c" providerId="ADAL" clId="{54C7B40A-5F09-43D3-A31C-57B1695FD671}" dt="2023-12-27T10:12:39.012" v="105" actId="1076"/>
          <ac:spMkLst>
            <pc:docMk/>
            <pc:sldMk cId="0" sldId="357"/>
            <ac:spMk id="35" creationId="{1C82093B-394B-49C4-8DB8-EA053BDCF53B}"/>
          </ac:spMkLst>
        </pc:spChg>
        <pc:spChg chg="mod">
          <ac:chgData name="Margarit Meroyan" userId="630a6349-7c61-463e-804c-816773a1019c" providerId="ADAL" clId="{54C7B40A-5F09-43D3-A31C-57B1695FD671}" dt="2023-12-27T10:12:39.012" v="105" actId="1076"/>
          <ac:spMkLst>
            <pc:docMk/>
            <pc:sldMk cId="0" sldId="357"/>
            <ac:spMk id="36" creationId="{C8D1DA54-B6B4-4896-B7CE-A1BCB5EC55F7}"/>
          </ac:spMkLst>
        </pc:spChg>
        <pc:spChg chg="mod">
          <ac:chgData name="Margarit Meroyan" userId="630a6349-7c61-463e-804c-816773a1019c" providerId="ADAL" clId="{54C7B40A-5F09-43D3-A31C-57B1695FD671}" dt="2023-12-27T10:12:39.012" v="105" actId="1076"/>
          <ac:spMkLst>
            <pc:docMk/>
            <pc:sldMk cId="0" sldId="357"/>
            <ac:spMk id="37" creationId="{CB9A5311-80D0-4412-B489-EE4A75D1478D}"/>
          </ac:spMkLst>
        </pc:spChg>
        <pc:spChg chg="mod">
          <ac:chgData name="Margarit Meroyan" userId="630a6349-7c61-463e-804c-816773a1019c" providerId="ADAL" clId="{54C7B40A-5F09-43D3-A31C-57B1695FD671}" dt="2023-12-27T10:12:39.012" v="105" actId="1076"/>
          <ac:spMkLst>
            <pc:docMk/>
            <pc:sldMk cId="0" sldId="357"/>
            <ac:spMk id="38" creationId="{6A506E05-7444-492F-874E-D3C2764FA6F1}"/>
          </ac:spMkLst>
        </pc:spChg>
        <pc:spChg chg="mod">
          <ac:chgData name="Margarit Meroyan" userId="630a6349-7c61-463e-804c-816773a1019c" providerId="ADAL" clId="{54C7B40A-5F09-43D3-A31C-57B1695FD671}" dt="2023-12-27T10:12:39.012" v="105" actId="1076"/>
          <ac:spMkLst>
            <pc:docMk/>
            <pc:sldMk cId="0" sldId="357"/>
            <ac:spMk id="39" creationId="{C7B92B79-F004-47B4-B542-B9CADFAC6485}"/>
          </ac:spMkLst>
        </pc:spChg>
        <pc:spChg chg="mod">
          <ac:chgData name="Margarit Meroyan" userId="630a6349-7c61-463e-804c-816773a1019c" providerId="ADAL" clId="{54C7B40A-5F09-43D3-A31C-57B1695FD671}" dt="2023-12-27T10:12:39.012" v="105" actId="1076"/>
          <ac:spMkLst>
            <pc:docMk/>
            <pc:sldMk cId="0" sldId="357"/>
            <ac:spMk id="40" creationId="{05CF49A3-161D-4878-8148-CEF3D459CAC1}"/>
          </ac:spMkLst>
        </pc:spChg>
        <pc:spChg chg="mod">
          <ac:chgData name="Margarit Meroyan" userId="630a6349-7c61-463e-804c-816773a1019c" providerId="ADAL" clId="{54C7B40A-5F09-43D3-A31C-57B1695FD671}" dt="2023-12-27T10:12:39.012" v="105" actId="1076"/>
          <ac:spMkLst>
            <pc:docMk/>
            <pc:sldMk cId="0" sldId="357"/>
            <ac:spMk id="41" creationId="{50AF28D2-2494-4CEF-94FF-7CBFA4DDE255}"/>
          </ac:spMkLst>
        </pc:spChg>
        <pc:spChg chg="mod">
          <ac:chgData name="Margarit Meroyan" userId="630a6349-7c61-463e-804c-816773a1019c" providerId="ADAL" clId="{54C7B40A-5F09-43D3-A31C-57B1695FD671}" dt="2023-12-27T10:12:39.012" v="105" actId="1076"/>
          <ac:spMkLst>
            <pc:docMk/>
            <pc:sldMk cId="0" sldId="357"/>
            <ac:spMk id="42" creationId="{1949B1D4-E873-4412-8B48-2A0CEFB1BFEB}"/>
          </ac:spMkLst>
        </pc:spChg>
        <pc:spChg chg="mod">
          <ac:chgData name="Margarit Meroyan" userId="630a6349-7c61-463e-804c-816773a1019c" providerId="ADAL" clId="{54C7B40A-5F09-43D3-A31C-57B1695FD671}" dt="2023-12-27T10:12:39.012" v="105" actId="1076"/>
          <ac:spMkLst>
            <pc:docMk/>
            <pc:sldMk cId="0" sldId="357"/>
            <ac:spMk id="43" creationId="{7740DADC-3F50-4166-8346-D16BA8303092}"/>
          </ac:spMkLst>
        </pc:spChg>
        <pc:spChg chg="mod">
          <ac:chgData name="Margarit Meroyan" userId="630a6349-7c61-463e-804c-816773a1019c" providerId="ADAL" clId="{54C7B40A-5F09-43D3-A31C-57B1695FD671}" dt="2023-12-27T10:12:39.012" v="105" actId="1076"/>
          <ac:spMkLst>
            <pc:docMk/>
            <pc:sldMk cId="0" sldId="357"/>
            <ac:spMk id="44" creationId="{0E0BADF5-82CA-4012-BFF3-5DF9549EF270}"/>
          </ac:spMkLst>
        </pc:spChg>
        <pc:spChg chg="mod">
          <ac:chgData name="Margarit Meroyan" userId="630a6349-7c61-463e-804c-816773a1019c" providerId="ADAL" clId="{54C7B40A-5F09-43D3-A31C-57B1695FD671}" dt="2023-12-27T10:12:39.012" v="105" actId="1076"/>
          <ac:spMkLst>
            <pc:docMk/>
            <pc:sldMk cId="0" sldId="357"/>
            <ac:spMk id="45" creationId="{1BDC977F-86FC-40B6-90A2-32C89DA180AF}"/>
          </ac:spMkLst>
        </pc:spChg>
        <pc:spChg chg="mod">
          <ac:chgData name="Margarit Meroyan" userId="630a6349-7c61-463e-804c-816773a1019c" providerId="ADAL" clId="{54C7B40A-5F09-43D3-A31C-57B1695FD671}" dt="2023-12-27T10:12:39.012" v="105" actId="1076"/>
          <ac:spMkLst>
            <pc:docMk/>
            <pc:sldMk cId="0" sldId="357"/>
            <ac:spMk id="46" creationId="{498AFE98-02BC-4A8D-A391-C10AC40AAE5E}"/>
          </ac:spMkLst>
        </pc:spChg>
        <pc:spChg chg="mod">
          <ac:chgData name="Margarit Meroyan" userId="630a6349-7c61-463e-804c-816773a1019c" providerId="ADAL" clId="{54C7B40A-5F09-43D3-A31C-57B1695FD671}" dt="2023-12-27T10:12:39.012" v="105" actId="1076"/>
          <ac:spMkLst>
            <pc:docMk/>
            <pc:sldMk cId="0" sldId="357"/>
            <ac:spMk id="47" creationId="{DA9DC1B4-DCA4-4163-88FB-9380D3F356C2}"/>
          </ac:spMkLst>
        </pc:spChg>
        <pc:spChg chg="mod">
          <ac:chgData name="Margarit Meroyan" userId="630a6349-7c61-463e-804c-816773a1019c" providerId="ADAL" clId="{54C7B40A-5F09-43D3-A31C-57B1695FD671}" dt="2023-12-27T10:12:39.012" v="105" actId="1076"/>
          <ac:spMkLst>
            <pc:docMk/>
            <pc:sldMk cId="0" sldId="357"/>
            <ac:spMk id="48" creationId="{68F98C58-F6FF-4CE5-8D54-3138F0EEE133}"/>
          </ac:spMkLst>
        </pc:spChg>
        <pc:spChg chg="mod">
          <ac:chgData name="Margarit Meroyan" userId="630a6349-7c61-463e-804c-816773a1019c" providerId="ADAL" clId="{54C7B40A-5F09-43D3-A31C-57B1695FD671}" dt="2023-12-27T10:12:39.012" v="105" actId="1076"/>
          <ac:spMkLst>
            <pc:docMk/>
            <pc:sldMk cId="0" sldId="357"/>
            <ac:spMk id="57" creationId="{58DF9251-E973-41B4-8D65-E6EB7AFB9C9E}"/>
          </ac:spMkLst>
        </pc:spChg>
        <pc:spChg chg="mod">
          <ac:chgData name="Margarit Meroyan" userId="630a6349-7c61-463e-804c-816773a1019c" providerId="ADAL" clId="{54C7B40A-5F09-43D3-A31C-57B1695FD671}" dt="2023-12-27T10:12:39.012" v="105" actId="1076"/>
          <ac:spMkLst>
            <pc:docMk/>
            <pc:sldMk cId="0" sldId="357"/>
            <ac:spMk id="58" creationId="{6CBA9E5F-3A31-4948-AA9D-6B7B67404EAA}"/>
          </ac:spMkLst>
        </pc:spChg>
        <pc:spChg chg="mod">
          <ac:chgData name="Margarit Meroyan" userId="630a6349-7c61-463e-804c-816773a1019c" providerId="ADAL" clId="{54C7B40A-5F09-43D3-A31C-57B1695FD671}" dt="2023-12-27T10:12:39.012" v="105" actId="1076"/>
          <ac:spMkLst>
            <pc:docMk/>
            <pc:sldMk cId="0" sldId="357"/>
            <ac:spMk id="59" creationId="{6FDE98DE-8C23-4058-8197-38638D561AD2}"/>
          </ac:spMkLst>
        </pc:spChg>
        <pc:spChg chg="mod">
          <ac:chgData name="Margarit Meroyan" userId="630a6349-7c61-463e-804c-816773a1019c" providerId="ADAL" clId="{54C7B40A-5F09-43D3-A31C-57B1695FD671}" dt="2023-12-27T10:12:39.012" v="105" actId="1076"/>
          <ac:spMkLst>
            <pc:docMk/>
            <pc:sldMk cId="0" sldId="357"/>
            <ac:spMk id="60" creationId="{EE2B8257-A1AC-4EDD-870E-59AAA5C12A0D}"/>
          </ac:spMkLst>
        </pc:spChg>
        <pc:spChg chg="mod">
          <ac:chgData name="Margarit Meroyan" userId="630a6349-7c61-463e-804c-816773a1019c" providerId="ADAL" clId="{54C7B40A-5F09-43D3-A31C-57B1695FD671}" dt="2023-12-27T10:12:43.585" v="106" actId="207"/>
          <ac:spMkLst>
            <pc:docMk/>
            <pc:sldMk cId="0" sldId="357"/>
            <ac:spMk id="57363" creationId="{41E77D12-F44F-C102-2A9E-9C115509B6AD}"/>
          </ac:spMkLst>
        </pc:spChg>
        <pc:spChg chg="mod">
          <ac:chgData name="Margarit Meroyan" userId="630a6349-7c61-463e-804c-816773a1019c" providerId="ADAL" clId="{54C7B40A-5F09-43D3-A31C-57B1695FD671}" dt="2023-12-27T10:12:43.585" v="106" actId="207"/>
          <ac:spMkLst>
            <pc:docMk/>
            <pc:sldMk cId="0" sldId="357"/>
            <ac:spMk id="57364" creationId="{E198A847-4FE8-803E-5311-79029946EE1C}"/>
          </ac:spMkLst>
        </pc:spChg>
        <pc:spChg chg="mod">
          <ac:chgData name="Margarit Meroyan" userId="630a6349-7c61-463e-804c-816773a1019c" providerId="ADAL" clId="{54C7B40A-5F09-43D3-A31C-57B1695FD671}" dt="2023-12-27T10:12:43.585" v="106" actId="207"/>
          <ac:spMkLst>
            <pc:docMk/>
            <pc:sldMk cId="0" sldId="357"/>
            <ac:spMk id="57365" creationId="{ED672717-FD37-F658-FAEA-F296DB7E7885}"/>
          </ac:spMkLst>
        </pc:spChg>
        <pc:spChg chg="mod">
          <ac:chgData name="Margarit Meroyan" userId="630a6349-7c61-463e-804c-816773a1019c" providerId="ADAL" clId="{54C7B40A-5F09-43D3-A31C-57B1695FD671}" dt="2023-12-27T10:12:43.585" v="106" actId="207"/>
          <ac:spMkLst>
            <pc:docMk/>
            <pc:sldMk cId="0" sldId="357"/>
            <ac:spMk id="57366" creationId="{9C71CD84-560F-47BB-19EA-5DF2FCB2D432}"/>
          </ac:spMkLst>
        </pc:spChg>
        <pc:spChg chg="mod">
          <ac:chgData name="Margarit Meroyan" userId="630a6349-7c61-463e-804c-816773a1019c" providerId="ADAL" clId="{54C7B40A-5F09-43D3-A31C-57B1695FD671}" dt="2023-12-27T10:12:43.585" v="106" actId="207"/>
          <ac:spMkLst>
            <pc:docMk/>
            <pc:sldMk cId="0" sldId="357"/>
            <ac:spMk id="57367" creationId="{C0A9514B-B7A3-7A3E-63EB-79054825116D}"/>
          </ac:spMkLst>
        </pc:spChg>
        <pc:spChg chg="mod">
          <ac:chgData name="Margarit Meroyan" userId="630a6349-7c61-463e-804c-816773a1019c" providerId="ADAL" clId="{54C7B40A-5F09-43D3-A31C-57B1695FD671}" dt="2023-12-27T10:12:43.585" v="106" actId="207"/>
          <ac:spMkLst>
            <pc:docMk/>
            <pc:sldMk cId="0" sldId="357"/>
            <ac:spMk id="57368" creationId="{C8F3F71B-7D3B-B028-E96B-5272F8943CBA}"/>
          </ac:spMkLst>
        </pc:spChg>
        <pc:spChg chg="mod">
          <ac:chgData name="Margarit Meroyan" userId="630a6349-7c61-463e-804c-816773a1019c" providerId="ADAL" clId="{54C7B40A-5F09-43D3-A31C-57B1695FD671}" dt="2023-12-27T10:12:43.585" v="106" actId="207"/>
          <ac:spMkLst>
            <pc:docMk/>
            <pc:sldMk cId="0" sldId="357"/>
            <ac:spMk id="57369" creationId="{61F1004F-450D-FBAD-5940-497F39DAE02E}"/>
          </ac:spMkLst>
        </pc:spChg>
        <pc:spChg chg="mod">
          <ac:chgData name="Margarit Meroyan" userId="630a6349-7c61-463e-804c-816773a1019c" providerId="ADAL" clId="{54C7B40A-5F09-43D3-A31C-57B1695FD671}" dt="2023-12-27T10:12:43.585" v="106" actId="207"/>
          <ac:spMkLst>
            <pc:docMk/>
            <pc:sldMk cId="0" sldId="357"/>
            <ac:spMk id="57370" creationId="{76A8A054-EE36-5A24-62F6-7539AE10B270}"/>
          </ac:spMkLst>
        </pc:spChg>
        <pc:spChg chg="mod">
          <ac:chgData name="Margarit Meroyan" userId="630a6349-7c61-463e-804c-816773a1019c" providerId="ADAL" clId="{54C7B40A-5F09-43D3-A31C-57B1695FD671}" dt="2023-12-27T10:12:52.628" v="107" actId="207"/>
          <ac:spMkLst>
            <pc:docMk/>
            <pc:sldMk cId="0" sldId="357"/>
            <ac:spMk id="57391" creationId="{3D33E4C0-84F3-E227-2F79-4B720BF3267F}"/>
          </ac:spMkLst>
        </pc:spChg>
        <pc:spChg chg="mod">
          <ac:chgData name="Margarit Meroyan" userId="630a6349-7c61-463e-804c-816773a1019c" providerId="ADAL" clId="{54C7B40A-5F09-43D3-A31C-57B1695FD671}" dt="2023-12-27T10:12:52.628" v="107" actId="207"/>
          <ac:spMkLst>
            <pc:docMk/>
            <pc:sldMk cId="0" sldId="357"/>
            <ac:spMk id="57392" creationId="{0BC478E5-7ED1-2A84-B672-8B7074FBC3BA}"/>
          </ac:spMkLst>
        </pc:spChg>
        <pc:spChg chg="mod">
          <ac:chgData name="Margarit Meroyan" userId="630a6349-7c61-463e-804c-816773a1019c" providerId="ADAL" clId="{54C7B40A-5F09-43D3-A31C-57B1695FD671}" dt="2023-12-27T10:12:52.628" v="107" actId="207"/>
          <ac:spMkLst>
            <pc:docMk/>
            <pc:sldMk cId="0" sldId="357"/>
            <ac:spMk id="57393" creationId="{7A293AB0-75DB-5C53-4438-4E8E5D54D576}"/>
          </ac:spMkLst>
        </pc:spChg>
        <pc:spChg chg="mod">
          <ac:chgData name="Margarit Meroyan" userId="630a6349-7c61-463e-804c-816773a1019c" providerId="ADAL" clId="{54C7B40A-5F09-43D3-A31C-57B1695FD671}" dt="2023-12-27T10:12:52.628" v="107" actId="207"/>
          <ac:spMkLst>
            <pc:docMk/>
            <pc:sldMk cId="0" sldId="357"/>
            <ac:spMk id="57394" creationId="{B775B720-68A9-85A8-E163-48EF7DA2304E}"/>
          </ac:spMkLst>
        </pc:spChg>
        <pc:spChg chg="mod">
          <ac:chgData name="Margarit Meroyan" userId="630a6349-7c61-463e-804c-816773a1019c" providerId="ADAL" clId="{54C7B40A-5F09-43D3-A31C-57B1695FD671}" dt="2023-12-27T10:12:52.628" v="107" actId="207"/>
          <ac:spMkLst>
            <pc:docMk/>
            <pc:sldMk cId="0" sldId="357"/>
            <ac:spMk id="57395" creationId="{C4F867D6-EFD1-B6F7-C9F8-62912335C4B7}"/>
          </ac:spMkLst>
        </pc:spChg>
        <pc:spChg chg="mod">
          <ac:chgData name="Margarit Meroyan" userId="630a6349-7c61-463e-804c-816773a1019c" providerId="ADAL" clId="{54C7B40A-5F09-43D3-A31C-57B1695FD671}" dt="2023-12-27T10:12:52.628" v="107" actId="207"/>
          <ac:spMkLst>
            <pc:docMk/>
            <pc:sldMk cId="0" sldId="357"/>
            <ac:spMk id="57396" creationId="{BFBF2FD8-43D7-9336-345A-565303EF9F33}"/>
          </ac:spMkLst>
        </pc:spChg>
        <pc:spChg chg="mod">
          <ac:chgData name="Margarit Meroyan" userId="630a6349-7c61-463e-804c-816773a1019c" providerId="ADAL" clId="{54C7B40A-5F09-43D3-A31C-57B1695FD671}" dt="2023-12-27T10:12:52.628" v="107" actId="207"/>
          <ac:spMkLst>
            <pc:docMk/>
            <pc:sldMk cId="0" sldId="357"/>
            <ac:spMk id="57397" creationId="{2D054E16-B359-2FD1-2DD6-1FF9A6954405}"/>
          </ac:spMkLst>
        </pc:spChg>
        <pc:spChg chg="mod">
          <ac:chgData name="Margarit Meroyan" userId="630a6349-7c61-463e-804c-816773a1019c" providerId="ADAL" clId="{54C7B40A-5F09-43D3-A31C-57B1695FD671}" dt="2023-12-27T10:12:52.628" v="107" actId="207"/>
          <ac:spMkLst>
            <pc:docMk/>
            <pc:sldMk cId="0" sldId="357"/>
            <ac:spMk id="57398" creationId="{3C888208-1851-F450-ED80-E20B30195EBE}"/>
          </ac:spMkLst>
        </pc:spChg>
        <pc:grpChg chg="mod">
          <ac:chgData name="Margarit Meroyan" userId="630a6349-7c61-463e-804c-816773a1019c" providerId="ADAL" clId="{54C7B40A-5F09-43D3-A31C-57B1695FD671}" dt="2023-12-27T10:12:39.012" v="105" actId="1076"/>
          <ac:grpSpMkLst>
            <pc:docMk/>
            <pc:sldMk cId="0" sldId="357"/>
            <ac:grpSpMk id="57348" creationId="{CD578AAD-CBEE-9D38-3A1F-71788305F23F}"/>
          </ac:grpSpMkLst>
        </pc:grpChg>
        <pc:grpChg chg="mod">
          <ac:chgData name="Margarit Meroyan" userId="630a6349-7c61-463e-804c-816773a1019c" providerId="ADAL" clId="{54C7B40A-5F09-43D3-A31C-57B1695FD671}" dt="2023-12-27T10:12:39.012" v="105" actId="1076"/>
          <ac:grpSpMkLst>
            <pc:docMk/>
            <pc:sldMk cId="0" sldId="357"/>
            <ac:grpSpMk id="57376" creationId="{6D552A09-120C-F1C1-E6EE-EC47DBD79396}"/>
          </ac:grpSpMkLst>
        </pc:grpChg>
      </pc:sldChg>
      <pc:sldChg chg="delSp mod">
        <pc:chgData name="Margarit Meroyan" userId="630a6349-7c61-463e-804c-816773a1019c" providerId="ADAL" clId="{54C7B40A-5F09-43D3-A31C-57B1695FD671}" dt="2023-12-27T10:06:03.242" v="2" actId="478"/>
        <pc:sldMkLst>
          <pc:docMk/>
          <pc:sldMk cId="0" sldId="536"/>
        </pc:sldMkLst>
        <pc:spChg chg="del">
          <ac:chgData name="Margarit Meroyan" userId="630a6349-7c61-463e-804c-816773a1019c" providerId="ADAL" clId="{54C7B40A-5F09-43D3-A31C-57B1695FD671}" dt="2023-12-27T10:06:03.242" v="2" actId="478"/>
          <ac:spMkLst>
            <pc:docMk/>
            <pc:sldMk cId="0" sldId="536"/>
            <ac:spMk id="2" creationId="{C308CF19-6630-C492-B724-302243C015A0}"/>
          </ac:spMkLst>
        </pc:spChg>
      </pc:sldChg>
      <pc:sldChg chg="del">
        <pc:chgData name="Margarit Meroyan" userId="630a6349-7c61-463e-804c-816773a1019c" providerId="ADAL" clId="{54C7B40A-5F09-43D3-A31C-57B1695FD671}" dt="2023-12-27T09:56:02.739" v="0" actId="47"/>
        <pc:sldMkLst>
          <pc:docMk/>
          <pc:sldMk cId="0" sldId="611"/>
        </pc:sldMkLst>
      </pc:sldChg>
      <pc:sldChg chg="add">
        <pc:chgData name="Margarit Meroyan" userId="630a6349-7c61-463e-804c-816773a1019c" providerId="ADAL" clId="{54C7B40A-5F09-43D3-A31C-57B1695FD671}" dt="2023-12-27T09:56:04.898" v="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solidFill>
                  <a:srgbClr val="0000FF"/>
                </a:solidFill>
              </a:rPr>
              <a:t> </a:t>
            </a:r>
            <a:r>
              <a:rPr lang="en-US" altLang="en-US" sz="1400" dirty="0">
                <a:solidFill>
                  <a:srgbClr val="0000FF"/>
                </a:solidFill>
              </a:rPr>
              <a:t> Asynchronous FSM. Self-Timed Circuits</a:t>
            </a:r>
          </a:p>
          <a:p>
            <a:pPr lvl="1"/>
            <a:r>
              <a:rPr lang="en-US" altLang="en-US" sz="1130" dirty="0">
                <a:solidFill>
                  <a:srgbClr val="0000FF"/>
                </a:solidFill>
              </a:rPr>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Asynchronous FSM. Self-Timed Circuits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Заголовок 2">
            <a:extLst>
              <a:ext uri="{FF2B5EF4-FFF2-40B4-BE49-F238E27FC236}">
                <a16:creationId xmlns:a16="http://schemas.microsoft.com/office/drawing/2014/main" id="{6F710C0A-5282-C381-4EEB-A4AF4CABD201}"/>
              </a:ext>
            </a:extLst>
          </p:cNvPr>
          <p:cNvSpPr>
            <a:spLocks noGrp="1" noChangeArrowheads="1"/>
          </p:cNvSpPr>
          <p:nvPr>
            <p:ph type="title"/>
          </p:nvPr>
        </p:nvSpPr>
        <p:spPr/>
        <p:txBody>
          <a:bodyPr>
            <a:normAutofit/>
          </a:bodyPr>
          <a:lstStyle/>
          <a:p>
            <a:r>
              <a:rPr lang="en-US" altLang="en-US" dirty="0"/>
              <a:t>FSM Models </a:t>
            </a:r>
            <a:endParaRPr lang="ru-RU" altLang="en-US" dirty="0"/>
          </a:p>
        </p:txBody>
      </p:sp>
      <p:sp>
        <p:nvSpPr>
          <p:cNvPr id="12291" name="Объект 3">
            <a:extLst>
              <a:ext uri="{FF2B5EF4-FFF2-40B4-BE49-F238E27FC236}">
                <a16:creationId xmlns:a16="http://schemas.microsoft.com/office/drawing/2014/main" id="{2863F867-AE35-312F-8D45-A3AA8FCBB082}"/>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FSM and environment are timed by an external clock</a:t>
            </a:r>
          </a:p>
          <a:p>
            <a:r>
              <a:rPr lang="en-US" altLang="en-US" dirty="0"/>
              <a:t>State variables are stored in flip-flops</a:t>
            </a:r>
          </a:p>
          <a:p>
            <a:r>
              <a:rPr lang="en-US" altLang="en-US" dirty="0"/>
              <a:t>State variables change simultaneously</a:t>
            </a:r>
            <a:endParaRPr lang="ru-RU" altLang="en-US" dirty="0"/>
          </a:p>
          <a:p>
            <a:endParaRPr lang="ru-RU" altLang="en-US" dirty="0"/>
          </a:p>
        </p:txBody>
      </p:sp>
      <p:grpSp>
        <p:nvGrpSpPr>
          <p:cNvPr id="12292" name="Группа 4">
            <a:extLst>
              <a:ext uri="{FF2B5EF4-FFF2-40B4-BE49-F238E27FC236}">
                <a16:creationId xmlns:a16="http://schemas.microsoft.com/office/drawing/2014/main" id="{88E573E2-CC28-86C0-8C98-A191B9F483BA}"/>
              </a:ext>
            </a:extLst>
          </p:cNvPr>
          <p:cNvGrpSpPr>
            <a:grpSpLocks/>
          </p:cNvGrpSpPr>
          <p:nvPr/>
        </p:nvGrpSpPr>
        <p:grpSpPr bwMode="auto">
          <a:xfrm>
            <a:off x="2716214" y="1825626"/>
            <a:ext cx="7413625" cy="2670175"/>
            <a:chOff x="511175" y="1595438"/>
            <a:chExt cx="8404225" cy="2671762"/>
          </a:xfrm>
        </p:grpSpPr>
        <p:sp>
          <p:nvSpPr>
            <p:cNvPr id="6" name="Rectangle 7">
              <a:extLst>
                <a:ext uri="{FF2B5EF4-FFF2-40B4-BE49-F238E27FC236}">
                  <a16:creationId xmlns:a16="http://schemas.microsoft.com/office/drawing/2014/main" id="{FED4E710-6DC2-4AD1-93DC-DC8EED73B423}"/>
                </a:ext>
              </a:extLst>
            </p:cNvPr>
            <p:cNvSpPr>
              <a:spLocks noChangeArrowheads="1"/>
            </p:cNvSpPr>
            <p:nvPr/>
          </p:nvSpPr>
          <p:spPr bwMode="auto">
            <a:xfrm>
              <a:off x="4126611" y="2159336"/>
              <a:ext cx="1652051" cy="1269166"/>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t>External</a:t>
              </a:r>
            </a:p>
            <a:p>
              <a:pPr algn="ctr" eaLnBrk="1" hangingPunct="1">
                <a:defRPr/>
              </a:pPr>
              <a:r>
                <a:rPr lang="en-US" dirty="0"/>
                <a:t> environment</a:t>
              </a:r>
            </a:p>
          </p:txBody>
        </p:sp>
        <p:sp>
          <p:nvSpPr>
            <p:cNvPr id="7" name="Rectangle 8">
              <a:extLst>
                <a:ext uri="{FF2B5EF4-FFF2-40B4-BE49-F238E27FC236}">
                  <a16:creationId xmlns:a16="http://schemas.microsoft.com/office/drawing/2014/main" id="{736CDF14-87A5-42F7-8693-0E932A3072B5}"/>
                </a:ext>
              </a:extLst>
            </p:cNvPr>
            <p:cNvSpPr>
              <a:spLocks noChangeArrowheads="1"/>
            </p:cNvSpPr>
            <p:nvPr/>
          </p:nvSpPr>
          <p:spPr bwMode="auto">
            <a:xfrm>
              <a:off x="1254417" y="2129155"/>
              <a:ext cx="1655650" cy="1269167"/>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algn="ctr" eaLnBrk="1" hangingPunct="1">
                <a:defRPr/>
              </a:pPr>
              <a:r>
                <a:rPr lang="en-US" dirty="0"/>
                <a:t>FSM</a:t>
              </a:r>
            </a:p>
          </p:txBody>
        </p:sp>
        <p:cxnSp>
          <p:nvCxnSpPr>
            <p:cNvPr id="12295" name="AutoShape 9">
              <a:extLst>
                <a:ext uri="{FF2B5EF4-FFF2-40B4-BE49-F238E27FC236}">
                  <a16:creationId xmlns:a16="http://schemas.microsoft.com/office/drawing/2014/main" id="{132A17E9-F6AB-D8EF-96C7-61347B23ED47}"/>
                </a:ext>
              </a:extLst>
            </p:cNvPr>
            <p:cNvCxnSpPr>
              <a:cxnSpLocks noChangeShapeType="1"/>
            </p:cNvCxnSpPr>
            <p:nvPr/>
          </p:nvCxnSpPr>
          <p:spPr bwMode="auto">
            <a:xfrm flipV="1">
              <a:off x="2936875" y="2493963"/>
              <a:ext cx="1189038" cy="0"/>
            </a:xfrm>
            <a:prstGeom prst="straightConnector1">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cxnSp>
        <p:sp>
          <p:nvSpPr>
            <p:cNvPr id="9" name="Line 10">
              <a:extLst>
                <a:ext uri="{FF2B5EF4-FFF2-40B4-BE49-F238E27FC236}">
                  <a16:creationId xmlns:a16="http://schemas.microsoft.com/office/drawing/2014/main" id="{895136DE-CD4D-4FAC-B5DB-6AEF983E9FA2}"/>
                </a:ext>
              </a:extLst>
            </p:cNvPr>
            <p:cNvSpPr>
              <a:spLocks noChangeShapeType="1"/>
            </p:cNvSpPr>
            <p:nvPr/>
          </p:nvSpPr>
          <p:spPr bwMode="auto">
            <a:xfrm flipH="1">
              <a:off x="2937063" y="2980561"/>
              <a:ext cx="1189548" cy="0"/>
            </a:xfrm>
            <a:prstGeom prst="line">
              <a:avLst/>
            </a:prstGeom>
            <a:noFill/>
            <a:ln w="28575">
              <a:solidFill>
                <a:schemeClr val="tx1"/>
              </a:solidFill>
              <a:round/>
              <a:headEnd type="triangle" w="lg" len="lg"/>
              <a:tailEnd/>
            </a:ln>
          </p:spPr>
          <p:txBody>
            <a:bodyPr/>
            <a:lstStyle/>
            <a:p>
              <a:pPr eaLnBrk="1" hangingPunct="1">
                <a:defRPr/>
              </a:pPr>
              <a:endParaRPr lang="en-US" sz="1600" dirty="0"/>
            </a:p>
          </p:txBody>
        </p:sp>
        <p:sp>
          <p:nvSpPr>
            <p:cNvPr id="10" name="Rectangle 11">
              <a:extLst>
                <a:ext uri="{FF2B5EF4-FFF2-40B4-BE49-F238E27FC236}">
                  <a16:creationId xmlns:a16="http://schemas.microsoft.com/office/drawing/2014/main" id="{1E0DD6C4-1BBF-4229-8275-0F2B5A93C84E}"/>
                </a:ext>
              </a:extLst>
            </p:cNvPr>
            <p:cNvSpPr>
              <a:spLocks noChangeArrowheads="1"/>
            </p:cNvSpPr>
            <p:nvPr/>
          </p:nvSpPr>
          <p:spPr bwMode="auto">
            <a:xfrm>
              <a:off x="3190808" y="1975077"/>
              <a:ext cx="696453" cy="586135"/>
            </a:xfrm>
            <a:prstGeom prst="rect">
              <a:avLst/>
            </a:prstGeom>
            <a:noFill/>
            <a:ln w="28575">
              <a:noFill/>
              <a:miter lim="800000"/>
              <a:headEnd/>
              <a:tailEnd/>
            </a:ln>
          </p:spPr>
          <p:txBody>
            <a:bodyPr wrap="none" anchor="ctr"/>
            <a:lstStyle/>
            <a:p>
              <a:pPr algn="ctr" eaLnBrk="1" hangingPunct="1">
                <a:defRPr/>
              </a:pPr>
              <a:r>
                <a:rPr lang="en-US" dirty="0"/>
                <a:t>X</a:t>
              </a:r>
            </a:p>
          </p:txBody>
        </p:sp>
        <p:sp>
          <p:nvSpPr>
            <p:cNvPr id="11" name="Rectangle 12">
              <a:extLst>
                <a:ext uri="{FF2B5EF4-FFF2-40B4-BE49-F238E27FC236}">
                  <a16:creationId xmlns:a16="http://schemas.microsoft.com/office/drawing/2014/main" id="{F5EE38BD-EBC6-4336-97DD-DE95D35B89C8}"/>
                </a:ext>
              </a:extLst>
            </p:cNvPr>
            <p:cNvSpPr>
              <a:spLocks noChangeArrowheads="1"/>
            </p:cNvSpPr>
            <p:nvPr/>
          </p:nvSpPr>
          <p:spPr bwMode="auto">
            <a:xfrm>
              <a:off x="3160216" y="2518324"/>
              <a:ext cx="694653" cy="584547"/>
            </a:xfrm>
            <a:prstGeom prst="rect">
              <a:avLst/>
            </a:prstGeom>
            <a:noFill/>
            <a:ln w="28575">
              <a:noFill/>
              <a:miter lim="800000"/>
              <a:headEnd/>
              <a:tailEnd/>
            </a:ln>
          </p:spPr>
          <p:txBody>
            <a:bodyPr wrap="none" anchor="ctr"/>
            <a:lstStyle/>
            <a:p>
              <a:pPr algn="ctr" eaLnBrk="1" hangingPunct="1">
                <a:defRPr/>
              </a:pPr>
              <a:r>
                <a:rPr lang="en-US" dirty="0"/>
                <a:t>Y</a:t>
              </a:r>
            </a:p>
          </p:txBody>
        </p:sp>
        <p:sp>
          <p:nvSpPr>
            <p:cNvPr id="12" name="Line 13">
              <a:extLst>
                <a:ext uri="{FF2B5EF4-FFF2-40B4-BE49-F238E27FC236}">
                  <a16:creationId xmlns:a16="http://schemas.microsoft.com/office/drawing/2014/main" id="{5FBFB1E8-EE8C-4B0E-B35A-F66B8F0CA72C}"/>
                </a:ext>
              </a:extLst>
            </p:cNvPr>
            <p:cNvSpPr>
              <a:spLocks noChangeShapeType="1"/>
            </p:cNvSpPr>
            <p:nvPr/>
          </p:nvSpPr>
          <p:spPr bwMode="auto">
            <a:xfrm>
              <a:off x="995272" y="3833555"/>
              <a:ext cx="3937568" cy="0"/>
            </a:xfrm>
            <a:prstGeom prst="line">
              <a:avLst/>
            </a:prstGeom>
            <a:noFill/>
            <a:ln w="28575">
              <a:solidFill>
                <a:schemeClr val="tx1"/>
              </a:solidFill>
              <a:round/>
              <a:headEnd/>
              <a:tailEnd/>
            </a:ln>
          </p:spPr>
          <p:txBody>
            <a:bodyPr/>
            <a:lstStyle/>
            <a:p>
              <a:pPr eaLnBrk="1" hangingPunct="1">
                <a:defRPr/>
              </a:pPr>
              <a:endParaRPr lang="en-US" sz="1600" dirty="0"/>
            </a:p>
          </p:txBody>
        </p:sp>
        <p:sp>
          <p:nvSpPr>
            <p:cNvPr id="13" name="Line 14">
              <a:extLst>
                <a:ext uri="{FF2B5EF4-FFF2-40B4-BE49-F238E27FC236}">
                  <a16:creationId xmlns:a16="http://schemas.microsoft.com/office/drawing/2014/main" id="{EF847436-97FC-460D-8E1D-D32B1A566133}"/>
                </a:ext>
              </a:extLst>
            </p:cNvPr>
            <p:cNvSpPr>
              <a:spLocks noChangeShapeType="1"/>
            </p:cNvSpPr>
            <p:nvPr/>
          </p:nvSpPr>
          <p:spPr bwMode="auto">
            <a:xfrm flipV="1">
              <a:off x="2188421" y="3414206"/>
              <a:ext cx="0" cy="409818"/>
            </a:xfrm>
            <a:prstGeom prst="line">
              <a:avLst/>
            </a:prstGeom>
            <a:noFill/>
            <a:ln w="28575">
              <a:solidFill>
                <a:schemeClr val="tx1"/>
              </a:solidFill>
              <a:round/>
              <a:headEnd type="oval" w="sm" len="sm"/>
              <a:tailEnd type="triangle" w="lg" len="lg"/>
            </a:ln>
          </p:spPr>
          <p:txBody>
            <a:bodyPr/>
            <a:lstStyle/>
            <a:p>
              <a:pPr eaLnBrk="1" hangingPunct="1">
                <a:defRPr/>
              </a:pPr>
              <a:endParaRPr lang="en-US" sz="1600" dirty="0"/>
            </a:p>
          </p:txBody>
        </p:sp>
        <p:sp>
          <p:nvSpPr>
            <p:cNvPr id="14" name="Line 15">
              <a:extLst>
                <a:ext uri="{FF2B5EF4-FFF2-40B4-BE49-F238E27FC236}">
                  <a16:creationId xmlns:a16="http://schemas.microsoft.com/office/drawing/2014/main" id="{8072E806-7516-4956-B254-F228BFA3EE51}"/>
                </a:ext>
              </a:extLst>
            </p:cNvPr>
            <p:cNvSpPr>
              <a:spLocks noChangeShapeType="1"/>
            </p:cNvSpPr>
            <p:nvPr/>
          </p:nvSpPr>
          <p:spPr bwMode="auto">
            <a:xfrm flipV="1">
              <a:off x="4923843" y="3431679"/>
              <a:ext cx="0" cy="405054"/>
            </a:xfrm>
            <a:prstGeom prst="line">
              <a:avLst/>
            </a:prstGeom>
            <a:noFill/>
            <a:ln w="28575">
              <a:solidFill>
                <a:schemeClr val="tx1"/>
              </a:solidFill>
              <a:round/>
              <a:headEnd/>
              <a:tailEnd type="triangle" w="lg" len="lg"/>
            </a:ln>
          </p:spPr>
          <p:txBody>
            <a:bodyPr/>
            <a:lstStyle/>
            <a:p>
              <a:pPr eaLnBrk="1" hangingPunct="1">
                <a:defRPr/>
              </a:pPr>
              <a:endParaRPr lang="en-US" sz="1600" dirty="0"/>
            </a:p>
          </p:txBody>
        </p:sp>
        <p:sp>
          <p:nvSpPr>
            <p:cNvPr id="12302" name="Text Box 16">
              <a:extLst>
                <a:ext uri="{FF2B5EF4-FFF2-40B4-BE49-F238E27FC236}">
                  <a16:creationId xmlns:a16="http://schemas.microsoft.com/office/drawing/2014/main" id="{02CF0480-B39D-2744-9CEE-D6D1AA00E07F}"/>
                </a:ext>
              </a:extLst>
            </p:cNvPr>
            <p:cNvSpPr txBox="1">
              <a:spLocks noChangeArrowheads="1"/>
            </p:cNvSpPr>
            <p:nvPr/>
          </p:nvSpPr>
          <p:spPr bwMode="auto">
            <a:xfrm>
              <a:off x="511175" y="1595438"/>
              <a:ext cx="56816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Synchronous model</a:t>
              </a:r>
            </a:p>
          </p:txBody>
        </p:sp>
        <p:sp>
          <p:nvSpPr>
            <p:cNvPr id="16" name="Rectangle 17">
              <a:extLst>
                <a:ext uri="{FF2B5EF4-FFF2-40B4-BE49-F238E27FC236}">
                  <a16:creationId xmlns:a16="http://schemas.microsoft.com/office/drawing/2014/main" id="{3B24FEAA-52DB-4EBE-B20E-919A45924E84}"/>
                </a:ext>
              </a:extLst>
            </p:cNvPr>
            <p:cNvSpPr>
              <a:spLocks noChangeArrowheads="1"/>
            </p:cNvSpPr>
            <p:nvPr/>
          </p:nvSpPr>
          <p:spPr bwMode="auto">
            <a:xfrm>
              <a:off x="723530" y="3681065"/>
              <a:ext cx="901609" cy="586135"/>
            </a:xfrm>
            <a:prstGeom prst="rect">
              <a:avLst/>
            </a:prstGeom>
            <a:noFill/>
            <a:ln w="28575">
              <a:noFill/>
              <a:miter lim="800000"/>
              <a:headEnd/>
              <a:tailEnd/>
            </a:ln>
          </p:spPr>
          <p:txBody>
            <a:bodyPr wrap="none" anchor="ctr"/>
            <a:lstStyle/>
            <a:p>
              <a:pPr algn="ctr" eaLnBrk="1" hangingPunct="1">
                <a:defRPr/>
              </a:pPr>
              <a:r>
                <a:rPr lang="en-US" sz="1600" dirty="0"/>
                <a:t>Clock</a:t>
              </a:r>
            </a:p>
          </p:txBody>
        </p:sp>
        <p:sp>
          <p:nvSpPr>
            <p:cNvPr id="12304" name="Text Box 26">
              <a:extLst>
                <a:ext uri="{FF2B5EF4-FFF2-40B4-BE49-F238E27FC236}">
                  <a16:creationId xmlns:a16="http://schemas.microsoft.com/office/drawing/2014/main" id="{5C37B4F1-9B8C-1F56-83BB-E33E31704FA0}"/>
                </a:ext>
              </a:extLst>
            </p:cNvPr>
            <p:cNvSpPr txBox="1">
              <a:spLocks noChangeArrowheads="1"/>
            </p:cNvSpPr>
            <p:nvPr/>
          </p:nvSpPr>
          <p:spPr bwMode="auto">
            <a:xfrm>
              <a:off x="5943600" y="2209800"/>
              <a:ext cx="2971800" cy="64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Environment – datapath logic, other FSM, etc.</a:t>
              </a:r>
              <a:endParaRPr lang="ru-RU"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a:extLst>
              <a:ext uri="{FF2B5EF4-FFF2-40B4-BE49-F238E27FC236}">
                <a16:creationId xmlns:a16="http://schemas.microsoft.com/office/drawing/2014/main" id="{3B5E2373-BE47-98A1-544D-376B2BFFB275}"/>
              </a:ext>
            </a:extLst>
          </p:cNvPr>
          <p:cNvSpPr>
            <a:spLocks noGrp="1" noChangeArrowheads="1"/>
          </p:cNvSpPr>
          <p:nvPr>
            <p:ph type="title"/>
          </p:nvPr>
        </p:nvSpPr>
        <p:spPr/>
        <p:txBody>
          <a:bodyPr>
            <a:normAutofit/>
          </a:bodyPr>
          <a:lstStyle/>
          <a:p>
            <a:r>
              <a:rPr lang="en-US" altLang="en-US" dirty="0"/>
              <a:t>FSM Models (2)</a:t>
            </a:r>
            <a:endParaRPr lang="ru-RU" altLang="en-US" dirty="0"/>
          </a:p>
        </p:txBody>
      </p:sp>
      <p:sp>
        <p:nvSpPr>
          <p:cNvPr id="13315" name="Объект 2">
            <a:extLst>
              <a:ext uri="{FF2B5EF4-FFF2-40B4-BE49-F238E27FC236}">
                <a16:creationId xmlns:a16="http://schemas.microsoft.com/office/drawing/2014/main" id="{AF8CC818-5080-7E6B-262A-9299F1604D71}"/>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FSM changes it state only if input variables change (Feedback Sequential Circuit)</a:t>
            </a:r>
          </a:p>
          <a:p>
            <a:r>
              <a:rPr lang="en-US" altLang="en-US" dirty="0"/>
              <a:t>State variables are stored in gate delays</a:t>
            </a:r>
          </a:p>
          <a:p>
            <a:r>
              <a:rPr lang="en-US" altLang="en-US" dirty="0"/>
              <a:t>State variables change at any time</a:t>
            </a:r>
            <a:endParaRPr lang="ru-RU" altLang="en-US" dirty="0"/>
          </a:p>
          <a:p>
            <a:endParaRPr lang="ru-RU" altLang="en-US" dirty="0"/>
          </a:p>
        </p:txBody>
      </p:sp>
      <p:grpSp>
        <p:nvGrpSpPr>
          <p:cNvPr id="13316" name="Группа 5">
            <a:extLst>
              <a:ext uri="{FF2B5EF4-FFF2-40B4-BE49-F238E27FC236}">
                <a16:creationId xmlns:a16="http://schemas.microsoft.com/office/drawing/2014/main" id="{39429435-86B7-FE9D-6C35-52E964323174}"/>
              </a:ext>
            </a:extLst>
          </p:cNvPr>
          <p:cNvGrpSpPr>
            <a:grpSpLocks/>
          </p:cNvGrpSpPr>
          <p:nvPr/>
        </p:nvGrpSpPr>
        <p:grpSpPr bwMode="auto">
          <a:xfrm>
            <a:off x="2395539" y="1681164"/>
            <a:ext cx="6321425" cy="1938337"/>
            <a:chOff x="457200" y="1600200"/>
            <a:chExt cx="6321425" cy="1938338"/>
          </a:xfrm>
        </p:grpSpPr>
        <p:grpSp>
          <p:nvGrpSpPr>
            <p:cNvPr id="13317" name="Group 13">
              <a:extLst>
                <a:ext uri="{FF2B5EF4-FFF2-40B4-BE49-F238E27FC236}">
                  <a16:creationId xmlns:a16="http://schemas.microsoft.com/office/drawing/2014/main" id="{A1DC9724-E229-C4D7-8354-C0406437A18A}"/>
                </a:ext>
              </a:extLst>
            </p:cNvPr>
            <p:cNvGrpSpPr>
              <a:grpSpLocks/>
            </p:cNvGrpSpPr>
            <p:nvPr/>
          </p:nvGrpSpPr>
          <p:grpSpPr bwMode="auto">
            <a:xfrm>
              <a:off x="2152650" y="2062163"/>
              <a:ext cx="4625975" cy="1476375"/>
              <a:chOff x="1356" y="1299"/>
              <a:chExt cx="2914" cy="930"/>
            </a:xfrm>
          </p:grpSpPr>
          <p:sp>
            <p:nvSpPr>
              <p:cNvPr id="9" name="Rectangle 6">
                <a:extLst>
                  <a:ext uri="{FF2B5EF4-FFF2-40B4-BE49-F238E27FC236}">
                    <a16:creationId xmlns:a16="http://schemas.microsoft.com/office/drawing/2014/main" id="{F404CAAA-D92A-470F-AF41-58D0DD903E79}"/>
                  </a:ext>
                </a:extLst>
              </p:cNvPr>
              <p:cNvSpPr>
                <a:spLocks noChangeArrowheads="1"/>
              </p:cNvSpPr>
              <p:nvPr/>
            </p:nvSpPr>
            <p:spPr bwMode="auto">
              <a:xfrm>
                <a:off x="1356" y="1422"/>
                <a:ext cx="1041" cy="807"/>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algn="ctr" eaLnBrk="1" hangingPunct="1">
                  <a:defRPr/>
                </a:pPr>
                <a:r>
                  <a:rPr lang="en-US" dirty="0">
                    <a:latin typeface="+mj-lt"/>
                  </a:rPr>
                  <a:t>FSM</a:t>
                </a:r>
              </a:p>
            </p:txBody>
          </p:sp>
          <p:sp>
            <p:nvSpPr>
              <p:cNvPr id="7176" name="Rectangle 7">
                <a:extLst>
                  <a:ext uri="{FF2B5EF4-FFF2-40B4-BE49-F238E27FC236}">
                    <a16:creationId xmlns:a16="http://schemas.microsoft.com/office/drawing/2014/main" id="{BEFFA7FF-4AA1-4385-8807-E75EA1081FB9}"/>
                  </a:ext>
                </a:extLst>
              </p:cNvPr>
              <p:cNvSpPr>
                <a:spLocks noChangeArrowheads="1"/>
              </p:cNvSpPr>
              <p:nvPr/>
            </p:nvSpPr>
            <p:spPr bwMode="auto">
              <a:xfrm>
                <a:off x="3229" y="1422"/>
                <a:ext cx="1041" cy="800"/>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latin typeface="+mj-lt"/>
                    <a:cs typeface="Arial" charset="0"/>
                  </a:rPr>
                  <a:t>External </a:t>
                </a:r>
              </a:p>
              <a:p>
                <a:pPr algn="ctr" eaLnBrk="1" hangingPunct="1">
                  <a:defRPr/>
                </a:pPr>
                <a:r>
                  <a:rPr lang="en-US" dirty="0">
                    <a:latin typeface="+mj-lt"/>
                    <a:cs typeface="Arial" charset="0"/>
                  </a:rPr>
                  <a:t>environment</a:t>
                </a:r>
              </a:p>
            </p:txBody>
          </p:sp>
          <p:sp>
            <p:nvSpPr>
              <p:cNvPr id="11" name="Rectangle 8">
                <a:extLst>
                  <a:ext uri="{FF2B5EF4-FFF2-40B4-BE49-F238E27FC236}">
                    <a16:creationId xmlns:a16="http://schemas.microsoft.com/office/drawing/2014/main" id="{DD906487-FA9C-456C-B743-6E10AD8A3122}"/>
                  </a:ext>
                </a:extLst>
              </p:cNvPr>
              <p:cNvSpPr>
                <a:spLocks noChangeArrowheads="1"/>
              </p:cNvSpPr>
              <p:nvPr/>
            </p:nvSpPr>
            <p:spPr bwMode="auto">
              <a:xfrm>
                <a:off x="2540" y="1299"/>
                <a:ext cx="489" cy="369"/>
              </a:xfrm>
              <a:prstGeom prst="rect">
                <a:avLst/>
              </a:prstGeom>
              <a:noFill/>
              <a:ln w="28575">
                <a:noFill/>
                <a:miter lim="800000"/>
                <a:headEnd/>
                <a:tailEnd/>
              </a:ln>
            </p:spPr>
            <p:txBody>
              <a:bodyPr wrap="none" anchor="ctr"/>
              <a:lstStyle/>
              <a:p>
                <a:pPr algn="ctr" eaLnBrk="1" hangingPunct="1">
                  <a:defRPr/>
                </a:pPr>
                <a:r>
                  <a:rPr lang="en-US" b="1" dirty="0">
                    <a:latin typeface="+mj-lt"/>
                  </a:rPr>
                  <a:t>X</a:t>
                </a:r>
              </a:p>
            </p:txBody>
          </p:sp>
          <p:cxnSp>
            <p:nvCxnSpPr>
              <p:cNvPr id="13322" name="AutoShape 9">
                <a:extLst>
                  <a:ext uri="{FF2B5EF4-FFF2-40B4-BE49-F238E27FC236}">
                    <a16:creationId xmlns:a16="http://schemas.microsoft.com/office/drawing/2014/main" id="{8B6FED5F-FAC0-2F5A-3C22-E8A9ECF51E56}"/>
                  </a:ext>
                </a:extLst>
              </p:cNvPr>
              <p:cNvCxnSpPr>
                <a:cxnSpLocks noChangeShapeType="1"/>
              </p:cNvCxnSpPr>
              <p:nvPr/>
            </p:nvCxnSpPr>
            <p:spPr bwMode="auto">
              <a:xfrm flipV="1">
                <a:off x="2400" y="1669"/>
                <a:ext cx="838" cy="0"/>
              </a:xfrm>
              <a:prstGeom prst="straightConnector1">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cxnSp>
          <p:sp>
            <p:nvSpPr>
              <p:cNvPr id="13" name="Rectangle 10">
                <a:extLst>
                  <a:ext uri="{FF2B5EF4-FFF2-40B4-BE49-F238E27FC236}">
                    <a16:creationId xmlns:a16="http://schemas.microsoft.com/office/drawing/2014/main" id="{3D7C2C1F-0512-4570-AF26-816F605CF1A0}"/>
                  </a:ext>
                </a:extLst>
              </p:cNvPr>
              <p:cNvSpPr>
                <a:spLocks noChangeArrowheads="1"/>
              </p:cNvSpPr>
              <p:nvPr/>
            </p:nvSpPr>
            <p:spPr bwMode="auto">
              <a:xfrm>
                <a:off x="2540" y="1699"/>
                <a:ext cx="489" cy="369"/>
              </a:xfrm>
              <a:prstGeom prst="rect">
                <a:avLst/>
              </a:prstGeom>
              <a:noFill/>
              <a:ln w="28575">
                <a:noFill/>
                <a:miter lim="800000"/>
                <a:headEnd/>
                <a:tailEnd/>
              </a:ln>
            </p:spPr>
            <p:txBody>
              <a:bodyPr wrap="none" anchor="ctr"/>
              <a:lstStyle/>
              <a:p>
                <a:pPr algn="ctr" eaLnBrk="1" hangingPunct="1">
                  <a:defRPr/>
                </a:pPr>
                <a:r>
                  <a:rPr lang="en-US" b="1" dirty="0">
                    <a:latin typeface="+mj-lt"/>
                  </a:rPr>
                  <a:t>Y</a:t>
                </a:r>
              </a:p>
            </p:txBody>
          </p:sp>
          <p:sp>
            <p:nvSpPr>
              <p:cNvPr id="14" name="Line 11">
                <a:extLst>
                  <a:ext uri="{FF2B5EF4-FFF2-40B4-BE49-F238E27FC236}">
                    <a16:creationId xmlns:a16="http://schemas.microsoft.com/office/drawing/2014/main" id="{58BD9C92-4905-4601-89C5-AB4687E3D42F}"/>
                  </a:ext>
                </a:extLst>
              </p:cNvPr>
              <p:cNvSpPr>
                <a:spLocks noChangeShapeType="1"/>
              </p:cNvSpPr>
              <p:nvPr/>
            </p:nvSpPr>
            <p:spPr bwMode="auto">
              <a:xfrm flipH="1">
                <a:off x="2400" y="1977"/>
                <a:ext cx="838" cy="0"/>
              </a:xfrm>
              <a:prstGeom prst="line">
                <a:avLst/>
              </a:prstGeom>
              <a:noFill/>
              <a:ln w="28575">
                <a:solidFill>
                  <a:schemeClr val="tx1"/>
                </a:solidFill>
                <a:round/>
                <a:headEnd type="triangle" w="lg" len="lg"/>
                <a:tailEnd/>
              </a:ln>
            </p:spPr>
            <p:txBody>
              <a:bodyPr/>
              <a:lstStyle/>
              <a:p>
                <a:pPr eaLnBrk="1" hangingPunct="1">
                  <a:defRPr/>
                </a:pPr>
                <a:endParaRPr lang="en-US" dirty="0">
                  <a:latin typeface="+mj-lt"/>
                </a:endParaRPr>
              </a:p>
            </p:txBody>
          </p:sp>
        </p:grpSp>
        <p:sp>
          <p:nvSpPr>
            <p:cNvPr id="7174" name="Text Box 12">
              <a:extLst>
                <a:ext uri="{FF2B5EF4-FFF2-40B4-BE49-F238E27FC236}">
                  <a16:creationId xmlns:a16="http://schemas.microsoft.com/office/drawing/2014/main" id="{61CC4057-A6BD-4A88-B5BF-37264CDED592}"/>
                </a:ext>
              </a:extLst>
            </p:cNvPr>
            <p:cNvSpPr txBox="1">
              <a:spLocks noChangeArrowheads="1"/>
            </p:cNvSpPr>
            <p:nvPr/>
          </p:nvSpPr>
          <p:spPr bwMode="auto">
            <a:xfrm>
              <a:off x="457200" y="1600200"/>
              <a:ext cx="5681662" cy="369887"/>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cs typeface="Arial" charset="0"/>
                </a:rPr>
                <a:t>Asynchronous model</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Заголовок 17">
            <a:extLst>
              <a:ext uri="{FF2B5EF4-FFF2-40B4-BE49-F238E27FC236}">
                <a16:creationId xmlns:a16="http://schemas.microsoft.com/office/drawing/2014/main" id="{65F15C84-B20F-3DCC-F2DE-5733236ECDDD}"/>
              </a:ext>
            </a:extLst>
          </p:cNvPr>
          <p:cNvSpPr>
            <a:spLocks noGrp="1" noChangeArrowheads="1"/>
          </p:cNvSpPr>
          <p:nvPr>
            <p:ph type="title"/>
          </p:nvPr>
        </p:nvSpPr>
        <p:spPr/>
        <p:txBody>
          <a:bodyPr/>
          <a:lstStyle/>
          <a:p>
            <a:r>
              <a:rPr lang="en-US" altLang="en-US"/>
              <a:t>FSM Models (3)</a:t>
            </a:r>
            <a:endParaRPr lang="ru-RU" altLang="en-US"/>
          </a:p>
        </p:txBody>
      </p:sp>
      <p:sp>
        <p:nvSpPr>
          <p:cNvPr id="14339" name="Объект 14">
            <a:extLst>
              <a:ext uri="{FF2B5EF4-FFF2-40B4-BE49-F238E27FC236}">
                <a16:creationId xmlns:a16="http://schemas.microsoft.com/office/drawing/2014/main" id="{A5BC342E-949C-0E65-400B-10EACFF4F31E}"/>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sz="2000" dirty="0"/>
              <a:t>a – environment prepared inputs for FSM</a:t>
            </a:r>
          </a:p>
          <a:p>
            <a:r>
              <a:rPr lang="en-US" altLang="en-US" sz="2000" dirty="0"/>
              <a:t>b – transition processes were finished and FSM prepared output signals. </a:t>
            </a:r>
          </a:p>
          <a:p>
            <a:r>
              <a:rPr lang="en-US" altLang="en-US" sz="2000" dirty="0"/>
              <a:t>This model is the variant of asynchronous model</a:t>
            </a:r>
          </a:p>
          <a:p>
            <a:r>
              <a:rPr lang="es-ES_tradnl" altLang="en-US" sz="2000" dirty="0" err="1"/>
              <a:t>Req</a:t>
            </a:r>
            <a:r>
              <a:rPr lang="es-ES_tradnl" altLang="en-US" sz="2000" dirty="0"/>
              <a:t>/</a:t>
            </a:r>
            <a:r>
              <a:rPr lang="es-ES_tradnl" altLang="en-US" sz="2000" dirty="0" err="1"/>
              <a:t>Ack</a:t>
            </a:r>
            <a:r>
              <a:rPr lang="es-ES_tradnl" altLang="en-US" sz="2000" dirty="0"/>
              <a:t> </a:t>
            </a:r>
            <a:r>
              <a:rPr lang="es-ES_tradnl" altLang="en-US" sz="2000" dirty="0" err="1"/>
              <a:t>handshakes</a:t>
            </a:r>
            <a:endParaRPr lang="es-ES_tradnl" altLang="en-US" sz="2000" dirty="0"/>
          </a:p>
          <a:p>
            <a:r>
              <a:rPr lang="en-US" altLang="en-US" sz="2000" dirty="0"/>
              <a:t>This model is used in interfaces</a:t>
            </a:r>
            <a:endParaRPr lang="ru-RU" altLang="en-US" sz="2000" dirty="0"/>
          </a:p>
        </p:txBody>
      </p:sp>
      <p:graphicFrame>
        <p:nvGraphicFramePr>
          <p:cNvPr id="20" name="Объект 19">
            <a:extLst>
              <a:ext uri="{FF2B5EF4-FFF2-40B4-BE49-F238E27FC236}">
                <a16:creationId xmlns:a16="http://schemas.microsoft.com/office/drawing/2014/main" id="{154F2BAA-033D-47C7-A4BE-C30C0024F0C3}"/>
              </a:ext>
            </a:extLst>
          </p:cNvPr>
          <p:cNvGraphicFramePr>
            <a:graphicFrameLocks noGrp="1"/>
          </p:cNvGraphicFramePr>
          <p:nvPr>
            <p:ph sz="half" idx="4294967295"/>
            <p:extLst>
              <p:ext uri="{D42A27DB-BD31-4B8C-83A1-F6EECF244321}">
                <p14:modId xmlns:p14="http://schemas.microsoft.com/office/powerpoint/2010/main" val="164641147"/>
              </p:ext>
            </p:extLst>
          </p:nvPr>
        </p:nvGraphicFramePr>
        <p:xfrm>
          <a:off x="6807200" y="1600200"/>
          <a:ext cx="3017838" cy="2784766"/>
        </p:xfrm>
        <a:graphic>
          <a:graphicData uri="http://schemas.openxmlformats.org/drawingml/2006/table">
            <a:tbl>
              <a:tblPr firstRow="1" bandRow="1">
                <a:tableStyleId>{5C22544A-7EE6-4342-B048-85BDC9FD1C3A}</a:tableStyleId>
              </a:tblPr>
              <a:tblGrid>
                <a:gridCol w="517343">
                  <a:extLst>
                    <a:ext uri="{9D8B030D-6E8A-4147-A177-3AD203B41FA5}">
                      <a16:colId xmlns:a16="http://schemas.microsoft.com/office/drawing/2014/main" val="20000"/>
                    </a:ext>
                  </a:extLst>
                </a:gridCol>
                <a:gridCol w="2500495">
                  <a:extLst>
                    <a:ext uri="{9D8B030D-6E8A-4147-A177-3AD203B41FA5}">
                      <a16:colId xmlns:a16="http://schemas.microsoft.com/office/drawing/2014/main" val="20001"/>
                    </a:ext>
                  </a:extLst>
                </a:gridCol>
              </a:tblGrid>
              <a:tr h="370798">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a b</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0"/>
                  </a:ext>
                </a:extLst>
              </a:tr>
              <a:tr h="627800">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FSM prepared</a:t>
                      </a:r>
                    </a:p>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outputs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1"/>
                  </a:ext>
                </a:extLst>
              </a:tr>
              <a:tr h="579039">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environment reacted and prepared outputs</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2"/>
                  </a:ext>
                </a:extLst>
              </a:tr>
              <a:tr h="579039">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533400" marR="0" lvl="0" indent="-53340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FSM read inputs and </a:t>
                      </a:r>
                    </a:p>
                    <a:p>
                      <a:pPr marL="533400" marR="0" lvl="0" indent="-53340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go to phase of work</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3"/>
                  </a:ext>
                </a:extLst>
              </a:tr>
              <a:tr h="627800">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Environment take off</a:t>
                      </a:r>
                    </a:p>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Its outputs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4"/>
                  </a:ext>
                </a:extLst>
              </a:tr>
            </a:tbl>
          </a:graphicData>
        </a:graphic>
      </p:graphicFrame>
      <p:grpSp>
        <p:nvGrpSpPr>
          <p:cNvPr id="14360" name="Group 5">
            <a:extLst>
              <a:ext uri="{FF2B5EF4-FFF2-40B4-BE49-F238E27FC236}">
                <a16:creationId xmlns:a16="http://schemas.microsoft.com/office/drawing/2014/main" id="{474B2B76-01E1-BC3F-B12F-13C3443ECE1D}"/>
              </a:ext>
            </a:extLst>
          </p:cNvPr>
          <p:cNvGrpSpPr>
            <a:grpSpLocks/>
          </p:cNvGrpSpPr>
          <p:nvPr/>
        </p:nvGrpSpPr>
        <p:grpSpPr bwMode="auto">
          <a:xfrm>
            <a:off x="890815" y="1718129"/>
            <a:ext cx="4767263" cy="1395413"/>
            <a:chOff x="768" y="1245"/>
            <a:chExt cx="2529" cy="879"/>
          </a:xfrm>
        </p:grpSpPr>
        <p:sp>
          <p:nvSpPr>
            <p:cNvPr id="4" name="Rectangle 6">
              <a:extLst>
                <a:ext uri="{FF2B5EF4-FFF2-40B4-BE49-F238E27FC236}">
                  <a16:creationId xmlns:a16="http://schemas.microsoft.com/office/drawing/2014/main" id="{60612E0A-314D-431C-82B5-EECC96DC8A2B}"/>
                </a:ext>
              </a:extLst>
            </p:cNvPr>
            <p:cNvSpPr>
              <a:spLocks noChangeArrowheads="1"/>
            </p:cNvSpPr>
            <p:nvPr/>
          </p:nvSpPr>
          <p:spPr bwMode="auto">
            <a:xfrm>
              <a:off x="768" y="1308"/>
              <a:ext cx="899" cy="816"/>
            </a:xfrm>
            <a:prstGeom prst="rect">
              <a:avLst/>
            </a:prstGeom>
            <a:solidFill>
              <a:schemeClr val="accent1">
                <a:lumMod val="20000"/>
                <a:lumOff val="80000"/>
              </a:schemeClr>
            </a:solidFill>
            <a:ln w="31750">
              <a:solidFill>
                <a:schemeClr val="tx1"/>
              </a:solidFill>
              <a:miter lim="800000"/>
              <a:headEnd/>
              <a:tailEnd/>
            </a:ln>
          </p:spPr>
          <p:txBody>
            <a:bodyPr wrap="none" anchor="ctr"/>
            <a:lstStyle/>
            <a:p>
              <a:pPr algn="ctr" eaLnBrk="1" hangingPunct="1">
                <a:defRPr/>
              </a:pPr>
              <a:r>
                <a:rPr lang="en-US" sz="2000">
                  <a:latin typeface="+mj-lt"/>
                </a:rPr>
                <a:t>FSM</a:t>
              </a:r>
            </a:p>
          </p:txBody>
        </p:sp>
        <p:sp>
          <p:nvSpPr>
            <p:cNvPr id="5" name="Rectangle 7">
              <a:extLst>
                <a:ext uri="{FF2B5EF4-FFF2-40B4-BE49-F238E27FC236}">
                  <a16:creationId xmlns:a16="http://schemas.microsoft.com/office/drawing/2014/main" id="{BCAC2FC3-6F97-497E-9901-552ADDDD221B}"/>
                </a:ext>
              </a:extLst>
            </p:cNvPr>
            <p:cNvSpPr>
              <a:spLocks noChangeArrowheads="1"/>
            </p:cNvSpPr>
            <p:nvPr/>
          </p:nvSpPr>
          <p:spPr bwMode="auto">
            <a:xfrm>
              <a:off x="2421" y="1311"/>
              <a:ext cx="876" cy="801"/>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sz="2000">
                  <a:latin typeface="+mj-lt"/>
                </a:rPr>
                <a:t>Environment</a:t>
              </a:r>
            </a:p>
          </p:txBody>
        </p:sp>
        <p:sp>
          <p:nvSpPr>
            <p:cNvPr id="6" name="Line 8">
              <a:extLst>
                <a:ext uri="{FF2B5EF4-FFF2-40B4-BE49-F238E27FC236}">
                  <a16:creationId xmlns:a16="http://schemas.microsoft.com/office/drawing/2014/main" id="{E76EF3DD-1942-4495-BC30-36DE99032147}"/>
                </a:ext>
              </a:extLst>
            </p:cNvPr>
            <p:cNvSpPr>
              <a:spLocks noChangeShapeType="1"/>
            </p:cNvSpPr>
            <p:nvPr/>
          </p:nvSpPr>
          <p:spPr bwMode="auto">
            <a:xfrm>
              <a:off x="1680" y="2061"/>
              <a:ext cx="737" cy="0"/>
            </a:xfrm>
            <a:prstGeom prst="line">
              <a:avLst/>
            </a:prstGeom>
            <a:noFill/>
            <a:ln w="31750">
              <a:solidFill>
                <a:schemeClr val="tx1"/>
              </a:solidFill>
              <a:round/>
              <a:headEnd/>
              <a:tailEnd type="triangle" w="med" len="med"/>
            </a:ln>
          </p:spPr>
          <p:txBody>
            <a:bodyPr/>
            <a:lstStyle/>
            <a:p>
              <a:pPr eaLnBrk="1" hangingPunct="1">
                <a:defRPr/>
              </a:pPr>
              <a:endParaRPr lang="ru-RU" sz="2000">
                <a:latin typeface="+mj-lt"/>
              </a:endParaRPr>
            </a:p>
          </p:txBody>
        </p:sp>
        <p:sp>
          <p:nvSpPr>
            <p:cNvPr id="7" name="Line 9">
              <a:extLst>
                <a:ext uri="{FF2B5EF4-FFF2-40B4-BE49-F238E27FC236}">
                  <a16:creationId xmlns:a16="http://schemas.microsoft.com/office/drawing/2014/main" id="{1FE353EB-A9BB-4A6A-8F37-A59283ED4DBB}"/>
                </a:ext>
              </a:extLst>
            </p:cNvPr>
            <p:cNvSpPr>
              <a:spLocks noChangeShapeType="1"/>
            </p:cNvSpPr>
            <p:nvPr/>
          </p:nvSpPr>
          <p:spPr bwMode="auto">
            <a:xfrm>
              <a:off x="1680" y="1851"/>
              <a:ext cx="737" cy="0"/>
            </a:xfrm>
            <a:prstGeom prst="line">
              <a:avLst/>
            </a:prstGeom>
            <a:noFill/>
            <a:ln w="31750">
              <a:solidFill>
                <a:schemeClr val="tx1"/>
              </a:solidFill>
              <a:round/>
              <a:headEnd/>
              <a:tailEnd type="triangle" w="med" len="med"/>
            </a:ln>
          </p:spPr>
          <p:txBody>
            <a:bodyPr/>
            <a:lstStyle/>
            <a:p>
              <a:pPr eaLnBrk="1" hangingPunct="1">
                <a:defRPr/>
              </a:pPr>
              <a:endParaRPr lang="ru-RU" sz="2000">
                <a:latin typeface="+mj-lt"/>
              </a:endParaRPr>
            </a:p>
          </p:txBody>
        </p:sp>
        <p:sp>
          <p:nvSpPr>
            <p:cNvPr id="8" name="Line 10">
              <a:extLst>
                <a:ext uri="{FF2B5EF4-FFF2-40B4-BE49-F238E27FC236}">
                  <a16:creationId xmlns:a16="http://schemas.microsoft.com/office/drawing/2014/main" id="{B10C605C-1684-402E-8F13-3B816D912883}"/>
                </a:ext>
              </a:extLst>
            </p:cNvPr>
            <p:cNvSpPr>
              <a:spLocks noChangeShapeType="1"/>
            </p:cNvSpPr>
            <p:nvPr/>
          </p:nvSpPr>
          <p:spPr bwMode="auto">
            <a:xfrm flipH="1">
              <a:off x="1680" y="1467"/>
              <a:ext cx="720" cy="0"/>
            </a:xfrm>
            <a:prstGeom prst="line">
              <a:avLst/>
            </a:prstGeom>
            <a:noFill/>
            <a:ln w="31750">
              <a:solidFill>
                <a:schemeClr val="tx1"/>
              </a:solidFill>
              <a:round/>
              <a:headEnd/>
              <a:tailEnd type="triangle" w="med" len="med"/>
            </a:ln>
          </p:spPr>
          <p:txBody>
            <a:bodyPr/>
            <a:lstStyle/>
            <a:p>
              <a:pPr eaLnBrk="1" hangingPunct="1">
                <a:defRPr/>
              </a:pPr>
              <a:endParaRPr lang="ru-RU" sz="2000">
                <a:latin typeface="+mj-lt"/>
              </a:endParaRPr>
            </a:p>
          </p:txBody>
        </p:sp>
        <p:sp>
          <p:nvSpPr>
            <p:cNvPr id="9" name="Line 11">
              <a:extLst>
                <a:ext uri="{FF2B5EF4-FFF2-40B4-BE49-F238E27FC236}">
                  <a16:creationId xmlns:a16="http://schemas.microsoft.com/office/drawing/2014/main" id="{F75A5B4A-D9F1-4E09-8236-15DBFD2A3DA7}"/>
                </a:ext>
              </a:extLst>
            </p:cNvPr>
            <p:cNvSpPr>
              <a:spLocks noChangeShapeType="1"/>
            </p:cNvSpPr>
            <p:nvPr/>
          </p:nvSpPr>
          <p:spPr bwMode="auto">
            <a:xfrm flipH="1">
              <a:off x="1680" y="1644"/>
              <a:ext cx="720" cy="0"/>
            </a:xfrm>
            <a:prstGeom prst="line">
              <a:avLst/>
            </a:prstGeom>
            <a:noFill/>
            <a:ln w="31750">
              <a:solidFill>
                <a:schemeClr val="tx1"/>
              </a:solidFill>
              <a:round/>
              <a:headEnd/>
              <a:tailEnd type="triangle" w="med" len="med"/>
            </a:ln>
          </p:spPr>
          <p:txBody>
            <a:bodyPr/>
            <a:lstStyle/>
            <a:p>
              <a:pPr eaLnBrk="1" hangingPunct="1">
                <a:defRPr/>
              </a:pPr>
              <a:endParaRPr lang="ru-RU" sz="2000">
                <a:latin typeface="+mj-lt"/>
              </a:endParaRPr>
            </a:p>
          </p:txBody>
        </p:sp>
        <p:sp>
          <p:nvSpPr>
            <p:cNvPr id="10" name="Text Box 12">
              <a:extLst>
                <a:ext uri="{FF2B5EF4-FFF2-40B4-BE49-F238E27FC236}">
                  <a16:creationId xmlns:a16="http://schemas.microsoft.com/office/drawing/2014/main" id="{EC5E50E4-A908-4CA6-B18E-878A09DBF037}"/>
                </a:ext>
              </a:extLst>
            </p:cNvPr>
            <p:cNvSpPr txBox="1">
              <a:spLocks noChangeArrowheads="1"/>
            </p:cNvSpPr>
            <p:nvPr/>
          </p:nvSpPr>
          <p:spPr bwMode="auto">
            <a:xfrm>
              <a:off x="1866" y="1829"/>
              <a:ext cx="408" cy="24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2000" dirty="0">
                  <a:latin typeface="+mj-lt"/>
                </a:rPr>
                <a:t>b</a:t>
              </a:r>
            </a:p>
          </p:txBody>
        </p:sp>
        <p:sp>
          <p:nvSpPr>
            <p:cNvPr id="11" name="Text Box 12">
              <a:extLst>
                <a:ext uri="{FF2B5EF4-FFF2-40B4-BE49-F238E27FC236}">
                  <a16:creationId xmlns:a16="http://schemas.microsoft.com/office/drawing/2014/main" id="{3A039D6E-4AED-4544-8CAA-E995C34562E5}"/>
                </a:ext>
              </a:extLst>
            </p:cNvPr>
            <p:cNvSpPr txBox="1">
              <a:spLocks noChangeArrowheads="1"/>
            </p:cNvSpPr>
            <p:nvPr/>
          </p:nvSpPr>
          <p:spPr bwMode="auto">
            <a:xfrm>
              <a:off x="1866" y="1658"/>
              <a:ext cx="408" cy="158"/>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2000" dirty="0">
                  <a:latin typeface="+mj-lt"/>
                </a:rPr>
                <a:t>Y</a:t>
              </a:r>
            </a:p>
          </p:txBody>
        </p:sp>
        <p:sp>
          <p:nvSpPr>
            <p:cNvPr id="12" name="Text Box 12">
              <a:extLst>
                <a:ext uri="{FF2B5EF4-FFF2-40B4-BE49-F238E27FC236}">
                  <a16:creationId xmlns:a16="http://schemas.microsoft.com/office/drawing/2014/main" id="{6AA3ADD5-59BF-4E0D-8698-1FA18A8854D3}"/>
                </a:ext>
              </a:extLst>
            </p:cNvPr>
            <p:cNvSpPr txBox="1">
              <a:spLocks noChangeArrowheads="1"/>
            </p:cNvSpPr>
            <p:nvPr/>
          </p:nvSpPr>
          <p:spPr bwMode="auto">
            <a:xfrm>
              <a:off x="1866" y="1439"/>
              <a:ext cx="408" cy="24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2000" dirty="0">
                  <a:latin typeface="+mj-lt"/>
                </a:rPr>
                <a:t>a</a:t>
              </a:r>
            </a:p>
          </p:txBody>
        </p:sp>
        <p:sp>
          <p:nvSpPr>
            <p:cNvPr id="13" name="Text Box 12">
              <a:extLst>
                <a:ext uri="{FF2B5EF4-FFF2-40B4-BE49-F238E27FC236}">
                  <a16:creationId xmlns:a16="http://schemas.microsoft.com/office/drawing/2014/main" id="{D7E89A13-8E71-474A-B917-A3FC6CF24B68}"/>
                </a:ext>
              </a:extLst>
            </p:cNvPr>
            <p:cNvSpPr txBox="1">
              <a:spLocks noChangeArrowheads="1"/>
            </p:cNvSpPr>
            <p:nvPr/>
          </p:nvSpPr>
          <p:spPr bwMode="auto">
            <a:xfrm>
              <a:off x="1866" y="1245"/>
              <a:ext cx="408" cy="222"/>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2000" dirty="0">
                  <a:latin typeface="+mj-lt"/>
                </a:rPr>
                <a:t>X</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Заголовок 1">
            <a:extLst>
              <a:ext uri="{FF2B5EF4-FFF2-40B4-BE49-F238E27FC236}">
                <a16:creationId xmlns:a16="http://schemas.microsoft.com/office/drawing/2014/main" id="{7280B381-C268-675F-2D91-C772518DC706}"/>
              </a:ext>
            </a:extLst>
          </p:cNvPr>
          <p:cNvSpPr>
            <a:spLocks noGrp="1" noChangeArrowheads="1"/>
          </p:cNvSpPr>
          <p:nvPr>
            <p:ph type="title"/>
          </p:nvPr>
        </p:nvSpPr>
        <p:spPr/>
        <p:txBody>
          <a:bodyPr>
            <a:normAutofit/>
          </a:bodyPr>
          <a:lstStyle/>
          <a:p>
            <a:r>
              <a:rPr lang="en-US" altLang="en-US" dirty="0"/>
              <a:t>Fundamental  Asynchronous FSM</a:t>
            </a:r>
            <a:endParaRPr lang="ru-RU" altLang="en-US" dirty="0"/>
          </a:p>
        </p:txBody>
      </p:sp>
      <p:sp>
        <p:nvSpPr>
          <p:cNvPr id="15363" name="Объект 3">
            <a:extLst>
              <a:ext uri="{FF2B5EF4-FFF2-40B4-BE49-F238E27FC236}">
                <a16:creationId xmlns:a16="http://schemas.microsoft.com/office/drawing/2014/main" id="{B984144F-CD11-EC7F-8CE2-E892A3620549}"/>
              </a:ext>
            </a:extLst>
          </p:cNvPr>
          <p:cNvSpPr>
            <a:spLocks noGrp="1" noChangeArrowheads="1"/>
          </p:cNvSpPr>
          <p:nvPr>
            <p:ph type="body" sz="quarter" idx="10"/>
          </p:nvPr>
        </p:nvSpPr>
        <p:spPr/>
        <p:txBody>
          <a:bodyPr/>
          <a:lstStyle/>
          <a:p>
            <a:r>
              <a:rPr lang="en-US" altLang="en-US"/>
              <a:t>Restrictions of Asynchronous FSM </a:t>
            </a:r>
          </a:p>
          <a:p>
            <a:r>
              <a:rPr lang="en-US" altLang="en-US"/>
              <a:t> All states of primary table states must be stable.</a:t>
            </a:r>
          </a:p>
          <a:p>
            <a:r>
              <a:rPr lang="en-US" altLang="en-US"/>
              <a:t> Excitation logic  must be hazard free. </a:t>
            </a:r>
          </a:p>
          <a:p>
            <a:r>
              <a:rPr lang="en-US" altLang="en-US"/>
              <a:t> Only one input signal can be changed at a time (changes of input signals must be limited by unit-distant combinations).</a:t>
            </a:r>
          </a:p>
          <a:p>
            <a:r>
              <a:rPr lang="en-US" altLang="en-US"/>
              <a:t> Propagation delay through the excitation logic and feedback path must  be satisfied  the  following: </a:t>
            </a:r>
          </a:p>
          <a:p>
            <a:pPr lvl="1"/>
            <a:r>
              <a:rPr lang="en-US" altLang="en-US"/>
              <a:t>The maximum delay must be less than the time between successive input change </a:t>
            </a:r>
          </a:p>
          <a:p>
            <a:pPr lvl="1"/>
            <a:r>
              <a:rPr lang="en-US" altLang="en-US"/>
              <a:t> The minimum must be greater than maximum timing skew through the input  logic (the time between input change must be greater than the time required  to reach a steady state). </a:t>
            </a:r>
          </a:p>
          <a:p>
            <a:r>
              <a:rPr lang="en-US" altLang="en-US"/>
              <a:t> Anti-race  state  assignment  must  be  provided. </a:t>
            </a:r>
          </a:p>
          <a:p>
            <a:endParaRPr lang="ru-RU"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8674CA1-8695-710B-61A5-41873FF2AC0F}"/>
              </a:ext>
            </a:extLst>
          </p:cNvPr>
          <p:cNvSpPr>
            <a:spLocks noGrp="1"/>
          </p:cNvSpPr>
          <p:nvPr>
            <p:ph type="body" sz="quarter" idx="10"/>
          </p:nvPr>
        </p:nvSpPr>
        <p:spPr/>
        <p:txBody>
          <a:bodyPr/>
          <a:lstStyle/>
          <a:p>
            <a:pPr eaLnBrk="1" hangingPunct="1">
              <a:spcBef>
                <a:spcPct val="50000"/>
              </a:spcBef>
            </a:pPr>
            <a:r>
              <a:rPr lang="en-US" altLang="en-US" sz="2400" dirty="0"/>
              <a:t>These conditions are sufficient but may not be necessary</a:t>
            </a:r>
          </a:p>
          <a:p>
            <a:pPr eaLnBrk="1" hangingPunct="1"/>
            <a:r>
              <a:rPr lang="en-US" altLang="en-US" sz="2400" dirty="0"/>
              <a:t>1,3,4 items – restrictions on external environment</a:t>
            </a:r>
          </a:p>
          <a:p>
            <a:pPr eaLnBrk="1" hangingPunct="1"/>
            <a:r>
              <a:rPr lang="en-US" altLang="en-US" sz="2400" dirty="0"/>
              <a:t>2,4,5 must be satisfied during synthesis</a:t>
            </a:r>
            <a:endParaRPr lang="ru-RU" altLang="en-US" sz="2400" dirty="0"/>
          </a:p>
          <a:p>
            <a:endParaRPr lang="en-US" dirty="0"/>
          </a:p>
        </p:txBody>
      </p:sp>
      <p:sp>
        <p:nvSpPr>
          <p:cNvPr id="37" name="Title 3">
            <a:extLst>
              <a:ext uri="{FF2B5EF4-FFF2-40B4-BE49-F238E27FC236}">
                <a16:creationId xmlns:a16="http://schemas.microsoft.com/office/drawing/2014/main" id="{4DD63B21-5266-4556-BBD8-851F52A0C916}"/>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16388" name="Group 24">
            <a:extLst>
              <a:ext uri="{FF2B5EF4-FFF2-40B4-BE49-F238E27FC236}">
                <a16:creationId xmlns:a16="http://schemas.microsoft.com/office/drawing/2014/main" id="{240B87BA-D7E7-DC94-240A-381627BAFE93}"/>
              </a:ext>
            </a:extLst>
          </p:cNvPr>
          <p:cNvGrpSpPr>
            <a:grpSpLocks/>
          </p:cNvGrpSpPr>
          <p:nvPr/>
        </p:nvGrpSpPr>
        <p:grpSpPr bwMode="auto">
          <a:xfrm>
            <a:off x="2819400" y="3582988"/>
            <a:ext cx="6553200" cy="2132012"/>
            <a:chOff x="816" y="1680"/>
            <a:chExt cx="4128" cy="1343"/>
          </a:xfrm>
        </p:grpSpPr>
        <p:sp>
          <p:nvSpPr>
            <p:cNvPr id="10245" name="Rectangle 6">
              <a:extLst>
                <a:ext uri="{FF2B5EF4-FFF2-40B4-BE49-F238E27FC236}">
                  <a16:creationId xmlns:a16="http://schemas.microsoft.com/office/drawing/2014/main" id="{9149960F-239C-4315-89DC-C5870E7B2CDA}"/>
                </a:ext>
              </a:extLst>
            </p:cNvPr>
            <p:cNvSpPr>
              <a:spLocks noChangeArrowheads="1"/>
            </p:cNvSpPr>
            <p:nvPr/>
          </p:nvSpPr>
          <p:spPr bwMode="auto">
            <a:xfrm>
              <a:off x="1824" y="1968"/>
              <a:ext cx="864" cy="664"/>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algn="ctr" eaLnBrk="1" hangingPunct="1">
                <a:defRPr/>
              </a:pPr>
              <a:r>
                <a:rPr lang="en-US" sz="2000">
                  <a:latin typeface="Arial" charset="0"/>
                  <a:cs typeface="Arial" charset="0"/>
                </a:rPr>
                <a:t>Next State</a:t>
              </a:r>
            </a:p>
            <a:p>
              <a:pPr algn="ctr" eaLnBrk="1" hangingPunct="1">
                <a:defRPr/>
              </a:pPr>
              <a:r>
                <a:rPr lang="en-US" sz="2000">
                  <a:latin typeface="Arial" charset="0"/>
                  <a:cs typeface="Arial" charset="0"/>
                </a:rPr>
                <a:t>Logic</a:t>
              </a:r>
              <a:endParaRPr lang="ru-RU" sz="2000">
                <a:latin typeface="Arial" charset="0"/>
                <a:cs typeface="Arial" charset="0"/>
              </a:endParaRPr>
            </a:p>
          </p:txBody>
        </p:sp>
        <p:sp>
          <p:nvSpPr>
            <p:cNvPr id="10246" name="Rectangle 7">
              <a:extLst>
                <a:ext uri="{FF2B5EF4-FFF2-40B4-BE49-F238E27FC236}">
                  <a16:creationId xmlns:a16="http://schemas.microsoft.com/office/drawing/2014/main" id="{9050D604-B0E7-4633-B025-CA3D0DA49EBA}"/>
                </a:ext>
              </a:extLst>
            </p:cNvPr>
            <p:cNvSpPr>
              <a:spLocks noChangeArrowheads="1"/>
            </p:cNvSpPr>
            <p:nvPr/>
          </p:nvSpPr>
          <p:spPr bwMode="auto">
            <a:xfrm>
              <a:off x="3327" y="1968"/>
              <a:ext cx="864" cy="664"/>
            </a:xfrm>
            <a:prstGeom prst="rect">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Output </a:t>
              </a:r>
              <a:br>
                <a:rPr lang="en-US" sz="2000">
                  <a:latin typeface="Arial" charset="0"/>
                  <a:cs typeface="Arial" charset="0"/>
                </a:rPr>
              </a:br>
              <a:r>
                <a:rPr lang="en-US" sz="2000">
                  <a:latin typeface="Arial" charset="0"/>
                  <a:cs typeface="Arial" charset="0"/>
                </a:rPr>
                <a:t>Logic</a:t>
              </a:r>
              <a:endParaRPr lang="ru-RU" sz="2000">
                <a:latin typeface="Arial" charset="0"/>
                <a:cs typeface="Arial" charset="0"/>
              </a:endParaRPr>
            </a:p>
          </p:txBody>
        </p:sp>
        <p:sp>
          <p:nvSpPr>
            <p:cNvPr id="16391" name="Line 8">
              <a:extLst>
                <a:ext uri="{FF2B5EF4-FFF2-40B4-BE49-F238E27FC236}">
                  <a16:creationId xmlns:a16="http://schemas.microsoft.com/office/drawing/2014/main" id="{686701B9-6EF2-99D9-D53E-846D60A5A13B}"/>
                </a:ext>
              </a:extLst>
            </p:cNvPr>
            <p:cNvSpPr>
              <a:spLocks noChangeShapeType="1"/>
            </p:cNvSpPr>
            <p:nvPr/>
          </p:nvSpPr>
          <p:spPr bwMode="auto">
            <a:xfrm>
              <a:off x="2696" y="2304"/>
              <a:ext cx="621"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392" name="Line 9">
              <a:extLst>
                <a:ext uri="{FF2B5EF4-FFF2-40B4-BE49-F238E27FC236}">
                  <a16:creationId xmlns:a16="http://schemas.microsoft.com/office/drawing/2014/main" id="{8459F4DD-A341-8AEA-0E1D-593D396CB6E4}"/>
                </a:ext>
              </a:extLst>
            </p:cNvPr>
            <p:cNvSpPr>
              <a:spLocks noChangeShapeType="1"/>
            </p:cNvSpPr>
            <p:nvPr/>
          </p:nvSpPr>
          <p:spPr bwMode="auto">
            <a:xfrm>
              <a:off x="2976" y="2304"/>
              <a:ext cx="0" cy="503"/>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393" name="Line 10">
              <a:extLst>
                <a:ext uri="{FF2B5EF4-FFF2-40B4-BE49-F238E27FC236}">
                  <a16:creationId xmlns:a16="http://schemas.microsoft.com/office/drawing/2014/main" id="{688238AA-4E1A-1E4B-1A0A-9D3AE876FB24}"/>
                </a:ext>
              </a:extLst>
            </p:cNvPr>
            <p:cNvSpPr>
              <a:spLocks noChangeShapeType="1"/>
            </p:cNvSpPr>
            <p:nvPr/>
          </p:nvSpPr>
          <p:spPr bwMode="auto">
            <a:xfrm flipH="1">
              <a:off x="1432" y="2808"/>
              <a:ext cx="15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4" name="Line 11">
              <a:extLst>
                <a:ext uri="{FF2B5EF4-FFF2-40B4-BE49-F238E27FC236}">
                  <a16:creationId xmlns:a16="http://schemas.microsoft.com/office/drawing/2014/main" id="{89A3C282-5B9A-FA3E-EB4D-C5AD40F3BC82}"/>
                </a:ext>
              </a:extLst>
            </p:cNvPr>
            <p:cNvSpPr>
              <a:spLocks noChangeShapeType="1"/>
            </p:cNvSpPr>
            <p:nvPr/>
          </p:nvSpPr>
          <p:spPr bwMode="auto">
            <a:xfrm>
              <a:off x="1440" y="2496"/>
              <a:ext cx="0" cy="3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Line 12">
              <a:extLst>
                <a:ext uri="{FF2B5EF4-FFF2-40B4-BE49-F238E27FC236}">
                  <a16:creationId xmlns:a16="http://schemas.microsoft.com/office/drawing/2014/main" id="{02CFBAC1-BEDA-8A44-DA7F-1FE511185A12}"/>
                </a:ext>
              </a:extLst>
            </p:cNvPr>
            <p:cNvSpPr>
              <a:spLocks noChangeShapeType="1"/>
            </p:cNvSpPr>
            <p:nvPr/>
          </p:nvSpPr>
          <p:spPr bwMode="auto">
            <a:xfrm>
              <a:off x="1440" y="2496"/>
              <a:ext cx="384"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396" name="Line 13">
              <a:extLst>
                <a:ext uri="{FF2B5EF4-FFF2-40B4-BE49-F238E27FC236}">
                  <a16:creationId xmlns:a16="http://schemas.microsoft.com/office/drawing/2014/main" id="{F305C420-425B-5239-379E-502733A16EFB}"/>
                </a:ext>
              </a:extLst>
            </p:cNvPr>
            <p:cNvSpPr>
              <a:spLocks noChangeShapeType="1"/>
            </p:cNvSpPr>
            <p:nvPr/>
          </p:nvSpPr>
          <p:spPr bwMode="auto">
            <a:xfrm>
              <a:off x="1152" y="2184"/>
              <a:ext cx="672"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397" name="Line 14">
              <a:extLst>
                <a:ext uri="{FF2B5EF4-FFF2-40B4-BE49-F238E27FC236}">
                  <a16:creationId xmlns:a16="http://schemas.microsoft.com/office/drawing/2014/main" id="{CBBEDB1B-E9FA-4FEA-E643-4AB9279180F5}"/>
                </a:ext>
              </a:extLst>
            </p:cNvPr>
            <p:cNvSpPr>
              <a:spLocks noChangeShapeType="1"/>
            </p:cNvSpPr>
            <p:nvPr/>
          </p:nvSpPr>
          <p:spPr bwMode="auto">
            <a:xfrm flipV="1">
              <a:off x="1440" y="1776"/>
              <a:ext cx="0" cy="406"/>
            </a:xfrm>
            <a:prstGeom prst="line">
              <a:avLst/>
            </a:prstGeom>
            <a:noFill/>
            <a:ln w="28575">
              <a:solidFill>
                <a:schemeClr val="tx1"/>
              </a:solidFill>
              <a:prstDash val="dash"/>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398" name="Line 15">
              <a:extLst>
                <a:ext uri="{FF2B5EF4-FFF2-40B4-BE49-F238E27FC236}">
                  <a16:creationId xmlns:a16="http://schemas.microsoft.com/office/drawing/2014/main" id="{DE1DA623-C5B4-8603-F5ED-876AB757AB70}"/>
                </a:ext>
              </a:extLst>
            </p:cNvPr>
            <p:cNvSpPr>
              <a:spLocks noChangeShapeType="1"/>
            </p:cNvSpPr>
            <p:nvPr/>
          </p:nvSpPr>
          <p:spPr bwMode="auto">
            <a:xfrm>
              <a:off x="1440" y="1776"/>
              <a:ext cx="1536"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16">
              <a:extLst>
                <a:ext uri="{FF2B5EF4-FFF2-40B4-BE49-F238E27FC236}">
                  <a16:creationId xmlns:a16="http://schemas.microsoft.com/office/drawing/2014/main" id="{DEBF74C5-D223-D3D3-5880-1849E8A47942}"/>
                </a:ext>
              </a:extLst>
            </p:cNvPr>
            <p:cNvSpPr>
              <a:spLocks noChangeShapeType="1"/>
            </p:cNvSpPr>
            <p:nvPr/>
          </p:nvSpPr>
          <p:spPr bwMode="auto">
            <a:xfrm>
              <a:off x="2976" y="1776"/>
              <a:ext cx="0" cy="331"/>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17">
              <a:extLst>
                <a:ext uri="{FF2B5EF4-FFF2-40B4-BE49-F238E27FC236}">
                  <a16:creationId xmlns:a16="http://schemas.microsoft.com/office/drawing/2014/main" id="{C46131A6-B056-6ADB-9836-F4E266C4F2B2}"/>
                </a:ext>
              </a:extLst>
            </p:cNvPr>
            <p:cNvSpPr>
              <a:spLocks noChangeShapeType="1"/>
            </p:cNvSpPr>
            <p:nvPr/>
          </p:nvSpPr>
          <p:spPr bwMode="auto">
            <a:xfrm>
              <a:off x="2976" y="2112"/>
              <a:ext cx="336" cy="0"/>
            </a:xfrm>
            <a:prstGeom prst="line">
              <a:avLst/>
            </a:prstGeom>
            <a:noFill/>
            <a:ln w="2857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401" name="Line 18">
              <a:extLst>
                <a:ext uri="{FF2B5EF4-FFF2-40B4-BE49-F238E27FC236}">
                  <a16:creationId xmlns:a16="http://schemas.microsoft.com/office/drawing/2014/main" id="{80630062-2B08-319F-D90D-FD031B921970}"/>
                </a:ext>
              </a:extLst>
            </p:cNvPr>
            <p:cNvSpPr>
              <a:spLocks noChangeShapeType="1"/>
            </p:cNvSpPr>
            <p:nvPr/>
          </p:nvSpPr>
          <p:spPr bwMode="auto">
            <a:xfrm>
              <a:off x="4192" y="2304"/>
              <a:ext cx="313"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402" name="Text Box 19">
              <a:extLst>
                <a:ext uri="{FF2B5EF4-FFF2-40B4-BE49-F238E27FC236}">
                  <a16:creationId xmlns:a16="http://schemas.microsoft.com/office/drawing/2014/main" id="{4C3D0689-BED9-B34F-D10A-FC8CC5C06BC9}"/>
                </a:ext>
              </a:extLst>
            </p:cNvPr>
            <p:cNvSpPr txBox="1">
              <a:spLocks noChangeArrowheads="1"/>
            </p:cNvSpPr>
            <p:nvPr/>
          </p:nvSpPr>
          <p:spPr bwMode="auto">
            <a:xfrm>
              <a:off x="1800" y="2792"/>
              <a:ext cx="12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Feedback loop</a:t>
              </a:r>
              <a:endParaRPr lang="ru-RU" altLang="en-US"/>
            </a:p>
          </p:txBody>
        </p:sp>
        <p:sp>
          <p:nvSpPr>
            <p:cNvPr id="16403" name="Text Box 20">
              <a:extLst>
                <a:ext uri="{FF2B5EF4-FFF2-40B4-BE49-F238E27FC236}">
                  <a16:creationId xmlns:a16="http://schemas.microsoft.com/office/drawing/2014/main" id="{5FBF7330-B7D9-75BC-0372-1BC846D4EE73}"/>
                </a:ext>
              </a:extLst>
            </p:cNvPr>
            <p:cNvSpPr txBox="1">
              <a:spLocks noChangeArrowheads="1"/>
            </p:cNvSpPr>
            <p:nvPr/>
          </p:nvSpPr>
          <p:spPr bwMode="auto">
            <a:xfrm>
              <a:off x="4240" y="2016"/>
              <a:ext cx="7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Outputs</a:t>
              </a:r>
              <a:endParaRPr lang="ru-RU" altLang="en-US"/>
            </a:p>
          </p:txBody>
        </p:sp>
        <p:sp>
          <p:nvSpPr>
            <p:cNvPr id="16404" name="Text Box 21">
              <a:extLst>
                <a:ext uri="{FF2B5EF4-FFF2-40B4-BE49-F238E27FC236}">
                  <a16:creationId xmlns:a16="http://schemas.microsoft.com/office/drawing/2014/main" id="{A9F89E32-537B-FFC7-27A1-F5816D78402E}"/>
                </a:ext>
              </a:extLst>
            </p:cNvPr>
            <p:cNvSpPr txBox="1">
              <a:spLocks noChangeArrowheads="1"/>
            </p:cNvSpPr>
            <p:nvPr/>
          </p:nvSpPr>
          <p:spPr bwMode="auto">
            <a:xfrm>
              <a:off x="816" y="1920"/>
              <a:ext cx="7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Inputs</a:t>
              </a:r>
              <a:endParaRPr lang="ru-RU" altLang="en-US"/>
            </a:p>
          </p:txBody>
        </p:sp>
        <p:sp>
          <p:nvSpPr>
            <p:cNvPr id="16405" name="Text Box 22">
              <a:extLst>
                <a:ext uri="{FF2B5EF4-FFF2-40B4-BE49-F238E27FC236}">
                  <a16:creationId xmlns:a16="http://schemas.microsoft.com/office/drawing/2014/main" id="{6378D63A-9041-609C-7AA6-9AD7555CE7FF}"/>
                </a:ext>
              </a:extLst>
            </p:cNvPr>
            <p:cNvSpPr txBox="1">
              <a:spLocks noChangeArrowheads="1"/>
            </p:cNvSpPr>
            <p:nvPr/>
          </p:nvSpPr>
          <p:spPr bwMode="auto">
            <a:xfrm>
              <a:off x="3024" y="1680"/>
              <a:ext cx="1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Mealy machine only</a:t>
              </a:r>
              <a:endParaRPr lang="ru-RU" altLang="en-US"/>
            </a:p>
          </p:txBody>
        </p:sp>
        <p:sp>
          <p:nvSpPr>
            <p:cNvPr id="16406" name="Line 23">
              <a:extLst>
                <a:ext uri="{FF2B5EF4-FFF2-40B4-BE49-F238E27FC236}">
                  <a16:creationId xmlns:a16="http://schemas.microsoft.com/office/drawing/2014/main" id="{5180D8C8-05EF-676C-0991-B57311C38550}"/>
                </a:ext>
              </a:extLst>
            </p:cNvPr>
            <p:cNvSpPr>
              <a:spLocks noChangeShapeType="1"/>
            </p:cNvSpPr>
            <p:nvPr/>
          </p:nvSpPr>
          <p:spPr bwMode="auto">
            <a:xfrm flipH="1">
              <a:off x="2976" y="1824"/>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 name="Title 2">
            <a:extLst>
              <a:ext uri="{FF2B5EF4-FFF2-40B4-BE49-F238E27FC236}">
                <a16:creationId xmlns:a16="http://schemas.microsoft.com/office/drawing/2014/main" id="{1F185E29-A1A8-2403-F82F-8E8032DA3D2A}"/>
              </a:ext>
            </a:extLst>
          </p:cNvPr>
          <p:cNvSpPr>
            <a:spLocks noGrp="1"/>
          </p:cNvSpPr>
          <p:nvPr>
            <p:ph type="title"/>
          </p:nvPr>
        </p:nvSpPr>
        <p:spPr/>
        <p:txBody>
          <a:bodyPr>
            <a:normAutofit/>
          </a:bodyPr>
          <a:lstStyle/>
          <a:p>
            <a:r>
              <a:rPr lang="en-US" dirty="0"/>
              <a:t>Asynchronous FSM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
            <a:extLst>
              <a:ext uri="{FF2B5EF4-FFF2-40B4-BE49-F238E27FC236}">
                <a16:creationId xmlns:a16="http://schemas.microsoft.com/office/drawing/2014/main" id="{F488C80E-2CBD-70C7-41EF-875D39FEE267}"/>
              </a:ext>
            </a:extLst>
          </p:cNvPr>
          <p:cNvSpPr>
            <a:spLocks noGrp="1" noChangeArrowheads="1"/>
          </p:cNvSpPr>
          <p:nvPr>
            <p:ph type="title"/>
          </p:nvPr>
        </p:nvSpPr>
        <p:spPr/>
        <p:txBody>
          <a:bodyPr>
            <a:normAutofit/>
          </a:bodyPr>
          <a:lstStyle/>
          <a:p>
            <a:r>
              <a:rPr lang="en-US" altLang="en-US" dirty="0"/>
              <a:t>Asynchronous Counter (Example)</a:t>
            </a:r>
          </a:p>
        </p:txBody>
      </p:sp>
      <p:sp>
        <p:nvSpPr>
          <p:cNvPr id="17411" name="Content Placeholder 3">
            <a:extLst>
              <a:ext uri="{FF2B5EF4-FFF2-40B4-BE49-F238E27FC236}">
                <a16:creationId xmlns:a16="http://schemas.microsoft.com/office/drawing/2014/main" id="{82221510-C416-136E-ECB7-D029DEB35363}"/>
              </a:ext>
            </a:extLst>
          </p:cNvPr>
          <p:cNvSpPr>
            <a:spLocks noGrp="1" noChangeArrowheads="1"/>
          </p:cNvSpPr>
          <p:nvPr>
            <p:ph type="body" sz="quarter" idx="10"/>
          </p:nvPr>
        </p:nvSpPr>
        <p:spPr/>
        <p:txBody>
          <a:bodyPr/>
          <a:lstStyle/>
          <a:p>
            <a:r>
              <a:rPr lang="en-US" altLang="en-US"/>
              <a:t>The first requirement</a:t>
            </a:r>
          </a:p>
          <a:p>
            <a:r>
              <a:rPr lang="en-US" altLang="en-US"/>
              <a:t>Transition graph of modulo-4 counter</a:t>
            </a:r>
            <a:endParaRPr lang="ru-RU" altLang="en-US"/>
          </a:p>
          <a:p>
            <a:endParaRPr lang="en-US" altLang="en-US"/>
          </a:p>
        </p:txBody>
      </p:sp>
      <p:grpSp>
        <p:nvGrpSpPr>
          <p:cNvPr id="17412" name="Group 6">
            <a:extLst>
              <a:ext uri="{FF2B5EF4-FFF2-40B4-BE49-F238E27FC236}">
                <a16:creationId xmlns:a16="http://schemas.microsoft.com/office/drawing/2014/main" id="{7B90EBD5-390D-3193-0516-DF27CD4AD400}"/>
              </a:ext>
            </a:extLst>
          </p:cNvPr>
          <p:cNvGrpSpPr>
            <a:grpSpLocks/>
          </p:cNvGrpSpPr>
          <p:nvPr/>
        </p:nvGrpSpPr>
        <p:grpSpPr bwMode="auto">
          <a:xfrm>
            <a:off x="2768600" y="2781300"/>
            <a:ext cx="6604000" cy="2444750"/>
            <a:chOff x="960" y="1981"/>
            <a:chExt cx="4160" cy="1540"/>
          </a:xfrm>
        </p:grpSpPr>
        <p:sp>
          <p:nvSpPr>
            <p:cNvPr id="8" name="Oval 7">
              <a:extLst>
                <a:ext uri="{FF2B5EF4-FFF2-40B4-BE49-F238E27FC236}">
                  <a16:creationId xmlns:a16="http://schemas.microsoft.com/office/drawing/2014/main" id="{2EBE0A3B-74F0-4093-9C3C-38FE8187301D}"/>
                </a:ext>
              </a:extLst>
            </p:cNvPr>
            <p:cNvSpPr>
              <a:spLocks noChangeArrowheads="1"/>
            </p:cNvSpPr>
            <p:nvPr/>
          </p:nvSpPr>
          <p:spPr bwMode="auto">
            <a:xfrm>
              <a:off x="960" y="260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0</a:t>
              </a:r>
            </a:p>
          </p:txBody>
        </p:sp>
        <p:sp>
          <p:nvSpPr>
            <p:cNvPr id="9" name="Oval 8">
              <a:extLst>
                <a:ext uri="{FF2B5EF4-FFF2-40B4-BE49-F238E27FC236}">
                  <a16:creationId xmlns:a16="http://schemas.microsoft.com/office/drawing/2014/main" id="{386F026C-8D23-44BA-9D6C-33F00546DA76}"/>
                </a:ext>
              </a:extLst>
            </p:cNvPr>
            <p:cNvSpPr>
              <a:spLocks noChangeArrowheads="1"/>
            </p:cNvSpPr>
            <p:nvPr/>
          </p:nvSpPr>
          <p:spPr bwMode="auto">
            <a:xfrm>
              <a:off x="2208" y="260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1</a:t>
              </a:r>
            </a:p>
          </p:txBody>
        </p:sp>
        <p:sp>
          <p:nvSpPr>
            <p:cNvPr id="10" name="Oval 9">
              <a:extLst>
                <a:ext uri="{FF2B5EF4-FFF2-40B4-BE49-F238E27FC236}">
                  <a16:creationId xmlns:a16="http://schemas.microsoft.com/office/drawing/2014/main" id="{16B9CEE7-5C29-4F14-A1AB-48D9ADDCD053}"/>
                </a:ext>
              </a:extLst>
            </p:cNvPr>
            <p:cNvSpPr>
              <a:spLocks noChangeArrowheads="1"/>
            </p:cNvSpPr>
            <p:nvPr/>
          </p:nvSpPr>
          <p:spPr bwMode="auto">
            <a:xfrm>
              <a:off x="3360" y="260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2</a:t>
              </a:r>
            </a:p>
          </p:txBody>
        </p:sp>
        <p:sp>
          <p:nvSpPr>
            <p:cNvPr id="11" name="Oval 10">
              <a:extLst>
                <a:ext uri="{FF2B5EF4-FFF2-40B4-BE49-F238E27FC236}">
                  <a16:creationId xmlns:a16="http://schemas.microsoft.com/office/drawing/2014/main" id="{AFF78C92-704D-41C4-AE8D-EC3D10462804}"/>
                </a:ext>
              </a:extLst>
            </p:cNvPr>
            <p:cNvSpPr>
              <a:spLocks noChangeArrowheads="1"/>
            </p:cNvSpPr>
            <p:nvPr/>
          </p:nvSpPr>
          <p:spPr bwMode="auto">
            <a:xfrm>
              <a:off x="4544" y="2581"/>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3</a:t>
              </a:r>
            </a:p>
          </p:txBody>
        </p:sp>
        <p:cxnSp>
          <p:nvCxnSpPr>
            <p:cNvPr id="17417" name="AutoShape 11">
              <a:extLst>
                <a:ext uri="{FF2B5EF4-FFF2-40B4-BE49-F238E27FC236}">
                  <a16:creationId xmlns:a16="http://schemas.microsoft.com/office/drawing/2014/main" id="{33295145-8312-1202-E3A2-B31F22AC0C34}"/>
                </a:ext>
              </a:extLst>
            </p:cNvPr>
            <p:cNvCxnSpPr>
              <a:cxnSpLocks noChangeShapeType="1"/>
              <a:stCxn id="8" idx="6"/>
              <a:endCxn id="9" idx="2"/>
            </p:cNvCxnSpPr>
            <p:nvPr/>
          </p:nvCxnSpPr>
          <p:spPr bwMode="auto">
            <a:xfrm>
              <a:off x="1536" y="2893"/>
              <a:ext cx="672" cy="0"/>
            </a:xfrm>
            <a:prstGeom prst="straightConnector1">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418" name="AutoShape 12">
              <a:extLst>
                <a:ext uri="{FF2B5EF4-FFF2-40B4-BE49-F238E27FC236}">
                  <a16:creationId xmlns:a16="http://schemas.microsoft.com/office/drawing/2014/main" id="{2BA53968-456E-AEAB-EF15-9690E07B1269}"/>
                </a:ext>
              </a:extLst>
            </p:cNvPr>
            <p:cNvCxnSpPr>
              <a:cxnSpLocks noChangeShapeType="1"/>
              <a:stCxn id="9" idx="6"/>
              <a:endCxn id="10" idx="2"/>
            </p:cNvCxnSpPr>
            <p:nvPr/>
          </p:nvCxnSpPr>
          <p:spPr bwMode="auto">
            <a:xfrm>
              <a:off x="2784" y="2893"/>
              <a:ext cx="576" cy="0"/>
            </a:xfrm>
            <a:prstGeom prst="straightConnector1">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419" name="AutoShape 13">
              <a:extLst>
                <a:ext uri="{FF2B5EF4-FFF2-40B4-BE49-F238E27FC236}">
                  <a16:creationId xmlns:a16="http://schemas.microsoft.com/office/drawing/2014/main" id="{862BC119-EF6D-4300-0979-06310B3B37B1}"/>
                </a:ext>
              </a:extLst>
            </p:cNvPr>
            <p:cNvCxnSpPr>
              <a:cxnSpLocks noChangeShapeType="1"/>
            </p:cNvCxnSpPr>
            <p:nvPr/>
          </p:nvCxnSpPr>
          <p:spPr bwMode="auto">
            <a:xfrm>
              <a:off x="3945" y="2893"/>
              <a:ext cx="598" cy="0"/>
            </a:xfrm>
            <a:prstGeom prst="straightConnector1">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 name="Text Box 14">
              <a:extLst>
                <a:ext uri="{FF2B5EF4-FFF2-40B4-BE49-F238E27FC236}">
                  <a16:creationId xmlns:a16="http://schemas.microsoft.com/office/drawing/2014/main" id="{C9AF3348-48AB-4EE6-A931-E55320E89409}"/>
                </a:ext>
              </a:extLst>
            </p:cNvPr>
            <p:cNvSpPr txBox="1">
              <a:spLocks noChangeArrowheads="1"/>
            </p:cNvSpPr>
            <p:nvPr/>
          </p:nvSpPr>
          <p:spPr bwMode="auto">
            <a:xfrm>
              <a:off x="2400" y="2016"/>
              <a:ext cx="227" cy="227"/>
            </a:xfrm>
            <a:prstGeom prst="rect">
              <a:avLst/>
            </a:prstGeom>
            <a:noFill/>
            <a:ln w="9525">
              <a:noFill/>
              <a:miter lim="800000"/>
              <a:headEnd/>
              <a:tailEnd/>
            </a:ln>
          </p:spPr>
          <p:txBody>
            <a:bodyPr/>
            <a:lstStyle/>
            <a:p>
              <a:pPr eaLnBrk="1" hangingPunct="1">
                <a:spcBef>
                  <a:spcPct val="50000"/>
                </a:spcBef>
                <a:defRPr/>
              </a:pPr>
              <a:r>
                <a:rPr lang="en-US" sz="2400" dirty="0"/>
                <a:t>0</a:t>
              </a:r>
            </a:p>
          </p:txBody>
        </p:sp>
        <p:sp>
          <p:nvSpPr>
            <p:cNvPr id="16" name="Text Box 15">
              <a:extLst>
                <a:ext uri="{FF2B5EF4-FFF2-40B4-BE49-F238E27FC236}">
                  <a16:creationId xmlns:a16="http://schemas.microsoft.com/office/drawing/2014/main" id="{2E230258-2895-433B-9F81-FD8344B8CAE6}"/>
                </a:ext>
              </a:extLst>
            </p:cNvPr>
            <p:cNvSpPr txBox="1">
              <a:spLocks noChangeArrowheads="1"/>
            </p:cNvSpPr>
            <p:nvPr/>
          </p:nvSpPr>
          <p:spPr bwMode="auto">
            <a:xfrm>
              <a:off x="3534" y="1987"/>
              <a:ext cx="227" cy="227"/>
            </a:xfrm>
            <a:prstGeom prst="rect">
              <a:avLst/>
            </a:prstGeom>
            <a:noFill/>
            <a:ln w="9525">
              <a:noFill/>
              <a:miter lim="800000"/>
              <a:headEnd/>
              <a:tailEnd/>
            </a:ln>
          </p:spPr>
          <p:txBody>
            <a:bodyPr/>
            <a:lstStyle/>
            <a:p>
              <a:pPr eaLnBrk="1" hangingPunct="1">
                <a:spcBef>
                  <a:spcPct val="50000"/>
                </a:spcBef>
                <a:defRPr/>
              </a:pPr>
              <a:r>
                <a:rPr lang="en-US" sz="2400" dirty="0"/>
                <a:t>0</a:t>
              </a:r>
            </a:p>
          </p:txBody>
        </p:sp>
        <p:sp>
          <p:nvSpPr>
            <p:cNvPr id="17" name="Text Box 16">
              <a:extLst>
                <a:ext uri="{FF2B5EF4-FFF2-40B4-BE49-F238E27FC236}">
                  <a16:creationId xmlns:a16="http://schemas.microsoft.com/office/drawing/2014/main" id="{A9A6F892-0B19-4C00-824E-3889B5C6CB8D}"/>
                </a:ext>
              </a:extLst>
            </p:cNvPr>
            <p:cNvSpPr txBox="1">
              <a:spLocks noChangeArrowheads="1"/>
            </p:cNvSpPr>
            <p:nvPr/>
          </p:nvSpPr>
          <p:spPr bwMode="auto">
            <a:xfrm>
              <a:off x="4716" y="1981"/>
              <a:ext cx="227" cy="227"/>
            </a:xfrm>
            <a:prstGeom prst="rect">
              <a:avLst/>
            </a:prstGeom>
            <a:noFill/>
            <a:ln w="9525">
              <a:noFill/>
              <a:miter lim="800000"/>
              <a:headEnd/>
              <a:tailEnd/>
            </a:ln>
          </p:spPr>
          <p:txBody>
            <a:bodyPr/>
            <a:lstStyle/>
            <a:p>
              <a:pPr eaLnBrk="1" hangingPunct="1">
                <a:spcBef>
                  <a:spcPct val="50000"/>
                </a:spcBef>
                <a:defRPr/>
              </a:pPr>
              <a:r>
                <a:rPr lang="en-US" sz="2400" dirty="0"/>
                <a:t>0</a:t>
              </a:r>
            </a:p>
          </p:txBody>
        </p:sp>
        <p:sp>
          <p:nvSpPr>
            <p:cNvPr id="18" name="Text Box 17">
              <a:extLst>
                <a:ext uri="{FF2B5EF4-FFF2-40B4-BE49-F238E27FC236}">
                  <a16:creationId xmlns:a16="http://schemas.microsoft.com/office/drawing/2014/main" id="{44CDCE3D-C067-4CE6-9172-F6BDEF367A6E}"/>
                </a:ext>
              </a:extLst>
            </p:cNvPr>
            <p:cNvSpPr txBox="1">
              <a:spLocks noChangeArrowheads="1"/>
            </p:cNvSpPr>
            <p:nvPr/>
          </p:nvSpPr>
          <p:spPr bwMode="auto">
            <a:xfrm>
              <a:off x="1776" y="2605"/>
              <a:ext cx="227" cy="227"/>
            </a:xfrm>
            <a:prstGeom prst="rect">
              <a:avLst/>
            </a:prstGeom>
            <a:noFill/>
            <a:ln w="9525">
              <a:noFill/>
              <a:miter lim="800000"/>
              <a:headEnd/>
              <a:tailEnd/>
            </a:ln>
          </p:spPr>
          <p:txBody>
            <a:bodyPr/>
            <a:lstStyle/>
            <a:p>
              <a:pPr eaLnBrk="1" hangingPunct="1">
                <a:spcBef>
                  <a:spcPct val="50000"/>
                </a:spcBef>
                <a:defRPr/>
              </a:pPr>
              <a:r>
                <a:rPr lang="en-US" sz="2400" dirty="0"/>
                <a:t>1</a:t>
              </a:r>
            </a:p>
          </p:txBody>
        </p:sp>
        <p:sp>
          <p:nvSpPr>
            <p:cNvPr id="19" name="Text Box 18">
              <a:extLst>
                <a:ext uri="{FF2B5EF4-FFF2-40B4-BE49-F238E27FC236}">
                  <a16:creationId xmlns:a16="http://schemas.microsoft.com/office/drawing/2014/main" id="{9905B379-7EF5-413E-94F6-74ED48746FA8}"/>
                </a:ext>
              </a:extLst>
            </p:cNvPr>
            <p:cNvSpPr txBox="1">
              <a:spLocks noChangeArrowheads="1"/>
            </p:cNvSpPr>
            <p:nvPr/>
          </p:nvSpPr>
          <p:spPr bwMode="auto">
            <a:xfrm>
              <a:off x="2961" y="2604"/>
              <a:ext cx="227" cy="227"/>
            </a:xfrm>
            <a:prstGeom prst="rect">
              <a:avLst/>
            </a:prstGeom>
            <a:noFill/>
            <a:ln w="9525">
              <a:noFill/>
              <a:miter lim="800000"/>
              <a:headEnd/>
              <a:tailEnd/>
            </a:ln>
          </p:spPr>
          <p:txBody>
            <a:bodyPr/>
            <a:lstStyle/>
            <a:p>
              <a:pPr eaLnBrk="1" hangingPunct="1">
                <a:spcBef>
                  <a:spcPct val="50000"/>
                </a:spcBef>
                <a:defRPr/>
              </a:pPr>
              <a:r>
                <a:rPr lang="en-US" sz="2400" dirty="0"/>
                <a:t>1</a:t>
              </a:r>
            </a:p>
          </p:txBody>
        </p:sp>
        <p:sp>
          <p:nvSpPr>
            <p:cNvPr id="20" name="Text Box 19">
              <a:extLst>
                <a:ext uri="{FF2B5EF4-FFF2-40B4-BE49-F238E27FC236}">
                  <a16:creationId xmlns:a16="http://schemas.microsoft.com/office/drawing/2014/main" id="{DD879B34-49D1-459D-9CF0-CD28791323EF}"/>
                </a:ext>
              </a:extLst>
            </p:cNvPr>
            <p:cNvSpPr txBox="1">
              <a:spLocks noChangeArrowheads="1"/>
            </p:cNvSpPr>
            <p:nvPr/>
          </p:nvSpPr>
          <p:spPr bwMode="auto">
            <a:xfrm>
              <a:off x="4119" y="2606"/>
              <a:ext cx="227" cy="227"/>
            </a:xfrm>
            <a:prstGeom prst="rect">
              <a:avLst/>
            </a:prstGeom>
            <a:noFill/>
            <a:ln w="9525">
              <a:noFill/>
              <a:miter lim="800000"/>
              <a:headEnd/>
              <a:tailEnd/>
            </a:ln>
          </p:spPr>
          <p:txBody>
            <a:bodyPr/>
            <a:lstStyle/>
            <a:p>
              <a:pPr eaLnBrk="1" hangingPunct="1">
                <a:spcBef>
                  <a:spcPct val="50000"/>
                </a:spcBef>
                <a:defRPr/>
              </a:pPr>
              <a:r>
                <a:rPr lang="en-US" sz="2400" dirty="0"/>
                <a:t>1</a:t>
              </a:r>
            </a:p>
          </p:txBody>
        </p:sp>
        <p:sp>
          <p:nvSpPr>
            <p:cNvPr id="21" name="Text Box 20">
              <a:extLst>
                <a:ext uri="{FF2B5EF4-FFF2-40B4-BE49-F238E27FC236}">
                  <a16:creationId xmlns:a16="http://schemas.microsoft.com/office/drawing/2014/main" id="{A9AA4EFA-4468-4DFB-910A-B22144F5176A}"/>
                </a:ext>
              </a:extLst>
            </p:cNvPr>
            <p:cNvSpPr txBox="1">
              <a:spLocks noChangeArrowheads="1"/>
            </p:cNvSpPr>
            <p:nvPr/>
          </p:nvSpPr>
          <p:spPr bwMode="auto">
            <a:xfrm>
              <a:off x="3072" y="3165"/>
              <a:ext cx="227" cy="227"/>
            </a:xfrm>
            <a:prstGeom prst="rect">
              <a:avLst/>
            </a:prstGeom>
            <a:noFill/>
            <a:ln w="9525">
              <a:noFill/>
              <a:miter lim="800000"/>
              <a:headEnd/>
              <a:tailEnd/>
            </a:ln>
          </p:spPr>
          <p:txBody>
            <a:bodyPr/>
            <a:lstStyle/>
            <a:p>
              <a:pPr eaLnBrk="1" hangingPunct="1">
                <a:spcBef>
                  <a:spcPct val="50000"/>
                </a:spcBef>
                <a:defRPr/>
              </a:pPr>
              <a:r>
                <a:rPr lang="en-US" sz="2400" dirty="0"/>
                <a:t>1</a:t>
              </a:r>
            </a:p>
          </p:txBody>
        </p:sp>
        <p:sp>
          <p:nvSpPr>
            <p:cNvPr id="22" name="Text Box 21">
              <a:extLst>
                <a:ext uri="{FF2B5EF4-FFF2-40B4-BE49-F238E27FC236}">
                  <a16:creationId xmlns:a16="http://schemas.microsoft.com/office/drawing/2014/main" id="{6F048C80-E4E0-48DB-9F6C-850B7BFA4665}"/>
                </a:ext>
              </a:extLst>
            </p:cNvPr>
            <p:cNvSpPr txBox="1">
              <a:spLocks noChangeArrowheads="1"/>
            </p:cNvSpPr>
            <p:nvPr/>
          </p:nvSpPr>
          <p:spPr bwMode="auto">
            <a:xfrm>
              <a:off x="1136" y="2037"/>
              <a:ext cx="227" cy="227"/>
            </a:xfrm>
            <a:prstGeom prst="rect">
              <a:avLst/>
            </a:prstGeom>
            <a:noFill/>
            <a:ln w="9525">
              <a:noFill/>
              <a:miter lim="800000"/>
              <a:headEnd/>
              <a:tailEnd/>
            </a:ln>
          </p:spPr>
          <p:txBody>
            <a:bodyPr/>
            <a:lstStyle/>
            <a:p>
              <a:pPr eaLnBrk="1" hangingPunct="1">
                <a:spcBef>
                  <a:spcPct val="50000"/>
                </a:spcBef>
                <a:defRPr/>
              </a:pPr>
              <a:r>
                <a:rPr lang="en-US" sz="2400" dirty="0"/>
                <a:t>0</a:t>
              </a:r>
            </a:p>
          </p:txBody>
        </p:sp>
        <p:sp>
          <p:nvSpPr>
            <p:cNvPr id="23" name="Arc 22">
              <a:extLst>
                <a:ext uri="{FF2B5EF4-FFF2-40B4-BE49-F238E27FC236}">
                  <a16:creationId xmlns:a16="http://schemas.microsoft.com/office/drawing/2014/main" id="{BECC40F2-7BE6-4B32-8314-D5D9B989EAC2}"/>
                </a:ext>
              </a:extLst>
            </p:cNvPr>
            <p:cNvSpPr>
              <a:spLocks/>
            </p:cNvSpPr>
            <p:nvPr/>
          </p:nvSpPr>
          <p:spPr bwMode="auto">
            <a:xfrm>
              <a:off x="2236" y="2369"/>
              <a:ext cx="528" cy="388"/>
            </a:xfrm>
            <a:custGeom>
              <a:avLst/>
              <a:gdLst>
                <a:gd name="T0" fmla="*/ 0 w 43200"/>
                <a:gd name="T1" fmla="*/ 0 h 30023"/>
                <a:gd name="T2" fmla="*/ 0 w 43200"/>
                <a:gd name="T3" fmla="*/ 0 h 30023"/>
                <a:gd name="T4" fmla="*/ 0 w 43200"/>
                <a:gd name="T5" fmla="*/ 0 h 30023"/>
                <a:gd name="T6" fmla="*/ 0 60000 65536"/>
                <a:gd name="T7" fmla="*/ 0 60000 65536"/>
                <a:gd name="T8" fmla="*/ 0 60000 65536"/>
                <a:gd name="T9" fmla="*/ 0 w 43200"/>
                <a:gd name="T10" fmla="*/ 0 h 30023"/>
                <a:gd name="T11" fmla="*/ 43200 w 43200"/>
                <a:gd name="T12" fmla="*/ 30023 h 30023"/>
              </a:gdLst>
              <a:ahLst/>
              <a:cxnLst>
                <a:cxn ang="T6">
                  <a:pos x="T0" y="T1"/>
                </a:cxn>
                <a:cxn ang="T7">
                  <a:pos x="T2" y="T3"/>
                </a:cxn>
                <a:cxn ang="T8">
                  <a:pos x="T4" y="T5"/>
                </a:cxn>
              </a:cxnLst>
              <a:rect l="T9" t="T10" r="T11" b="T12"/>
              <a:pathLst>
                <a:path w="43200" h="30023" fill="none" extrusionOk="0">
                  <a:moveTo>
                    <a:pt x="1010" y="28130"/>
                  </a:moveTo>
                  <a:cubicBezTo>
                    <a:pt x="340" y="26018"/>
                    <a:pt x="0" y="23815"/>
                    <a:pt x="0" y="21600"/>
                  </a:cubicBezTo>
                  <a:cubicBezTo>
                    <a:pt x="0" y="9670"/>
                    <a:pt x="9670" y="0"/>
                    <a:pt x="21600" y="0"/>
                  </a:cubicBezTo>
                  <a:cubicBezTo>
                    <a:pt x="33529" y="0"/>
                    <a:pt x="43200" y="9670"/>
                    <a:pt x="43200" y="21600"/>
                  </a:cubicBezTo>
                  <a:cubicBezTo>
                    <a:pt x="43200" y="24493"/>
                    <a:pt x="42618" y="27358"/>
                    <a:pt x="41490" y="30023"/>
                  </a:cubicBezTo>
                </a:path>
                <a:path w="43200" h="30023" stroke="0" extrusionOk="0">
                  <a:moveTo>
                    <a:pt x="1010" y="28130"/>
                  </a:moveTo>
                  <a:cubicBezTo>
                    <a:pt x="340" y="26018"/>
                    <a:pt x="0" y="23815"/>
                    <a:pt x="0" y="21600"/>
                  </a:cubicBezTo>
                  <a:cubicBezTo>
                    <a:pt x="0" y="9670"/>
                    <a:pt x="9670" y="0"/>
                    <a:pt x="21600" y="0"/>
                  </a:cubicBezTo>
                  <a:cubicBezTo>
                    <a:pt x="33529" y="0"/>
                    <a:pt x="43200" y="9670"/>
                    <a:pt x="43200" y="21600"/>
                  </a:cubicBezTo>
                  <a:cubicBezTo>
                    <a:pt x="43200" y="24493"/>
                    <a:pt x="42618" y="27358"/>
                    <a:pt x="41490" y="30023"/>
                  </a:cubicBezTo>
                  <a:lnTo>
                    <a:pt x="21600" y="21600"/>
                  </a:lnTo>
                  <a:close/>
                </a:path>
              </a:pathLst>
            </a:custGeom>
            <a:noFill/>
            <a:ln w="34925">
              <a:solidFill>
                <a:schemeClr val="tx1"/>
              </a:solidFill>
              <a:round/>
              <a:headEnd/>
              <a:tailEnd type="triangle" w="lg" len="lg"/>
            </a:ln>
          </p:spPr>
          <p:txBody>
            <a:bodyPr wrap="none" anchor="ctr"/>
            <a:lstStyle/>
            <a:p>
              <a:pPr eaLnBrk="1" hangingPunct="1">
                <a:defRPr/>
              </a:pPr>
              <a:endParaRPr lang="en-US" dirty="0"/>
            </a:p>
          </p:txBody>
        </p:sp>
        <p:sp>
          <p:nvSpPr>
            <p:cNvPr id="24" name="Arc 23">
              <a:extLst>
                <a:ext uri="{FF2B5EF4-FFF2-40B4-BE49-F238E27FC236}">
                  <a16:creationId xmlns:a16="http://schemas.microsoft.com/office/drawing/2014/main" id="{D1633FBD-57D4-4C61-8231-C864004DC3BB}"/>
                </a:ext>
              </a:extLst>
            </p:cNvPr>
            <p:cNvSpPr>
              <a:spLocks/>
            </p:cNvSpPr>
            <p:nvPr/>
          </p:nvSpPr>
          <p:spPr bwMode="auto">
            <a:xfrm>
              <a:off x="3380" y="2369"/>
              <a:ext cx="528" cy="382"/>
            </a:xfrm>
            <a:custGeom>
              <a:avLst/>
              <a:gdLst>
                <a:gd name="T0" fmla="*/ 0 w 43200"/>
                <a:gd name="T1" fmla="*/ 0 h 29559"/>
                <a:gd name="T2" fmla="*/ 0 w 43200"/>
                <a:gd name="T3" fmla="*/ 0 h 29559"/>
                <a:gd name="T4" fmla="*/ 0 w 43200"/>
                <a:gd name="T5" fmla="*/ 0 h 29559"/>
                <a:gd name="T6" fmla="*/ 0 60000 65536"/>
                <a:gd name="T7" fmla="*/ 0 60000 65536"/>
                <a:gd name="T8" fmla="*/ 0 60000 65536"/>
                <a:gd name="T9" fmla="*/ 0 w 43200"/>
                <a:gd name="T10" fmla="*/ 0 h 29559"/>
                <a:gd name="T11" fmla="*/ 43200 w 43200"/>
                <a:gd name="T12" fmla="*/ 29559 h 29559"/>
              </a:gdLst>
              <a:ahLst/>
              <a:cxnLst>
                <a:cxn ang="T6">
                  <a:pos x="T0" y="T1"/>
                </a:cxn>
                <a:cxn ang="T7">
                  <a:pos x="T2" y="T3"/>
                </a:cxn>
                <a:cxn ang="T8">
                  <a:pos x="T4" y="T5"/>
                </a:cxn>
              </a:cxnLst>
              <a:rect l="T9" t="T10" r="T11" b="T12"/>
              <a:pathLst>
                <a:path w="43200" h="29559" fill="none" extrusionOk="0">
                  <a:moveTo>
                    <a:pt x="1341" y="29092"/>
                  </a:moveTo>
                  <a:cubicBezTo>
                    <a:pt x="454" y="26694"/>
                    <a:pt x="0" y="24157"/>
                    <a:pt x="0" y="21600"/>
                  </a:cubicBezTo>
                  <a:cubicBezTo>
                    <a:pt x="0" y="9670"/>
                    <a:pt x="9670" y="0"/>
                    <a:pt x="21600" y="0"/>
                  </a:cubicBezTo>
                  <a:cubicBezTo>
                    <a:pt x="33529" y="0"/>
                    <a:pt x="43200" y="9670"/>
                    <a:pt x="43200" y="21600"/>
                  </a:cubicBezTo>
                  <a:cubicBezTo>
                    <a:pt x="43200" y="24325"/>
                    <a:pt x="42684" y="27025"/>
                    <a:pt x="41680" y="29559"/>
                  </a:cubicBezTo>
                </a:path>
                <a:path w="43200" h="29559" stroke="0" extrusionOk="0">
                  <a:moveTo>
                    <a:pt x="1341" y="29092"/>
                  </a:moveTo>
                  <a:cubicBezTo>
                    <a:pt x="454" y="26694"/>
                    <a:pt x="0" y="24157"/>
                    <a:pt x="0" y="21600"/>
                  </a:cubicBezTo>
                  <a:cubicBezTo>
                    <a:pt x="0" y="9670"/>
                    <a:pt x="9670" y="0"/>
                    <a:pt x="21600" y="0"/>
                  </a:cubicBezTo>
                  <a:cubicBezTo>
                    <a:pt x="33529" y="0"/>
                    <a:pt x="43200" y="9670"/>
                    <a:pt x="43200" y="21600"/>
                  </a:cubicBezTo>
                  <a:cubicBezTo>
                    <a:pt x="43200" y="24325"/>
                    <a:pt x="42684" y="27025"/>
                    <a:pt x="41680" y="29559"/>
                  </a:cubicBezTo>
                  <a:lnTo>
                    <a:pt x="21600" y="21600"/>
                  </a:lnTo>
                  <a:close/>
                </a:path>
              </a:pathLst>
            </a:custGeom>
            <a:noFill/>
            <a:ln w="34925">
              <a:solidFill>
                <a:schemeClr val="tx1"/>
              </a:solidFill>
              <a:round/>
              <a:headEnd/>
              <a:tailEnd type="triangle" w="lg" len="lg"/>
            </a:ln>
          </p:spPr>
          <p:txBody>
            <a:bodyPr wrap="none" anchor="ctr"/>
            <a:lstStyle/>
            <a:p>
              <a:pPr eaLnBrk="1" hangingPunct="1">
                <a:defRPr/>
              </a:pPr>
              <a:endParaRPr lang="en-US" dirty="0"/>
            </a:p>
          </p:txBody>
        </p:sp>
        <p:sp>
          <p:nvSpPr>
            <p:cNvPr id="25" name="Arc 24">
              <a:extLst>
                <a:ext uri="{FF2B5EF4-FFF2-40B4-BE49-F238E27FC236}">
                  <a16:creationId xmlns:a16="http://schemas.microsoft.com/office/drawing/2014/main" id="{6CB48CCB-FF47-4451-8505-33D2207A6FA3}"/>
                </a:ext>
              </a:extLst>
            </p:cNvPr>
            <p:cNvSpPr>
              <a:spLocks/>
            </p:cNvSpPr>
            <p:nvPr/>
          </p:nvSpPr>
          <p:spPr bwMode="auto">
            <a:xfrm>
              <a:off x="4572" y="2330"/>
              <a:ext cx="528" cy="398"/>
            </a:xfrm>
            <a:custGeom>
              <a:avLst/>
              <a:gdLst>
                <a:gd name="T0" fmla="*/ 0 w 43200"/>
                <a:gd name="T1" fmla="*/ 0 h 30819"/>
                <a:gd name="T2" fmla="*/ 0 w 43200"/>
                <a:gd name="T3" fmla="*/ 0 h 30819"/>
                <a:gd name="T4" fmla="*/ 0 w 43200"/>
                <a:gd name="T5" fmla="*/ 0 h 30819"/>
                <a:gd name="T6" fmla="*/ 0 60000 65536"/>
                <a:gd name="T7" fmla="*/ 0 60000 65536"/>
                <a:gd name="T8" fmla="*/ 0 60000 65536"/>
                <a:gd name="T9" fmla="*/ 0 w 43200"/>
                <a:gd name="T10" fmla="*/ 0 h 30819"/>
                <a:gd name="T11" fmla="*/ 43200 w 43200"/>
                <a:gd name="T12" fmla="*/ 30819 h 30819"/>
              </a:gdLst>
              <a:ahLst/>
              <a:cxnLst>
                <a:cxn ang="T6">
                  <a:pos x="T0" y="T1"/>
                </a:cxn>
                <a:cxn ang="T7">
                  <a:pos x="T2" y="T3"/>
                </a:cxn>
                <a:cxn ang="T8">
                  <a:pos x="T4" y="T5"/>
                </a:cxn>
              </a:cxnLst>
              <a:rect l="T9" t="T10" r="T11" b="T12"/>
              <a:pathLst>
                <a:path w="43200" h="30819" fill="none" extrusionOk="0">
                  <a:moveTo>
                    <a:pt x="1070" y="28316"/>
                  </a:moveTo>
                  <a:cubicBezTo>
                    <a:pt x="361" y="26147"/>
                    <a:pt x="0" y="23881"/>
                    <a:pt x="0" y="21600"/>
                  </a:cubicBezTo>
                  <a:cubicBezTo>
                    <a:pt x="0" y="9670"/>
                    <a:pt x="9670" y="0"/>
                    <a:pt x="21600" y="0"/>
                  </a:cubicBezTo>
                  <a:cubicBezTo>
                    <a:pt x="33529" y="0"/>
                    <a:pt x="43200" y="9670"/>
                    <a:pt x="43200" y="21600"/>
                  </a:cubicBezTo>
                  <a:cubicBezTo>
                    <a:pt x="43200" y="24787"/>
                    <a:pt x="42494" y="27936"/>
                    <a:pt x="41133" y="30818"/>
                  </a:cubicBezTo>
                </a:path>
                <a:path w="43200" h="30819" stroke="0" extrusionOk="0">
                  <a:moveTo>
                    <a:pt x="1070" y="28316"/>
                  </a:moveTo>
                  <a:cubicBezTo>
                    <a:pt x="361" y="26147"/>
                    <a:pt x="0" y="23881"/>
                    <a:pt x="0" y="21600"/>
                  </a:cubicBezTo>
                  <a:cubicBezTo>
                    <a:pt x="0" y="9670"/>
                    <a:pt x="9670" y="0"/>
                    <a:pt x="21600" y="0"/>
                  </a:cubicBezTo>
                  <a:cubicBezTo>
                    <a:pt x="33529" y="0"/>
                    <a:pt x="43200" y="9670"/>
                    <a:pt x="43200" y="21600"/>
                  </a:cubicBezTo>
                  <a:cubicBezTo>
                    <a:pt x="43200" y="24787"/>
                    <a:pt x="42494" y="27936"/>
                    <a:pt x="41133" y="30818"/>
                  </a:cubicBezTo>
                  <a:lnTo>
                    <a:pt x="21600" y="21600"/>
                  </a:lnTo>
                  <a:close/>
                </a:path>
              </a:pathLst>
            </a:custGeom>
            <a:noFill/>
            <a:ln w="34925">
              <a:solidFill>
                <a:schemeClr val="tx1"/>
              </a:solidFill>
              <a:round/>
              <a:headEnd/>
              <a:tailEnd type="triangle" w="lg" len="lg"/>
            </a:ln>
          </p:spPr>
          <p:txBody>
            <a:bodyPr wrap="none" anchor="ctr"/>
            <a:lstStyle/>
            <a:p>
              <a:pPr eaLnBrk="1" hangingPunct="1">
                <a:defRPr/>
              </a:pPr>
              <a:endParaRPr lang="en-US" dirty="0"/>
            </a:p>
          </p:txBody>
        </p:sp>
        <p:sp>
          <p:nvSpPr>
            <p:cNvPr id="26" name="Arc 25">
              <a:extLst>
                <a:ext uri="{FF2B5EF4-FFF2-40B4-BE49-F238E27FC236}">
                  <a16:creationId xmlns:a16="http://schemas.microsoft.com/office/drawing/2014/main" id="{D0B7317E-3743-4C14-ABA3-AB01C3EFB4D6}"/>
                </a:ext>
              </a:extLst>
            </p:cNvPr>
            <p:cNvSpPr>
              <a:spLocks/>
            </p:cNvSpPr>
            <p:nvPr/>
          </p:nvSpPr>
          <p:spPr bwMode="auto">
            <a:xfrm>
              <a:off x="981" y="2346"/>
              <a:ext cx="528" cy="391"/>
            </a:xfrm>
            <a:custGeom>
              <a:avLst/>
              <a:gdLst>
                <a:gd name="T0" fmla="*/ 0 w 43200"/>
                <a:gd name="T1" fmla="*/ 0 h 30275"/>
                <a:gd name="T2" fmla="*/ 0 w 43200"/>
                <a:gd name="T3" fmla="*/ 0 h 30275"/>
                <a:gd name="T4" fmla="*/ 0 w 43200"/>
                <a:gd name="T5" fmla="*/ 0 h 30275"/>
                <a:gd name="T6" fmla="*/ 0 60000 65536"/>
                <a:gd name="T7" fmla="*/ 0 60000 65536"/>
                <a:gd name="T8" fmla="*/ 0 60000 65536"/>
                <a:gd name="T9" fmla="*/ 0 w 43200"/>
                <a:gd name="T10" fmla="*/ 0 h 30275"/>
                <a:gd name="T11" fmla="*/ 43200 w 43200"/>
                <a:gd name="T12" fmla="*/ 30275 h 30275"/>
              </a:gdLst>
              <a:ahLst/>
              <a:cxnLst>
                <a:cxn ang="T6">
                  <a:pos x="T0" y="T1"/>
                </a:cxn>
                <a:cxn ang="T7">
                  <a:pos x="T2" y="T3"/>
                </a:cxn>
                <a:cxn ang="T8">
                  <a:pos x="T4" y="T5"/>
                </a:cxn>
              </a:cxnLst>
              <a:rect l="T9" t="T10" r="T11" b="T12"/>
              <a:pathLst>
                <a:path w="43200" h="30275" fill="none" extrusionOk="0">
                  <a:moveTo>
                    <a:pt x="1818" y="30275"/>
                  </a:moveTo>
                  <a:cubicBezTo>
                    <a:pt x="619" y="27540"/>
                    <a:pt x="0" y="24586"/>
                    <a:pt x="0" y="21600"/>
                  </a:cubicBezTo>
                  <a:cubicBezTo>
                    <a:pt x="0" y="9670"/>
                    <a:pt x="9670" y="0"/>
                    <a:pt x="21600" y="0"/>
                  </a:cubicBezTo>
                  <a:cubicBezTo>
                    <a:pt x="33529" y="0"/>
                    <a:pt x="43200" y="9670"/>
                    <a:pt x="43200" y="21600"/>
                  </a:cubicBezTo>
                  <a:cubicBezTo>
                    <a:pt x="43200" y="24493"/>
                    <a:pt x="42618" y="27358"/>
                    <a:pt x="41490" y="30023"/>
                  </a:cubicBezTo>
                </a:path>
                <a:path w="43200" h="30275" stroke="0" extrusionOk="0">
                  <a:moveTo>
                    <a:pt x="1818" y="30275"/>
                  </a:moveTo>
                  <a:cubicBezTo>
                    <a:pt x="619" y="27540"/>
                    <a:pt x="0" y="24586"/>
                    <a:pt x="0" y="21600"/>
                  </a:cubicBezTo>
                  <a:cubicBezTo>
                    <a:pt x="0" y="9670"/>
                    <a:pt x="9670" y="0"/>
                    <a:pt x="21600" y="0"/>
                  </a:cubicBezTo>
                  <a:cubicBezTo>
                    <a:pt x="33529" y="0"/>
                    <a:pt x="43200" y="9670"/>
                    <a:pt x="43200" y="21600"/>
                  </a:cubicBezTo>
                  <a:cubicBezTo>
                    <a:pt x="43200" y="24493"/>
                    <a:pt x="42618" y="27358"/>
                    <a:pt x="41490" y="30023"/>
                  </a:cubicBezTo>
                  <a:lnTo>
                    <a:pt x="21600" y="21600"/>
                  </a:lnTo>
                  <a:close/>
                </a:path>
              </a:pathLst>
            </a:custGeom>
            <a:noFill/>
            <a:ln w="34925">
              <a:solidFill>
                <a:schemeClr val="tx1"/>
              </a:solidFill>
              <a:round/>
              <a:headEnd/>
              <a:tailEnd type="triangle" w="lg" len="lg"/>
            </a:ln>
          </p:spPr>
          <p:txBody>
            <a:bodyPr wrap="none" anchor="ctr"/>
            <a:lstStyle/>
            <a:p>
              <a:pPr eaLnBrk="1" hangingPunct="1">
                <a:defRPr/>
              </a:pPr>
              <a:endParaRPr lang="en-US" dirty="0"/>
            </a:p>
          </p:txBody>
        </p:sp>
        <p:sp>
          <p:nvSpPr>
            <p:cNvPr id="27" name="Arc 26">
              <a:extLst>
                <a:ext uri="{FF2B5EF4-FFF2-40B4-BE49-F238E27FC236}">
                  <a16:creationId xmlns:a16="http://schemas.microsoft.com/office/drawing/2014/main" id="{05941C95-2E6C-48C6-8DC7-DF713CC857F2}"/>
                </a:ext>
              </a:extLst>
            </p:cNvPr>
            <p:cNvSpPr>
              <a:spLocks/>
            </p:cNvSpPr>
            <p:nvPr/>
          </p:nvSpPr>
          <p:spPr bwMode="auto">
            <a:xfrm rot="10396052" flipH="1">
              <a:off x="1306" y="2777"/>
              <a:ext cx="3305" cy="744"/>
            </a:xfrm>
            <a:custGeom>
              <a:avLst/>
              <a:gdLst>
                <a:gd name="T0" fmla="*/ 0 w 36960"/>
                <a:gd name="T1" fmla="*/ 0 h 21600"/>
                <a:gd name="T2" fmla="*/ 0 w 36960"/>
                <a:gd name="T3" fmla="*/ 0 h 21600"/>
                <a:gd name="T4" fmla="*/ 0 w 36960"/>
                <a:gd name="T5" fmla="*/ 0 h 21600"/>
                <a:gd name="T6" fmla="*/ 0 60000 65536"/>
                <a:gd name="T7" fmla="*/ 0 60000 65536"/>
                <a:gd name="T8" fmla="*/ 0 60000 65536"/>
                <a:gd name="T9" fmla="*/ 0 w 36960"/>
                <a:gd name="T10" fmla="*/ 0 h 21600"/>
                <a:gd name="T11" fmla="*/ 36960 w 36960"/>
                <a:gd name="T12" fmla="*/ 21600 h 21600"/>
              </a:gdLst>
              <a:ahLst/>
              <a:cxnLst>
                <a:cxn ang="T6">
                  <a:pos x="T0" y="T1"/>
                </a:cxn>
                <a:cxn ang="T7">
                  <a:pos x="T2" y="T3"/>
                </a:cxn>
                <a:cxn ang="T8">
                  <a:pos x="T4" y="T5"/>
                </a:cxn>
              </a:cxnLst>
              <a:rect l="T9" t="T10" r="T11" b="T12"/>
              <a:pathLst>
                <a:path w="36960" h="21600" fill="none" extrusionOk="0">
                  <a:moveTo>
                    <a:pt x="-1" y="15357"/>
                  </a:moveTo>
                  <a:cubicBezTo>
                    <a:pt x="2752" y="6239"/>
                    <a:pt x="11152" y="-1"/>
                    <a:pt x="20678" y="0"/>
                  </a:cubicBezTo>
                  <a:cubicBezTo>
                    <a:pt x="26920" y="0"/>
                    <a:pt x="32858" y="2700"/>
                    <a:pt x="36960" y="7406"/>
                  </a:cubicBezTo>
                </a:path>
                <a:path w="36960" h="21600" stroke="0" extrusionOk="0">
                  <a:moveTo>
                    <a:pt x="-1" y="15357"/>
                  </a:moveTo>
                  <a:cubicBezTo>
                    <a:pt x="2752" y="6239"/>
                    <a:pt x="11152" y="-1"/>
                    <a:pt x="20678" y="0"/>
                  </a:cubicBezTo>
                  <a:cubicBezTo>
                    <a:pt x="26920" y="0"/>
                    <a:pt x="32858" y="2700"/>
                    <a:pt x="36960" y="7406"/>
                  </a:cubicBezTo>
                  <a:lnTo>
                    <a:pt x="20678" y="21600"/>
                  </a:lnTo>
                  <a:close/>
                </a:path>
              </a:pathLst>
            </a:custGeom>
            <a:noFill/>
            <a:ln w="31750">
              <a:solidFill>
                <a:schemeClr val="tx1"/>
              </a:solidFill>
              <a:round/>
              <a:headEnd type="triangle" w="lg" len="lg"/>
              <a:tailEnd/>
            </a:ln>
          </p:spPr>
          <p:txBody>
            <a:bodyPr wrap="none" anchor="ctr"/>
            <a:lstStyle/>
            <a:p>
              <a:pPr eaLnBrk="1" hangingPunct="1">
                <a:defRPr/>
              </a:pPr>
              <a:endParaRPr lang="en-US"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67">
            <a:extLst>
              <a:ext uri="{FF2B5EF4-FFF2-40B4-BE49-F238E27FC236}">
                <a16:creationId xmlns:a16="http://schemas.microsoft.com/office/drawing/2014/main" id="{35A16C77-94AC-4F66-1327-2868DA3E492A}"/>
              </a:ext>
            </a:extLst>
          </p:cNvPr>
          <p:cNvGrpSpPr>
            <a:grpSpLocks/>
          </p:cNvGrpSpPr>
          <p:nvPr/>
        </p:nvGrpSpPr>
        <p:grpSpPr bwMode="auto">
          <a:xfrm>
            <a:off x="2252663" y="1524000"/>
            <a:ext cx="7523162" cy="4191000"/>
            <a:chOff x="375" y="935"/>
            <a:chExt cx="4739" cy="2640"/>
          </a:xfrm>
        </p:grpSpPr>
        <p:sp>
          <p:nvSpPr>
            <p:cNvPr id="21508" name="Text Box 28">
              <a:extLst>
                <a:ext uri="{FF2B5EF4-FFF2-40B4-BE49-F238E27FC236}">
                  <a16:creationId xmlns:a16="http://schemas.microsoft.com/office/drawing/2014/main" id="{436D7B95-7DC4-4348-B073-1A498BB10554}"/>
                </a:ext>
              </a:extLst>
            </p:cNvPr>
            <p:cNvSpPr txBox="1">
              <a:spLocks noChangeArrowheads="1"/>
            </p:cNvSpPr>
            <p:nvPr/>
          </p:nvSpPr>
          <p:spPr bwMode="auto">
            <a:xfrm>
              <a:off x="996" y="955"/>
              <a:ext cx="296"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09" name="Text Box 29">
              <a:extLst>
                <a:ext uri="{FF2B5EF4-FFF2-40B4-BE49-F238E27FC236}">
                  <a16:creationId xmlns:a16="http://schemas.microsoft.com/office/drawing/2014/main" id="{2AEC5A79-40F9-4F0E-B47D-7536F3F179E8}"/>
                </a:ext>
              </a:extLst>
            </p:cNvPr>
            <p:cNvSpPr txBox="1">
              <a:spLocks noChangeArrowheads="1"/>
            </p:cNvSpPr>
            <p:nvPr/>
          </p:nvSpPr>
          <p:spPr bwMode="auto">
            <a:xfrm>
              <a:off x="2280" y="935"/>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10" name="Text Box 29">
              <a:extLst>
                <a:ext uri="{FF2B5EF4-FFF2-40B4-BE49-F238E27FC236}">
                  <a16:creationId xmlns:a16="http://schemas.microsoft.com/office/drawing/2014/main" id="{AF51690A-B546-46FD-996B-7732A59BE7C0}"/>
                </a:ext>
              </a:extLst>
            </p:cNvPr>
            <p:cNvSpPr txBox="1">
              <a:spLocks noChangeArrowheads="1"/>
            </p:cNvSpPr>
            <p:nvPr/>
          </p:nvSpPr>
          <p:spPr bwMode="auto">
            <a:xfrm>
              <a:off x="3480" y="959"/>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11" name="Text Box 29">
              <a:extLst>
                <a:ext uri="{FF2B5EF4-FFF2-40B4-BE49-F238E27FC236}">
                  <a16:creationId xmlns:a16="http://schemas.microsoft.com/office/drawing/2014/main" id="{683659AF-048F-47C2-8A66-D61B9B80D3B8}"/>
                </a:ext>
              </a:extLst>
            </p:cNvPr>
            <p:cNvSpPr txBox="1">
              <a:spLocks noChangeArrowheads="1"/>
            </p:cNvSpPr>
            <p:nvPr/>
          </p:nvSpPr>
          <p:spPr bwMode="auto">
            <a:xfrm>
              <a:off x="4728" y="967"/>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12" name="Oval 6">
              <a:extLst>
                <a:ext uri="{FF2B5EF4-FFF2-40B4-BE49-F238E27FC236}">
                  <a16:creationId xmlns:a16="http://schemas.microsoft.com/office/drawing/2014/main" id="{9CB174CE-B867-469C-A2A5-0C14C66EE828}"/>
                </a:ext>
              </a:extLst>
            </p:cNvPr>
            <p:cNvSpPr>
              <a:spLocks noChangeArrowheads="1"/>
            </p:cNvSpPr>
            <p:nvPr/>
          </p:nvSpPr>
          <p:spPr bwMode="auto">
            <a:xfrm>
              <a:off x="807" y="141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0</a:t>
              </a:r>
            </a:p>
          </p:txBody>
        </p:sp>
        <p:sp>
          <p:nvSpPr>
            <p:cNvPr id="21513" name="Oval 7">
              <a:extLst>
                <a:ext uri="{FF2B5EF4-FFF2-40B4-BE49-F238E27FC236}">
                  <a16:creationId xmlns:a16="http://schemas.microsoft.com/office/drawing/2014/main" id="{E79B4439-CC64-4186-9A05-62523B3BDDC4}"/>
                </a:ext>
              </a:extLst>
            </p:cNvPr>
            <p:cNvSpPr>
              <a:spLocks noChangeArrowheads="1"/>
            </p:cNvSpPr>
            <p:nvPr/>
          </p:nvSpPr>
          <p:spPr bwMode="auto">
            <a:xfrm>
              <a:off x="807" y="2513"/>
              <a:ext cx="576" cy="582"/>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0’</a:t>
              </a:r>
            </a:p>
          </p:txBody>
        </p:sp>
        <p:sp>
          <p:nvSpPr>
            <p:cNvPr id="21514" name="Oval 8">
              <a:extLst>
                <a:ext uri="{FF2B5EF4-FFF2-40B4-BE49-F238E27FC236}">
                  <a16:creationId xmlns:a16="http://schemas.microsoft.com/office/drawing/2014/main" id="{4EC34269-998B-476E-BD68-CA15AD30B7E3}"/>
                </a:ext>
              </a:extLst>
            </p:cNvPr>
            <p:cNvSpPr>
              <a:spLocks noChangeArrowheads="1"/>
            </p:cNvSpPr>
            <p:nvPr/>
          </p:nvSpPr>
          <p:spPr bwMode="auto">
            <a:xfrm>
              <a:off x="2151" y="2522"/>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1’</a:t>
              </a:r>
            </a:p>
          </p:txBody>
        </p:sp>
        <p:sp>
          <p:nvSpPr>
            <p:cNvPr id="21515" name="Oval 9">
              <a:extLst>
                <a:ext uri="{FF2B5EF4-FFF2-40B4-BE49-F238E27FC236}">
                  <a16:creationId xmlns:a16="http://schemas.microsoft.com/office/drawing/2014/main" id="{28AF1357-8CCD-4BEE-AEE2-AE40D74F8CCF}"/>
                </a:ext>
              </a:extLst>
            </p:cNvPr>
            <p:cNvSpPr>
              <a:spLocks noChangeArrowheads="1"/>
            </p:cNvSpPr>
            <p:nvPr/>
          </p:nvSpPr>
          <p:spPr bwMode="auto">
            <a:xfrm>
              <a:off x="3303" y="1415"/>
              <a:ext cx="597"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2</a:t>
              </a:r>
            </a:p>
          </p:txBody>
        </p:sp>
        <p:sp>
          <p:nvSpPr>
            <p:cNvPr id="21516" name="Oval 10">
              <a:extLst>
                <a:ext uri="{FF2B5EF4-FFF2-40B4-BE49-F238E27FC236}">
                  <a16:creationId xmlns:a16="http://schemas.microsoft.com/office/drawing/2014/main" id="{86FD64D3-1D0A-4173-AE81-2429758A8B02}"/>
                </a:ext>
              </a:extLst>
            </p:cNvPr>
            <p:cNvSpPr>
              <a:spLocks noChangeArrowheads="1"/>
            </p:cNvSpPr>
            <p:nvPr/>
          </p:nvSpPr>
          <p:spPr bwMode="auto">
            <a:xfrm>
              <a:off x="2103" y="141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1</a:t>
              </a:r>
            </a:p>
          </p:txBody>
        </p:sp>
        <p:sp>
          <p:nvSpPr>
            <p:cNvPr id="21517" name="Oval 11">
              <a:extLst>
                <a:ext uri="{FF2B5EF4-FFF2-40B4-BE49-F238E27FC236}">
                  <a16:creationId xmlns:a16="http://schemas.microsoft.com/office/drawing/2014/main" id="{849196C2-7809-4B68-8D1C-0F6DEA410778}"/>
                </a:ext>
              </a:extLst>
            </p:cNvPr>
            <p:cNvSpPr>
              <a:spLocks noChangeArrowheads="1"/>
            </p:cNvSpPr>
            <p:nvPr/>
          </p:nvSpPr>
          <p:spPr bwMode="auto">
            <a:xfrm>
              <a:off x="3351" y="2513"/>
              <a:ext cx="582" cy="582"/>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2’</a:t>
              </a:r>
            </a:p>
          </p:txBody>
        </p:sp>
        <p:sp>
          <p:nvSpPr>
            <p:cNvPr id="21518" name="Oval 12">
              <a:extLst>
                <a:ext uri="{FF2B5EF4-FFF2-40B4-BE49-F238E27FC236}">
                  <a16:creationId xmlns:a16="http://schemas.microsoft.com/office/drawing/2014/main" id="{BFE0ACDB-F772-4F10-B429-B99ABF9C6E01}"/>
                </a:ext>
              </a:extLst>
            </p:cNvPr>
            <p:cNvSpPr>
              <a:spLocks noChangeArrowheads="1"/>
            </p:cNvSpPr>
            <p:nvPr/>
          </p:nvSpPr>
          <p:spPr bwMode="auto">
            <a:xfrm>
              <a:off x="4503" y="2512"/>
              <a:ext cx="611" cy="535"/>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3’</a:t>
              </a:r>
            </a:p>
          </p:txBody>
        </p:sp>
        <p:sp>
          <p:nvSpPr>
            <p:cNvPr id="21519" name="Oval 13">
              <a:extLst>
                <a:ext uri="{FF2B5EF4-FFF2-40B4-BE49-F238E27FC236}">
                  <a16:creationId xmlns:a16="http://schemas.microsoft.com/office/drawing/2014/main" id="{A4E4599C-62AA-45CF-82B5-E6B35622E513}"/>
                </a:ext>
              </a:extLst>
            </p:cNvPr>
            <p:cNvSpPr>
              <a:spLocks noChangeArrowheads="1"/>
            </p:cNvSpPr>
            <p:nvPr/>
          </p:nvSpPr>
          <p:spPr bwMode="auto">
            <a:xfrm>
              <a:off x="4551" y="1434"/>
              <a:ext cx="554" cy="557"/>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3</a:t>
              </a:r>
            </a:p>
          </p:txBody>
        </p:sp>
        <p:sp>
          <p:nvSpPr>
            <p:cNvPr id="21520" name="Line 22">
              <a:extLst>
                <a:ext uri="{FF2B5EF4-FFF2-40B4-BE49-F238E27FC236}">
                  <a16:creationId xmlns:a16="http://schemas.microsoft.com/office/drawing/2014/main" id="{B5A2E2BE-C75F-44E4-959F-127586BCC73B}"/>
                </a:ext>
              </a:extLst>
            </p:cNvPr>
            <p:cNvSpPr>
              <a:spLocks noChangeShapeType="1"/>
            </p:cNvSpPr>
            <p:nvPr/>
          </p:nvSpPr>
          <p:spPr bwMode="auto">
            <a:xfrm flipV="1">
              <a:off x="1338" y="1703"/>
              <a:ext cx="765" cy="942"/>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1521" name="Line 23">
              <a:extLst>
                <a:ext uri="{FF2B5EF4-FFF2-40B4-BE49-F238E27FC236}">
                  <a16:creationId xmlns:a16="http://schemas.microsoft.com/office/drawing/2014/main" id="{F565FB56-96B3-4B8D-AB9F-393F9EC177CB}"/>
                </a:ext>
              </a:extLst>
            </p:cNvPr>
            <p:cNvSpPr>
              <a:spLocks noChangeShapeType="1"/>
            </p:cNvSpPr>
            <p:nvPr/>
          </p:nvSpPr>
          <p:spPr bwMode="auto">
            <a:xfrm flipV="1">
              <a:off x="2631" y="1721"/>
              <a:ext cx="690" cy="873"/>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1522" name="Line 24">
              <a:extLst>
                <a:ext uri="{FF2B5EF4-FFF2-40B4-BE49-F238E27FC236}">
                  <a16:creationId xmlns:a16="http://schemas.microsoft.com/office/drawing/2014/main" id="{AB5E1FF7-9128-46FF-BA17-77D3E7E0C835}"/>
                </a:ext>
              </a:extLst>
            </p:cNvPr>
            <p:cNvSpPr>
              <a:spLocks noChangeShapeType="1"/>
            </p:cNvSpPr>
            <p:nvPr/>
          </p:nvSpPr>
          <p:spPr bwMode="auto">
            <a:xfrm flipV="1">
              <a:off x="3852" y="1702"/>
              <a:ext cx="682" cy="920"/>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1523" name="Line 25">
              <a:extLst>
                <a:ext uri="{FF2B5EF4-FFF2-40B4-BE49-F238E27FC236}">
                  <a16:creationId xmlns:a16="http://schemas.microsoft.com/office/drawing/2014/main" id="{2915F16B-6B56-4C93-9B72-9786E1E2A50A}"/>
                </a:ext>
              </a:extLst>
            </p:cNvPr>
            <p:cNvSpPr>
              <a:spLocks noChangeShapeType="1"/>
            </p:cNvSpPr>
            <p:nvPr/>
          </p:nvSpPr>
          <p:spPr bwMode="auto">
            <a:xfrm flipH="1" flipV="1">
              <a:off x="1335" y="1847"/>
              <a:ext cx="3312" cy="720"/>
            </a:xfrm>
            <a:prstGeom prst="line">
              <a:avLst/>
            </a:prstGeom>
            <a:noFill/>
            <a:ln w="31750">
              <a:solidFill>
                <a:schemeClr val="tx1"/>
              </a:solidFill>
              <a:round/>
              <a:headEnd/>
              <a:tailEnd type="triangle" w="lg" len="lg"/>
            </a:ln>
          </p:spPr>
          <p:txBody>
            <a:bodyPr/>
            <a:lstStyle/>
            <a:p>
              <a:pPr eaLnBrk="1" hangingPunct="1">
                <a:defRPr/>
              </a:pPr>
              <a:endParaRPr lang="en-US" dirty="0"/>
            </a:p>
          </p:txBody>
        </p:sp>
        <p:sp>
          <p:nvSpPr>
            <p:cNvPr id="21524" name="Line 26">
              <a:extLst>
                <a:ext uri="{FF2B5EF4-FFF2-40B4-BE49-F238E27FC236}">
                  <a16:creationId xmlns:a16="http://schemas.microsoft.com/office/drawing/2014/main" id="{2268DD37-9FF5-406E-98CE-FAA05EC6332F}"/>
                </a:ext>
              </a:extLst>
            </p:cNvPr>
            <p:cNvSpPr>
              <a:spLocks noChangeShapeType="1"/>
            </p:cNvSpPr>
            <p:nvPr/>
          </p:nvSpPr>
          <p:spPr bwMode="auto">
            <a:xfrm>
              <a:off x="4800" y="2009"/>
              <a:ext cx="0" cy="528"/>
            </a:xfrm>
            <a:prstGeom prst="line">
              <a:avLst/>
            </a:prstGeom>
            <a:noFill/>
            <a:ln w="34925">
              <a:solidFill>
                <a:schemeClr val="tx1"/>
              </a:solidFill>
              <a:round/>
              <a:headEnd/>
              <a:tailEnd type="triangle" w="lg" len="lg"/>
            </a:ln>
          </p:spPr>
          <p:txBody>
            <a:bodyPr/>
            <a:lstStyle/>
            <a:p>
              <a:pPr eaLnBrk="1" hangingPunct="1">
                <a:defRPr/>
              </a:pPr>
              <a:endParaRPr lang="en-US" dirty="0"/>
            </a:p>
          </p:txBody>
        </p:sp>
        <p:sp>
          <p:nvSpPr>
            <p:cNvPr id="21525" name="Line 27">
              <a:extLst>
                <a:ext uri="{FF2B5EF4-FFF2-40B4-BE49-F238E27FC236}">
                  <a16:creationId xmlns:a16="http://schemas.microsoft.com/office/drawing/2014/main" id="{8E2B50E1-BCF2-4279-8106-96832C9FD52E}"/>
                </a:ext>
              </a:extLst>
            </p:cNvPr>
            <p:cNvSpPr>
              <a:spLocks noChangeShapeType="1"/>
            </p:cNvSpPr>
            <p:nvPr/>
          </p:nvSpPr>
          <p:spPr bwMode="auto">
            <a:xfrm flipV="1">
              <a:off x="1095" y="1991"/>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1526" name="Text Box 32">
              <a:extLst>
                <a:ext uri="{FF2B5EF4-FFF2-40B4-BE49-F238E27FC236}">
                  <a16:creationId xmlns:a16="http://schemas.microsoft.com/office/drawing/2014/main" id="{8291AF10-6255-45C5-ADD4-211864CAEB47}"/>
                </a:ext>
              </a:extLst>
            </p:cNvPr>
            <p:cNvSpPr txBox="1">
              <a:spLocks noChangeArrowheads="1"/>
            </p:cNvSpPr>
            <p:nvPr/>
          </p:nvSpPr>
          <p:spPr bwMode="auto">
            <a:xfrm>
              <a:off x="888" y="2084"/>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27" name="Text Box 33">
              <a:extLst>
                <a:ext uri="{FF2B5EF4-FFF2-40B4-BE49-F238E27FC236}">
                  <a16:creationId xmlns:a16="http://schemas.microsoft.com/office/drawing/2014/main" id="{CF5036B8-6226-49FB-B5B9-D72FF4AE7D62}"/>
                </a:ext>
              </a:extLst>
            </p:cNvPr>
            <p:cNvSpPr txBox="1">
              <a:spLocks noChangeArrowheads="1"/>
            </p:cNvSpPr>
            <p:nvPr/>
          </p:nvSpPr>
          <p:spPr bwMode="auto">
            <a:xfrm>
              <a:off x="2151" y="2135"/>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28" name="Line 34">
              <a:extLst>
                <a:ext uri="{FF2B5EF4-FFF2-40B4-BE49-F238E27FC236}">
                  <a16:creationId xmlns:a16="http://schemas.microsoft.com/office/drawing/2014/main" id="{E7D23392-6110-489B-880F-BDB0DB9A93F2}"/>
                </a:ext>
              </a:extLst>
            </p:cNvPr>
            <p:cNvSpPr>
              <a:spLocks noChangeShapeType="1"/>
            </p:cNvSpPr>
            <p:nvPr/>
          </p:nvSpPr>
          <p:spPr bwMode="auto">
            <a:xfrm flipV="1">
              <a:off x="2407" y="2000"/>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1529" name="Line 35">
              <a:extLst>
                <a:ext uri="{FF2B5EF4-FFF2-40B4-BE49-F238E27FC236}">
                  <a16:creationId xmlns:a16="http://schemas.microsoft.com/office/drawing/2014/main" id="{B5A4D77F-5446-4324-873F-2790D3393BB6}"/>
                </a:ext>
              </a:extLst>
            </p:cNvPr>
            <p:cNvSpPr>
              <a:spLocks noChangeShapeType="1"/>
            </p:cNvSpPr>
            <p:nvPr/>
          </p:nvSpPr>
          <p:spPr bwMode="auto">
            <a:xfrm flipV="1">
              <a:off x="3634" y="1991"/>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1530" name="Text Box 36">
              <a:extLst>
                <a:ext uri="{FF2B5EF4-FFF2-40B4-BE49-F238E27FC236}">
                  <a16:creationId xmlns:a16="http://schemas.microsoft.com/office/drawing/2014/main" id="{561EF4DF-F9FC-42B9-85FA-F3687E36C22B}"/>
                </a:ext>
              </a:extLst>
            </p:cNvPr>
            <p:cNvSpPr txBox="1">
              <a:spLocks noChangeArrowheads="1"/>
            </p:cNvSpPr>
            <p:nvPr/>
          </p:nvSpPr>
          <p:spPr bwMode="auto">
            <a:xfrm>
              <a:off x="1428" y="2066"/>
              <a:ext cx="384" cy="288"/>
            </a:xfrm>
            <a:prstGeom prst="rect">
              <a:avLst/>
            </a:prstGeom>
            <a:noFill/>
            <a:ln w="9525">
              <a:noFill/>
              <a:miter lim="800000"/>
              <a:headEnd/>
              <a:tailEnd/>
            </a:ln>
          </p:spPr>
          <p:txBody>
            <a:bodyPr>
              <a:spAutoFit/>
            </a:bodyPr>
            <a:lstStyle/>
            <a:p>
              <a:pPr eaLnBrk="1" hangingPunct="1">
                <a:defRPr/>
              </a:pPr>
              <a:r>
                <a:rPr lang="en-US" sz="2400" dirty="0"/>
                <a:t>0</a:t>
              </a:r>
            </a:p>
          </p:txBody>
        </p:sp>
        <p:sp>
          <p:nvSpPr>
            <p:cNvPr id="21531" name="Text Box 37">
              <a:extLst>
                <a:ext uri="{FF2B5EF4-FFF2-40B4-BE49-F238E27FC236}">
                  <a16:creationId xmlns:a16="http://schemas.microsoft.com/office/drawing/2014/main" id="{EDB19766-1012-4CCF-B518-54B6784F099D}"/>
                </a:ext>
              </a:extLst>
            </p:cNvPr>
            <p:cNvSpPr txBox="1">
              <a:spLocks noChangeArrowheads="1"/>
            </p:cNvSpPr>
            <p:nvPr/>
          </p:nvSpPr>
          <p:spPr bwMode="auto">
            <a:xfrm>
              <a:off x="2871" y="1847"/>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32" name="Text Box 38">
              <a:extLst>
                <a:ext uri="{FF2B5EF4-FFF2-40B4-BE49-F238E27FC236}">
                  <a16:creationId xmlns:a16="http://schemas.microsoft.com/office/drawing/2014/main" id="{337BE428-5A05-481E-A37F-88E2360579BB}"/>
                </a:ext>
              </a:extLst>
            </p:cNvPr>
            <p:cNvSpPr txBox="1">
              <a:spLocks noChangeArrowheads="1"/>
            </p:cNvSpPr>
            <p:nvPr/>
          </p:nvSpPr>
          <p:spPr bwMode="auto">
            <a:xfrm>
              <a:off x="964" y="3303"/>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33" name="Text Box 40">
              <a:extLst>
                <a:ext uri="{FF2B5EF4-FFF2-40B4-BE49-F238E27FC236}">
                  <a16:creationId xmlns:a16="http://schemas.microsoft.com/office/drawing/2014/main" id="{8A7BA878-8DCD-4751-BACC-9955EB17C105}"/>
                </a:ext>
              </a:extLst>
            </p:cNvPr>
            <p:cNvSpPr txBox="1">
              <a:spLocks noChangeArrowheads="1"/>
            </p:cNvSpPr>
            <p:nvPr/>
          </p:nvSpPr>
          <p:spPr bwMode="auto">
            <a:xfrm>
              <a:off x="3405" y="2041"/>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34" name="Text Box 43">
              <a:extLst>
                <a:ext uri="{FF2B5EF4-FFF2-40B4-BE49-F238E27FC236}">
                  <a16:creationId xmlns:a16="http://schemas.microsoft.com/office/drawing/2014/main" id="{5E2621F4-AA38-4441-B373-AC799FEDFF24}"/>
                </a:ext>
              </a:extLst>
            </p:cNvPr>
            <p:cNvSpPr txBox="1">
              <a:spLocks noChangeArrowheads="1"/>
            </p:cNvSpPr>
            <p:nvPr/>
          </p:nvSpPr>
          <p:spPr bwMode="auto">
            <a:xfrm>
              <a:off x="4596" y="2090"/>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35" name="Text Box 44">
              <a:extLst>
                <a:ext uri="{FF2B5EF4-FFF2-40B4-BE49-F238E27FC236}">
                  <a16:creationId xmlns:a16="http://schemas.microsoft.com/office/drawing/2014/main" id="{7173372E-3D13-48AC-95D7-F686DE2E038F}"/>
                </a:ext>
              </a:extLst>
            </p:cNvPr>
            <p:cNvSpPr txBox="1">
              <a:spLocks noChangeArrowheads="1"/>
            </p:cNvSpPr>
            <p:nvPr/>
          </p:nvSpPr>
          <p:spPr bwMode="auto">
            <a:xfrm>
              <a:off x="4263" y="2273"/>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1536" name="Text Box 45">
              <a:extLst>
                <a:ext uri="{FF2B5EF4-FFF2-40B4-BE49-F238E27FC236}">
                  <a16:creationId xmlns:a16="http://schemas.microsoft.com/office/drawing/2014/main" id="{1BA2247A-AF15-4987-8BC0-35CACF154DB5}"/>
                </a:ext>
              </a:extLst>
            </p:cNvPr>
            <p:cNvSpPr txBox="1">
              <a:spLocks noChangeArrowheads="1"/>
            </p:cNvSpPr>
            <p:nvPr/>
          </p:nvSpPr>
          <p:spPr bwMode="auto">
            <a:xfrm>
              <a:off x="375" y="1397"/>
              <a:ext cx="528" cy="250"/>
            </a:xfrm>
            <a:prstGeom prst="rect">
              <a:avLst/>
            </a:prstGeom>
            <a:noFill/>
            <a:ln w="9525">
              <a:noFill/>
              <a:miter lim="800000"/>
              <a:headEnd/>
              <a:tailEnd/>
            </a:ln>
          </p:spPr>
          <p:txBody>
            <a:bodyPr>
              <a:spAutoFit/>
            </a:bodyPr>
            <a:lstStyle/>
            <a:p>
              <a:pPr eaLnBrk="1" hangingPunct="1">
                <a:defRPr/>
              </a:pPr>
              <a:r>
                <a:rPr lang="en-US" sz="2000" dirty="0"/>
                <a:t>000</a:t>
              </a:r>
            </a:p>
          </p:txBody>
        </p:sp>
        <p:sp>
          <p:nvSpPr>
            <p:cNvPr id="21537" name="Text Box 46">
              <a:extLst>
                <a:ext uri="{FF2B5EF4-FFF2-40B4-BE49-F238E27FC236}">
                  <a16:creationId xmlns:a16="http://schemas.microsoft.com/office/drawing/2014/main" id="{D09890F8-5C34-43E9-B14A-2334ADC4B166}"/>
                </a:ext>
              </a:extLst>
            </p:cNvPr>
            <p:cNvSpPr txBox="1">
              <a:spLocks noChangeArrowheads="1"/>
            </p:cNvSpPr>
            <p:nvPr/>
          </p:nvSpPr>
          <p:spPr bwMode="auto">
            <a:xfrm>
              <a:off x="402" y="2519"/>
              <a:ext cx="528" cy="250"/>
            </a:xfrm>
            <a:prstGeom prst="rect">
              <a:avLst/>
            </a:prstGeom>
            <a:noFill/>
            <a:ln w="9525">
              <a:noFill/>
              <a:miter lim="800000"/>
              <a:headEnd/>
              <a:tailEnd/>
            </a:ln>
          </p:spPr>
          <p:txBody>
            <a:bodyPr>
              <a:spAutoFit/>
            </a:bodyPr>
            <a:lstStyle/>
            <a:p>
              <a:pPr eaLnBrk="1" hangingPunct="1">
                <a:defRPr/>
              </a:pPr>
              <a:r>
                <a:rPr lang="en-US" sz="2000" dirty="0"/>
                <a:t>001</a:t>
              </a:r>
            </a:p>
          </p:txBody>
        </p:sp>
        <p:sp>
          <p:nvSpPr>
            <p:cNvPr id="21538" name="Text Box 47">
              <a:extLst>
                <a:ext uri="{FF2B5EF4-FFF2-40B4-BE49-F238E27FC236}">
                  <a16:creationId xmlns:a16="http://schemas.microsoft.com/office/drawing/2014/main" id="{30E8B6CD-B707-4BBE-A23F-105063966B31}"/>
                </a:ext>
              </a:extLst>
            </p:cNvPr>
            <p:cNvSpPr txBox="1">
              <a:spLocks noChangeArrowheads="1"/>
            </p:cNvSpPr>
            <p:nvPr/>
          </p:nvSpPr>
          <p:spPr bwMode="auto">
            <a:xfrm>
              <a:off x="1752" y="1415"/>
              <a:ext cx="528" cy="250"/>
            </a:xfrm>
            <a:prstGeom prst="rect">
              <a:avLst/>
            </a:prstGeom>
            <a:noFill/>
            <a:ln w="9525">
              <a:noFill/>
              <a:miter lim="800000"/>
              <a:headEnd/>
              <a:tailEnd/>
            </a:ln>
          </p:spPr>
          <p:txBody>
            <a:bodyPr>
              <a:spAutoFit/>
            </a:bodyPr>
            <a:lstStyle/>
            <a:p>
              <a:pPr eaLnBrk="1" hangingPunct="1">
                <a:defRPr/>
              </a:pPr>
              <a:r>
                <a:rPr lang="en-US" sz="2000" dirty="0"/>
                <a:t>010</a:t>
              </a:r>
            </a:p>
          </p:txBody>
        </p:sp>
        <p:sp>
          <p:nvSpPr>
            <p:cNvPr id="21539" name="Text Box 48">
              <a:extLst>
                <a:ext uri="{FF2B5EF4-FFF2-40B4-BE49-F238E27FC236}">
                  <a16:creationId xmlns:a16="http://schemas.microsoft.com/office/drawing/2014/main" id="{E1FFDC4A-3640-4666-89A4-0A896A28046F}"/>
                </a:ext>
              </a:extLst>
            </p:cNvPr>
            <p:cNvSpPr txBox="1">
              <a:spLocks noChangeArrowheads="1"/>
            </p:cNvSpPr>
            <p:nvPr/>
          </p:nvSpPr>
          <p:spPr bwMode="auto">
            <a:xfrm>
              <a:off x="1815" y="2513"/>
              <a:ext cx="528" cy="250"/>
            </a:xfrm>
            <a:prstGeom prst="rect">
              <a:avLst/>
            </a:prstGeom>
            <a:noFill/>
            <a:ln w="9525">
              <a:noFill/>
              <a:miter lim="800000"/>
              <a:headEnd/>
              <a:tailEnd/>
            </a:ln>
          </p:spPr>
          <p:txBody>
            <a:bodyPr>
              <a:spAutoFit/>
            </a:bodyPr>
            <a:lstStyle/>
            <a:p>
              <a:pPr eaLnBrk="1" hangingPunct="1">
                <a:defRPr/>
              </a:pPr>
              <a:r>
                <a:rPr lang="en-US" sz="2000" dirty="0"/>
                <a:t>011</a:t>
              </a:r>
            </a:p>
          </p:txBody>
        </p:sp>
        <p:sp>
          <p:nvSpPr>
            <p:cNvPr id="21540" name="Text Box 49">
              <a:extLst>
                <a:ext uri="{FF2B5EF4-FFF2-40B4-BE49-F238E27FC236}">
                  <a16:creationId xmlns:a16="http://schemas.microsoft.com/office/drawing/2014/main" id="{893BD041-5F64-44D2-A2D2-0FA0BCBF007C}"/>
                </a:ext>
              </a:extLst>
            </p:cNvPr>
            <p:cNvSpPr txBox="1">
              <a:spLocks noChangeArrowheads="1"/>
            </p:cNvSpPr>
            <p:nvPr/>
          </p:nvSpPr>
          <p:spPr bwMode="auto">
            <a:xfrm>
              <a:off x="2973" y="1406"/>
              <a:ext cx="528" cy="250"/>
            </a:xfrm>
            <a:prstGeom prst="rect">
              <a:avLst/>
            </a:prstGeom>
            <a:noFill/>
            <a:ln w="9525">
              <a:noFill/>
              <a:miter lim="800000"/>
              <a:headEnd/>
              <a:tailEnd/>
            </a:ln>
          </p:spPr>
          <p:txBody>
            <a:bodyPr>
              <a:spAutoFit/>
            </a:bodyPr>
            <a:lstStyle/>
            <a:p>
              <a:pPr eaLnBrk="1" hangingPunct="1">
                <a:defRPr/>
              </a:pPr>
              <a:r>
                <a:rPr lang="en-US" sz="2000" dirty="0"/>
                <a:t>100</a:t>
              </a:r>
            </a:p>
          </p:txBody>
        </p:sp>
        <p:sp>
          <p:nvSpPr>
            <p:cNvPr id="21541" name="Text Box 50">
              <a:extLst>
                <a:ext uri="{FF2B5EF4-FFF2-40B4-BE49-F238E27FC236}">
                  <a16:creationId xmlns:a16="http://schemas.microsoft.com/office/drawing/2014/main" id="{90613B8E-0E12-4741-A4C6-A9684B1CDDCB}"/>
                </a:ext>
              </a:extLst>
            </p:cNvPr>
            <p:cNvSpPr txBox="1">
              <a:spLocks noChangeArrowheads="1"/>
            </p:cNvSpPr>
            <p:nvPr/>
          </p:nvSpPr>
          <p:spPr bwMode="auto">
            <a:xfrm>
              <a:off x="3015" y="2513"/>
              <a:ext cx="528" cy="250"/>
            </a:xfrm>
            <a:prstGeom prst="rect">
              <a:avLst/>
            </a:prstGeom>
            <a:noFill/>
            <a:ln w="9525">
              <a:noFill/>
              <a:miter lim="800000"/>
              <a:headEnd/>
              <a:tailEnd/>
            </a:ln>
          </p:spPr>
          <p:txBody>
            <a:bodyPr>
              <a:spAutoFit/>
            </a:bodyPr>
            <a:lstStyle/>
            <a:p>
              <a:pPr eaLnBrk="1" hangingPunct="1">
                <a:defRPr/>
              </a:pPr>
              <a:r>
                <a:rPr lang="en-US" sz="2000" dirty="0"/>
                <a:t>101</a:t>
              </a:r>
            </a:p>
          </p:txBody>
        </p:sp>
        <p:sp>
          <p:nvSpPr>
            <p:cNvPr id="21542" name="Text Box 51">
              <a:extLst>
                <a:ext uri="{FF2B5EF4-FFF2-40B4-BE49-F238E27FC236}">
                  <a16:creationId xmlns:a16="http://schemas.microsoft.com/office/drawing/2014/main" id="{1A5392D3-9811-455B-B11A-6AB16892A5A4}"/>
                </a:ext>
              </a:extLst>
            </p:cNvPr>
            <p:cNvSpPr txBox="1">
              <a:spLocks noChangeArrowheads="1"/>
            </p:cNvSpPr>
            <p:nvPr/>
          </p:nvSpPr>
          <p:spPr bwMode="auto">
            <a:xfrm>
              <a:off x="4201" y="1409"/>
              <a:ext cx="528" cy="250"/>
            </a:xfrm>
            <a:prstGeom prst="rect">
              <a:avLst/>
            </a:prstGeom>
            <a:noFill/>
            <a:ln w="9525">
              <a:noFill/>
              <a:miter lim="800000"/>
              <a:headEnd/>
              <a:tailEnd/>
            </a:ln>
          </p:spPr>
          <p:txBody>
            <a:bodyPr>
              <a:spAutoFit/>
            </a:bodyPr>
            <a:lstStyle/>
            <a:p>
              <a:pPr eaLnBrk="1" hangingPunct="1">
                <a:defRPr/>
              </a:pPr>
              <a:r>
                <a:rPr lang="en-US" sz="2000" dirty="0"/>
                <a:t>110</a:t>
              </a:r>
            </a:p>
          </p:txBody>
        </p:sp>
        <p:sp>
          <p:nvSpPr>
            <p:cNvPr id="21543" name="Text Box 52">
              <a:extLst>
                <a:ext uri="{FF2B5EF4-FFF2-40B4-BE49-F238E27FC236}">
                  <a16:creationId xmlns:a16="http://schemas.microsoft.com/office/drawing/2014/main" id="{5E5900E4-0788-439A-A6D3-AE4FF28EDE3C}"/>
                </a:ext>
              </a:extLst>
            </p:cNvPr>
            <p:cNvSpPr txBox="1">
              <a:spLocks noChangeArrowheads="1"/>
            </p:cNvSpPr>
            <p:nvPr/>
          </p:nvSpPr>
          <p:spPr bwMode="auto">
            <a:xfrm>
              <a:off x="4175" y="2537"/>
              <a:ext cx="528" cy="250"/>
            </a:xfrm>
            <a:prstGeom prst="rect">
              <a:avLst/>
            </a:prstGeom>
            <a:noFill/>
            <a:ln w="9525">
              <a:noFill/>
              <a:miter lim="800000"/>
              <a:headEnd/>
              <a:tailEnd/>
            </a:ln>
          </p:spPr>
          <p:txBody>
            <a:bodyPr>
              <a:spAutoFit/>
            </a:bodyPr>
            <a:lstStyle/>
            <a:p>
              <a:pPr eaLnBrk="1" hangingPunct="1">
                <a:defRPr/>
              </a:pPr>
              <a:r>
                <a:rPr lang="en-US" sz="2000" dirty="0"/>
                <a:t>111</a:t>
              </a:r>
            </a:p>
          </p:txBody>
        </p:sp>
        <p:sp>
          <p:nvSpPr>
            <p:cNvPr id="21544" name="Arc 52">
              <a:extLst>
                <a:ext uri="{FF2B5EF4-FFF2-40B4-BE49-F238E27FC236}">
                  <a16:creationId xmlns:a16="http://schemas.microsoft.com/office/drawing/2014/main" id="{6022DE80-A378-4CBE-A0B8-D0544933CAF0}"/>
                </a:ext>
              </a:extLst>
            </p:cNvPr>
            <p:cNvSpPr>
              <a:spLocks/>
            </p:cNvSpPr>
            <p:nvPr/>
          </p:nvSpPr>
          <p:spPr bwMode="auto">
            <a:xfrm rot="21537389" flipV="1">
              <a:off x="948" y="1181"/>
              <a:ext cx="346" cy="279"/>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45" name="Arc 53">
              <a:extLst>
                <a:ext uri="{FF2B5EF4-FFF2-40B4-BE49-F238E27FC236}">
                  <a16:creationId xmlns:a16="http://schemas.microsoft.com/office/drawing/2014/main" id="{67F9D5D9-9C34-45A6-BFDC-617BB3075BDD}"/>
                </a:ext>
              </a:extLst>
            </p:cNvPr>
            <p:cNvSpPr>
              <a:spLocks/>
            </p:cNvSpPr>
            <p:nvPr/>
          </p:nvSpPr>
          <p:spPr bwMode="auto">
            <a:xfrm rot="21537389" flipV="1">
              <a:off x="2195" y="1174"/>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46" name="Arc 54">
              <a:extLst>
                <a:ext uri="{FF2B5EF4-FFF2-40B4-BE49-F238E27FC236}">
                  <a16:creationId xmlns:a16="http://schemas.microsoft.com/office/drawing/2014/main" id="{36A5C7CA-E511-41FE-8C9C-3AE43625F814}"/>
                </a:ext>
              </a:extLst>
            </p:cNvPr>
            <p:cNvSpPr>
              <a:spLocks/>
            </p:cNvSpPr>
            <p:nvPr/>
          </p:nvSpPr>
          <p:spPr bwMode="auto">
            <a:xfrm rot="21537389" flipV="1">
              <a:off x="3395" y="1174"/>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47" name="Arc 55">
              <a:extLst>
                <a:ext uri="{FF2B5EF4-FFF2-40B4-BE49-F238E27FC236}">
                  <a16:creationId xmlns:a16="http://schemas.microsoft.com/office/drawing/2014/main" id="{16E17CF1-81C6-404F-8EE9-1BFBCBF41826}"/>
                </a:ext>
              </a:extLst>
            </p:cNvPr>
            <p:cNvSpPr>
              <a:spLocks/>
            </p:cNvSpPr>
            <p:nvPr/>
          </p:nvSpPr>
          <p:spPr bwMode="auto">
            <a:xfrm rot="21537389" flipV="1">
              <a:off x="4635" y="1190"/>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48" name="Arc 58">
              <a:extLst>
                <a:ext uri="{FF2B5EF4-FFF2-40B4-BE49-F238E27FC236}">
                  <a16:creationId xmlns:a16="http://schemas.microsoft.com/office/drawing/2014/main" id="{6C4B1D2B-3282-4B02-AA02-93F60FBD34FA}"/>
                </a:ext>
              </a:extLst>
            </p:cNvPr>
            <p:cNvSpPr>
              <a:spLocks/>
            </p:cNvSpPr>
            <p:nvPr/>
          </p:nvSpPr>
          <p:spPr bwMode="auto">
            <a:xfrm rot="10957971" flipV="1">
              <a:off x="875" y="3045"/>
              <a:ext cx="387" cy="281"/>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49" name="Text Box 38">
              <a:extLst>
                <a:ext uri="{FF2B5EF4-FFF2-40B4-BE49-F238E27FC236}">
                  <a16:creationId xmlns:a16="http://schemas.microsoft.com/office/drawing/2014/main" id="{6A8164F4-2129-4504-AB21-C6FEFC01C05E}"/>
                </a:ext>
              </a:extLst>
            </p:cNvPr>
            <p:cNvSpPr txBox="1">
              <a:spLocks noChangeArrowheads="1"/>
            </p:cNvSpPr>
            <p:nvPr/>
          </p:nvSpPr>
          <p:spPr bwMode="auto">
            <a:xfrm>
              <a:off x="2334" y="3325"/>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50" name="Arc 60">
              <a:extLst>
                <a:ext uri="{FF2B5EF4-FFF2-40B4-BE49-F238E27FC236}">
                  <a16:creationId xmlns:a16="http://schemas.microsoft.com/office/drawing/2014/main" id="{BF02C47C-E43D-4E69-8EBD-777FB8A0B4D6}"/>
                </a:ext>
              </a:extLst>
            </p:cNvPr>
            <p:cNvSpPr>
              <a:spLocks/>
            </p:cNvSpPr>
            <p:nvPr/>
          </p:nvSpPr>
          <p:spPr bwMode="auto">
            <a:xfrm rot="10957971" flipV="1">
              <a:off x="2245" y="3054"/>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51" name="Arc 61">
              <a:extLst>
                <a:ext uri="{FF2B5EF4-FFF2-40B4-BE49-F238E27FC236}">
                  <a16:creationId xmlns:a16="http://schemas.microsoft.com/office/drawing/2014/main" id="{C18C90AF-C5DF-4887-B157-9297DFA1A488}"/>
                </a:ext>
              </a:extLst>
            </p:cNvPr>
            <p:cNvSpPr>
              <a:spLocks/>
            </p:cNvSpPr>
            <p:nvPr/>
          </p:nvSpPr>
          <p:spPr bwMode="auto">
            <a:xfrm rot="10957971" flipV="1">
              <a:off x="3445" y="3054"/>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52" name="Arc 62">
              <a:extLst>
                <a:ext uri="{FF2B5EF4-FFF2-40B4-BE49-F238E27FC236}">
                  <a16:creationId xmlns:a16="http://schemas.microsoft.com/office/drawing/2014/main" id="{712B432B-F030-4768-8476-BB03EF727521}"/>
                </a:ext>
              </a:extLst>
            </p:cNvPr>
            <p:cNvSpPr>
              <a:spLocks/>
            </p:cNvSpPr>
            <p:nvPr/>
          </p:nvSpPr>
          <p:spPr bwMode="auto">
            <a:xfrm rot="10957971" flipV="1">
              <a:off x="4612" y="3011"/>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1553" name="Text Box 38">
              <a:extLst>
                <a:ext uri="{FF2B5EF4-FFF2-40B4-BE49-F238E27FC236}">
                  <a16:creationId xmlns:a16="http://schemas.microsoft.com/office/drawing/2014/main" id="{9DA665CE-E579-409D-A929-BFC3A98FFC8F}"/>
                </a:ext>
              </a:extLst>
            </p:cNvPr>
            <p:cNvSpPr txBox="1">
              <a:spLocks noChangeArrowheads="1"/>
            </p:cNvSpPr>
            <p:nvPr/>
          </p:nvSpPr>
          <p:spPr bwMode="auto">
            <a:xfrm>
              <a:off x="3534" y="3309"/>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1554" name="Text Box 38">
              <a:extLst>
                <a:ext uri="{FF2B5EF4-FFF2-40B4-BE49-F238E27FC236}">
                  <a16:creationId xmlns:a16="http://schemas.microsoft.com/office/drawing/2014/main" id="{D6CB80CC-DC31-47A1-8208-704E43C8B97B}"/>
                </a:ext>
              </a:extLst>
            </p:cNvPr>
            <p:cNvSpPr txBox="1">
              <a:spLocks noChangeArrowheads="1"/>
            </p:cNvSpPr>
            <p:nvPr/>
          </p:nvSpPr>
          <p:spPr bwMode="auto">
            <a:xfrm>
              <a:off x="4686" y="3261"/>
              <a:ext cx="384" cy="250"/>
            </a:xfrm>
            <a:prstGeom prst="rect">
              <a:avLst/>
            </a:prstGeom>
            <a:noFill/>
            <a:ln w="9525">
              <a:noFill/>
              <a:miter lim="800000"/>
              <a:headEnd/>
              <a:tailEnd/>
            </a:ln>
          </p:spPr>
          <p:txBody>
            <a:bodyPr>
              <a:spAutoFit/>
            </a:bodyPr>
            <a:lstStyle/>
            <a:p>
              <a:pPr eaLnBrk="1" hangingPunct="1">
                <a:defRPr/>
              </a:pPr>
              <a:r>
                <a:rPr lang="en-US" sz="2000" dirty="0"/>
                <a:t>1</a:t>
              </a:r>
            </a:p>
          </p:txBody>
        </p:sp>
      </p:grpSp>
      <p:sp>
        <p:nvSpPr>
          <p:cNvPr id="51" name="Title 3">
            <a:extLst>
              <a:ext uri="{FF2B5EF4-FFF2-40B4-BE49-F238E27FC236}">
                <a16:creationId xmlns:a16="http://schemas.microsoft.com/office/drawing/2014/main" id="{221D2809-6A8F-44A6-B65D-7A8CECAEEA80}"/>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 name="Title 2">
            <a:extLst>
              <a:ext uri="{FF2B5EF4-FFF2-40B4-BE49-F238E27FC236}">
                <a16:creationId xmlns:a16="http://schemas.microsoft.com/office/drawing/2014/main" id="{227DD540-DCB8-F8A9-A5F1-FAE3A4F5FEBA}"/>
              </a:ext>
            </a:extLst>
          </p:cNvPr>
          <p:cNvSpPr>
            <a:spLocks noGrp="1"/>
          </p:cNvSpPr>
          <p:nvPr>
            <p:ph type="title"/>
          </p:nvPr>
        </p:nvSpPr>
        <p:spPr/>
        <p:txBody>
          <a:bodyPr>
            <a:normAutofit/>
          </a:bodyPr>
          <a:lstStyle/>
          <a:p>
            <a:r>
              <a:rPr lang="en-US" dirty="0"/>
              <a:t>Transition Graph of Asynchronous Counter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985EF70-3671-0031-9FF8-7C2A543DDE5F}"/>
              </a:ext>
            </a:extLst>
          </p:cNvPr>
          <p:cNvSpPr>
            <a:spLocks noGrp="1"/>
          </p:cNvSpPr>
          <p:nvPr>
            <p:ph type="body" sz="quarter" idx="10"/>
          </p:nvPr>
        </p:nvSpPr>
        <p:spPr/>
        <p:txBody>
          <a:bodyPr/>
          <a:lstStyle/>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r>
              <a:rPr lang="en-US" altLang="en-US" sz="2400" dirty="0"/>
              <a:t>Races occur when at transition of FSM from one state to another several state variables (latches) change. </a:t>
            </a:r>
          </a:p>
          <a:p>
            <a:pPr eaLnBrk="1" hangingPunct="1"/>
            <a:endParaRPr lang="en-US" altLang="en-US" sz="2400" dirty="0"/>
          </a:p>
          <a:p>
            <a:endParaRPr lang="en-US" dirty="0"/>
          </a:p>
        </p:txBody>
      </p:sp>
      <p:sp>
        <p:nvSpPr>
          <p:cNvPr id="62" name="Title 3">
            <a:extLst>
              <a:ext uri="{FF2B5EF4-FFF2-40B4-BE49-F238E27FC236}">
                <a16:creationId xmlns:a16="http://schemas.microsoft.com/office/drawing/2014/main" id="{09E28A01-D68A-492F-B00A-DD2D0BF9AF72}"/>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19460" name="Text Box 52">
            <a:extLst>
              <a:ext uri="{FF2B5EF4-FFF2-40B4-BE49-F238E27FC236}">
                <a16:creationId xmlns:a16="http://schemas.microsoft.com/office/drawing/2014/main" id="{1A54CD78-2604-D29E-A6A3-B26AEC4F175F}"/>
              </a:ext>
            </a:extLst>
          </p:cNvPr>
          <p:cNvSpPr txBox="1">
            <a:spLocks noChangeArrowheads="1"/>
          </p:cNvSpPr>
          <p:nvPr/>
        </p:nvSpPr>
        <p:spPr bwMode="auto">
          <a:xfrm>
            <a:off x="2984501" y="4640264"/>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19461" name="Text Box 53">
            <a:extLst>
              <a:ext uri="{FF2B5EF4-FFF2-40B4-BE49-F238E27FC236}">
                <a16:creationId xmlns:a16="http://schemas.microsoft.com/office/drawing/2014/main" id="{802406D8-E4BF-568F-A969-A0F0762492AF}"/>
              </a:ext>
            </a:extLst>
          </p:cNvPr>
          <p:cNvSpPr txBox="1">
            <a:spLocks noChangeArrowheads="1"/>
          </p:cNvSpPr>
          <p:nvPr/>
        </p:nvSpPr>
        <p:spPr bwMode="auto">
          <a:xfrm>
            <a:off x="5035551" y="4608514"/>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19462" name="Text Box 55">
            <a:extLst>
              <a:ext uri="{FF2B5EF4-FFF2-40B4-BE49-F238E27FC236}">
                <a16:creationId xmlns:a16="http://schemas.microsoft.com/office/drawing/2014/main" id="{F8BBAFC7-5E37-2386-3101-8613E4A9B885}"/>
              </a:ext>
            </a:extLst>
          </p:cNvPr>
          <p:cNvSpPr txBox="1">
            <a:spLocks noChangeArrowheads="1"/>
          </p:cNvSpPr>
          <p:nvPr/>
        </p:nvSpPr>
        <p:spPr bwMode="auto">
          <a:xfrm>
            <a:off x="6865938" y="4562476"/>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19463" name="Text Box 56">
            <a:extLst>
              <a:ext uri="{FF2B5EF4-FFF2-40B4-BE49-F238E27FC236}">
                <a16:creationId xmlns:a16="http://schemas.microsoft.com/office/drawing/2014/main" id="{489B29AA-9174-24DB-7AD1-7D091BAA2E16}"/>
              </a:ext>
            </a:extLst>
          </p:cNvPr>
          <p:cNvSpPr txBox="1">
            <a:spLocks noChangeArrowheads="1"/>
          </p:cNvSpPr>
          <p:nvPr/>
        </p:nvSpPr>
        <p:spPr bwMode="auto">
          <a:xfrm>
            <a:off x="8642351" y="4573589"/>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grpSp>
        <p:nvGrpSpPr>
          <p:cNvPr id="19464" name="Group 68">
            <a:extLst>
              <a:ext uri="{FF2B5EF4-FFF2-40B4-BE49-F238E27FC236}">
                <a16:creationId xmlns:a16="http://schemas.microsoft.com/office/drawing/2014/main" id="{F36A5D8F-0BD1-99B7-B912-1F0CE54D1B7D}"/>
              </a:ext>
            </a:extLst>
          </p:cNvPr>
          <p:cNvGrpSpPr>
            <a:grpSpLocks/>
          </p:cNvGrpSpPr>
          <p:nvPr/>
        </p:nvGrpSpPr>
        <p:grpSpPr bwMode="auto">
          <a:xfrm>
            <a:off x="2119314" y="1458914"/>
            <a:ext cx="8091487" cy="2911475"/>
            <a:chOff x="375" y="919"/>
            <a:chExt cx="5097" cy="1834"/>
          </a:xfrm>
        </p:grpSpPr>
        <p:sp>
          <p:nvSpPr>
            <p:cNvPr id="22536" name="Text Box 75">
              <a:extLst>
                <a:ext uri="{FF2B5EF4-FFF2-40B4-BE49-F238E27FC236}">
                  <a16:creationId xmlns:a16="http://schemas.microsoft.com/office/drawing/2014/main" id="{B27DD3F4-9659-4843-A95F-8F41AE54A483}"/>
                </a:ext>
              </a:extLst>
            </p:cNvPr>
            <p:cNvSpPr txBox="1">
              <a:spLocks noChangeArrowheads="1"/>
            </p:cNvSpPr>
            <p:nvPr/>
          </p:nvSpPr>
          <p:spPr bwMode="auto">
            <a:xfrm>
              <a:off x="4850" y="2246"/>
              <a:ext cx="622" cy="442"/>
            </a:xfrm>
            <a:prstGeom prst="rect">
              <a:avLst/>
            </a:prstGeom>
            <a:noFill/>
            <a:ln w="9525">
              <a:noFill/>
              <a:miter lim="800000"/>
              <a:headEnd/>
              <a:tailEnd/>
            </a:ln>
          </p:spPr>
          <p:txBody>
            <a:bodyPr>
              <a:spAutoFit/>
            </a:bodyPr>
            <a:lstStyle/>
            <a:p>
              <a:pPr eaLnBrk="1" hangingPunct="1">
                <a:spcBef>
                  <a:spcPct val="50000"/>
                </a:spcBef>
                <a:defRPr/>
              </a:pPr>
              <a:r>
                <a:rPr lang="en-US" sz="2000" dirty="0"/>
                <a:t>Invalid state</a:t>
              </a:r>
              <a:endParaRPr lang="ru-RU" sz="2000"/>
            </a:p>
          </p:txBody>
        </p:sp>
        <p:sp>
          <p:nvSpPr>
            <p:cNvPr id="22538" name="Oval 20">
              <a:extLst>
                <a:ext uri="{FF2B5EF4-FFF2-40B4-BE49-F238E27FC236}">
                  <a16:creationId xmlns:a16="http://schemas.microsoft.com/office/drawing/2014/main" id="{3AC2E24A-AE14-44B3-8619-3E1422CB0AD3}"/>
                </a:ext>
              </a:extLst>
            </p:cNvPr>
            <p:cNvSpPr>
              <a:spLocks noChangeArrowheads="1"/>
            </p:cNvSpPr>
            <p:nvPr/>
          </p:nvSpPr>
          <p:spPr bwMode="auto">
            <a:xfrm>
              <a:off x="784" y="1349"/>
              <a:ext cx="545" cy="464"/>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dirty="0">
                  <a:solidFill>
                    <a:schemeClr val="bg1"/>
                  </a:solidFill>
                </a:rPr>
                <a:t>0</a:t>
              </a:r>
            </a:p>
          </p:txBody>
        </p:sp>
        <p:sp>
          <p:nvSpPr>
            <p:cNvPr id="22539" name="Oval 21">
              <a:extLst>
                <a:ext uri="{FF2B5EF4-FFF2-40B4-BE49-F238E27FC236}">
                  <a16:creationId xmlns:a16="http://schemas.microsoft.com/office/drawing/2014/main" id="{128A7323-0541-44B7-9942-172E828028B7}"/>
                </a:ext>
              </a:extLst>
            </p:cNvPr>
            <p:cNvSpPr>
              <a:spLocks noChangeArrowheads="1"/>
            </p:cNvSpPr>
            <p:nvPr/>
          </p:nvSpPr>
          <p:spPr bwMode="auto">
            <a:xfrm>
              <a:off x="784" y="2238"/>
              <a:ext cx="545" cy="472"/>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dirty="0"/>
                <a:t>0`</a:t>
              </a:r>
            </a:p>
          </p:txBody>
        </p:sp>
        <p:sp>
          <p:nvSpPr>
            <p:cNvPr id="22540" name="Oval 22">
              <a:extLst>
                <a:ext uri="{FF2B5EF4-FFF2-40B4-BE49-F238E27FC236}">
                  <a16:creationId xmlns:a16="http://schemas.microsoft.com/office/drawing/2014/main" id="{79BE982C-9083-4687-9563-30391E028C42}"/>
                </a:ext>
              </a:extLst>
            </p:cNvPr>
            <p:cNvSpPr>
              <a:spLocks noChangeArrowheads="1"/>
            </p:cNvSpPr>
            <p:nvPr/>
          </p:nvSpPr>
          <p:spPr bwMode="auto">
            <a:xfrm>
              <a:off x="2056" y="2244"/>
              <a:ext cx="545" cy="466"/>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dirty="0"/>
                <a:t>1`</a:t>
              </a:r>
            </a:p>
          </p:txBody>
        </p:sp>
        <p:sp>
          <p:nvSpPr>
            <p:cNvPr id="22541" name="Oval 23">
              <a:extLst>
                <a:ext uri="{FF2B5EF4-FFF2-40B4-BE49-F238E27FC236}">
                  <a16:creationId xmlns:a16="http://schemas.microsoft.com/office/drawing/2014/main" id="{48039ED7-E50B-46EF-8BE3-C16915A9756C}"/>
                </a:ext>
              </a:extLst>
            </p:cNvPr>
            <p:cNvSpPr>
              <a:spLocks noChangeArrowheads="1"/>
            </p:cNvSpPr>
            <p:nvPr/>
          </p:nvSpPr>
          <p:spPr bwMode="auto">
            <a:xfrm>
              <a:off x="3149" y="1349"/>
              <a:ext cx="565" cy="464"/>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dirty="0">
                  <a:solidFill>
                    <a:schemeClr val="bg1"/>
                  </a:solidFill>
                </a:rPr>
                <a:t>2</a:t>
              </a:r>
            </a:p>
          </p:txBody>
        </p:sp>
        <p:sp>
          <p:nvSpPr>
            <p:cNvPr id="22542" name="Oval 24">
              <a:extLst>
                <a:ext uri="{FF2B5EF4-FFF2-40B4-BE49-F238E27FC236}">
                  <a16:creationId xmlns:a16="http://schemas.microsoft.com/office/drawing/2014/main" id="{AB4C8CC5-365B-4596-8D71-E89338F657FD}"/>
                </a:ext>
              </a:extLst>
            </p:cNvPr>
            <p:cNvSpPr>
              <a:spLocks noChangeArrowheads="1"/>
            </p:cNvSpPr>
            <p:nvPr/>
          </p:nvSpPr>
          <p:spPr bwMode="auto">
            <a:xfrm>
              <a:off x="2011" y="1349"/>
              <a:ext cx="544" cy="464"/>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dirty="0">
                  <a:solidFill>
                    <a:schemeClr val="bg1"/>
                  </a:solidFill>
                </a:rPr>
                <a:t>1</a:t>
              </a:r>
            </a:p>
          </p:txBody>
        </p:sp>
        <p:sp>
          <p:nvSpPr>
            <p:cNvPr id="22543" name="Oval 25">
              <a:extLst>
                <a:ext uri="{FF2B5EF4-FFF2-40B4-BE49-F238E27FC236}">
                  <a16:creationId xmlns:a16="http://schemas.microsoft.com/office/drawing/2014/main" id="{51408B42-CC95-462D-97A9-432E6CD4A266}"/>
                </a:ext>
              </a:extLst>
            </p:cNvPr>
            <p:cNvSpPr>
              <a:spLocks noChangeArrowheads="1"/>
            </p:cNvSpPr>
            <p:nvPr/>
          </p:nvSpPr>
          <p:spPr bwMode="auto">
            <a:xfrm>
              <a:off x="3191" y="2238"/>
              <a:ext cx="553" cy="472"/>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dirty="0"/>
                <a:t>2`</a:t>
              </a:r>
            </a:p>
          </p:txBody>
        </p:sp>
        <p:sp>
          <p:nvSpPr>
            <p:cNvPr id="22544" name="Oval 26">
              <a:extLst>
                <a:ext uri="{FF2B5EF4-FFF2-40B4-BE49-F238E27FC236}">
                  <a16:creationId xmlns:a16="http://schemas.microsoft.com/office/drawing/2014/main" id="{5558D712-D205-4B5D-B042-1B8E392BFF93}"/>
                </a:ext>
              </a:extLst>
            </p:cNvPr>
            <p:cNvSpPr>
              <a:spLocks noChangeArrowheads="1"/>
            </p:cNvSpPr>
            <p:nvPr/>
          </p:nvSpPr>
          <p:spPr bwMode="auto">
            <a:xfrm>
              <a:off x="4282" y="2235"/>
              <a:ext cx="579" cy="458"/>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dirty="0"/>
                <a:t>3`</a:t>
              </a:r>
            </a:p>
          </p:txBody>
        </p:sp>
        <p:sp>
          <p:nvSpPr>
            <p:cNvPr id="22545" name="Oval 27">
              <a:extLst>
                <a:ext uri="{FF2B5EF4-FFF2-40B4-BE49-F238E27FC236}">
                  <a16:creationId xmlns:a16="http://schemas.microsoft.com/office/drawing/2014/main" id="{D9C49DFD-D5B1-4BC4-8FA8-BF9DA8D36D0A}"/>
                </a:ext>
              </a:extLst>
            </p:cNvPr>
            <p:cNvSpPr>
              <a:spLocks noChangeArrowheads="1"/>
            </p:cNvSpPr>
            <p:nvPr/>
          </p:nvSpPr>
          <p:spPr bwMode="auto">
            <a:xfrm>
              <a:off x="4328" y="1364"/>
              <a:ext cx="524" cy="451"/>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dirty="0">
                  <a:solidFill>
                    <a:schemeClr val="bg1"/>
                  </a:solidFill>
                </a:rPr>
                <a:t>3</a:t>
              </a:r>
            </a:p>
          </p:txBody>
        </p:sp>
        <p:cxnSp>
          <p:nvCxnSpPr>
            <p:cNvPr id="19474" name="AutoShape 28">
              <a:extLst>
                <a:ext uri="{FF2B5EF4-FFF2-40B4-BE49-F238E27FC236}">
                  <a16:creationId xmlns:a16="http://schemas.microsoft.com/office/drawing/2014/main" id="{8B93A7E0-2B7A-5DBD-7D57-0B604F0D063E}"/>
                </a:ext>
              </a:extLst>
            </p:cNvPr>
            <p:cNvCxnSpPr>
              <a:cxnSpLocks noChangeShapeType="1"/>
            </p:cNvCxnSpPr>
            <p:nvPr/>
          </p:nvCxnSpPr>
          <p:spPr bwMode="auto">
            <a:xfrm rot="5400000" flipV="1">
              <a:off x="1067" y="1226"/>
              <a:ext cx="1" cy="387"/>
            </a:xfrm>
            <a:prstGeom prst="curvedConnector3">
              <a:avLst>
                <a:gd name="adj1" fmla="val -28600009"/>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75" name="AutoShape 29">
              <a:extLst>
                <a:ext uri="{FF2B5EF4-FFF2-40B4-BE49-F238E27FC236}">
                  <a16:creationId xmlns:a16="http://schemas.microsoft.com/office/drawing/2014/main" id="{904058C0-B356-C37C-9C85-50FD346BD2CA}"/>
                </a:ext>
              </a:extLst>
            </p:cNvPr>
            <p:cNvCxnSpPr>
              <a:cxnSpLocks noChangeShapeType="1"/>
            </p:cNvCxnSpPr>
            <p:nvPr/>
          </p:nvCxnSpPr>
          <p:spPr bwMode="auto">
            <a:xfrm rot="5400000" flipV="1">
              <a:off x="2292" y="1225"/>
              <a:ext cx="1" cy="386"/>
            </a:xfrm>
            <a:prstGeom prst="curvedConnector3">
              <a:avLst>
                <a:gd name="adj1" fmla="val -28600009"/>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76" name="AutoShape 30">
              <a:extLst>
                <a:ext uri="{FF2B5EF4-FFF2-40B4-BE49-F238E27FC236}">
                  <a16:creationId xmlns:a16="http://schemas.microsoft.com/office/drawing/2014/main" id="{48DC76BB-65F4-DA53-B433-F202AF91AF42}"/>
                </a:ext>
              </a:extLst>
            </p:cNvPr>
            <p:cNvCxnSpPr>
              <a:cxnSpLocks noChangeShapeType="1"/>
            </p:cNvCxnSpPr>
            <p:nvPr/>
          </p:nvCxnSpPr>
          <p:spPr bwMode="auto">
            <a:xfrm rot="5400000" flipV="1">
              <a:off x="3434" y="1231"/>
              <a:ext cx="1" cy="386"/>
            </a:xfrm>
            <a:prstGeom prst="curvedConnector3">
              <a:avLst>
                <a:gd name="adj1" fmla="val -28600009"/>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77" name="AutoShape 31">
              <a:extLst>
                <a:ext uri="{FF2B5EF4-FFF2-40B4-BE49-F238E27FC236}">
                  <a16:creationId xmlns:a16="http://schemas.microsoft.com/office/drawing/2014/main" id="{C8E36973-3486-C401-D5D0-95F2FE98E369}"/>
                </a:ext>
              </a:extLst>
            </p:cNvPr>
            <p:cNvCxnSpPr>
              <a:cxnSpLocks noChangeShapeType="1"/>
            </p:cNvCxnSpPr>
            <p:nvPr/>
          </p:nvCxnSpPr>
          <p:spPr bwMode="auto">
            <a:xfrm rot="5400000" flipV="1">
              <a:off x="4581" y="1237"/>
              <a:ext cx="1" cy="387"/>
            </a:xfrm>
            <a:prstGeom prst="curvedConnector3">
              <a:avLst>
                <a:gd name="adj1" fmla="val -28600009"/>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78" name="AutoShape 32">
              <a:extLst>
                <a:ext uri="{FF2B5EF4-FFF2-40B4-BE49-F238E27FC236}">
                  <a16:creationId xmlns:a16="http://schemas.microsoft.com/office/drawing/2014/main" id="{82124381-2E83-0F1F-40F9-C55B00C16EAE}"/>
                </a:ext>
              </a:extLst>
            </p:cNvPr>
            <p:cNvCxnSpPr>
              <a:cxnSpLocks noChangeShapeType="1"/>
            </p:cNvCxnSpPr>
            <p:nvPr/>
          </p:nvCxnSpPr>
          <p:spPr bwMode="auto">
            <a:xfrm rot="16200000" flipH="1">
              <a:off x="1050" y="2461"/>
              <a:ext cx="1" cy="387"/>
            </a:xfrm>
            <a:prstGeom prst="curvedConnector3">
              <a:avLst>
                <a:gd name="adj1" fmla="val 27200009"/>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79" name="AutoShape 33">
              <a:extLst>
                <a:ext uri="{FF2B5EF4-FFF2-40B4-BE49-F238E27FC236}">
                  <a16:creationId xmlns:a16="http://schemas.microsoft.com/office/drawing/2014/main" id="{6D4CB343-D5C2-8CC3-1BEF-6450F6EDDE53}"/>
                </a:ext>
              </a:extLst>
            </p:cNvPr>
            <p:cNvCxnSpPr>
              <a:cxnSpLocks noChangeShapeType="1"/>
            </p:cNvCxnSpPr>
            <p:nvPr/>
          </p:nvCxnSpPr>
          <p:spPr bwMode="auto">
            <a:xfrm rot="16200000" flipH="1">
              <a:off x="2317" y="2460"/>
              <a:ext cx="1" cy="386"/>
            </a:xfrm>
            <a:prstGeom prst="curvedConnector3">
              <a:avLst>
                <a:gd name="adj1" fmla="val 28299991"/>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9480" name="AutoShape 34">
              <a:extLst>
                <a:ext uri="{FF2B5EF4-FFF2-40B4-BE49-F238E27FC236}">
                  <a16:creationId xmlns:a16="http://schemas.microsoft.com/office/drawing/2014/main" id="{134D20B2-FFFB-E5C6-FC04-4B854764A3B8}"/>
                </a:ext>
              </a:extLst>
            </p:cNvPr>
            <p:cNvCxnSpPr>
              <a:cxnSpLocks noChangeShapeType="1"/>
            </p:cNvCxnSpPr>
            <p:nvPr/>
          </p:nvCxnSpPr>
          <p:spPr bwMode="auto">
            <a:xfrm rot="16200000" flipH="1">
              <a:off x="3453" y="2447"/>
              <a:ext cx="1" cy="386"/>
            </a:xfrm>
            <a:prstGeom prst="curvedConnector3">
              <a:avLst>
                <a:gd name="adj1" fmla="val 28299991"/>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sp>
          <p:nvSpPr>
            <p:cNvPr id="22554" name="Line 36">
              <a:extLst>
                <a:ext uri="{FF2B5EF4-FFF2-40B4-BE49-F238E27FC236}">
                  <a16:creationId xmlns:a16="http://schemas.microsoft.com/office/drawing/2014/main" id="{04C5521D-7C95-473B-81D4-BC69465DABC7}"/>
                </a:ext>
              </a:extLst>
            </p:cNvPr>
            <p:cNvSpPr>
              <a:spLocks noChangeShapeType="1"/>
            </p:cNvSpPr>
            <p:nvPr/>
          </p:nvSpPr>
          <p:spPr bwMode="auto">
            <a:xfrm flipV="1">
              <a:off x="1286" y="1582"/>
              <a:ext cx="725" cy="763"/>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2555" name="Line 37">
              <a:extLst>
                <a:ext uri="{FF2B5EF4-FFF2-40B4-BE49-F238E27FC236}">
                  <a16:creationId xmlns:a16="http://schemas.microsoft.com/office/drawing/2014/main" id="{8CEB1CAD-E402-4F85-BB55-EFC3A9974468}"/>
                </a:ext>
              </a:extLst>
            </p:cNvPr>
            <p:cNvSpPr>
              <a:spLocks noChangeShapeType="1"/>
            </p:cNvSpPr>
            <p:nvPr/>
          </p:nvSpPr>
          <p:spPr bwMode="auto">
            <a:xfrm flipV="1">
              <a:off x="2512" y="1596"/>
              <a:ext cx="654" cy="707"/>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2556" name="Line 38">
              <a:extLst>
                <a:ext uri="{FF2B5EF4-FFF2-40B4-BE49-F238E27FC236}">
                  <a16:creationId xmlns:a16="http://schemas.microsoft.com/office/drawing/2014/main" id="{6C6D2484-6717-45D3-B344-B5DCC2826156}"/>
                </a:ext>
              </a:extLst>
            </p:cNvPr>
            <p:cNvSpPr>
              <a:spLocks noChangeShapeType="1"/>
            </p:cNvSpPr>
            <p:nvPr/>
          </p:nvSpPr>
          <p:spPr bwMode="auto">
            <a:xfrm flipV="1">
              <a:off x="3666" y="1581"/>
              <a:ext cx="646" cy="745"/>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2557" name="Line 39">
              <a:extLst>
                <a:ext uri="{FF2B5EF4-FFF2-40B4-BE49-F238E27FC236}">
                  <a16:creationId xmlns:a16="http://schemas.microsoft.com/office/drawing/2014/main" id="{06C95596-9B67-4461-8A42-280B458B5C57}"/>
                </a:ext>
              </a:extLst>
            </p:cNvPr>
            <p:cNvSpPr>
              <a:spLocks noChangeShapeType="1"/>
            </p:cNvSpPr>
            <p:nvPr/>
          </p:nvSpPr>
          <p:spPr bwMode="auto">
            <a:xfrm flipH="1" flipV="1">
              <a:off x="1283" y="1698"/>
              <a:ext cx="3138" cy="584"/>
            </a:xfrm>
            <a:prstGeom prst="line">
              <a:avLst/>
            </a:prstGeom>
            <a:noFill/>
            <a:ln w="31750">
              <a:solidFill>
                <a:schemeClr val="tx1"/>
              </a:solidFill>
              <a:round/>
              <a:headEnd/>
              <a:tailEnd type="triangle" w="lg" len="lg"/>
            </a:ln>
          </p:spPr>
          <p:txBody>
            <a:bodyPr/>
            <a:lstStyle/>
            <a:p>
              <a:pPr eaLnBrk="1" hangingPunct="1">
                <a:defRPr/>
              </a:pPr>
              <a:endParaRPr lang="en-US" dirty="0"/>
            </a:p>
          </p:txBody>
        </p:sp>
        <p:sp>
          <p:nvSpPr>
            <p:cNvPr id="22558" name="Line 40">
              <a:extLst>
                <a:ext uri="{FF2B5EF4-FFF2-40B4-BE49-F238E27FC236}">
                  <a16:creationId xmlns:a16="http://schemas.microsoft.com/office/drawing/2014/main" id="{3D720D7E-76D2-4AEE-83D6-CB802811909F}"/>
                </a:ext>
              </a:extLst>
            </p:cNvPr>
            <p:cNvSpPr>
              <a:spLocks noChangeShapeType="1"/>
            </p:cNvSpPr>
            <p:nvPr/>
          </p:nvSpPr>
          <p:spPr bwMode="auto">
            <a:xfrm>
              <a:off x="4564" y="1822"/>
              <a:ext cx="0" cy="426"/>
            </a:xfrm>
            <a:prstGeom prst="line">
              <a:avLst/>
            </a:prstGeom>
            <a:noFill/>
            <a:ln w="34925">
              <a:solidFill>
                <a:schemeClr val="tx1"/>
              </a:solidFill>
              <a:round/>
              <a:headEnd/>
              <a:tailEnd type="triangle" w="lg" len="lg"/>
            </a:ln>
          </p:spPr>
          <p:txBody>
            <a:bodyPr/>
            <a:lstStyle/>
            <a:p>
              <a:pPr eaLnBrk="1" hangingPunct="1">
                <a:defRPr/>
              </a:pPr>
              <a:endParaRPr lang="en-US" dirty="0"/>
            </a:p>
          </p:txBody>
        </p:sp>
        <p:sp>
          <p:nvSpPr>
            <p:cNvPr id="22559" name="Line 41">
              <a:extLst>
                <a:ext uri="{FF2B5EF4-FFF2-40B4-BE49-F238E27FC236}">
                  <a16:creationId xmlns:a16="http://schemas.microsoft.com/office/drawing/2014/main" id="{29EBFEA3-FD5B-45F3-BC9D-05B88F9243AE}"/>
                </a:ext>
              </a:extLst>
            </p:cNvPr>
            <p:cNvSpPr>
              <a:spLocks noChangeShapeType="1"/>
            </p:cNvSpPr>
            <p:nvPr/>
          </p:nvSpPr>
          <p:spPr bwMode="auto">
            <a:xfrm flipV="1">
              <a:off x="1057" y="1815"/>
              <a:ext cx="0" cy="426"/>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19487" name="Text Box 42">
              <a:extLst>
                <a:ext uri="{FF2B5EF4-FFF2-40B4-BE49-F238E27FC236}">
                  <a16:creationId xmlns:a16="http://schemas.microsoft.com/office/drawing/2014/main" id="{B12FAB39-BFE2-8EB2-0E1D-830EF7AF77C7}"/>
                </a:ext>
              </a:extLst>
            </p:cNvPr>
            <p:cNvSpPr txBox="1">
              <a:spLocks noChangeArrowheads="1"/>
            </p:cNvSpPr>
            <p:nvPr/>
          </p:nvSpPr>
          <p:spPr bwMode="auto">
            <a:xfrm>
              <a:off x="962" y="94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19488" name="Text Box 43">
              <a:extLst>
                <a:ext uri="{FF2B5EF4-FFF2-40B4-BE49-F238E27FC236}">
                  <a16:creationId xmlns:a16="http://schemas.microsoft.com/office/drawing/2014/main" id="{BCE506AD-CB6F-57E1-DE7B-A247CB6082EA}"/>
                </a:ext>
              </a:extLst>
            </p:cNvPr>
            <p:cNvSpPr txBox="1">
              <a:spLocks noChangeArrowheads="1"/>
            </p:cNvSpPr>
            <p:nvPr/>
          </p:nvSpPr>
          <p:spPr bwMode="auto">
            <a:xfrm>
              <a:off x="2178" y="920"/>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19489" name="Text Box 44">
              <a:extLst>
                <a:ext uri="{FF2B5EF4-FFF2-40B4-BE49-F238E27FC236}">
                  <a16:creationId xmlns:a16="http://schemas.microsoft.com/office/drawing/2014/main" id="{0D868710-4376-E04D-DA37-8D5C7EE46951}"/>
                </a:ext>
              </a:extLst>
            </p:cNvPr>
            <p:cNvSpPr txBox="1">
              <a:spLocks noChangeArrowheads="1"/>
            </p:cNvSpPr>
            <p:nvPr/>
          </p:nvSpPr>
          <p:spPr bwMode="auto">
            <a:xfrm>
              <a:off x="3328" y="919"/>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22563" name="Text Box 45">
              <a:extLst>
                <a:ext uri="{FF2B5EF4-FFF2-40B4-BE49-F238E27FC236}">
                  <a16:creationId xmlns:a16="http://schemas.microsoft.com/office/drawing/2014/main" id="{1E4E7EEC-4CD4-4804-9388-0DE8769F5025}"/>
                </a:ext>
              </a:extLst>
            </p:cNvPr>
            <p:cNvSpPr txBox="1">
              <a:spLocks noChangeArrowheads="1"/>
            </p:cNvSpPr>
            <p:nvPr/>
          </p:nvSpPr>
          <p:spPr bwMode="auto">
            <a:xfrm>
              <a:off x="4475" y="991"/>
              <a:ext cx="364" cy="288"/>
            </a:xfrm>
            <a:prstGeom prst="rect">
              <a:avLst/>
            </a:prstGeom>
            <a:noFill/>
            <a:ln w="9525">
              <a:noFill/>
              <a:miter lim="800000"/>
              <a:headEnd/>
              <a:tailEnd/>
            </a:ln>
          </p:spPr>
          <p:txBody>
            <a:bodyPr>
              <a:spAutoFit/>
            </a:bodyPr>
            <a:lstStyle/>
            <a:p>
              <a:pPr eaLnBrk="1" hangingPunct="1">
                <a:defRPr/>
              </a:pPr>
              <a:r>
                <a:rPr lang="en-US" sz="2400" dirty="0"/>
                <a:t>0</a:t>
              </a:r>
            </a:p>
          </p:txBody>
        </p:sp>
        <p:sp>
          <p:nvSpPr>
            <p:cNvPr id="19491" name="Text Box 46">
              <a:extLst>
                <a:ext uri="{FF2B5EF4-FFF2-40B4-BE49-F238E27FC236}">
                  <a16:creationId xmlns:a16="http://schemas.microsoft.com/office/drawing/2014/main" id="{845EFD23-3951-E321-589D-623186583EDD}"/>
                </a:ext>
              </a:extLst>
            </p:cNvPr>
            <p:cNvSpPr txBox="1">
              <a:spLocks noChangeArrowheads="1"/>
            </p:cNvSpPr>
            <p:nvPr/>
          </p:nvSpPr>
          <p:spPr bwMode="auto">
            <a:xfrm>
              <a:off x="860" y="1890"/>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19492" name="Text Box 47">
              <a:extLst>
                <a:ext uri="{FF2B5EF4-FFF2-40B4-BE49-F238E27FC236}">
                  <a16:creationId xmlns:a16="http://schemas.microsoft.com/office/drawing/2014/main" id="{A5AB0915-4AFF-4B70-F282-8AF95F7A6248}"/>
                </a:ext>
              </a:extLst>
            </p:cNvPr>
            <p:cNvSpPr txBox="1">
              <a:spLocks noChangeArrowheads="1"/>
            </p:cNvSpPr>
            <p:nvPr/>
          </p:nvSpPr>
          <p:spPr bwMode="auto">
            <a:xfrm>
              <a:off x="2056" y="1932"/>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22566" name="Line 48">
              <a:extLst>
                <a:ext uri="{FF2B5EF4-FFF2-40B4-BE49-F238E27FC236}">
                  <a16:creationId xmlns:a16="http://schemas.microsoft.com/office/drawing/2014/main" id="{A511A3C3-3F8C-44FF-BC63-21379CEDBC9F}"/>
                </a:ext>
              </a:extLst>
            </p:cNvPr>
            <p:cNvSpPr>
              <a:spLocks noChangeShapeType="1"/>
            </p:cNvSpPr>
            <p:nvPr/>
          </p:nvSpPr>
          <p:spPr bwMode="auto">
            <a:xfrm flipV="1">
              <a:off x="2299" y="1822"/>
              <a:ext cx="0" cy="423"/>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2567" name="Line 49">
              <a:extLst>
                <a:ext uri="{FF2B5EF4-FFF2-40B4-BE49-F238E27FC236}">
                  <a16:creationId xmlns:a16="http://schemas.microsoft.com/office/drawing/2014/main" id="{9978147C-D140-4337-895C-35D5B5D061C8}"/>
                </a:ext>
              </a:extLst>
            </p:cNvPr>
            <p:cNvSpPr>
              <a:spLocks noChangeShapeType="1"/>
            </p:cNvSpPr>
            <p:nvPr/>
          </p:nvSpPr>
          <p:spPr bwMode="auto">
            <a:xfrm flipV="1">
              <a:off x="3460" y="1815"/>
              <a:ext cx="0" cy="426"/>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19495" name="Text Box 50">
              <a:extLst>
                <a:ext uri="{FF2B5EF4-FFF2-40B4-BE49-F238E27FC236}">
                  <a16:creationId xmlns:a16="http://schemas.microsoft.com/office/drawing/2014/main" id="{E096B27D-2797-111F-BCEF-A75D6234A98C}"/>
                </a:ext>
              </a:extLst>
            </p:cNvPr>
            <p:cNvSpPr txBox="1">
              <a:spLocks noChangeArrowheads="1"/>
            </p:cNvSpPr>
            <p:nvPr/>
          </p:nvSpPr>
          <p:spPr bwMode="auto">
            <a:xfrm>
              <a:off x="1372" y="187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19496" name="Text Box 51">
              <a:extLst>
                <a:ext uri="{FF2B5EF4-FFF2-40B4-BE49-F238E27FC236}">
                  <a16:creationId xmlns:a16="http://schemas.microsoft.com/office/drawing/2014/main" id="{EE48ACAE-773C-1E37-7C27-BF130E4E9CF8}"/>
                </a:ext>
              </a:extLst>
            </p:cNvPr>
            <p:cNvSpPr txBox="1">
              <a:spLocks noChangeArrowheads="1"/>
            </p:cNvSpPr>
            <p:nvPr/>
          </p:nvSpPr>
          <p:spPr bwMode="auto">
            <a:xfrm>
              <a:off x="2738" y="1698"/>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19497" name="Text Box 54">
              <a:extLst>
                <a:ext uri="{FF2B5EF4-FFF2-40B4-BE49-F238E27FC236}">
                  <a16:creationId xmlns:a16="http://schemas.microsoft.com/office/drawing/2014/main" id="{A84D2998-1B51-B9FF-2F8E-D4AA389AA80D}"/>
                </a:ext>
              </a:extLst>
            </p:cNvPr>
            <p:cNvSpPr txBox="1">
              <a:spLocks noChangeArrowheads="1"/>
            </p:cNvSpPr>
            <p:nvPr/>
          </p:nvSpPr>
          <p:spPr bwMode="auto">
            <a:xfrm>
              <a:off x="3243" y="185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a:t>
              </a:r>
            </a:p>
          </p:txBody>
        </p:sp>
        <p:sp>
          <p:nvSpPr>
            <p:cNvPr id="22571" name="Text Box 57">
              <a:extLst>
                <a:ext uri="{FF2B5EF4-FFF2-40B4-BE49-F238E27FC236}">
                  <a16:creationId xmlns:a16="http://schemas.microsoft.com/office/drawing/2014/main" id="{583C305D-C6A9-4F2B-8F23-A088DEBDA8F0}"/>
                </a:ext>
              </a:extLst>
            </p:cNvPr>
            <p:cNvSpPr txBox="1">
              <a:spLocks noChangeArrowheads="1"/>
            </p:cNvSpPr>
            <p:nvPr/>
          </p:nvSpPr>
          <p:spPr bwMode="auto">
            <a:xfrm>
              <a:off x="4370" y="1894"/>
              <a:ext cx="364" cy="288"/>
            </a:xfrm>
            <a:prstGeom prst="rect">
              <a:avLst/>
            </a:prstGeom>
            <a:noFill/>
            <a:ln w="9525">
              <a:noFill/>
              <a:miter lim="800000"/>
              <a:headEnd/>
              <a:tailEnd/>
            </a:ln>
          </p:spPr>
          <p:txBody>
            <a:bodyPr>
              <a:spAutoFit/>
            </a:bodyPr>
            <a:lstStyle/>
            <a:p>
              <a:pPr eaLnBrk="1" hangingPunct="1">
                <a:defRPr/>
              </a:pPr>
              <a:r>
                <a:rPr lang="en-US" sz="2400" dirty="0"/>
                <a:t>1</a:t>
              </a:r>
            </a:p>
          </p:txBody>
        </p:sp>
        <p:sp>
          <p:nvSpPr>
            <p:cNvPr id="19499" name="Text Box 58">
              <a:extLst>
                <a:ext uri="{FF2B5EF4-FFF2-40B4-BE49-F238E27FC236}">
                  <a16:creationId xmlns:a16="http://schemas.microsoft.com/office/drawing/2014/main" id="{24BE3CC8-F23E-BEF3-9633-94BB19079006}"/>
                </a:ext>
              </a:extLst>
            </p:cNvPr>
            <p:cNvSpPr txBox="1">
              <a:spLocks noChangeArrowheads="1"/>
            </p:cNvSpPr>
            <p:nvPr/>
          </p:nvSpPr>
          <p:spPr bwMode="auto">
            <a:xfrm>
              <a:off x="4055" y="1967"/>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sp>
          <p:nvSpPr>
            <p:cNvPr id="19500" name="Text Box 59">
              <a:extLst>
                <a:ext uri="{FF2B5EF4-FFF2-40B4-BE49-F238E27FC236}">
                  <a16:creationId xmlns:a16="http://schemas.microsoft.com/office/drawing/2014/main" id="{F28654A6-66E3-BA34-2367-EAD9AC51CA84}"/>
                </a:ext>
              </a:extLst>
            </p:cNvPr>
            <p:cNvSpPr txBox="1">
              <a:spLocks noChangeArrowheads="1"/>
            </p:cNvSpPr>
            <p:nvPr/>
          </p:nvSpPr>
          <p:spPr bwMode="auto">
            <a:xfrm>
              <a:off x="375" y="1334"/>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000</a:t>
              </a:r>
            </a:p>
          </p:txBody>
        </p:sp>
        <p:sp>
          <p:nvSpPr>
            <p:cNvPr id="19501" name="Text Box 60">
              <a:extLst>
                <a:ext uri="{FF2B5EF4-FFF2-40B4-BE49-F238E27FC236}">
                  <a16:creationId xmlns:a16="http://schemas.microsoft.com/office/drawing/2014/main" id="{F15E2473-F513-C00C-7986-F0317CD72CE4}"/>
                </a:ext>
              </a:extLst>
            </p:cNvPr>
            <p:cNvSpPr txBox="1">
              <a:spLocks noChangeArrowheads="1"/>
            </p:cNvSpPr>
            <p:nvPr/>
          </p:nvSpPr>
          <p:spPr bwMode="auto">
            <a:xfrm>
              <a:off x="401" y="2243"/>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001</a:t>
              </a:r>
            </a:p>
          </p:txBody>
        </p:sp>
        <p:sp>
          <p:nvSpPr>
            <p:cNvPr id="19502" name="Text Box 61">
              <a:extLst>
                <a:ext uri="{FF2B5EF4-FFF2-40B4-BE49-F238E27FC236}">
                  <a16:creationId xmlns:a16="http://schemas.microsoft.com/office/drawing/2014/main" id="{1FE493EF-731F-9189-1BD9-74B4714A7596}"/>
                </a:ext>
              </a:extLst>
            </p:cNvPr>
            <p:cNvSpPr txBox="1">
              <a:spLocks noChangeArrowheads="1"/>
            </p:cNvSpPr>
            <p:nvPr/>
          </p:nvSpPr>
          <p:spPr bwMode="auto">
            <a:xfrm>
              <a:off x="1620" y="1349"/>
              <a:ext cx="5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010</a:t>
              </a:r>
            </a:p>
          </p:txBody>
        </p:sp>
        <p:sp>
          <p:nvSpPr>
            <p:cNvPr id="19503" name="Text Box 62">
              <a:extLst>
                <a:ext uri="{FF2B5EF4-FFF2-40B4-BE49-F238E27FC236}">
                  <a16:creationId xmlns:a16="http://schemas.microsoft.com/office/drawing/2014/main" id="{79D9FDE8-591E-BD73-AB6E-A2CCE8C805C9}"/>
                </a:ext>
              </a:extLst>
            </p:cNvPr>
            <p:cNvSpPr txBox="1">
              <a:spLocks noChangeArrowheads="1"/>
            </p:cNvSpPr>
            <p:nvPr/>
          </p:nvSpPr>
          <p:spPr bwMode="auto">
            <a:xfrm>
              <a:off x="1715" y="2238"/>
              <a:ext cx="5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011</a:t>
              </a:r>
            </a:p>
          </p:txBody>
        </p:sp>
        <p:sp>
          <p:nvSpPr>
            <p:cNvPr id="19504" name="Text Box 63">
              <a:extLst>
                <a:ext uri="{FF2B5EF4-FFF2-40B4-BE49-F238E27FC236}">
                  <a16:creationId xmlns:a16="http://schemas.microsoft.com/office/drawing/2014/main" id="{87179713-82A9-11D4-29F8-3594721DC35E}"/>
                </a:ext>
              </a:extLst>
            </p:cNvPr>
            <p:cNvSpPr txBox="1">
              <a:spLocks noChangeArrowheads="1"/>
            </p:cNvSpPr>
            <p:nvPr/>
          </p:nvSpPr>
          <p:spPr bwMode="auto">
            <a:xfrm>
              <a:off x="2762" y="1341"/>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100</a:t>
              </a:r>
            </a:p>
          </p:txBody>
        </p:sp>
        <p:sp>
          <p:nvSpPr>
            <p:cNvPr id="19505" name="Text Box 64">
              <a:extLst>
                <a:ext uri="{FF2B5EF4-FFF2-40B4-BE49-F238E27FC236}">
                  <a16:creationId xmlns:a16="http://schemas.microsoft.com/office/drawing/2014/main" id="{667F1BDA-B80B-17BB-25F6-8999F7138B85}"/>
                </a:ext>
              </a:extLst>
            </p:cNvPr>
            <p:cNvSpPr txBox="1">
              <a:spLocks noChangeArrowheads="1"/>
            </p:cNvSpPr>
            <p:nvPr/>
          </p:nvSpPr>
          <p:spPr bwMode="auto">
            <a:xfrm>
              <a:off x="2809" y="2238"/>
              <a:ext cx="5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101</a:t>
              </a:r>
            </a:p>
          </p:txBody>
        </p:sp>
        <p:sp>
          <p:nvSpPr>
            <p:cNvPr id="19506" name="Text Box 65">
              <a:extLst>
                <a:ext uri="{FF2B5EF4-FFF2-40B4-BE49-F238E27FC236}">
                  <a16:creationId xmlns:a16="http://schemas.microsoft.com/office/drawing/2014/main" id="{E878A9B0-19B4-9F65-E914-2BBE5DF00AB5}"/>
                </a:ext>
              </a:extLst>
            </p:cNvPr>
            <p:cNvSpPr txBox="1">
              <a:spLocks noChangeArrowheads="1"/>
            </p:cNvSpPr>
            <p:nvPr/>
          </p:nvSpPr>
          <p:spPr bwMode="auto">
            <a:xfrm>
              <a:off x="3950" y="1344"/>
              <a:ext cx="5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110</a:t>
              </a:r>
            </a:p>
          </p:txBody>
        </p:sp>
        <p:sp>
          <p:nvSpPr>
            <p:cNvPr id="22580" name="Text Box 66">
              <a:extLst>
                <a:ext uri="{FF2B5EF4-FFF2-40B4-BE49-F238E27FC236}">
                  <a16:creationId xmlns:a16="http://schemas.microsoft.com/office/drawing/2014/main" id="{72C6EB47-6509-4C4D-A33E-2BD96882383E}"/>
                </a:ext>
              </a:extLst>
            </p:cNvPr>
            <p:cNvSpPr txBox="1">
              <a:spLocks noChangeArrowheads="1"/>
            </p:cNvSpPr>
            <p:nvPr/>
          </p:nvSpPr>
          <p:spPr bwMode="auto">
            <a:xfrm>
              <a:off x="3964" y="2222"/>
              <a:ext cx="502" cy="288"/>
            </a:xfrm>
            <a:prstGeom prst="rect">
              <a:avLst/>
            </a:prstGeom>
            <a:noFill/>
            <a:ln w="9525">
              <a:noFill/>
              <a:miter lim="800000"/>
              <a:headEnd/>
              <a:tailEnd/>
            </a:ln>
          </p:spPr>
          <p:txBody>
            <a:bodyPr>
              <a:spAutoFit/>
            </a:bodyPr>
            <a:lstStyle/>
            <a:p>
              <a:pPr eaLnBrk="1" hangingPunct="1">
                <a:defRPr/>
              </a:pPr>
              <a:r>
                <a:rPr lang="en-US" sz="2400" dirty="0"/>
                <a:t>111</a:t>
              </a:r>
            </a:p>
          </p:txBody>
        </p:sp>
        <p:sp>
          <p:nvSpPr>
            <p:cNvPr id="22581" name="Text Box 68">
              <a:extLst>
                <a:ext uri="{FF2B5EF4-FFF2-40B4-BE49-F238E27FC236}">
                  <a16:creationId xmlns:a16="http://schemas.microsoft.com/office/drawing/2014/main" id="{3497B9A0-91EE-4293-99B9-FF4FC8972FB3}"/>
                </a:ext>
              </a:extLst>
            </p:cNvPr>
            <p:cNvSpPr txBox="1">
              <a:spLocks noChangeArrowheads="1"/>
            </p:cNvSpPr>
            <p:nvPr/>
          </p:nvSpPr>
          <p:spPr bwMode="auto">
            <a:xfrm>
              <a:off x="3767" y="2503"/>
              <a:ext cx="473" cy="250"/>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rgbClr val="0000FF"/>
                  </a:solidFill>
                </a:rPr>
                <a:t>t</a:t>
              </a:r>
              <a:r>
                <a:rPr lang="en-US" sz="2000" baseline="-25000" dirty="0">
                  <a:solidFill>
                    <a:srgbClr val="0000FF"/>
                  </a:solidFill>
                </a:rPr>
                <a:t>2</a:t>
              </a:r>
              <a:r>
                <a:rPr lang="en-US" sz="2000" dirty="0">
                  <a:solidFill>
                    <a:srgbClr val="0000FF"/>
                  </a:solidFill>
                </a:rPr>
                <a:t>&lt;t</a:t>
              </a:r>
              <a:r>
                <a:rPr lang="en-US" sz="2000" baseline="-25000" dirty="0">
                  <a:solidFill>
                    <a:srgbClr val="0000FF"/>
                  </a:solidFill>
                </a:rPr>
                <a:t>3</a:t>
              </a:r>
              <a:endParaRPr lang="ru-RU" sz="2000" baseline="-25000">
                <a:solidFill>
                  <a:srgbClr val="0000FF"/>
                </a:solidFill>
              </a:endParaRPr>
            </a:p>
          </p:txBody>
        </p:sp>
        <p:sp>
          <p:nvSpPr>
            <p:cNvPr id="22583" name="Text Box 76">
              <a:extLst>
                <a:ext uri="{FF2B5EF4-FFF2-40B4-BE49-F238E27FC236}">
                  <a16:creationId xmlns:a16="http://schemas.microsoft.com/office/drawing/2014/main" id="{59AE8068-AD45-4B3F-8245-C627457259EC}"/>
                </a:ext>
              </a:extLst>
            </p:cNvPr>
            <p:cNvSpPr txBox="1">
              <a:spLocks noChangeArrowheads="1"/>
            </p:cNvSpPr>
            <p:nvPr/>
          </p:nvSpPr>
          <p:spPr bwMode="auto">
            <a:xfrm>
              <a:off x="3610" y="997"/>
              <a:ext cx="815" cy="442"/>
            </a:xfrm>
            <a:prstGeom prst="rect">
              <a:avLst/>
            </a:prstGeom>
            <a:noFill/>
            <a:ln w="9525">
              <a:noFill/>
              <a:miter lim="800000"/>
              <a:headEnd/>
              <a:tailEnd/>
            </a:ln>
          </p:spPr>
          <p:txBody>
            <a:bodyPr>
              <a:spAutoFit/>
            </a:bodyPr>
            <a:lstStyle/>
            <a:p>
              <a:pPr eaLnBrk="1" hangingPunct="1">
                <a:spcBef>
                  <a:spcPct val="50000"/>
                </a:spcBef>
                <a:defRPr/>
              </a:pPr>
              <a:r>
                <a:rPr lang="en-US" sz="2000" dirty="0"/>
                <a:t>Invalid state</a:t>
              </a:r>
              <a:endParaRPr lang="ru-RU" sz="2000" dirty="0"/>
            </a:p>
          </p:txBody>
        </p:sp>
        <p:sp>
          <p:nvSpPr>
            <p:cNvPr id="22584" name="Arc 77">
              <a:extLst>
                <a:ext uri="{FF2B5EF4-FFF2-40B4-BE49-F238E27FC236}">
                  <a16:creationId xmlns:a16="http://schemas.microsoft.com/office/drawing/2014/main" id="{3AF371BB-EE5E-4CF3-94E8-3495C1B792B8}"/>
                </a:ext>
              </a:extLst>
            </p:cNvPr>
            <p:cNvSpPr>
              <a:spLocks/>
            </p:cNvSpPr>
            <p:nvPr/>
          </p:nvSpPr>
          <p:spPr bwMode="auto">
            <a:xfrm rot="21479778" flipV="1">
              <a:off x="3420" y="1724"/>
              <a:ext cx="301" cy="556"/>
            </a:xfrm>
            <a:custGeom>
              <a:avLst/>
              <a:gdLst>
                <a:gd name="T0" fmla="*/ 0 w 21600"/>
                <a:gd name="T1" fmla="*/ 0 h 29795"/>
                <a:gd name="T2" fmla="*/ 0 w 21600"/>
                <a:gd name="T3" fmla="*/ 0 h 29795"/>
                <a:gd name="T4" fmla="*/ 0 w 21600"/>
                <a:gd name="T5" fmla="*/ 0 h 29795"/>
                <a:gd name="T6" fmla="*/ 0 60000 65536"/>
                <a:gd name="T7" fmla="*/ 0 60000 65536"/>
                <a:gd name="T8" fmla="*/ 0 60000 65536"/>
                <a:gd name="T9" fmla="*/ 0 w 21600"/>
                <a:gd name="T10" fmla="*/ 0 h 29795"/>
                <a:gd name="T11" fmla="*/ 21600 w 21600"/>
                <a:gd name="T12" fmla="*/ 29795 h 29795"/>
              </a:gdLst>
              <a:ahLst/>
              <a:cxnLst>
                <a:cxn ang="T6">
                  <a:pos x="T0" y="T1"/>
                </a:cxn>
                <a:cxn ang="T7">
                  <a:pos x="T2" y="T3"/>
                </a:cxn>
                <a:cxn ang="T8">
                  <a:pos x="T4" y="T5"/>
                </a:cxn>
              </a:cxnLst>
              <a:rect l="T9" t="T10" r="T11" b="T12"/>
              <a:pathLst>
                <a:path w="21600" h="29795" fill="none" extrusionOk="0">
                  <a:moveTo>
                    <a:pt x="14761" y="-1"/>
                  </a:moveTo>
                  <a:cubicBezTo>
                    <a:pt x="19124" y="4083"/>
                    <a:pt x="21600" y="9792"/>
                    <a:pt x="21600" y="15769"/>
                  </a:cubicBezTo>
                  <a:cubicBezTo>
                    <a:pt x="21600" y="20911"/>
                    <a:pt x="19765" y="25884"/>
                    <a:pt x="16426" y="29795"/>
                  </a:cubicBezTo>
                </a:path>
                <a:path w="21600" h="29795" stroke="0" extrusionOk="0">
                  <a:moveTo>
                    <a:pt x="14761" y="-1"/>
                  </a:moveTo>
                  <a:cubicBezTo>
                    <a:pt x="19124" y="4083"/>
                    <a:pt x="21600" y="9792"/>
                    <a:pt x="21600" y="15769"/>
                  </a:cubicBezTo>
                  <a:cubicBezTo>
                    <a:pt x="21600" y="20911"/>
                    <a:pt x="19765" y="25884"/>
                    <a:pt x="16426" y="29795"/>
                  </a:cubicBezTo>
                  <a:lnTo>
                    <a:pt x="0" y="15769"/>
                  </a:lnTo>
                  <a:close/>
                </a:path>
              </a:pathLst>
            </a:custGeom>
            <a:noFill/>
            <a:ln w="25400">
              <a:solidFill>
                <a:srgbClr val="FF0000"/>
              </a:solidFill>
              <a:prstDash val="dash"/>
              <a:round/>
              <a:headEnd/>
              <a:tailEnd type="triangle" w="lg" len="lg"/>
            </a:ln>
          </p:spPr>
          <p:txBody>
            <a:bodyPr rot="10800000" wrap="none" anchor="ctr"/>
            <a:lstStyle/>
            <a:p>
              <a:pPr eaLnBrk="1" hangingPunct="1">
                <a:defRPr/>
              </a:pPr>
              <a:endParaRPr lang="en-US" dirty="0"/>
            </a:p>
          </p:txBody>
        </p:sp>
        <p:sp>
          <p:nvSpPr>
            <p:cNvPr id="22585" name="Text Box 78">
              <a:extLst>
                <a:ext uri="{FF2B5EF4-FFF2-40B4-BE49-F238E27FC236}">
                  <a16:creationId xmlns:a16="http://schemas.microsoft.com/office/drawing/2014/main" id="{257170FB-3CFF-432D-8FD4-DECEC3A3CF01}"/>
                </a:ext>
              </a:extLst>
            </p:cNvPr>
            <p:cNvSpPr txBox="1">
              <a:spLocks noChangeArrowheads="1"/>
            </p:cNvSpPr>
            <p:nvPr/>
          </p:nvSpPr>
          <p:spPr bwMode="auto">
            <a:xfrm>
              <a:off x="3691" y="1630"/>
              <a:ext cx="472" cy="250"/>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rgbClr val="0000FF"/>
                  </a:solidFill>
                </a:rPr>
                <a:t>t</a:t>
              </a:r>
              <a:r>
                <a:rPr lang="en-US" sz="2000" baseline="-25000" dirty="0">
                  <a:solidFill>
                    <a:srgbClr val="0000FF"/>
                  </a:solidFill>
                </a:rPr>
                <a:t>2</a:t>
              </a:r>
              <a:r>
                <a:rPr lang="en-US" sz="2000" dirty="0">
                  <a:solidFill>
                    <a:srgbClr val="0000FF"/>
                  </a:solidFill>
                </a:rPr>
                <a:t>&gt;t</a:t>
              </a:r>
              <a:r>
                <a:rPr lang="en-US" sz="2000" baseline="-25000" dirty="0">
                  <a:solidFill>
                    <a:srgbClr val="0000FF"/>
                  </a:solidFill>
                </a:rPr>
                <a:t>3</a:t>
              </a:r>
              <a:endParaRPr lang="ru-RU" sz="2000" baseline="-25000" dirty="0">
                <a:solidFill>
                  <a:srgbClr val="0000FF"/>
                </a:solidFill>
              </a:endParaRPr>
            </a:p>
          </p:txBody>
        </p:sp>
        <p:sp>
          <p:nvSpPr>
            <p:cNvPr id="22586" name="Line 79">
              <a:extLst>
                <a:ext uri="{FF2B5EF4-FFF2-40B4-BE49-F238E27FC236}">
                  <a16:creationId xmlns:a16="http://schemas.microsoft.com/office/drawing/2014/main" id="{2131C9FA-8C5F-4508-B0BC-403CB89A79A6}"/>
                </a:ext>
              </a:extLst>
            </p:cNvPr>
            <p:cNvSpPr>
              <a:spLocks noChangeShapeType="1"/>
            </p:cNvSpPr>
            <p:nvPr/>
          </p:nvSpPr>
          <p:spPr bwMode="auto">
            <a:xfrm>
              <a:off x="3733" y="2503"/>
              <a:ext cx="558" cy="0"/>
            </a:xfrm>
            <a:prstGeom prst="line">
              <a:avLst/>
            </a:prstGeom>
            <a:noFill/>
            <a:ln w="25400">
              <a:solidFill>
                <a:srgbClr val="FF0000"/>
              </a:solidFill>
              <a:prstDash val="dash"/>
              <a:round/>
              <a:headEnd/>
              <a:tailEnd type="triangle" w="lg" len="lg"/>
            </a:ln>
          </p:spPr>
          <p:txBody>
            <a:bodyPr/>
            <a:lstStyle/>
            <a:p>
              <a:pPr eaLnBrk="1" hangingPunct="1">
                <a:defRPr/>
              </a:pPr>
              <a:endParaRPr lang="en-US" dirty="0"/>
            </a:p>
          </p:txBody>
        </p:sp>
        <p:sp>
          <p:nvSpPr>
            <p:cNvPr id="19513" name="Text Box 80">
              <a:extLst>
                <a:ext uri="{FF2B5EF4-FFF2-40B4-BE49-F238E27FC236}">
                  <a16:creationId xmlns:a16="http://schemas.microsoft.com/office/drawing/2014/main" id="{ADEF04A9-9990-7147-054A-EEE6ADBE0001}"/>
                </a:ext>
              </a:extLst>
            </p:cNvPr>
            <p:cNvSpPr txBox="1">
              <a:spLocks noChangeArrowheads="1"/>
            </p:cNvSpPr>
            <p:nvPr/>
          </p:nvSpPr>
          <p:spPr bwMode="auto">
            <a:xfrm>
              <a:off x="3691" y="1877"/>
              <a:ext cx="2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FF0066"/>
                  </a:solidFill>
                </a:rPr>
                <a:t>0</a:t>
              </a:r>
            </a:p>
          </p:txBody>
        </p:sp>
        <p:sp>
          <p:nvSpPr>
            <p:cNvPr id="19514" name="Text Box 81">
              <a:extLst>
                <a:ext uri="{FF2B5EF4-FFF2-40B4-BE49-F238E27FC236}">
                  <a16:creationId xmlns:a16="http://schemas.microsoft.com/office/drawing/2014/main" id="{64868A80-7049-EEF4-C83B-C19827BEBC1C}"/>
                </a:ext>
              </a:extLst>
            </p:cNvPr>
            <p:cNvSpPr txBox="1">
              <a:spLocks noChangeArrowheads="1"/>
            </p:cNvSpPr>
            <p:nvPr/>
          </p:nvSpPr>
          <p:spPr bwMode="auto">
            <a:xfrm>
              <a:off x="3820" y="2256"/>
              <a:ext cx="2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FF0066"/>
                  </a:solidFill>
                </a:rPr>
                <a:t>0</a:t>
              </a:r>
            </a:p>
          </p:txBody>
        </p:sp>
        <p:sp>
          <p:nvSpPr>
            <p:cNvPr id="19515" name="Text Box 82">
              <a:extLst>
                <a:ext uri="{FF2B5EF4-FFF2-40B4-BE49-F238E27FC236}">
                  <a16:creationId xmlns:a16="http://schemas.microsoft.com/office/drawing/2014/main" id="{B447B288-D446-80A8-FBBD-13B3B90257C7}"/>
                </a:ext>
              </a:extLst>
            </p:cNvPr>
            <p:cNvSpPr txBox="1">
              <a:spLocks noChangeArrowheads="1"/>
            </p:cNvSpPr>
            <p:nvPr/>
          </p:nvSpPr>
          <p:spPr bwMode="auto">
            <a:xfrm>
              <a:off x="4059" y="1768"/>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a:t>
              </a:r>
            </a:p>
          </p:txBody>
        </p:sp>
        <p:cxnSp>
          <p:nvCxnSpPr>
            <p:cNvPr id="19516" name="AutoShape 34">
              <a:extLst>
                <a:ext uri="{FF2B5EF4-FFF2-40B4-BE49-F238E27FC236}">
                  <a16:creationId xmlns:a16="http://schemas.microsoft.com/office/drawing/2014/main" id="{F327D7AB-E968-873F-E57C-6B9C7BF5A36D}"/>
                </a:ext>
              </a:extLst>
            </p:cNvPr>
            <p:cNvCxnSpPr>
              <a:cxnSpLocks noChangeShapeType="1"/>
            </p:cNvCxnSpPr>
            <p:nvPr/>
          </p:nvCxnSpPr>
          <p:spPr bwMode="auto">
            <a:xfrm rot="16200000" flipH="1">
              <a:off x="4570" y="2429"/>
              <a:ext cx="1" cy="387"/>
            </a:xfrm>
            <a:prstGeom prst="curvedConnector3">
              <a:avLst>
                <a:gd name="adj1" fmla="val 28299991"/>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cxnSp>
        <p:sp>
          <p:nvSpPr>
            <p:cNvPr id="19517" name="Line 67">
              <a:extLst>
                <a:ext uri="{FF2B5EF4-FFF2-40B4-BE49-F238E27FC236}">
                  <a16:creationId xmlns:a16="http://schemas.microsoft.com/office/drawing/2014/main" id="{C50403E8-6FB3-129A-E588-45B8537E1C0C}"/>
                </a:ext>
              </a:extLst>
            </p:cNvPr>
            <p:cNvSpPr>
              <a:spLocks noChangeShapeType="1"/>
            </p:cNvSpPr>
            <p:nvPr/>
          </p:nvSpPr>
          <p:spPr bwMode="auto">
            <a:xfrm flipH="1">
              <a:off x="3968" y="2120"/>
              <a:ext cx="144"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 name="Title 2">
            <a:extLst>
              <a:ext uri="{FF2B5EF4-FFF2-40B4-BE49-F238E27FC236}">
                <a16:creationId xmlns:a16="http://schemas.microsoft.com/office/drawing/2014/main" id="{8C6CD435-52B3-D1D8-8B75-7581A08389BD}"/>
              </a:ext>
            </a:extLst>
          </p:cNvPr>
          <p:cNvSpPr>
            <a:spLocks noGrp="1"/>
          </p:cNvSpPr>
          <p:nvPr>
            <p:ph type="title"/>
          </p:nvPr>
        </p:nvSpPr>
        <p:spPr/>
        <p:txBody>
          <a:bodyPr>
            <a:normAutofit/>
          </a:bodyPr>
          <a:lstStyle/>
          <a:p>
            <a:r>
              <a:rPr lang="en-US" dirty="0"/>
              <a:t>Races of Memory Elements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236CF39-BD9E-B966-8E83-F7A951C869A2}"/>
              </a:ext>
            </a:extLst>
          </p:cNvPr>
          <p:cNvSpPr>
            <a:spLocks noGrp="1" noChangeArrowheads="1"/>
          </p:cNvSpPr>
          <p:nvPr>
            <p:ph type="title"/>
          </p:nvPr>
        </p:nvSpPr>
        <p:spPr/>
        <p:txBody>
          <a:bodyPr>
            <a:normAutofit/>
          </a:bodyPr>
          <a:lstStyle/>
          <a:p>
            <a:r>
              <a:rPr lang="en-US" altLang="en-US" dirty="0"/>
              <a:t>Anti-Race Assignment</a:t>
            </a:r>
          </a:p>
        </p:txBody>
      </p:sp>
      <p:sp>
        <p:nvSpPr>
          <p:cNvPr id="20483" name="Content Placeholder 3">
            <a:extLst>
              <a:ext uri="{FF2B5EF4-FFF2-40B4-BE49-F238E27FC236}">
                <a16:creationId xmlns:a16="http://schemas.microsoft.com/office/drawing/2014/main" id="{CA7CB094-858B-4796-C7AB-CBBC9D3755BA}"/>
              </a:ext>
            </a:extLst>
          </p:cNvPr>
          <p:cNvSpPr>
            <a:spLocks noGrp="1" noChangeArrowheads="1"/>
          </p:cNvSpPr>
          <p:nvPr>
            <p:ph type="body" sz="quarter" idx="10"/>
          </p:nvPr>
        </p:nvSpPr>
        <p:spPr/>
        <p:txBody>
          <a:bodyPr/>
          <a:lstStyle/>
          <a:p>
            <a:r>
              <a:rPr lang="en-US" altLang="en-US"/>
              <a:t>The fifth requirement</a:t>
            </a:r>
          </a:p>
          <a:p>
            <a:r>
              <a:rPr lang="en-US" altLang="en-US"/>
              <a:t>Critical race: if FSM does not occur in required state.</a:t>
            </a:r>
            <a:r>
              <a:rPr lang="ru-RU" altLang="en-US"/>
              <a:t> </a:t>
            </a:r>
            <a:endParaRPr lang="en-US" altLang="en-US"/>
          </a:p>
          <a:p>
            <a:r>
              <a:rPr lang="en-US" altLang="en-US"/>
              <a:t>Non-critical race: despite races, FSM occurs in required state.</a:t>
            </a:r>
          </a:p>
          <a:p>
            <a:r>
              <a:rPr lang="en-US" altLang="en-US"/>
              <a:t>Present state 101, input changes from 1 to 0, next state must be 110.</a:t>
            </a:r>
          </a:p>
          <a:p>
            <a:r>
              <a:rPr lang="en-US" altLang="en-US"/>
              <a:t>Assume that t2&gt;t3: 101</a:t>
            </a:r>
            <a:r>
              <a:rPr lang="en-US" altLang="en-US">
                <a:sym typeface="Symbol" panose="05050102010706020507" pitchFamily="18" charset="2"/>
              </a:rPr>
              <a:t>100  (invalid stable state)</a:t>
            </a:r>
          </a:p>
          <a:p>
            <a:r>
              <a:rPr lang="en-US" altLang="en-US">
                <a:sym typeface="Symbol" panose="05050102010706020507" pitchFamily="18" charset="2"/>
              </a:rPr>
              <a:t>If t2=t3 : 101110 (required stable state)</a:t>
            </a:r>
          </a:p>
          <a:p>
            <a:r>
              <a:rPr lang="en-US" altLang="en-US">
                <a:sym typeface="Symbol" panose="05050102010706020507" pitchFamily="18" charset="2"/>
              </a:rPr>
              <a:t>If t2&lt;t3:101111 (unstable not-provided state – behavior unpredictable) </a:t>
            </a:r>
          </a:p>
          <a:p>
            <a:r>
              <a:rPr lang="en-US" altLang="en-US">
                <a:sym typeface="Symbol" panose="05050102010706020507" pitchFamily="18" charset="2"/>
              </a:rPr>
              <a:t>It is an example of critical races.</a:t>
            </a:r>
          </a:p>
          <a:p>
            <a:r>
              <a:rPr lang="en-US" altLang="en-US">
                <a:sym typeface="Symbol" panose="05050102010706020507" pitchFamily="18" charset="2"/>
              </a:rPr>
              <a:t>To prevent races it is essential that states connected to transitions, have Hamming distance equal to one (unit-distance assignment).</a:t>
            </a:r>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49">
            <a:extLst>
              <a:ext uri="{FF2B5EF4-FFF2-40B4-BE49-F238E27FC236}">
                <a16:creationId xmlns:a16="http://schemas.microsoft.com/office/drawing/2014/main" id="{7B4D7650-DAF6-B9D1-F84A-DB9D3C28373B}"/>
              </a:ext>
            </a:extLst>
          </p:cNvPr>
          <p:cNvGrpSpPr>
            <a:grpSpLocks/>
          </p:cNvGrpSpPr>
          <p:nvPr/>
        </p:nvGrpSpPr>
        <p:grpSpPr bwMode="auto">
          <a:xfrm>
            <a:off x="2057401" y="1295400"/>
            <a:ext cx="7523163" cy="4191000"/>
            <a:chOff x="375" y="935"/>
            <a:chExt cx="4739" cy="2640"/>
          </a:xfrm>
        </p:grpSpPr>
        <p:sp>
          <p:nvSpPr>
            <p:cNvPr id="24580" name="Text Box 28">
              <a:extLst>
                <a:ext uri="{FF2B5EF4-FFF2-40B4-BE49-F238E27FC236}">
                  <a16:creationId xmlns:a16="http://schemas.microsoft.com/office/drawing/2014/main" id="{6E3DD36A-D30B-4AA9-930F-3B998F412820}"/>
                </a:ext>
              </a:extLst>
            </p:cNvPr>
            <p:cNvSpPr txBox="1">
              <a:spLocks noChangeArrowheads="1"/>
            </p:cNvSpPr>
            <p:nvPr/>
          </p:nvSpPr>
          <p:spPr bwMode="auto">
            <a:xfrm>
              <a:off x="996" y="955"/>
              <a:ext cx="296"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4581" name="Text Box 29">
              <a:extLst>
                <a:ext uri="{FF2B5EF4-FFF2-40B4-BE49-F238E27FC236}">
                  <a16:creationId xmlns:a16="http://schemas.microsoft.com/office/drawing/2014/main" id="{1A814BD6-3FE1-4604-8A2B-6FCC74D88641}"/>
                </a:ext>
              </a:extLst>
            </p:cNvPr>
            <p:cNvSpPr txBox="1">
              <a:spLocks noChangeArrowheads="1"/>
            </p:cNvSpPr>
            <p:nvPr/>
          </p:nvSpPr>
          <p:spPr bwMode="auto">
            <a:xfrm>
              <a:off x="2280" y="935"/>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4582" name="Text Box 29">
              <a:extLst>
                <a:ext uri="{FF2B5EF4-FFF2-40B4-BE49-F238E27FC236}">
                  <a16:creationId xmlns:a16="http://schemas.microsoft.com/office/drawing/2014/main" id="{B18693DB-FC5B-40F5-9BCC-F33ECCF0623B}"/>
                </a:ext>
              </a:extLst>
            </p:cNvPr>
            <p:cNvSpPr txBox="1">
              <a:spLocks noChangeArrowheads="1"/>
            </p:cNvSpPr>
            <p:nvPr/>
          </p:nvSpPr>
          <p:spPr bwMode="auto">
            <a:xfrm>
              <a:off x="3480" y="959"/>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4583" name="Text Box 29">
              <a:extLst>
                <a:ext uri="{FF2B5EF4-FFF2-40B4-BE49-F238E27FC236}">
                  <a16:creationId xmlns:a16="http://schemas.microsoft.com/office/drawing/2014/main" id="{67E83EBD-9DA7-47A3-B53D-93F07917CA26}"/>
                </a:ext>
              </a:extLst>
            </p:cNvPr>
            <p:cNvSpPr txBox="1">
              <a:spLocks noChangeArrowheads="1"/>
            </p:cNvSpPr>
            <p:nvPr/>
          </p:nvSpPr>
          <p:spPr bwMode="auto">
            <a:xfrm>
              <a:off x="4728" y="967"/>
              <a:ext cx="384" cy="250"/>
            </a:xfrm>
            <a:prstGeom prst="rect">
              <a:avLst/>
            </a:prstGeom>
            <a:noFill/>
            <a:ln w="9525">
              <a:noFill/>
              <a:miter lim="800000"/>
              <a:headEnd/>
              <a:tailEnd/>
            </a:ln>
          </p:spPr>
          <p:txBody>
            <a:bodyPr>
              <a:spAutoFit/>
            </a:bodyPr>
            <a:lstStyle/>
            <a:p>
              <a:pPr eaLnBrk="1" hangingPunct="1">
                <a:defRPr/>
              </a:pPr>
              <a:r>
                <a:rPr lang="en-US" sz="2000" dirty="0"/>
                <a:t>0</a:t>
              </a:r>
            </a:p>
          </p:txBody>
        </p:sp>
        <p:grpSp>
          <p:nvGrpSpPr>
            <p:cNvPr id="21512" name="Group 54">
              <a:extLst>
                <a:ext uri="{FF2B5EF4-FFF2-40B4-BE49-F238E27FC236}">
                  <a16:creationId xmlns:a16="http://schemas.microsoft.com/office/drawing/2014/main" id="{B9441763-B6E1-8026-48F0-5AC855075272}"/>
                </a:ext>
              </a:extLst>
            </p:cNvPr>
            <p:cNvGrpSpPr>
              <a:grpSpLocks/>
            </p:cNvGrpSpPr>
            <p:nvPr/>
          </p:nvGrpSpPr>
          <p:grpSpPr bwMode="auto">
            <a:xfrm>
              <a:off x="375" y="1174"/>
              <a:ext cx="4739" cy="2401"/>
              <a:chOff x="375" y="1174"/>
              <a:chExt cx="4739" cy="2401"/>
            </a:xfrm>
          </p:grpSpPr>
          <p:sp>
            <p:nvSpPr>
              <p:cNvPr id="24585" name="Oval 6">
                <a:extLst>
                  <a:ext uri="{FF2B5EF4-FFF2-40B4-BE49-F238E27FC236}">
                    <a16:creationId xmlns:a16="http://schemas.microsoft.com/office/drawing/2014/main" id="{FFC001EF-86C0-49A7-BEDD-12DB7A553270}"/>
                  </a:ext>
                </a:extLst>
              </p:cNvPr>
              <p:cNvSpPr>
                <a:spLocks noChangeArrowheads="1"/>
              </p:cNvSpPr>
              <p:nvPr/>
            </p:nvSpPr>
            <p:spPr bwMode="auto">
              <a:xfrm>
                <a:off x="807" y="141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0</a:t>
                </a:r>
              </a:p>
            </p:txBody>
          </p:sp>
          <p:sp>
            <p:nvSpPr>
              <p:cNvPr id="24586" name="Oval 7">
                <a:extLst>
                  <a:ext uri="{FF2B5EF4-FFF2-40B4-BE49-F238E27FC236}">
                    <a16:creationId xmlns:a16="http://schemas.microsoft.com/office/drawing/2014/main" id="{489FA960-8628-466E-B180-997D197EF204}"/>
                  </a:ext>
                </a:extLst>
              </p:cNvPr>
              <p:cNvSpPr>
                <a:spLocks noChangeArrowheads="1"/>
              </p:cNvSpPr>
              <p:nvPr/>
            </p:nvSpPr>
            <p:spPr bwMode="auto">
              <a:xfrm>
                <a:off x="807" y="2513"/>
                <a:ext cx="576" cy="582"/>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0’</a:t>
                </a:r>
              </a:p>
            </p:txBody>
          </p:sp>
          <p:sp>
            <p:nvSpPr>
              <p:cNvPr id="24587" name="Oval 8">
                <a:extLst>
                  <a:ext uri="{FF2B5EF4-FFF2-40B4-BE49-F238E27FC236}">
                    <a16:creationId xmlns:a16="http://schemas.microsoft.com/office/drawing/2014/main" id="{D4888493-9AFA-4B1B-848E-A9A7256E2038}"/>
                  </a:ext>
                </a:extLst>
              </p:cNvPr>
              <p:cNvSpPr>
                <a:spLocks noChangeArrowheads="1"/>
              </p:cNvSpPr>
              <p:nvPr/>
            </p:nvSpPr>
            <p:spPr bwMode="auto">
              <a:xfrm>
                <a:off x="2151" y="2522"/>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1’</a:t>
                </a:r>
              </a:p>
            </p:txBody>
          </p:sp>
          <p:sp>
            <p:nvSpPr>
              <p:cNvPr id="24588" name="Oval 9">
                <a:extLst>
                  <a:ext uri="{FF2B5EF4-FFF2-40B4-BE49-F238E27FC236}">
                    <a16:creationId xmlns:a16="http://schemas.microsoft.com/office/drawing/2014/main" id="{281892E7-30ED-4AB8-8599-87E3E4B2949F}"/>
                  </a:ext>
                </a:extLst>
              </p:cNvPr>
              <p:cNvSpPr>
                <a:spLocks noChangeArrowheads="1"/>
              </p:cNvSpPr>
              <p:nvPr/>
            </p:nvSpPr>
            <p:spPr bwMode="auto">
              <a:xfrm>
                <a:off x="3303" y="1415"/>
                <a:ext cx="597"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2</a:t>
                </a:r>
              </a:p>
            </p:txBody>
          </p:sp>
          <p:sp>
            <p:nvSpPr>
              <p:cNvPr id="24589" name="Oval 10">
                <a:extLst>
                  <a:ext uri="{FF2B5EF4-FFF2-40B4-BE49-F238E27FC236}">
                    <a16:creationId xmlns:a16="http://schemas.microsoft.com/office/drawing/2014/main" id="{9D9DC0A9-B801-4C00-B9CE-232B29BD5A10}"/>
                  </a:ext>
                </a:extLst>
              </p:cNvPr>
              <p:cNvSpPr>
                <a:spLocks noChangeArrowheads="1"/>
              </p:cNvSpPr>
              <p:nvPr/>
            </p:nvSpPr>
            <p:spPr bwMode="auto">
              <a:xfrm>
                <a:off x="2103" y="1415"/>
                <a:ext cx="576" cy="576"/>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1</a:t>
                </a:r>
              </a:p>
            </p:txBody>
          </p:sp>
          <p:sp>
            <p:nvSpPr>
              <p:cNvPr id="24590" name="Oval 11">
                <a:extLst>
                  <a:ext uri="{FF2B5EF4-FFF2-40B4-BE49-F238E27FC236}">
                    <a16:creationId xmlns:a16="http://schemas.microsoft.com/office/drawing/2014/main" id="{4593E868-799C-4FBD-9524-7450E197B8A3}"/>
                  </a:ext>
                </a:extLst>
              </p:cNvPr>
              <p:cNvSpPr>
                <a:spLocks noChangeArrowheads="1"/>
              </p:cNvSpPr>
              <p:nvPr/>
            </p:nvSpPr>
            <p:spPr bwMode="auto">
              <a:xfrm>
                <a:off x="3351" y="2513"/>
                <a:ext cx="582" cy="582"/>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2’</a:t>
                </a:r>
              </a:p>
            </p:txBody>
          </p:sp>
          <p:sp>
            <p:nvSpPr>
              <p:cNvPr id="24591" name="Oval 12">
                <a:extLst>
                  <a:ext uri="{FF2B5EF4-FFF2-40B4-BE49-F238E27FC236}">
                    <a16:creationId xmlns:a16="http://schemas.microsoft.com/office/drawing/2014/main" id="{A024A2E4-E7F0-486A-A502-7A4CCB844FD8}"/>
                  </a:ext>
                </a:extLst>
              </p:cNvPr>
              <p:cNvSpPr>
                <a:spLocks noChangeArrowheads="1"/>
              </p:cNvSpPr>
              <p:nvPr/>
            </p:nvSpPr>
            <p:spPr bwMode="auto">
              <a:xfrm>
                <a:off x="4503" y="2512"/>
                <a:ext cx="611" cy="535"/>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3’</a:t>
                </a:r>
              </a:p>
            </p:txBody>
          </p:sp>
          <p:sp>
            <p:nvSpPr>
              <p:cNvPr id="24592" name="Oval 13">
                <a:extLst>
                  <a:ext uri="{FF2B5EF4-FFF2-40B4-BE49-F238E27FC236}">
                    <a16:creationId xmlns:a16="http://schemas.microsoft.com/office/drawing/2014/main" id="{2DEB0A5A-06DD-42BC-948E-CE54748E57DA}"/>
                  </a:ext>
                </a:extLst>
              </p:cNvPr>
              <p:cNvSpPr>
                <a:spLocks noChangeArrowheads="1"/>
              </p:cNvSpPr>
              <p:nvPr/>
            </p:nvSpPr>
            <p:spPr bwMode="auto">
              <a:xfrm>
                <a:off x="4551" y="1434"/>
                <a:ext cx="554" cy="557"/>
              </a:xfrm>
              <a:prstGeom prst="ellipse">
                <a:avLst/>
              </a:prstGeom>
              <a:solidFill>
                <a:schemeClr val="accent1">
                  <a:lumMod val="60000"/>
                  <a:lumOff val="40000"/>
                </a:schemeClr>
              </a:solidFill>
              <a:ln w="28575">
                <a:solidFill>
                  <a:schemeClr val="tx1"/>
                </a:solidFill>
                <a:round/>
                <a:headEnd/>
                <a:tailEnd/>
              </a:ln>
            </p:spPr>
            <p:txBody>
              <a:bodyPr wrap="none" anchor="ctr"/>
              <a:lstStyle/>
              <a:p>
                <a:pPr algn="ctr" eaLnBrk="1" hangingPunct="1">
                  <a:defRPr/>
                </a:pPr>
                <a:r>
                  <a:rPr lang="en-US" sz="2400" dirty="0"/>
                  <a:t>3</a:t>
                </a:r>
              </a:p>
            </p:txBody>
          </p:sp>
          <p:sp>
            <p:nvSpPr>
              <p:cNvPr id="24593" name="Line 22">
                <a:extLst>
                  <a:ext uri="{FF2B5EF4-FFF2-40B4-BE49-F238E27FC236}">
                    <a16:creationId xmlns:a16="http://schemas.microsoft.com/office/drawing/2014/main" id="{5E7D2560-0090-4076-BD7B-26B6BAA2C05A}"/>
                  </a:ext>
                </a:extLst>
              </p:cNvPr>
              <p:cNvSpPr>
                <a:spLocks noChangeShapeType="1"/>
              </p:cNvSpPr>
              <p:nvPr/>
            </p:nvSpPr>
            <p:spPr bwMode="auto">
              <a:xfrm flipV="1">
                <a:off x="1338" y="1703"/>
                <a:ext cx="765" cy="942"/>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4594" name="Line 23">
                <a:extLst>
                  <a:ext uri="{FF2B5EF4-FFF2-40B4-BE49-F238E27FC236}">
                    <a16:creationId xmlns:a16="http://schemas.microsoft.com/office/drawing/2014/main" id="{56525FBD-7E58-4134-A3C4-DA17DFCDAD19}"/>
                  </a:ext>
                </a:extLst>
              </p:cNvPr>
              <p:cNvSpPr>
                <a:spLocks noChangeShapeType="1"/>
              </p:cNvSpPr>
              <p:nvPr/>
            </p:nvSpPr>
            <p:spPr bwMode="auto">
              <a:xfrm flipV="1">
                <a:off x="2631" y="1721"/>
                <a:ext cx="690" cy="873"/>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4595" name="Line 24">
                <a:extLst>
                  <a:ext uri="{FF2B5EF4-FFF2-40B4-BE49-F238E27FC236}">
                    <a16:creationId xmlns:a16="http://schemas.microsoft.com/office/drawing/2014/main" id="{449C18D2-C999-4B90-A210-388A609BF1CB}"/>
                  </a:ext>
                </a:extLst>
              </p:cNvPr>
              <p:cNvSpPr>
                <a:spLocks noChangeShapeType="1"/>
              </p:cNvSpPr>
              <p:nvPr/>
            </p:nvSpPr>
            <p:spPr bwMode="auto">
              <a:xfrm flipV="1">
                <a:off x="3852" y="1702"/>
                <a:ext cx="682" cy="920"/>
              </a:xfrm>
              <a:prstGeom prst="line">
                <a:avLst/>
              </a:prstGeom>
              <a:noFill/>
              <a:ln w="38100">
                <a:solidFill>
                  <a:schemeClr val="tx1"/>
                </a:solidFill>
                <a:round/>
                <a:headEnd/>
                <a:tailEnd type="triangle" w="lg" len="lg"/>
              </a:ln>
            </p:spPr>
            <p:txBody>
              <a:bodyPr/>
              <a:lstStyle/>
              <a:p>
                <a:pPr eaLnBrk="1" hangingPunct="1">
                  <a:defRPr/>
                </a:pPr>
                <a:endParaRPr lang="en-US" dirty="0"/>
              </a:p>
            </p:txBody>
          </p:sp>
          <p:sp>
            <p:nvSpPr>
              <p:cNvPr id="24596" name="Line 25">
                <a:extLst>
                  <a:ext uri="{FF2B5EF4-FFF2-40B4-BE49-F238E27FC236}">
                    <a16:creationId xmlns:a16="http://schemas.microsoft.com/office/drawing/2014/main" id="{8AA0352F-7D92-43A1-BB99-4B04CC7CB560}"/>
                  </a:ext>
                </a:extLst>
              </p:cNvPr>
              <p:cNvSpPr>
                <a:spLocks noChangeShapeType="1"/>
              </p:cNvSpPr>
              <p:nvPr/>
            </p:nvSpPr>
            <p:spPr bwMode="auto">
              <a:xfrm flipH="1" flipV="1">
                <a:off x="1335" y="1847"/>
                <a:ext cx="3312" cy="720"/>
              </a:xfrm>
              <a:prstGeom prst="line">
                <a:avLst/>
              </a:prstGeom>
              <a:noFill/>
              <a:ln w="31750">
                <a:solidFill>
                  <a:schemeClr val="tx1"/>
                </a:solidFill>
                <a:round/>
                <a:headEnd/>
                <a:tailEnd type="triangle" w="lg" len="lg"/>
              </a:ln>
            </p:spPr>
            <p:txBody>
              <a:bodyPr/>
              <a:lstStyle/>
              <a:p>
                <a:pPr eaLnBrk="1" hangingPunct="1">
                  <a:defRPr/>
                </a:pPr>
                <a:endParaRPr lang="en-US" dirty="0"/>
              </a:p>
            </p:txBody>
          </p:sp>
          <p:sp>
            <p:nvSpPr>
              <p:cNvPr id="24597" name="Line 26">
                <a:extLst>
                  <a:ext uri="{FF2B5EF4-FFF2-40B4-BE49-F238E27FC236}">
                    <a16:creationId xmlns:a16="http://schemas.microsoft.com/office/drawing/2014/main" id="{C2E3EC76-034D-475E-ADBA-2F3497B39FBE}"/>
                  </a:ext>
                </a:extLst>
              </p:cNvPr>
              <p:cNvSpPr>
                <a:spLocks noChangeShapeType="1"/>
              </p:cNvSpPr>
              <p:nvPr/>
            </p:nvSpPr>
            <p:spPr bwMode="auto">
              <a:xfrm>
                <a:off x="4800" y="2009"/>
                <a:ext cx="0" cy="528"/>
              </a:xfrm>
              <a:prstGeom prst="line">
                <a:avLst/>
              </a:prstGeom>
              <a:noFill/>
              <a:ln w="34925">
                <a:solidFill>
                  <a:schemeClr val="tx1"/>
                </a:solidFill>
                <a:round/>
                <a:headEnd/>
                <a:tailEnd type="triangle" w="lg" len="lg"/>
              </a:ln>
            </p:spPr>
            <p:txBody>
              <a:bodyPr/>
              <a:lstStyle/>
              <a:p>
                <a:pPr eaLnBrk="1" hangingPunct="1">
                  <a:defRPr/>
                </a:pPr>
                <a:endParaRPr lang="en-US" dirty="0"/>
              </a:p>
            </p:txBody>
          </p:sp>
          <p:sp>
            <p:nvSpPr>
              <p:cNvPr id="24598" name="Line 27">
                <a:extLst>
                  <a:ext uri="{FF2B5EF4-FFF2-40B4-BE49-F238E27FC236}">
                    <a16:creationId xmlns:a16="http://schemas.microsoft.com/office/drawing/2014/main" id="{BF14A141-15B4-4ADD-83E1-8FC93DE6867E}"/>
                  </a:ext>
                </a:extLst>
              </p:cNvPr>
              <p:cNvSpPr>
                <a:spLocks noChangeShapeType="1"/>
              </p:cNvSpPr>
              <p:nvPr/>
            </p:nvSpPr>
            <p:spPr bwMode="auto">
              <a:xfrm flipV="1">
                <a:off x="1095" y="1991"/>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4599" name="Text Box 32">
                <a:extLst>
                  <a:ext uri="{FF2B5EF4-FFF2-40B4-BE49-F238E27FC236}">
                    <a16:creationId xmlns:a16="http://schemas.microsoft.com/office/drawing/2014/main" id="{B7C48D67-8321-4A11-B86B-1D5ECC8A1723}"/>
                  </a:ext>
                </a:extLst>
              </p:cNvPr>
              <p:cNvSpPr txBox="1">
                <a:spLocks noChangeArrowheads="1"/>
              </p:cNvSpPr>
              <p:nvPr/>
            </p:nvSpPr>
            <p:spPr bwMode="auto">
              <a:xfrm>
                <a:off x="888" y="2084"/>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00" name="Text Box 33">
                <a:extLst>
                  <a:ext uri="{FF2B5EF4-FFF2-40B4-BE49-F238E27FC236}">
                    <a16:creationId xmlns:a16="http://schemas.microsoft.com/office/drawing/2014/main" id="{F1CF0563-399E-46DF-BF80-5C2B3CF9D2DB}"/>
                  </a:ext>
                </a:extLst>
              </p:cNvPr>
              <p:cNvSpPr txBox="1">
                <a:spLocks noChangeArrowheads="1"/>
              </p:cNvSpPr>
              <p:nvPr/>
            </p:nvSpPr>
            <p:spPr bwMode="auto">
              <a:xfrm>
                <a:off x="2151" y="2135"/>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01" name="Line 34">
                <a:extLst>
                  <a:ext uri="{FF2B5EF4-FFF2-40B4-BE49-F238E27FC236}">
                    <a16:creationId xmlns:a16="http://schemas.microsoft.com/office/drawing/2014/main" id="{B9619B22-28D3-49B9-BC81-6802D1363417}"/>
                  </a:ext>
                </a:extLst>
              </p:cNvPr>
              <p:cNvSpPr>
                <a:spLocks noChangeShapeType="1"/>
              </p:cNvSpPr>
              <p:nvPr/>
            </p:nvSpPr>
            <p:spPr bwMode="auto">
              <a:xfrm flipV="1">
                <a:off x="2407" y="2000"/>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4602" name="Line 35">
                <a:extLst>
                  <a:ext uri="{FF2B5EF4-FFF2-40B4-BE49-F238E27FC236}">
                    <a16:creationId xmlns:a16="http://schemas.microsoft.com/office/drawing/2014/main" id="{715AAE19-1CE8-409D-9383-E9668CD74959}"/>
                  </a:ext>
                </a:extLst>
              </p:cNvPr>
              <p:cNvSpPr>
                <a:spLocks noChangeShapeType="1"/>
              </p:cNvSpPr>
              <p:nvPr/>
            </p:nvSpPr>
            <p:spPr bwMode="auto">
              <a:xfrm flipV="1">
                <a:off x="3634" y="1991"/>
                <a:ext cx="0" cy="524"/>
              </a:xfrm>
              <a:prstGeom prst="line">
                <a:avLst/>
              </a:prstGeom>
              <a:noFill/>
              <a:ln w="34925">
                <a:solidFill>
                  <a:schemeClr val="tx1"/>
                </a:solidFill>
                <a:round/>
                <a:headEnd type="triangle" w="lg" len="lg"/>
                <a:tailEnd/>
              </a:ln>
            </p:spPr>
            <p:txBody>
              <a:bodyPr/>
              <a:lstStyle/>
              <a:p>
                <a:pPr eaLnBrk="1" hangingPunct="1">
                  <a:defRPr/>
                </a:pPr>
                <a:endParaRPr lang="en-US" dirty="0"/>
              </a:p>
            </p:txBody>
          </p:sp>
          <p:sp>
            <p:nvSpPr>
              <p:cNvPr id="24603" name="Text Box 36">
                <a:extLst>
                  <a:ext uri="{FF2B5EF4-FFF2-40B4-BE49-F238E27FC236}">
                    <a16:creationId xmlns:a16="http://schemas.microsoft.com/office/drawing/2014/main" id="{EF738D3D-67F8-4788-939D-464A2B2DAE01}"/>
                  </a:ext>
                </a:extLst>
              </p:cNvPr>
              <p:cNvSpPr txBox="1">
                <a:spLocks noChangeArrowheads="1"/>
              </p:cNvSpPr>
              <p:nvPr/>
            </p:nvSpPr>
            <p:spPr bwMode="auto">
              <a:xfrm>
                <a:off x="1428" y="2066"/>
                <a:ext cx="384" cy="288"/>
              </a:xfrm>
              <a:prstGeom prst="rect">
                <a:avLst/>
              </a:prstGeom>
              <a:noFill/>
              <a:ln w="9525">
                <a:noFill/>
                <a:miter lim="800000"/>
                <a:headEnd/>
                <a:tailEnd/>
              </a:ln>
            </p:spPr>
            <p:txBody>
              <a:bodyPr>
                <a:spAutoFit/>
              </a:bodyPr>
              <a:lstStyle/>
              <a:p>
                <a:pPr eaLnBrk="1" hangingPunct="1">
                  <a:defRPr/>
                </a:pPr>
                <a:r>
                  <a:rPr lang="en-US" sz="2400" dirty="0"/>
                  <a:t>0</a:t>
                </a:r>
              </a:p>
            </p:txBody>
          </p:sp>
          <p:sp>
            <p:nvSpPr>
              <p:cNvPr id="24604" name="Text Box 37">
                <a:extLst>
                  <a:ext uri="{FF2B5EF4-FFF2-40B4-BE49-F238E27FC236}">
                    <a16:creationId xmlns:a16="http://schemas.microsoft.com/office/drawing/2014/main" id="{05F51C7D-1FBB-41EC-A5A6-A491A3860C8A}"/>
                  </a:ext>
                </a:extLst>
              </p:cNvPr>
              <p:cNvSpPr txBox="1">
                <a:spLocks noChangeArrowheads="1"/>
              </p:cNvSpPr>
              <p:nvPr/>
            </p:nvSpPr>
            <p:spPr bwMode="auto">
              <a:xfrm>
                <a:off x="2871" y="1847"/>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24605" name="Text Box 38">
                <a:extLst>
                  <a:ext uri="{FF2B5EF4-FFF2-40B4-BE49-F238E27FC236}">
                    <a16:creationId xmlns:a16="http://schemas.microsoft.com/office/drawing/2014/main" id="{30EF90CC-4A16-4DCA-B1F8-4F737BA8060E}"/>
                  </a:ext>
                </a:extLst>
              </p:cNvPr>
              <p:cNvSpPr txBox="1">
                <a:spLocks noChangeArrowheads="1"/>
              </p:cNvSpPr>
              <p:nvPr/>
            </p:nvSpPr>
            <p:spPr bwMode="auto">
              <a:xfrm>
                <a:off x="964" y="3303"/>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06" name="Text Box 40">
                <a:extLst>
                  <a:ext uri="{FF2B5EF4-FFF2-40B4-BE49-F238E27FC236}">
                    <a16:creationId xmlns:a16="http://schemas.microsoft.com/office/drawing/2014/main" id="{7637A12A-3E8A-4089-822D-866058A4B4F8}"/>
                  </a:ext>
                </a:extLst>
              </p:cNvPr>
              <p:cNvSpPr txBox="1">
                <a:spLocks noChangeArrowheads="1"/>
              </p:cNvSpPr>
              <p:nvPr/>
            </p:nvSpPr>
            <p:spPr bwMode="auto">
              <a:xfrm>
                <a:off x="3405" y="2041"/>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07" name="Text Box 43">
                <a:extLst>
                  <a:ext uri="{FF2B5EF4-FFF2-40B4-BE49-F238E27FC236}">
                    <a16:creationId xmlns:a16="http://schemas.microsoft.com/office/drawing/2014/main" id="{1E9AB77D-64BB-4A2A-895E-65B9F4CBD02F}"/>
                  </a:ext>
                </a:extLst>
              </p:cNvPr>
              <p:cNvSpPr txBox="1">
                <a:spLocks noChangeArrowheads="1"/>
              </p:cNvSpPr>
              <p:nvPr/>
            </p:nvSpPr>
            <p:spPr bwMode="auto">
              <a:xfrm>
                <a:off x="4596" y="2090"/>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08" name="Text Box 44">
                <a:extLst>
                  <a:ext uri="{FF2B5EF4-FFF2-40B4-BE49-F238E27FC236}">
                    <a16:creationId xmlns:a16="http://schemas.microsoft.com/office/drawing/2014/main" id="{E0F09F28-E002-4F6B-9A93-5878E8C637B2}"/>
                  </a:ext>
                </a:extLst>
              </p:cNvPr>
              <p:cNvSpPr txBox="1">
                <a:spLocks noChangeArrowheads="1"/>
              </p:cNvSpPr>
              <p:nvPr/>
            </p:nvSpPr>
            <p:spPr bwMode="auto">
              <a:xfrm>
                <a:off x="4263" y="2273"/>
                <a:ext cx="384" cy="250"/>
              </a:xfrm>
              <a:prstGeom prst="rect">
                <a:avLst/>
              </a:prstGeom>
              <a:noFill/>
              <a:ln w="9525">
                <a:noFill/>
                <a:miter lim="800000"/>
                <a:headEnd/>
                <a:tailEnd/>
              </a:ln>
            </p:spPr>
            <p:txBody>
              <a:bodyPr>
                <a:spAutoFit/>
              </a:bodyPr>
              <a:lstStyle/>
              <a:p>
                <a:pPr eaLnBrk="1" hangingPunct="1">
                  <a:defRPr/>
                </a:pPr>
                <a:r>
                  <a:rPr lang="en-US" sz="2000" dirty="0"/>
                  <a:t>0</a:t>
                </a:r>
              </a:p>
            </p:txBody>
          </p:sp>
          <p:sp>
            <p:nvSpPr>
              <p:cNvPr id="12322" name="Text Box 45">
                <a:extLst>
                  <a:ext uri="{FF2B5EF4-FFF2-40B4-BE49-F238E27FC236}">
                    <a16:creationId xmlns:a16="http://schemas.microsoft.com/office/drawing/2014/main" id="{A2A0C567-04C6-4242-8A7E-92440FEBF775}"/>
                  </a:ext>
                </a:extLst>
              </p:cNvPr>
              <p:cNvSpPr txBox="1">
                <a:spLocks noChangeArrowheads="1"/>
              </p:cNvSpPr>
              <p:nvPr/>
            </p:nvSpPr>
            <p:spPr bwMode="auto">
              <a:xfrm>
                <a:off x="375" y="1397"/>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000</a:t>
                </a:r>
              </a:p>
            </p:txBody>
          </p:sp>
          <p:sp>
            <p:nvSpPr>
              <p:cNvPr id="12323" name="Text Box 46">
                <a:extLst>
                  <a:ext uri="{FF2B5EF4-FFF2-40B4-BE49-F238E27FC236}">
                    <a16:creationId xmlns:a16="http://schemas.microsoft.com/office/drawing/2014/main" id="{C4B0B01F-1FB2-4D68-AF5D-8E9215F5FBD7}"/>
                  </a:ext>
                </a:extLst>
              </p:cNvPr>
              <p:cNvSpPr txBox="1">
                <a:spLocks noChangeArrowheads="1"/>
              </p:cNvSpPr>
              <p:nvPr/>
            </p:nvSpPr>
            <p:spPr bwMode="auto">
              <a:xfrm>
                <a:off x="402" y="2519"/>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001</a:t>
                </a:r>
              </a:p>
            </p:txBody>
          </p:sp>
          <p:sp>
            <p:nvSpPr>
              <p:cNvPr id="12324" name="Text Box 47">
                <a:extLst>
                  <a:ext uri="{FF2B5EF4-FFF2-40B4-BE49-F238E27FC236}">
                    <a16:creationId xmlns:a16="http://schemas.microsoft.com/office/drawing/2014/main" id="{16FB78F8-9217-4139-9DEF-065A4B2A7EF7}"/>
                  </a:ext>
                </a:extLst>
              </p:cNvPr>
              <p:cNvSpPr txBox="1">
                <a:spLocks noChangeArrowheads="1"/>
              </p:cNvSpPr>
              <p:nvPr/>
            </p:nvSpPr>
            <p:spPr bwMode="auto">
              <a:xfrm>
                <a:off x="1752" y="1415"/>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011</a:t>
                </a:r>
              </a:p>
            </p:txBody>
          </p:sp>
          <p:sp>
            <p:nvSpPr>
              <p:cNvPr id="12325" name="Text Box 48">
                <a:extLst>
                  <a:ext uri="{FF2B5EF4-FFF2-40B4-BE49-F238E27FC236}">
                    <a16:creationId xmlns:a16="http://schemas.microsoft.com/office/drawing/2014/main" id="{DD920F34-42A7-45CF-A25A-0EB8E8791CD2}"/>
                  </a:ext>
                </a:extLst>
              </p:cNvPr>
              <p:cNvSpPr txBox="1">
                <a:spLocks noChangeArrowheads="1"/>
              </p:cNvSpPr>
              <p:nvPr/>
            </p:nvSpPr>
            <p:spPr bwMode="auto">
              <a:xfrm>
                <a:off x="1815" y="2513"/>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010</a:t>
                </a:r>
              </a:p>
            </p:txBody>
          </p:sp>
          <p:sp>
            <p:nvSpPr>
              <p:cNvPr id="12326" name="Text Box 49">
                <a:extLst>
                  <a:ext uri="{FF2B5EF4-FFF2-40B4-BE49-F238E27FC236}">
                    <a16:creationId xmlns:a16="http://schemas.microsoft.com/office/drawing/2014/main" id="{74D4162C-8388-433A-98B2-3AC191C14934}"/>
                  </a:ext>
                </a:extLst>
              </p:cNvPr>
              <p:cNvSpPr txBox="1">
                <a:spLocks noChangeArrowheads="1"/>
              </p:cNvSpPr>
              <p:nvPr/>
            </p:nvSpPr>
            <p:spPr bwMode="auto">
              <a:xfrm>
                <a:off x="2973" y="1406"/>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110</a:t>
                </a:r>
              </a:p>
            </p:txBody>
          </p:sp>
          <p:sp>
            <p:nvSpPr>
              <p:cNvPr id="12327" name="Text Box 50">
                <a:extLst>
                  <a:ext uri="{FF2B5EF4-FFF2-40B4-BE49-F238E27FC236}">
                    <a16:creationId xmlns:a16="http://schemas.microsoft.com/office/drawing/2014/main" id="{049909B2-F130-46B4-A089-A23889565426}"/>
                  </a:ext>
                </a:extLst>
              </p:cNvPr>
              <p:cNvSpPr txBox="1">
                <a:spLocks noChangeArrowheads="1"/>
              </p:cNvSpPr>
              <p:nvPr/>
            </p:nvSpPr>
            <p:spPr bwMode="auto">
              <a:xfrm>
                <a:off x="3015" y="2513"/>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111</a:t>
                </a:r>
              </a:p>
            </p:txBody>
          </p:sp>
          <p:sp>
            <p:nvSpPr>
              <p:cNvPr id="12328" name="Text Box 51">
                <a:extLst>
                  <a:ext uri="{FF2B5EF4-FFF2-40B4-BE49-F238E27FC236}">
                    <a16:creationId xmlns:a16="http://schemas.microsoft.com/office/drawing/2014/main" id="{031AF649-043E-4890-983B-0B07F89C2324}"/>
                  </a:ext>
                </a:extLst>
              </p:cNvPr>
              <p:cNvSpPr txBox="1">
                <a:spLocks noChangeArrowheads="1"/>
              </p:cNvSpPr>
              <p:nvPr/>
            </p:nvSpPr>
            <p:spPr bwMode="auto">
              <a:xfrm>
                <a:off x="4201" y="1409"/>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101</a:t>
                </a:r>
              </a:p>
            </p:txBody>
          </p:sp>
          <p:sp>
            <p:nvSpPr>
              <p:cNvPr id="12329" name="Text Box 52">
                <a:extLst>
                  <a:ext uri="{FF2B5EF4-FFF2-40B4-BE49-F238E27FC236}">
                    <a16:creationId xmlns:a16="http://schemas.microsoft.com/office/drawing/2014/main" id="{4381688A-CC6D-45DD-A624-AE24778EF9E6}"/>
                  </a:ext>
                </a:extLst>
              </p:cNvPr>
              <p:cNvSpPr txBox="1">
                <a:spLocks noChangeArrowheads="1"/>
              </p:cNvSpPr>
              <p:nvPr/>
            </p:nvSpPr>
            <p:spPr bwMode="auto">
              <a:xfrm>
                <a:off x="4175" y="2537"/>
                <a:ext cx="528" cy="250"/>
              </a:xfrm>
              <a:prstGeom prst="rect">
                <a:avLst/>
              </a:prstGeom>
              <a:noFill/>
              <a:ln w="9525">
                <a:noFill/>
                <a:miter lim="800000"/>
                <a:headEnd/>
                <a:tailEnd/>
              </a:ln>
            </p:spPr>
            <p:txBody>
              <a:bodyPr>
                <a:spAutoFit/>
              </a:bodyPr>
              <a:lstStyle/>
              <a:p>
                <a:pPr eaLnBrk="1" hangingPunct="1">
                  <a:defRPr/>
                </a:pPr>
                <a:r>
                  <a:rPr lang="en-US" sz="2000" dirty="0">
                    <a:solidFill>
                      <a:srgbClr val="0000FF"/>
                    </a:solidFill>
                    <a:cs typeface="Arial" charset="0"/>
                  </a:rPr>
                  <a:t>100</a:t>
                </a:r>
              </a:p>
            </p:txBody>
          </p:sp>
          <p:sp>
            <p:nvSpPr>
              <p:cNvPr id="24617" name="Arc 87">
                <a:extLst>
                  <a:ext uri="{FF2B5EF4-FFF2-40B4-BE49-F238E27FC236}">
                    <a16:creationId xmlns:a16="http://schemas.microsoft.com/office/drawing/2014/main" id="{4C46DA6C-E7D5-4B09-BFC6-23D34F513A32}"/>
                  </a:ext>
                </a:extLst>
              </p:cNvPr>
              <p:cNvSpPr>
                <a:spLocks/>
              </p:cNvSpPr>
              <p:nvPr/>
            </p:nvSpPr>
            <p:spPr bwMode="auto">
              <a:xfrm rot="21537389" flipV="1">
                <a:off x="907" y="1181"/>
                <a:ext cx="387" cy="281"/>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18" name="Arc 88">
                <a:extLst>
                  <a:ext uri="{FF2B5EF4-FFF2-40B4-BE49-F238E27FC236}">
                    <a16:creationId xmlns:a16="http://schemas.microsoft.com/office/drawing/2014/main" id="{7DF5CBD8-2DD6-44E1-A4AF-1E2AD47CFB30}"/>
                  </a:ext>
                </a:extLst>
              </p:cNvPr>
              <p:cNvSpPr>
                <a:spLocks/>
              </p:cNvSpPr>
              <p:nvPr/>
            </p:nvSpPr>
            <p:spPr bwMode="auto">
              <a:xfrm rot="21537389" flipV="1">
                <a:off x="2195" y="1174"/>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19" name="Arc 89">
                <a:extLst>
                  <a:ext uri="{FF2B5EF4-FFF2-40B4-BE49-F238E27FC236}">
                    <a16:creationId xmlns:a16="http://schemas.microsoft.com/office/drawing/2014/main" id="{13D86D68-A694-49A6-AEA7-DB1CA21BAAE2}"/>
                  </a:ext>
                </a:extLst>
              </p:cNvPr>
              <p:cNvSpPr>
                <a:spLocks/>
              </p:cNvSpPr>
              <p:nvPr/>
            </p:nvSpPr>
            <p:spPr bwMode="auto">
              <a:xfrm rot="21537389" flipV="1">
                <a:off x="3395" y="1174"/>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0" name="Arc 90">
                <a:extLst>
                  <a:ext uri="{FF2B5EF4-FFF2-40B4-BE49-F238E27FC236}">
                    <a16:creationId xmlns:a16="http://schemas.microsoft.com/office/drawing/2014/main" id="{092645C3-D649-4565-BFC4-F80DAE32EE93}"/>
                  </a:ext>
                </a:extLst>
              </p:cNvPr>
              <p:cNvSpPr>
                <a:spLocks/>
              </p:cNvSpPr>
              <p:nvPr/>
            </p:nvSpPr>
            <p:spPr bwMode="auto">
              <a:xfrm rot="21537389" flipV="1">
                <a:off x="4635" y="1190"/>
                <a:ext cx="387" cy="282"/>
              </a:xfrm>
              <a:custGeom>
                <a:avLst/>
                <a:gdLst>
                  <a:gd name="T0" fmla="*/ 0 w 43200"/>
                  <a:gd name="T1" fmla="*/ 0 h 35859"/>
                  <a:gd name="T2" fmla="*/ 0 w 43200"/>
                  <a:gd name="T3" fmla="*/ 0 h 35859"/>
                  <a:gd name="T4" fmla="*/ 0 w 43200"/>
                  <a:gd name="T5" fmla="*/ 0 h 35859"/>
                  <a:gd name="T6" fmla="*/ 0 60000 65536"/>
                  <a:gd name="T7" fmla="*/ 0 60000 65536"/>
                  <a:gd name="T8" fmla="*/ 0 60000 65536"/>
                  <a:gd name="T9" fmla="*/ 0 w 43200"/>
                  <a:gd name="T10" fmla="*/ 0 h 35859"/>
                  <a:gd name="T11" fmla="*/ 43200 w 43200"/>
                  <a:gd name="T12" fmla="*/ 35859 h 35859"/>
                </a:gdLst>
                <a:ahLst/>
                <a:cxnLst>
                  <a:cxn ang="T6">
                    <a:pos x="T0" y="T1"/>
                  </a:cxn>
                  <a:cxn ang="T7">
                    <a:pos x="T2" y="T3"/>
                  </a:cxn>
                  <a:cxn ang="T8">
                    <a:pos x="T4" y="T5"/>
                  </a:cxn>
                </a:cxnLst>
                <a:rect l="T9" t="T10" r="T11" b="T12"/>
                <a:pathLst>
                  <a:path w="43200" h="35859" fill="none"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path>
                  <a:path w="43200" h="35859" stroke="0" extrusionOk="0">
                    <a:moveTo>
                      <a:pt x="37893" y="79"/>
                    </a:moveTo>
                    <a:cubicBezTo>
                      <a:pt x="41315" y="4010"/>
                      <a:pt x="43200" y="9046"/>
                      <a:pt x="43200" y="14259"/>
                    </a:cubicBezTo>
                    <a:cubicBezTo>
                      <a:pt x="43200" y="26188"/>
                      <a:pt x="33529" y="35859"/>
                      <a:pt x="21600" y="35859"/>
                    </a:cubicBezTo>
                    <a:cubicBezTo>
                      <a:pt x="9670" y="35859"/>
                      <a:pt x="0" y="26188"/>
                      <a:pt x="0" y="14259"/>
                    </a:cubicBezTo>
                    <a:cubicBezTo>
                      <a:pt x="-1" y="9010"/>
                      <a:pt x="1910" y="3942"/>
                      <a:pt x="5375" y="0"/>
                    </a:cubicBezTo>
                    <a:lnTo>
                      <a:pt x="21600" y="14259"/>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1" name="Arc 91">
                <a:extLst>
                  <a:ext uri="{FF2B5EF4-FFF2-40B4-BE49-F238E27FC236}">
                    <a16:creationId xmlns:a16="http://schemas.microsoft.com/office/drawing/2014/main" id="{6A29A863-7D42-42FF-A8CD-930A9EB2CDA0}"/>
                  </a:ext>
                </a:extLst>
              </p:cNvPr>
              <p:cNvSpPr>
                <a:spLocks/>
              </p:cNvSpPr>
              <p:nvPr/>
            </p:nvSpPr>
            <p:spPr bwMode="auto">
              <a:xfrm rot="10957971" flipV="1">
                <a:off x="875" y="3045"/>
                <a:ext cx="387" cy="281"/>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2" name="Text Box 38">
                <a:extLst>
                  <a:ext uri="{FF2B5EF4-FFF2-40B4-BE49-F238E27FC236}">
                    <a16:creationId xmlns:a16="http://schemas.microsoft.com/office/drawing/2014/main" id="{6C8457DB-4180-4D95-91C6-5550856B1BFF}"/>
                  </a:ext>
                </a:extLst>
              </p:cNvPr>
              <p:cNvSpPr txBox="1">
                <a:spLocks noChangeArrowheads="1"/>
              </p:cNvSpPr>
              <p:nvPr/>
            </p:nvSpPr>
            <p:spPr bwMode="auto">
              <a:xfrm>
                <a:off x="2334" y="3325"/>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23" name="Arc 93">
                <a:extLst>
                  <a:ext uri="{FF2B5EF4-FFF2-40B4-BE49-F238E27FC236}">
                    <a16:creationId xmlns:a16="http://schemas.microsoft.com/office/drawing/2014/main" id="{3B313D47-1185-4E01-810F-EA25D8FB1D90}"/>
                  </a:ext>
                </a:extLst>
              </p:cNvPr>
              <p:cNvSpPr>
                <a:spLocks/>
              </p:cNvSpPr>
              <p:nvPr/>
            </p:nvSpPr>
            <p:spPr bwMode="auto">
              <a:xfrm rot="10957971" flipV="1">
                <a:off x="2245" y="3054"/>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4" name="Arc 94">
                <a:extLst>
                  <a:ext uri="{FF2B5EF4-FFF2-40B4-BE49-F238E27FC236}">
                    <a16:creationId xmlns:a16="http://schemas.microsoft.com/office/drawing/2014/main" id="{8B98A6AE-48E4-4EC6-BDDB-C178FB04621C}"/>
                  </a:ext>
                </a:extLst>
              </p:cNvPr>
              <p:cNvSpPr>
                <a:spLocks/>
              </p:cNvSpPr>
              <p:nvPr/>
            </p:nvSpPr>
            <p:spPr bwMode="auto">
              <a:xfrm rot="10957971" flipV="1">
                <a:off x="3445" y="3054"/>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5" name="Arc 95">
                <a:extLst>
                  <a:ext uri="{FF2B5EF4-FFF2-40B4-BE49-F238E27FC236}">
                    <a16:creationId xmlns:a16="http://schemas.microsoft.com/office/drawing/2014/main" id="{AA4E81E4-7BA3-47EB-80BB-E93D5E0FE6C0}"/>
                  </a:ext>
                </a:extLst>
              </p:cNvPr>
              <p:cNvSpPr>
                <a:spLocks/>
              </p:cNvSpPr>
              <p:nvPr/>
            </p:nvSpPr>
            <p:spPr bwMode="auto">
              <a:xfrm rot="10957971" flipV="1">
                <a:off x="4612" y="3011"/>
                <a:ext cx="387" cy="294"/>
              </a:xfrm>
              <a:custGeom>
                <a:avLst/>
                <a:gdLst>
                  <a:gd name="T0" fmla="*/ 0 w 43200"/>
                  <a:gd name="T1" fmla="*/ 0 h 37434"/>
                  <a:gd name="T2" fmla="*/ 0 w 43200"/>
                  <a:gd name="T3" fmla="*/ 0 h 37434"/>
                  <a:gd name="T4" fmla="*/ 0 w 43200"/>
                  <a:gd name="T5" fmla="*/ 0 h 37434"/>
                  <a:gd name="T6" fmla="*/ 0 60000 65536"/>
                  <a:gd name="T7" fmla="*/ 0 60000 65536"/>
                  <a:gd name="T8" fmla="*/ 0 60000 65536"/>
                  <a:gd name="T9" fmla="*/ 0 w 43200"/>
                  <a:gd name="T10" fmla="*/ 0 h 37434"/>
                  <a:gd name="T11" fmla="*/ 43200 w 43200"/>
                  <a:gd name="T12" fmla="*/ 37434 h 37434"/>
                </a:gdLst>
                <a:ahLst/>
                <a:cxnLst>
                  <a:cxn ang="T6">
                    <a:pos x="T0" y="T1"/>
                  </a:cxn>
                  <a:cxn ang="T7">
                    <a:pos x="T2" y="T3"/>
                  </a:cxn>
                  <a:cxn ang="T8">
                    <a:pos x="T4" y="T5"/>
                  </a:cxn>
                </a:cxnLst>
                <a:rect l="T9" t="T10" r="T11" b="T12"/>
                <a:pathLst>
                  <a:path w="43200" h="37434" fill="none"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path>
                  <a:path w="43200" h="37434" stroke="0" extrusionOk="0">
                    <a:moveTo>
                      <a:pt x="37893" y="1654"/>
                    </a:moveTo>
                    <a:cubicBezTo>
                      <a:pt x="41315" y="5585"/>
                      <a:pt x="43200" y="10621"/>
                      <a:pt x="43200" y="15834"/>
                    </a:cubicBezTo>
                    <a:cubicBezTo>
                      <a:pt x="43200" y="27763"/>
                      <a:pt x="33529" y="37434"/>
                      <a:pt x="21600" y="37434"/>
                    </a:cubicBezTo>
                    <a:cubicBezTo>
                      <a:pt x="9670" y="37434"/>
                      <a:pt x="0" y="27763"/>
                      <a:pt x="0" y="15834"/>
                    </a:cubicBezTo>
                    <a:cubicBezTo>
                      <a:pt x="-1" y="9824"/>
                      <a:pt x="2503" y="4086"/>
                      <a:pt x="6908" y="-1"/>
                    </a:cubicBezTo>
                    <a:lnTo>
                      <a:pt x="21600" y="1583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p>
            </p:txBody>
          </p:sp>
          <p:sp>
            <p:nvSpPr>
              <p:cNvPr id="24626" name="Text Box 38">
                <a:extLst>
                  <a:ext uri="{FF2B5EF4-FFF2-40B4-BE49-F238E27FC236}">
                    <a16:creationId xmlns:a16="http://schemas.microsoft.com/office/drawing/2014/main" id="{CE6E15BC-8216-4280-9B27-FD31A6E422EB}"/>
                  </a:ext>
                </a:extLst>
              </p:cNvPr>
              <p:cNvSpPr txBox="1">
                <a:spLocks noChangeArrowheads="1"/>
              </p:cNvSpPr>
              <p:nvPr/>
            </p:nvSpPr>
            <p:spPr bwMode="auto">
              <a:xfrm>
                <a:off x="3534" y="3309"/>
                <a:ext cx="384" cy="250"/>
              </a:xfrm>
              <a:prstGeom prst="rect">
                <a:avLst/>
              </a:prstGeom>
              <a:noFill/>
              <a:ln w="9525">
                <a:noFill/>
                <a:miter lim="800000"/>
                <a:headEnd/>
                <a:tailEnd/>
              </a:ln>
            </p:spPr>
            <p:txBody>
              <a:bodyPr>
                <a:spAutoFit/>
              </a:bodyPr>
              <a:lstStyle/>
              <a:p>
                <a:pPr eaLnBrk="1" hangingPunct="1">
                  <a:defRPr/>
                </a:pPr>
                <a:r>
                  <a:rPr lang="en-US" sz="2000" dirty="0"/>
                  <a:t>1</a:t>
                </a:r>
              </a:p>
            </p:txBody>
          </p:sp>
          <p:sp>
            <p:nvSpPr>
              <p:cNvPr id="24627" name="Text Box 38">
                <a:extLst>
                  <a:ext uri="{FF2B5EF4-FFF2-40B4-BE49-F238E27FC236}">
                    <a16:creationId xmlns:a16="http://schemas.microsoft.com/office/drawing/2014/main" id="{D05C1927-E151-44E0-86AE-77E4D966A587}"/>
                  </a:ext>
                </a:extLst>
              </p:cNvPr>
              <p:cNvSpPr txBox="1">
                <a:spLocks noChangeArrowheads="1"/>
              </p:cNvSpPr>
              <p:nvPr/>
            </p:nvSpPr>
            <p:spPr bwMode="auto">
              <a:xfrm>
                <a:off x="4686" y="3261"/>
                <a:ext cx="384" cy="250"/>
              </a:xfrm>
              <a:prstGeom prst="rect">
                <a:avLst/>
              </a:prstGeom>
              <a:noFill/>
              <a:ln w="9525">
                <a:noFill/>
                <a:miter lim="800000"/>
                <a:headEnd/>
                <a:tailEnd/>
              </a:ln>
            </p:spPr>
            <p:txBody>
              <a:bodyPr>
                <a:spAutoFit/>
              </a:bodyPr>
              <a:lstStyle/>
              <a:p>
                <a:pPr eaLnBrk="1" hangingPunct="1">
                  <a:defRPr/>
                </a:pPr>
                <a:r>
                  <a:rPr lang="en-US" sz="2000" dirty="0"/>
                  <a:t>1</a:t>
                </a:r>
              </a:p>
            </p:txBody>
          </p:sp>
        </p:grpSp>
      </p:grpSp>
      <p:sp>
        <p:nvSpPr>
          <p:cNvPr id="53" name="Title 3">
            <a:extLst>
              <a:ext uri="{FF2B5EF4-FFF2-40B4-BE49-F238E27FC236}">
                <a16:creationId xmlns:a16="http://schemas.microsoft.com/office/drawing/2014/main" id="{DF6EF8EC-9AF0-47A8-A7EB-9783DC468C10}"/>
              </a:ext>
            </a:extLst>
          </p:cNvPr>
          <p:cNvSpPr txBox="1">
            <a:spLocks/>
          </p:cNvSpPr>
          <p:nvPr/>
        </p:nvSpPr>
        <p:spPr bwMode="auto">
          <a:xfrm>
            <a:off x="1981200" y="277814"/>
            <a:ext cx="84582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 name="Title 2">
            <a:extLst>
              <a:ext uri="{FF2B5EF4-FFF2-40B4-BE49-F238E27FC236}">
                <a16:creationId xmlns:a16="http://schemas.microsoft.com/office/drawing/2014/main" id="{F9AFEF28-CF93-829E-7A41-4A705459736D}"/>
              </a:ext>
            </a:extLst>
          </p:cNvPr>
          <p:cNvSpPr>
            <a:spLocks noGrp="1"/>
          </p:cNvSpPr>
          <p:nvPr>
            <p:ph type="title"/>
          </p:nvPr>
        </p:nvSpPr>
        <p:spPr/>
        <p:txBody>
          <a:bodyPr>
            <a:normAutofit/>
          </a:bodyPr>
          <a:lstStyle/>
          <a:p>
            <a:r>
              <a:rPr lang="en-US" dirty="0"/>
              <a:t>Anti-Race Assignment –Gray Code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a:extLst>
              <a:ext uri="{FF2B5EF4-FFF2-40B4-BE49-F238E27FC236}">
                <a16:creationId xmlns:a16="http://schemas.microsoft.com/office/drawing/2014/main" id="{82C2EFFF-2B90-9CC4-2B65-DD37710C0525}"/>
              </a:ext>
            </a:extLst>
          </p:cNvPr>
          <p:cNvSpPr>
            <a:spLocks noGrp="1" noChangeArrowheads="1"/>
          </p:cNvSpPr>
          <p:nvPr>
            <p:ph type="title"/>
          </p:nvPr>
        </p:nvSpPr>
        <p:spPr/>
        <p:txBody>
          <a:bodyPr>
            <a:normAutofit/>
          </a:bodyPr>
          <a:lstStyle/>
          <a:p>
            <a:r>
              <a:rPr lang="en-US" altLang="en-US" dirty="0"/>
              <a:t>Anti-Race Assignment (3)</a:t>
            </a:r>
          </a:p>
        </p:txBody>
      </p:sp>
      <p:sp>
        <p:nvSpPr>
          <p:cNvPr id="22531" name="Content Placeholder 3">
            <a:extLst>
              <a:ext uri="{FF2B5EF4-FFF2-40B4-BE49-F238E27FC236}">
                <a16:creationId xmlns:a16="http://schemas.microsoft.com/office/drawing/2014/main" id="{85F96A08-A925-2BFA-A7AF-3685E88501C8}"/>
              </a:ext>
            </a:extLst>
          </p:cNvPr>
          <p:cNvSpPr>
            <a:spLocks noGrp="1" noChangeArrowheads="1"/>
          </p:cNvSpPr>
          <p:nvPr>
            <p:ph type="body" sz="quarter" idx="10"/>
          </p:nvPr>
        </p:nvSpPr>
        <p:spPr/>
        <p:txBody>
          <a:bodyPr/>
          <a:lstStyle/>
          <a:p>
            <a:r>
              <a:rPr lang="en-US" altLang="en-US"/>
              <a:t>Unit distance assignment  for FSM with k state variables is possible if FSM is mapped onto k-hypercube.</a:t>
            </a:r>
            <a:r>
              <a:rPr lang="ru-RU" altLang="en-US"/>
              <a:t> </a:t>
            </a:r>
            <a:endParaRPr lang="en-US" altLang="en-US"/>
          </a:p>
          <a:p>
            <a:r>
              <a:rPr lang="en-US" altLang="en-US"/>
              <a:t>To get race-free assignment it is necessary  that the FSM state diagram would not have the cycles of odd length.</a:t>
            </a:r>
          </a:p>
          <a:p>
            <a:r>
              <a:rPr lang="en-US" altLang="en-US"/>
              <a:t>Else dummy states must be included in state diagram.</a:t>
            </a:r>
          </a:p>
          <a:p>
            <a:endParaRPr lang="en-US" altLang="en-US"/>
          </a:p>
        </p:txBody>
      </p:sp>
      <p:grpSp>
        <p:nvGrpSpPr>
          <p:cNvPr id="22532" name="Group 31">
            <a:extLst>
              <a:ext uri="{FF2B5EF4-FFF2-40B4-BE49-F238E27FC236}">
                <a16:creationId xmlns:a16="http://schemas.microsoft.com/office/drawing/2014/main" id="{174DE051-8D93-F584-95F8-122414ECCAD3}"/>
              </a:ext>
            </a:extLst>
          </p:cNvPr>
          <p:cNvGrpSpPr>
            <a:grpSpLocks/>
          </p:cNvGrpSpPr>
          <p:nvPr/>
        </p:nvGrpSpPr>
        <p:grpSpPr bwMode="auto">
          <a:xfrm>
            <a:off x="1905001" y="3352800"/>
            <a:ext cx="8418513" cy="2286000"/>
            <a:chOff x="185" y="2304"/>
            <a:chExt cx="5303" cy="1440"/>
          </a:xfrm>
        </p:grpSpPr>
        <p:sp>
          <p:nvSpPr>
            <p:cNvPr id="22533" name="AutoShape 23">
              <a:extLst>
                <a:ext uri="{FF2B5EF4-FFF2-40B4-BE49-F238E27FC236}">
                  <a16:creationId xmlns:a16="http://schemas.microsoft.com/office/drawing/2014/main" id="{42EEE5FC-6D75-0C91-3B46-0D256898DDD1}"/>
                </a:ext>
              </a:extLst>
            </p:cNvPr>
            <p:cNvSpPr>
              <a:spLocks noChangeArrowheads="1"/>
            </p:cNvSpPr>
            <p:nvPr/>
          </p:nvSpPr>
          <p:spPr bwMode="auto">
            <a:xfrm>
              <a:off x="2472" y="2886"/>
              <a:ext cx="408" cy="227"/>
            </a:xfrm>
            <a:prstGeom prst="rightArrow">
              <a:avLst>
                <a:gd name="adj1" fmla="val 50000"/>
                <a:gd name="adj2" fmla="val 44934"/>
              </a:avLst>
            </a:prstGeom>
            <a:solidFill>
              <a:srgbClr val="C0C0C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rgbClr val="00B0F0"/>
                </a:solidFill>
              </a:endParaRPr>
            </a:p>
          </p:txBody>
        </p:sp>
        <p:sp>
          <p:nvSpPr>
            <p:cNvPr id="22534" name="Oval 6">
              <a:extLst>
                <a:ext uri="{FF2B5EF4-FFF2-40B4-BE49-F238E27FC236}">
                  <a16:creationId xmlns:a16="http://schemas.microsoft.com/office/drawing/2014/main" id="{C2868AE8-79CE-4753-AAA0-80C9C939F93A}"/>
                </a:ext>
              </a:extLst>
            </p:cNvPr>
            <p:cNvSpPr>
              <a:spLocks noChangeArrowheads="1"/>
            </p:cNvSpPr>
            <p:nvPr/>
          </p:nvSpPr>
          <p:spPr bwMode="auto">
            <a:xfrm>
              <a:off x="1041" y="2456"/>
              <a:ext cx="508" cy="481"/>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chemeClr val="bg1"/>
                  </a:solidFill>
                </a:rPr>
                <a:t>S</a:t>
              </a:r>
              <a:r>
                <a:rPr lang="en-US" altLang="en-US" baseline="-25000">
                  <a:solidFill>
                    <a:schemeClr val="bg1"/>
                  </a:solidFill>
                </a:rPr>
                <a:t>i</a:t>
              </a:r>
              <a:endParaRPr lang="ru-RU" altLang="en-US">
                <a:solidFill>
                  <a:schemeClr val="bg1"/>
                </a:solidFill>
              </a:endParaRPr>
            </a:p>
          </p:txBody>
        </p:sp>
        <p:sp>
          <p:nvSpPr>
            <p:cNvPr id="22535" name="Oval 7">
              <a:extLst>
                <a:ext uri="{FF2B5EF4-FFF2-40B4-BE49-F238E27FC236}">
                  <a16:creationId xmlns:a16="http://schemas.microsoft.com/office/drawing/2014/main" id="{288C91DD-B421-F90E-4EF9-19EED6BB9A4F}"/>
                </a:ext>
              </a:extLst>
            </p:cNvPr>
            <p:cNvSpPr>
              <a:spLocks noChangeArrowheads="1"/>
            </p:cNvSpPr>
            <p:nvPr/>
          </p:nvSpPr>
          <p:spPr bwMode="auto">
            <a:xfrm>
              <a:off x="451" y="3154"/>
              <a:ext cx="530" cy="502"/>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chemeClr val="bg1"/>
                  </a:solidFill>
                </a:rPr>
                <a:t>S</a:t>
              </a:r>
              <a:r>
                <a:rPr lang="en-US" altLang="en-US" baseline="-25000">
                  <a:solidFill>
                    <a:schemeClr val="bg1"/>
                  </a:solidFill>
                </a:rPr>
                <a:t>k</a:t>
              </a:r>
              <a:endParaRPr lang="ru-RU" altLang="en-US">
                <a:solidFill>
                  <a:schemeClr val="bg1"/>
                </a:solidFill>
              </a:endParaRPr>
            </a:p>
          </p:txBody>
        </p:sp>
        <p:sp>
          <p:nvSpPr>
            <p:cNvPr id="22536" name="Oval 8">
              <a:extLst>
                <a:ext uri="{FF2B5EF4-FFF2-40B4-BE49-F238E27FC236}">
                  <a16:creationId xmlns:a16="http://schemas.microsoft.com/office/drawing/2014/main" id="{3335B6A0-6193-2C15-23B1-FF4F46DC5B55}"/>
                </a:ext>
              </a:extLst>
            </p:cNvPr>
            <p:cNvSpPr>
              <a:spLocks noChangeArrowheads="1"/>
            </p:cNvSpPr>
            <p:nvPr/>
          </p:nvSpPr>
          <p:spPr bwMode="auto">
            <a:xfrm>
              <a:off x="1713" y="3242"/>
              <a:ext cx="508" cy="502"/>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chemeClr val="bg1"/>
                  </a:solidFill>
                </a:rPr>
                <a:t>S</a:t>
              </a:r>
              <a:r>
                <a:rPr lang="en-US" altLang="en-US" baseline="-25000">
                  <a:solidFill>
                    <a:schemeClr val="bg1"/>
                  </a:solidFill>
                </a:rPr>
                <a:t>m</a:t>
              </a:r>
              <a:endParaRPr lang="ru-RU" altLang="en-US">
                <a:solidFill>
                  <a:schemeClr val="bg1"/>
                </a:solidFill>
              </a:endParaRPr>
            </a:p>
          </p:txBody>
        </p:sp>
        <p:sp>
          <p:nvSpPr>
            <p:cNvPr id="22537" name="Line 10">
              <a:extLst>
                <a:ext uri="{FF2B5EF4-FFF2-40B4-BE49-F238E27FC236}">
                  <a16:creationId xmlns:a16="http://schemas.microsoft.com/office/drawing/2014/main" id="{5CFF18A2-3D1E-07EB-75DE-C1D0908E0A99}"/>
                </a:ext>
              </a:extLst>
            </p:cNvPr>
            <p:cNvSpPr>
              <a:spLocks noChangeShapeType="1"/>
            </p:cNvSpPr>
            <p:nvPr/>
          </p:nvSpPr>
          <p:spPr bwMode="auto">
            <a:xfrm flipH="1">
              <a:off x="905" y="2917"/>
              <a:ext cx="272" cy="306"/>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38" name="Line 11">
              <a:extLst>
                <a:ext uri="{FF2B5EF4-FFF2-40B4-BE49-F238E27FC236}">
                  <a16:creationId xmlns:a16="http://schemas.microsoft.com/office/drawing/2014/main" id="{53101A5C-E198-CB66-B88B-464455402E15}"/>
                </a:ext>
              </a:extLst>
            </p:cNvPr>
            <p:cNvSpPr>
              <a:spLocks noChangeShapeType="1"/>
            </p:cNvSpPr>
            <p:nvPr/>
          </p:nvSpPr>
          <p:spPr bwMode="auto">
            <a:xfrm>
              <a:off x="950" y="3504"/>
              <a:ext cx="771"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39" name="Line 12">
              <a:extLst>
                <a:ext uri="{FF2B5EF4-FFF2-40B4-BE49-F238E27FC236}">
                  <a16:creationId xmlns:a16="http://schemas.microsoft.com/office/drawing/2014/main" id="{D2D24DD0-E3FA-8077-BCA1-15E43F7E9BD5}"/>
                </a:ext>
              </a:extLst>
            </p:cNvPr>
            <p:cNvSpPr>
              <a:spLocks noChangeShapeType="1"/>
            </p:cNvSpPr>
            <p:nvPr/>
          </p:nvSpPr>
          <p:spPr bwMode="auto">
            <a:xfrm>
              <a:off x="1459" y="2873"/>
              <a:ext cx="370" cy="39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40" name="Text Box 24">
              <a:extLst>
                <a:ext uri="{FF2B5EF4-FFF2-40B4-BE49-F238E27FC236}">
                  <a16:creationId xmlns:a16="http://schemas.microsoft.com/office/drawing/2014/main" id="{A0371275-FB0B-D3FA-2A41-DCEE7B0FC4C2}"/>
                </a:ext>
              </a:extLst>
            </p:cNvPr>
            <p:cNvSpPr txBox="1">
              <a:spLocks noChangeArrowheads="1"/>
            </p:cNvSpPr>
            <p:nvPr/>
          </p:nvSpPr>
          <p:spPr bwMode="auto">
            <a:xfrm>
              <a:off x="1531" y="2585"/>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22541" name="Text Box 25">
              <a:extLst>
                <a:ext uri="{FF2B5EF4-FFF2-40B4-BE49-F238E27FC236}">
                  <a16:creationId xmlns:a16="http://schemas.microsoft.com/office/drawing/2014/main" id="{F421A35D-D918-B558-934D-F59EBEE7AAB3}"/>
                </a:ext>
              </a:extLst>
            </p:cNvPr>
            <p:cNvSpPr txBox="1">
              <a:spLocks noChangeArrowheads="1"/>
            </p:cNvSpPr>
            <p:nvPr/>
          </p:nvSpPr>
          <p:spPr bwMode="auto">
            <a:xfrm>
              <a:off x="2184" y="3328"/>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22542" name="Text Box 26">
              <a:extLst>
                <a:ext uri="{FF2B5EF4-FFF2-40B4-BE49-F238E27FC236}">
                  <a16:creationId xmlns:a16="http://schemas.microsoft.com/office/drawing/2014/main" id="{AAC8F519-76EA-6900-ACE9-7FABF0AB0428}"/>
                </a:ext>
              </a:extLst>
            </p:cNvPr>
            <p:cNvSpPr txBox="1">
              <a:spLocks noChangeArrowheads="1"/>
            </p:cNvSpPr>
            <p:nvPr/>
          </p:nvSpPr>
          <p:spPr bwMode="auto">
            <a:xfrm>
              <a:off x="185" y="3306"/>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18" name="Oval 13">
              <a:extLst>
                <a:ext uri="{FF2B5EF4-FFF2-40B4-BE49-F238E27FC236}">
                  <a16:creationId xmlns:a16="http://schemas.microsoft.com/office/drawing/2014/main" id="{4808F1EB-9D85-4EBE-9B0F-C28EF9CEB97A}"/>
                </a:ext>
              </a:extLst>
            </p:cNvPr>
            <p:cNvSpPr>
              <a:spLocks noChangeArrowheads="1"/>
            </p:cNvSpPr>
            <p:nvPr/>
          </p:nvSpPr>
          <p:spPr bwMode="auto">
            <a:xfrm>
              <a:off x="3691" y="2527"/>
              <a:ext cx="530" cy="448"/>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a:latin typeface="Arial" charset="0"/>
                  <a:cs typeface="Arial" charset="0"/>
                </a:rPr>
                <a:t>S</a:t>
              </a:r>
              <a:r>
                <a:rPr lang="en-US" baseline="-25000">
                  <a:latin typeface="Arial" charset="0"/>
                  <a:cs typeface="Arial" charset="0"/>
                </a:rPr>
                <a:t>i</a:t>
              </a:r>
              <a:endParaRPr lang="ru-RU">
                <a:latin typeface="Arial" charset="0"/>
                <a:cs typeface="Arial" charset="0"/>
              </a:endParaRPr>
            </a:p>
          </p:txBody>
        </p:sp>
        <p:sp>
          <p:nvSpPr>
            <p:cNvPr id="19" name="Oval 14">
              <a:extLst>
                <a:ext uri="{FF2B5EF4-FFF2-40B4-BE49-F238E27FC236}">
                  <a16:creationId xmlns:a16="http://schemas.microsoft.com/office/drawing/2014/main" id="{ECE68286-035A-4C23-910A-F2FDCF3D0BA5}"/>
                </a:ext>
              </a:extLst>
            </p:cNvPr>
            <p:cNvSpPr>
              <a:spLocks noChangeArrowheads="1"/>
            </p:cNvSpPr>
            <p:nvPr/>
          </p:nvSpPr>
          <p:spPr bwMode="auto">
            <a:xfrm>
              <a:off x="3101" y="3150"/>
              <a:ext cx="530" cy="448"/>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a:latin typeface="Arial" charset="0"/>
                  <a:cs typeface="Arial" charset="0"/>
                </a:rPr>
                <a:t>S</a:t>
              </a:r>
              <a:r>
                <a:rPr lang="en-US" baseline="-25000">
                  <a:latin typeface="Arial" charset="0"/>
                  <a:cs typeface="Arial" charset="0"/>
                </a:rPr>
                <a:t>k</a:t>
              </a:r>
              <a:endParaRPr lang="ru-RU">
                <a:latin typeface="Arial" charset="0"/>
                <a:cs typeface="Arial" charset="0"/>
              </a:endParaRPr>
            </a:p>
          </p:txBody>
        </p:sp>
        <p:sp>
          <p:nvSpPr>
            <p:cNvPr id="20" name="Oval 15">
              <a:extLst>
                <a:ext uri="{FF2B5EF4-FFF2-40B4-BE49-F238E27FC236}">
                  <a16:creationId xmlns:a16="http://schemas.microsoft.com/office/drawing/2014/main" id="{ADDDF747-FD92-497F-B8CC-F8321D8E5032}"/>
                </a:ext>
              </a:extLst>
            </p:cNvPr>
            <p:cNvSpPr>
              <a:spLocks noChangeArrowheads="1"/>
            </p:cNvSpPr>
            <p:nvPr/>
          </p:nvSpPr>
          <p:spPr bwMode="auto">
            <a:xfrm>
              <a:off x="4363" y="3228"/>
              <a:ext cx="530" cy="468"/>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a:latin typeface="Arial" charset="0"/>
                  <a:cs typeface="Arial" charset="0"/>
                </a:rPr>
                <a:t>S</a:t>
              </a:r>
              <a:r>
                <a:rPr lang="en-US" baseline="-25000">
                  <a:latin typeface="Arial" charset="0"/>
                  <a:cs typeface="Arial" charset="0"/>
                </a:rPr>
                <a:t>m</a:t>
              </a:r>
              <a:endParaRPr lang="ru-RU">
                <a:latin typeface="Arial" charset="0"/>
                <a:cs typeface="Arial" charset="0"/>
              </a:endParaRPr>
            </a:p>
          </p:txBody>
        </p:sp>
        <p:sp>
          <p:nvSpPr>
            <p:cNvPr id="22546" name="Line 16">
              <a:extLst>
                <a:ext uri="{FF2B5EF4-FFF2-40B4-BE49-F238E27FC236}">
                  <a16:creationId xmlns:a16="http://schemas.microsoft.com/office/drawing/2014/main" id="{A368319C-B964-7075-0C10-C6EE6FB4611B}"/>
                </a:ext>
              </a:extLst>
            </p:cNvPr>
            <p:cNvSpPr>
              <a:spLocks noChangeShapeType="1"/>
            </p:cNvSpPr>
            <p:nvPr/>
          </p:nvSpPr>
          <p:spPr bwMode="auto">
            <a:xfrm flipH="1">
              <a:off x="3555" y="2938"/>
              <a:ext cx="272" cy="27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47" name="Line 17">
              <a:extLst>
                <a:ext uri="{FF2B5EF4-FFF2-40B4-BE49-F238E27FC236}">
                  <a16:creationId xmlns:a16="http://schemas.microsoft.com/office/drawing/2014/main" id="{A9923F60-D948-FC1D-0C1C-31696FDF3BD7}"/>
                </a:ext>
              </a:extLst>
            </p:cNvPr>
            <p:cNvSpPr>
              <a:spLocks noChangeShapeType="1"/>
            </p:cNvSpPr>
            <p:nvPr/>
          </p:nvSpPr>
          <p:spPr bwMode="auto">
            <a:xfrm>
              <a:off x="3600" y="3462"/>
              <a:ext cx="771"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48" name="Line 19">
              <a:extLst>
                <a:ext uri="{FF2B5EF4-FFF2-40B4-BE49-F238E27FC236}">
                  <a16:creationId xmlns:a16="http://schemas.microsoft.com/office/drawing/2014/main" id="{96FC6FA0-5F89-7FB5-2DB9-182CFC19569A}"/>
                </a:ext>
              </a:extLst>
            </p:cNvPr>
            <p:cNvSpPr>
              <a:spLocks noChangeShapeType="1"/>
            </p:cNvSpPr>
            <p:nvPr/>
          </p:nvSpPr>
          <p:spPr bwMode="auto">
            <a:xfrm>
              <a:off x="4227" y="2722"/>
              <a:ext cx="59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4" name="Oval 20">
              <a:extLst>
                <a:ext uri="{FF2B5EF4-FFF2-40B4-BE49-F238E27FC236}">
                  <a16:creationId xmlns:a16="http://schemas.microsoft.com/office/drawing/2014/main" id="{D8105970-FE8A-4183-A693-ADAAD88E94F5}"/>
                </a:ext>
              </a:extLst>
            </p:cNvPr>
            <p:cNvSpPr>
              <a:spLocks noChangeArrowheads="1"/>
            </p:cNvSpPr>
            <p:nvPr/>
          </p:nvSpPr>
          <p:spPr bwMode="auto">
            <a:xfrm>
              <a:off x="4817" y="2488"/>
              <a:ext cx="530" cy="467"/>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a:latin typeface="Arial" charset="0"/>
                  <a:cs typeface="Arial" charset="0"/>
                </a:rPr>
                <a:t>S</a:t>
              </a:r>
              <a:r>
                <a:rPr lang="en-US" baseline="-25000">
                  <a:latin typeface="Arial" charset="0"/>
                  <a:cs typeface="Arial" charset="0"/>
                </a:rPr>
                <a:t>i</a:t>
              </a:r>
              <a:r>
                <a:rPr lang="en-US">
                  <a:latin typeface="Arial" charset="0"/>
                  <a:cs typeface="Arial" charset="0"/>
                </a:rPr>
                <a:t>’</a:t>
              </a:r>
              <a:endParaRPr lang="ru-RU">
                <a:latin typeface="Arial" charset="0"/>
                <a:cs typeface="Arial" charset="0"/>
              </a:endParaRPr>
            </a:p>
          </p:txBody>
        </p:sp>
        <p:sp>
          <p:nvSpPr>
            <p:cNvPr id="22550" name="Line 21">
              <a:extLst>
                <a:ext uri="{FF2B5EF4-FFF2-40B4-BE49-F238E27FC236}">
                  <a16:creationId xmlns:a16="http://schemas.microsoft.com/office/drawing/2014/main" id="{16C32823-DBD9-1B0D-07B5-8F98B90EC7B1}"/>
                </a:ext>
              </a:extLst>
            </p:cNvPr>
            <p:cNvSpPr>
              <a:spLocks noChangeShapeType="1"/>
            </p:cNvSpPr>
            <p:nvPr/>
          </p:nvSpPr>
          <p:spPr bwMode="auto">
            <a:xfrm flipH="1">
              <a:off x="4726" y="2955"/>
              <a:ext cx="272" cy="29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51" name="Text Box 27">
              <a:extLst>
                <a:ext uri="{FF2B5EF4-FFF2-40B4-BE49-F238E27FC236}">
                  <a16:creationId xmlns:a16="http://schemas.microsoft.com/office/drawing/2014/main" id="{975A457B-FA19-EEC1-7BB2-D70C877C2729}"/>
                </a:ext>
              </a:extLst>
            </p:cNvPr>
            <p:cNvSpPr txBox="1">
              <a:spLocks noChangeArrowheads="1"/>
            </p:cNvSpPr>
            <p:nvPr/>
          </p:nvSpPr>
          <p:spPr bwMode="auto">
            <a:xfrm>
              <a:off x="3648" y="2336"/>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22552" name="Text Box 28">
              <a:extLst>
                <a:ext uri="{FF2B5EF4-FFF2-40B4-BE49-F238E27FC236}">
                  <a16:creationId xmlns:a16="http://schemas.microsoft.com/office/drawing/2014/main" id="{2F53EAFA-FF2E-BCEE-ADF5-AEB0D2278D18}"/>
                </a:ext>
              </a:extLst>
            </p:cNvPr>
            <p:cNvSpPr txBox="1">
              <a:spLocks noChangeArrowheads="1"/>
            </p:cNvSpPr>
            <p:nvPr/>
          </p:nvSpPr>
          <p:spPr bwMode="auto">
            <a:xfrm>
              <a:off x="5080" y="2304"/>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22553" name="Text Box 29">
              <a:extLst>
                <a:ext uri="{FF2B5EF4-FFF2-40B4-BE49-F238E27FC236}">
                  <a16:creationId xmlns:a16="http://schemas.microsoft.com/office/drawing/2014/main" id="{4F1AF92F-231E-B495-9733-8AF0EEF2EEA8}"/>
                </a:ext>
              </a:extLst>
            </p:cNvPr>
            <p:cNvSpPr txBox="1">
              <a:spLocks noChangeArrowheads="1"/>
            </p:cNvSpPr>
            <p:nvPr/>
          </p:nvSpPr>
          <p:spPr bwMode="auto">
            <a:xfrm>
              <a:off x="4864" y="3385"/>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22554" name="Text Box 30">
              <a:extLst>
                <a:ext uri="{FF2B5EF4-FFF2-40B4-BE49-F238E27FC236}">
                  <a16:creationId xmlns:a16="http://schemas.microsoft.com/office/drawing/2014/main" id="{6C814245-8578-8462-D88D-C456CE275A0B}"/>
                </a:ext>
              </a:extLst>
            </p:cNvPr>
            <p:cNvSpPr txBox="1">
              <a:spLocks noChangeArrowheads="1"/>
            </p:cNvSpPr>
            <p:nvPr/>
          </p:nvSpPr>
          <p:spPr bwMode="auto">
            <a:xfrm>
              <a:off x="3072" y="2969"/>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
            <a:extLst>
              <a:ext uri="{FF2B5EF4-FFF2-40B4-BE49-F238E27FC236}">
                <a16:creationId xmlns:a16="http://schemas.microsoft.com/office/drawing/2014/main" id="{DFF27B8C-4B80-9DAD-1CEB-4684D524E0CB}"/>
              </a:ext>
            </a:extLst>
          </p:cNvPr>
          <p:cNvSpPr>
            <a:spLocks noGrp="1" noChangeArrowheads="1"/>
          </p:cNvSpPr>
          <p:nvPr>
            <p:ph type="title"/>
          </p:nvPr>
        </p:nvSpPr>
        <p:spPr/>
        <p:txBody>
          <a:bodyPr>
            <a:normAutofit/>
          </a:bodyPr>
          <a:lstStyle/>
          <a:p>
            <a:r>
              <a:rPr lang="en-US" altLang="en-US" dirty="0"/>
              <a:t>Essential (or Functional) Hazards</a:t>
            </a:r>
          </a:p>
        </p:txBody>
      </p:sp>
      <p:sp>
        <p:nvSpPr>
          <p:cNvPr id="23555" name="Content Placeholder 3">
            <a:extLst>
              <a:ext uri="{FF2B5EF4-FFF2-40B4-BE49-F238E27FC236}">
                <a16:creationId xmlns:a16="http://schemas.microsoft.com/office/drawing/2014/main" id="{D600E5AE-487D-D44F-823A-2107B730DFC0}"/>
              </a:ext>
            </a:extLst>
          </p:cNvPr>
          <p:cNvSpPr>
            <a:spLocks noGrp="1" noChangeArrowheads="1"/>
          </p:cNvSpPr>
          <p:nvPr>
            <p:ph type="body" sz="quarter" idx="10"/>
          </p:nvPr>
        </p:nvSpPr>
        <p:spPr/>
        <p:txBody>
          <a:bodyPr/>
          <a:lstStyle/>
          <a:p>
            <a:r>
              <a:rPr lang="en-US" altLang="en-US" sz="2200" dirty="0"/>
              <a:t>The third requirement</a:t>
            </a:r>
          </a:p>
          <a:p>
            <a:r>
              <a:rPr lang="en-US" altLang="en-US" sz="2200" dirty="0"/>
              <a:t>There are two type of hazards in combinational circuits: essential and logical. Logical hazards depend on gate delays. Essential hazards do not depend on gate delays. They occur since input signals come not simultaneously </a:t>
            </a:r>
          </a:p>
          <a:p>
            <a:r>
              <a:rPr lang="en-US" altLang="en-US" sz="2200" dirty="0"/>
              <a:t>Definition:</a:t>
            </a:r>
          </a:p>
          <a:p>
            <a:r>
              <a:rPr lang="en-US" altLang="en-US" sz="2200" dirty="0"/>
              <a:t>The set A belongs to </a:t>
            </a:r>
            <a:r>
              <a:rPr lang="en-US" altLang="en-US" sz="2200" dirty="0" err="1"/>
              <a:t>subcube</a:t>
            </a:r>
            <a:r>
              <a:rPr lang="en-US" altLang="en-US" sz="2200" dirty="0"/>
              <a:t> which is generated by sets A1,A2… Am , if and only if all variables xi whose  values coincide on all sets A1, A2, … Am  have such values in set A.  </a:t>
            </a:r>
          </a:p>
          <a:p>
            <a:r>
              <a:rPr lang="en-US" altLang="en-US" sz="2200" dirty="0"/>
              <a:t>Writing: A</a:t>
            </a:r>
            <a:r>
              <a:rPr lang="en-US" altLang="en-US" sz="2200" dirty="0">
                <a:sym typeface="Symbol" panose="05050102010706020507" pitchFamily="18" charset="2"/>
              </a:rPr>
              <a:t>(A1, A2, … Am)</a:t>
            </a:r>
            <a:endParaRPr lang="en-US" altLang="en-US" sz="2200" dirty="0"/>
          </a:p>
          <a:p>
            <a:r>
              <a:rPr lang="en-US" altLang="en-US" sz="2200" dirty="0"/>
              <a:t>Example: A1=1001, A2=0001, A3=0000, A4=0110, A=1000.</a:t>
            </a:r>
          </a:p>
          <a:p>
            <a:r>
              <a:rPr lang="en-US" altLang="en-US" sz="2200" dirty="0"/>
              <a:t>By definition:</a:t>
            </a:r>
          </a:p>
          <a:p>
            <a:r>
              <a:rPr lang="en-US" altLang="en-US" sz="2200" dirty="0"/>
              <a:t> A</a:t>
            </a:r>
            <a:r>
              <a:rPr lang="en-US" altLang="en-US" sz="2200" dirty="0">
                <a:sym typeface="Symbol" panose="05050102010706020507" pitchFamily="18" charset="2"/>
              </a:rPr>
              <a:t>(A1,A2,A3 ), A(A1, A3), A(A1,A4), but A (A1, A2) </a:t>
            </a:r>
          </a:p>
          <a:p>
            <a:endParaRPr lang="en-US" altLang="en-US" sz="2200" dirty="0"/>
          </a:p>
          <a:p>
            <a:endParaRPr lang="en-US" alt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2A4ECEA-6A18-2EC8-B1FB-ECBE5F3FB2D8}"/>
              </a:ext>
            </a:extLst>
          </p:cNvPr>
          <p:cNvSpPr>
            <a:spLocks noGrp="1" noChangeArrowheads="1"/>
          </p:cNvSpPr>
          <p:nvPr>
            <p:ph type="title"/>
          </p:nvPr>
        </p:nvSpPr>
        <p:spPr/>
        <p:txBody>
          <a:bodyPr>
            <a:normAutofit/>
          </a:bodyPr>
          <a:lstStyle/>
          <a:p>
            <a:r>
              <a:rPr lang="en-US" altLang="en-US" dirty="0"/>
              <a:t>Essential (or Functional) Hazards (2)</a:t>
            </a:r>
          </a:p>
        </p:txBody>
      </p:sp>
      <p:sp>
        <p:nvSpPr>
          <p:cNvPr id="24579" name="Content Placeholder 2">
            <a:extLst>
              <a:ext uri="{FF2B5EF4-FFF2-40B4-BE49-F238E27FC236}">
                <a16:creationId xmlns:a16="http://schemas.microsoft.com/office/drawing/2014/main" id="{2B21CB09-6D46-DE38-BE9B-717981168BB3}"/>
              </a:ext>
            </a:extLst>
          </p:cNvPr>
          <p:cNvSpPr>
            <a:spLocks noGrp="1" noChangeArrowheads="1"/>
          </p:cNvSpPr>
          <p:nvPr>
            <p:ph type="body" sz="quarter" idx="10"/>
          </p:nvPr>
        </p:nvSpPr>
        <p:spPr/>
        <p:txBody>
          <a:bodyPr/>
          <a:lstStyle/>
          <a:p>
            <a:r>
              <a:rPr lang="en-US" altLang="en-US" sz="2200" dirty="0"/>
              <a:t>Static essential hazards </a:t>
            </a:r>
          </a:p>
          <a:p>
            <a:r>
              <a:rPr lang="en-US" altLang="en-US" sz="2200" dirty="0"/>
              <a:t>Given function f. Two sets of input variables A and C have static essential hazard if:</a:t>
            </a:r>
          </a:p>
          <a:p>
            <a:r>
              <a:rPr lang="en-US" altLang="en-US" sz="2200" dirty="0"/>
              <a:t>f(A) = f(C);</a:t>
            </a:r>
          </a:p>
          <a:p>
            <a:r>
              <a:rPr lang="en-US" altLang="en-US" sz="2200" dirty="0"/>
              <a:t>There are at least two sets B and C such  that B</a:t>
            </a:r>
            <a:r>
              <a:rPr lang="en-US" altLang="en-US" sz="2200" dirty="0">
                <a:sym typeface="Symbol" panose="05050102010706020507" pitchFamily="18" charset="2"/>
              </a:rPr>
              <a:t>(A,C)and </a:t>
            </a:r>
            <a:r>
              <a:rPr lang="en-US" altLang="en-US" sz="2200" dirty="0"/>
              <a:t>f(B) </a:t>
            </a:r>
            <a:r>
              <a:rPr lang="en-US" altLang="en-US" sz="2200" dirty="0">
                <a:sym typeface="Symbol" panose="05050102010706020507" pitchFamily="18" charset="2"/>
              </a:rPr>
              <a:t> f(A).</a:t>
            </a:r>
          </a:p>
          <a:p>
            <a:r>
              <a:rPr lang="en-US" altLang="en-US" sz="2200" dirty="0"/>
              <a:t>Dynamic essential  hazards</a:t>
            </a:r>
          </a:p>
          <a:p>
            <a:r>
              <a:rPr lang="en-US" altLang="en-US" sz="2200" dirty="0"/>
              <a:t>Two sets of input variables A and D have dynamic essential hazard if:</a:t>
            </a:r>
          </a:p>
          <a:p>
            <a:r>
              <a:rPr lang="en-US" altLang="en-US" sz="2200" dirty="0"/>
              <a:t>f(A) </a:t>
            </a:r>
            <a:r>
              <a:rPr lang="en-US" altLang="en-US" sz="2200" dirty="0">
                <a:sym typeface="Symbol" panose="05050102010706020507" pitchFamily="18" charset="2"/>
              </a:rPr>
              <a:t> </a:t>
            </a:r>
            <a:r>
              <a:rPr lang="en-US" altLang="en-US" sz="2200" dirty="0"/>
              <a:t>f(D);</a:t>
            </a:r>
          </a:p>
          <a:p>
            <a:r>
              <a:rPr lang="en-US" altLang="en-US" sz="2200" dirty="0"/>
              <a:t>At least two sets B and C exist that B</a:t>
            </a:r>
            <a:r>
              <a:rPr lang="en-US" altLang="en-US" sz="2200" dirty="0">
                <a:sym typeface="Symbol" panose="05050102010706020507" pitchFamily="18" charset="2"/>
              </a:rPr>
              <a:t>(A,D) and C(B,D)</a:t>
            </a:r>
          </a:p>
          <a:p>
            <a:r>
              <a:rPr lang="en-US" altLang="en-US" sz="2200" dirty="0"/>
              <a:t>f(B) = f(D) and f(C) = f(A):</a:t>
            </a:r>
          </a:p>
          <a:p>
            <a:r>
              <a:rPr lang="en-US" altLang="en-US" sz="2200" dirty="0"/>
              <a:t>Essential hazards are inherent for any logic function and do not depend on implementation of function. </a:t>
            </a:r>
          </a:p>
          <a:p>
            <a:endParaRPr lang="en-US" alt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a:extLst>
              <a:ext uri="{FF2B5EF4-FFF2-40B4-BE49-F238E27FC236}">
                <a16:creationId xmlns:a16="http://schemas.microsoft.com/office/drawing/2014/main" id="{413BA928-64AC-92BB-B363-56308C5B5774}"/>
              </a:ext>
            </a:extLst>
          </p:cNvPr>
          <p:cNvSpPr>
            <a:spLocks noGrp="1" noChangeArrowheads="1"/>
          </p:cNvSpPr>
          <p:nvPr>
            <p:ph type="title"/>
          </p:nvPr>
        </p:nvSpPr>
        <p:spPr/>
        <p:txBody>
          <a:bodyPr>
            <a:normAutofit/>
          </a:bodyPr>
          <a:lstStyle/>
          <a:p>
            <a:r>
              <a:rPr lang="en-US" altLang="en-US" dirty="0"/>
              <a:t>Example</a:t>
            </a:r>
          </a:p>
        </p:txBody>
      </p:sp>
      <p:sp>
        <p:nvSpPr>
          <p:cNvPr id="25603" name="Content Placeholder 3">
            <a:extLst>
              <a:ext uri="{FF2B5EF4-FFF2-40B4-BE49-F238E27FC236}">
                <a16:creationId xmlns:a16="http://schemas.microsoft.com/office/drawing/2014/main" id="{37D928AE-F588-4999-6D1B-70A1EAFCA440}"/>
              </a:ext>
            </a:extLst>
          </p:cNvPr>
          <p:cNvSpPr>
            <a:spLocks noGrp="1" noChangeArrowheads="1"/>
          </p:cNvSpPr>
          <p:nvPr>
            <p:ph type="body" sz="quarter" idx="10"/>
          </p:nvPr>
        </p:nvSpPr>
        <p:spPr/>
        <p:txBody>
          <a:bodyPr/>
          <a:lstStyle/>
          <a:p>
            <a:r>
              <a:rPr lang="en-US" altLang="en-US"/>
              <a:t>fmin = ~x1x3 + x2;</a:t>
            </a:r>
          </a:p>
          <a:p>
            <a:r>
              <a:rPr lang="en-US" altLang="en-US"/>
              <a:t>Inputs change from A to C</a:t>
            </a:r>
          </a:p>
          <a:p>
            <a:r>
              <a:rPr lang="en-US" altLang="en-US"/>
              <a:t>if 000 </a:t>
            </a:r>
            <a:r>
              <a:rPr lang="en-US" altLang="en-US">
                <a:sym typeface="Symbol" panose="05050102010706020507" pitchFamily="18" charset="2"/>
              </a:rPr>
              <a:t> 001  101, f changes</a:t>
            </a:r>
          </a:p>
          <a:p>
            <a:r>
              <a:rPr lang="en-US" altLang="en-US">
                <a:sym typeface="Symbol" panose="05050102010706020507" pitchFamily="18" charset="2"/>
              </a:rPr>
              <a:t>        0  1  0</a:t>
            </a:r>
          </a:p>
          <a:p>
            <a:r>
              <a:rPr lang="en-US" altLang="en-US"/>
              <a:t>The function has static essential hazard</a:t>
            </a:r>
          </a:p>
          <a:p>
            <a:r>
              <a:rPr lang="en-US" altLang="en-US"/>
              <a:t>Inputs change from A to D</a:t>
            </a:r>
          </a:p>
          <a:p>
            <a:r>
              <a:rPr lang="en-US" altLang="en-US"/>
              <a:t>If 000 </a:t>
            </a:r>
            <a:r>
              <a:rPr lang="en-US" altLang="en-US">
                <a:sym typeface="Symbol" panose="05050102010706020507" pitchFamily="18" charset="2"/>
              </a:rPr>
              <a:t> 001 101  111, f changes </a:t>
            </a:r>
          </a:p>
          <a:p>
            <a:r>
              <a:rPr lang="en-US" altLang="en-US">
                <a:sym typeface="Symbol" panose="05050102010706020507" pitchFamily="18" charset="2"/>
              </a:rPr>
              <a:t>	0  1  0  1</a:t>
            </a:r>
          </a:p>
          <a:p>
            <a:r>
              <a:rPr lang="en-US" altLang="en-US"/>
              <a:t>The function has dynamic essential hazard. </a:t>
            </a:r>
          </a:p>
          <a:p>
            <a:r>
              <a:rPr lang="en-US" altLang="en-US"/>
              <a:t>Changes of input signals must be limited by unit-distant combinations.</a:t>
            </a:r>
          </a:p>
        </p:txBody>
      </p:sp>
      <p:graphicFrame>
        <p:nvGraphicFramePr>
          <p:cNvPr id="9" name="Content Placeholder 8">
            <a:extLst>
              <a:ext uri="{FF2B5EF4-FFF2-40B4-BE49-F238E27FC236}">
                <a16:creationId xmlns:a16="http://schemas.microsoft.com/office/drawing/2014/main" id="{4FA0F6B2-265B-4646-BFDC-A3E533B92A80}"/>
              </a:ext>
            </a:extLst>
          </p:cNvPr>
          <p:cNvGraphicFramePr>
            <a:graphicFrameLocks noGrp="1"/>
          </p:cNvGraphicFramePr>
          <p:nvPr>
            <p:ph sz="half" idx="4294967295"/>
            <p:extLst>
              <p:ext uri="{D42A27DB-BD31-4B8C-83A1-F6EECF244321}">
                <p14:modId xmlns:p14="http://schemas.microsoft.com/office/powerpoint/2010/main" val="1410209787"/>
              </p:ext>
            </p:extLst>
          </p:nvPr>
        </p:nvGraphicFramePr>
        <p:xfrm>
          <a:off x="6807200" y="1600200"/>
          <a:ext cx="3048000" cy="3568766"/>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tblGrid>
              <a:tr h="3967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chemeClr val="bg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charset="0"/>
                          <a:cs typeface="Arial" charset="0"/>
                        </a:rPr>
                        <a:t>x</a:t>
                      </a:r>
                      <a:r>
                        <a:rPr kumimoji="0" lang="en-US" sz="2000" b="0" i="0" u="none" strike="noStrike" cap="none" normalizeH="0" baseline="-25000">
                          <a:ln>
                            <a:noFill/>
                          </a:ln>
                          <a:solidFill>
                            <a:schemeClr val="bg1"/>
                          </a:solidFill>
                          <a:effectLst/>
                          <a:latin typeface="Arial" charset="0"/>
                          <a:cs typeface="Arial" charset="0"/>
                        </a:rPr>
                        <a:t>1 </a:t>
                      </a:r>
                      <a:r>
                        <a:rPr kumimoji="0" lang="en-US" sz="2000" b="0" i="0" u="none" strike="noStrike" cap="none" normalizeH="0" baseline="0">
                          <a:ln>
                            <a:noFill/>
                          </a:ln>
                          <a:solidFill>
                            <a:schemeClr val="bg1"/>
                          </a:solidFill>
                          <a:effectLst/>
                          <a:latin typeface="Arial" charset="0"/>
                          <a:cs typeface="Arial" charset="0"/>
                        </a:rPr>
                        <a:t>x</a:t>
                      </a:r>
                      <a:r>
                        <a:rPr kumimoji="0" lang="en-US" sz="2000" b="0" i="0" u="none" strike="noStrike" cap="none" normalizeH="0" baseline="-25000">
                          <a:ln>
                            <a:noFill/>
                          </a:ln>
                          <a:solidFill>
                            <a:schemeClr val="bg1"/>
                          </a:solidFill>
                          <a:effectLst/>
                          <a:latin typeface="Arial" charset="0"/>
                          <a:cs typeface="Arial" charset="0"/>
                        </a:rPr>
                        <a:t>2</a:t>
                      </a:r>
                      <a:r>
                        <a:rPr kumimoji="0" lang="en-US" sz="2000" b="0" i="0" u="none" strike="noStrike" cap="none" normalizeH="0" baseline="0">
                          <a:ln>
                            <a:noFill/>
                          </a:ln>
                          <a:solidFill>
                            <a:schemeClr val="bg1"/>
                          </a:solidFill>
                          <a:effectLst/>
                          <a:latin typeface="Arial" charset="0"/>
                          <a:cs typeface="Arial" charset="0"/>
                        </a:rPr>
                        <a:t> x</a:t>
                      </a:r>
                      <a:r>
                        <a:rPr kumimoji="0" lang="en-US" sz="2000" b="0" i="0" u="none" strike="noStrike" cap="none" normalizeH="0" baseline="-25000">
                          <a:ln>
                            <a:noFill/>
                          </a:ln>
                          <a:solidFill>
                            <a:schemeClr val="bg1"/>
                          </a:solidFill>
                          <a:effectLst/>
                          <a:latin typeface="Arial" charset="0"/>
                          <a:cs typeface="Arial" charset="0"/>
                        </a:rPr>
                        <a:t>3</a:t>
                      </a:r>
                      <a:endParaRPr kumimoji="0" lang="en-US" sz="2000" b="0" i="0" u="none" strike="noStrike" cap="none" normalizeH="0" baseline="0">
                        <a:ln>
                          <a:noFill/>
                        </a:ln>
                        <a:solidFill>
                          <a:schemeClr val="bg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f</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A</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0 0 0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7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B</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0 0 1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7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7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C</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967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charset="0"/>
                        <a:cs typeface="Arial"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1 1 0</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96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D</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AF92D9-0858-E435-7B6A-67773CA8E2E9}"/>
              </a:ext>
            </a:extLst>
          </p:cNvPr>
          <p:cNvSpPr>
            <a:spLocks noGrp="1"/>
          </p:cNvSpPr>
          <p:nvPr>
            <p:ph type="body" sz="quarter" idx="10"/>
          </p:nvPr>
        </p:nvSpPr>
        <p:spPr/>
        <p:txBody>
          <a:bodyPr/>
          <a:lstStyle/>
          <a:p>
            <a:pPr eaLnBrk="1" hangingPunct="1"/>
            <a:r>
              <a:rPr lang="en-US" altLang="en-US" sz="2400" dirty="0">
                <a:solidFill>
                  <a:srgbClr val="0000FF"/>
                </a:solidFill>
              </a:rPr>
              <a:t>The second requirement</a:t>
            </a:r>
          </a:p>
          <a:p>
            <a:pPr eaLnBrk="1" hangingPunct="1"/>
            <a:r>
              <a:rPr lang="en-US" altLang="en-US" sz="2400" dirty="0"/>
              <a:t>Logical hazards occur on account delays in wires and logical gates.</a:t>
            </a:r>
          </a:p>
          <a:p>
            <a:pPr eaLnBrk="1" hangingPunct="1"/>
            <a:r>
              <a:rPr lang="en-US" altLang="en-US" sz="2400" dirty="0">
                <a:solidFill>
                  <a:srgbClr val="0000FF"/>
                </a:solidFill>
              </a:rPr>
              <a:t>Example:</a:t>
            </a:r>
            <a:endParaRPr lang="ru-RU" altLang="en-US" sz="2400" dirty="0">
              <a:solidFill>
                <a:srgbClr val="0000FF"/>
              </a:solidFill>
            </a:endParaRPr>
          </a:p>
          <a:p>
            <a:endParaRPr lang="en-US" dirty="0"/>
          </a:p>
        </p:txBody>
      </p:sp>
      <p:grpSp>
        <p:nvGrpSpPr>
          <p:cNvPr id="26627" name="Group 38">
            <a:extLst>
              <a:ext uri="{FF2B5EF4-FFF2-40B4-BE49-F238E27FC236}">
                <a16:creationId xmlns:a16="http://schemas.microsoft.com/office/drawing/2014/main" id="{A73CF48E-3B49-2130-80A6-836BEF9B7EB8}"/>
              </a:ext>
            </a:extLst>
          </p:cNvPr>
          <p:cNvGrpSpPr>
            <a:grpSpLocks/>
          </p:cNvGrpSpPr>
          <p:nvPr/>
        </p:nvGrpSpPr>
        <p:grpSpPr bwMode="auto">
          <a:xfrm>
            <a:off x="2047876" y="3776664"/>
            <a:ext cx="4962525" cy="1404937"/>
            <a:chOff x="159" y="1888"/>
            <a:chExt cx="3126" cy="885"/>
          </a:xfrm>
        </p:grpSpPr>
        <p:sp>
          <p:nvSpPr>
            <p:cNvPr id="26630" name="Line 9">
              <a:extLst>
                <a:ext uri="{FF2B5EF4-FFF2-40B4-BE49-F238E27FC236}">
                  <a16:creationId xmlns:a16="http://schemas.microsoft.com/office/drawing/2014/main" id="{1C391FB6-C909-4942-7086-8A4FD303473A}"/>
                </a:ext>
              </a:extLst>
            </p:cNvPr>
            <p:cNvSpPr>
              <a:spLocks noChangeShapeType="1"/>
            </p:cNvSpPr>
            <p:nvPr/>
          </p:nvSpPr>
          <p:spPr bwMode="auto">
            <a:xfrm>
              <a:off x="345" y="2238"/>
              <a:ext cx="13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Line 11">
              <a:extLst>
                <a:ext uri="{FF2B5EF4-FFF2-40B4-BE49-F238E27FC236}">
                  <a16:creationId xmlns:a16="http://schemas.microsoft.com/office/drawing/2014/main" id="{AD5A48FB-78BE-279E-502A-03C990CDD0FD}"/>
                </a:ext>
              </a:extLst>
            </p:cNvPr>
            <p:cNvSpPr>
              <a:spLocks noChangeShapeType="1"/>
            </p:cNvSpPr>
            <p:nvPr/>
          </p:nvSpPr>
          <p:spPr bwMode="auto">
            <a:xfrm>
              <a:off x="1365" y="2445"/>
              <a:ext cx="3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12">
              <a:extLst>
                <a:ext uri="{FF2B5EF4-FFF2-40B4-BE49-F238E27FC236}">
                  <a16:creationId xmlns:a16="http://schemas.microsoft.com/office/drawing/2014/main" id="{BE960281-8E95-EFE6-2197-797892847830}"/>
                </a:ext>
              </a:extLst>
            </p:cNvPr>
            <p:cNvSpPr>
              <a:spLocks noChangeShapeType="1"/>
            </p:cNvSpPr>
            <p:nvPr/>
          </p:nvSpPr>
          <p:spPr bwMode="auto">
            <a:xfrm>
              <a:off x="2225" y="2336"/>
              <a:ext cx="3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13">
              <a:extLst>
                <a:ext uri="{FF2B5EF4-FFF2-40B4-BE49-F238E27FC236}">
                  <a16:creationId xmlns:a16="http://schemas.microsoft.com/office/drawing/2014/main" id="{32DDD5EE-E6A6-0DC0-6353-5CE21C3FAE2C}"/>
                </a:ext>
              </a:extLst>
            </p:cNvPr>
            <p:cNvSpPr>
              <a:spLocks noChangeShapeType="1"/>
            </p:cNvSpPr>
            <p:nvPr/>
          </p:nvSpPr>
          <p:spPr bwMode="auto">
            <a:xfrm flipH="1">
              <a:off x="741" y="2454"/>
              <a:ext cx="2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14">
              <a:extLst>
                <a:ext uri="{FF2B5EF4-FFF2-40B4-BE49-F238E27FC236}">
                  <a16:creationId xmlns:a16="http://schemas.microsoft.com/office/drawing/2014/main" id="{27BFAF9F-F1FE-1F74-51D3-57C801D4297C}"/>
                </a:ext>
              </a:extLst>
            </p:cNvPr>
            <p:cNvSpPr>
              <a:spLocks noChangeShapeType="1"/>
            </p:cNvSpPr>
            <p:nvPr/>
          </p:nvSpPr>
          <p:spPr bwMode="auto">
            <a:xfrm flipV="1">
              <a:off x="750" y="2240"/>
              <a:ext cx="0" cy="206"/>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6635" name="Text Box 18">
              <a:extLst>
                <a:ext uri="{FF2B5EF4-FFF2-40B4-BE49-F238E27FC236}">
                  <a16:creationId xmlns:a16="http://schemas.microsoft.com/office/drawing/2014/main" id="{52202E3C-1048-EB8E-D014-B4DEE2CA0D2A}"/>
                </a:ext>
              </a:extLst>
            </p:cNvPr>
            <p:cNvSpPr txBox="1">
              <a:spLocks noChangeArrowheads="1"/>
            </p:cNvSpPr>
            <p:nvPr/>
          </p:nvSpPr>
          <p:spPr bwMode="auto">
            <a:xfrm>
              <a:off x="2245" y="1888"/>
              <a:ext cx="1040"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f  0 – 1 – 0</a:t>
              </a:r>
            </a:p>
          </p:txBody>
        </p:sp>
        <p:sp>
          <p:nvSpPr>
            <p:cNvPr id="26636" name="AutoShape 22">
              <a:extLst>
                <a:ext uri="{FF2B5EF4-FFF2-40B4-BE49-F238E27FC236}">
                  <a16:creationId xmlns:a16="http://schemas.microsoft.com/office/drawing/2014/main" id="{521A5844-FD6A-FE96-21B6-7A9DDBC2AC77}"/>
                </a:ext>
              </a:extLst>
            </p:cNvPr>
            <p:cNvSpPr>
              <a:spLocks noChangeArrowheads="1"/>
            </p:cNvSpPr>
            <p:nvPr/>
          </p:nvSpPr>
          <p:spPr bwMode="auto">
            <a:xfrm flipH="1">
              <a:off x="1683" y="2114"/>
              <a:ext cx="453" cy="453"/>
            </a:xfrm>
            <a:prstGeom prst="moon">
              <a:avLst>
                <a:gd name="adj" fmla="val 84819"/>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37" name="AutoShape 24">
              <a:extLst>
                <a:ext uri="{FF2B5EF4-FFF2-40B4-BE49-F238E27FC236}">
                  <a16:creationId xmlns:a16="http://schemas.microsoft.com/office/drawing/2014/main" id="{44FEFD92-0E99-448C-26D3-1E40759BD59E}"/>
                </a:ext>
              </a:extLst>
            </p:cNvPr>
            <p:cNvSpPr>
              <a:spLocks noChangeArrowheads="1"/>
            </p:cNvSpPr>
            <p:nvPr/>
          </p:nvSpPr>
          <p:spPr bwMode="auto">
            <a:xfrm rot="5400000">
              <a:off x="938" y="2325"/>
              <a:ext cx="326" cy="258"/>
            </a:xfrm>
            <a:prstGeom prst="triangle">
              <a:avLst>
                <a:gd name="adj" fmla="val 50000"/>
              </a:avLst>
            </a:prstGeom>
            <a:solidFill>
              <a:schemeClr val="accent1"/>
            </a:solidFill>
            <a:ln w="28575">
              <a:solidFill>
                <a:schemeClr val="tx1"/>
              </a:solidFill>
              <a:miter lim="800000"/>
              <a:headEnd/>
              <a:tailEnd/>
            </a:ln>
          </p:spPr>
          <p:txBody>
            <a:bodyPr rot="10800000"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38" name="Oval 25">
              <a:extLst>
                <a:ext uri="{FF2B5EF4-FFF2-40B4-BE49-F238E27FC236}">
                  <a16:creationId xmlns:a16="http://schemas.microsoft.com/office/drawing/2014/main" id="{96356BE8-24A6-68AA-8519-0678447CAFF0}"/>
                </a:ext>
              </a:extLst>
            </p:cNvPr>
            <p:cNvSpPr>
              <a:spLocks noChangeArrowheads="1"/>
            </p:cNvSpPr>
            <p:nvPr/>
          </p:nvSpPr>
          <p:spPr bwMode="auto">
            <a:xfrm>
              <a:off x="1250" y="2399"/>
              <a:ext cx="100" cy="100"/>
            </a:xfrm>
            <a:prstGeom prst="ellipse">
              <a:avLst/>
            </a:prstGeom>
            <a:solidFill>
              <a:schemeClr val="accent1"/>
            </a:solidFill>
            <a:ln w="2857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39" name="Oval 26">
              <a:extLst>
                <a:ext uri="{FF2B5EF4-FFF2-40B4-BE49-F238E27FC236}">
                  <a16:creationId xmlns:a16="http://schemas.microsoft.com/office/drawing/2014/main" id="{B55114C2-EB7F-33AC-591F-F06E276785DD}"/>
                </a:ext>
              </a:extLst>
            </p:cNvPr>
            <p:cNvSpPr>
              <a:spLocks noChangeArrowheads="1"/>
            </p:cNvSpPr>
            <p:nvPr/>
          </p:nvSpPr>
          <p:spPr bwMode="auto">
            <a:xfrm>
              <a:off x="2128" y="2289"/>
              <a:ext cx="100" cy="100"/>
            </a:xfrm>
            <a:prstGeom prst="ellipse">
              <a:avLst/>
            </a:prstGeom>
            <a:solidFill>
              <a:schemeClr val="accent1"/>
            </a:solidFill>
            <a:ln w="2857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40" name="Text Box 27">
              <a:extLst>
                <a:ext uri="{FF2B5EF4-FFF2-40B4-BE49-F238E27FC236}">
                  <a16:creationId xmlns:a16="http://schemas.microsoft.com/office/drawing/2014/main" id="{77FC1085-CED4-0045-477D-84CFA6BE79E1}"/>
                </a:ext>
              </a:extLst>
            </p:cNvPr>
            <p:cNvSpPr txBox="1">
              <a:spLocks noChangeArrowheads="1"/>
            </p:cNvSpPr>
            <p:nvPr/>
          </p:nvSpPr>
          <p:spPr bwMode="auto">
            <a:xfrm>
              <a:off x="159" y="2091"/>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endParaRPr lang="ru-RU" altLang="en-US" sz="2000"/>
            </a:p>
          </p:txBody>
        </p:sp>
        <p:sp>
          <p:nvSpPr>
            <p:cNvPr id="26641" name="Text Box 28">
              <a:extLst>
                <a:ext uri="{FF2B5EF4-FFF2-40B4-BE49-F238E27FC236}">
                  <a16:creationId xmlns:a16="http://schemas.microsoft.com/office/drawing/2014/main" id="{5BFB61AE-D786-AABC-54F6-A8A17672FBCD}"/>
                </a:ext>
              </a:extLst>
            </p:cNvPr>
            <p:cNvSpPr txBox="1">
              <a:spLocks noChangeArrowheads="1"/>
            </p:cNvSpPr>
            <p:nvPr/>
          </p:nvSpPr>
          <p:spPr bwMode="auto">
            <a:xfrm>
              <a:off x="295" y="1933"/>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r>
                <a:rPr lang="en-US" altLang="en-US" sz="2000">
                  <a:sym typeface="Symbol" panose="05050102010706020507" pitchFamily="18" charset="2"/>
                </a:rPr>
                <a:t>0</a:t>
              </a:r>
            </a:p>
          </p:txBody>
        </p:sp>
        <p:sp>
          <p:nvSpPr>
            <p:cNvPr id="26642" name="Text Box 29">
              <a:extLst>
                <a:ext uri="{FF2B5EF4-FFF2-40B4-BE49-F238E27FC236}">
                  <a16:creationId xmlns:a16="http://schemas.microsoft.com/office/drawing/2014/main" id="{03DD5709-D231-7DA2-D2D6-459D535BA877}"/>
                </a:ext>
              </a:extLst>
            </p:cNvPr>
            <p:cNvSpPr txBox="1">
              <a:spLocks noChangeArrowheads="1"/>
            </p:cNvSpPr>
            <p:nvPr/>
          </p:nvSpPr>
          <p:spPr bwMode="auto">
            <a:xfrm>
              <a:off x="1247" y="2523"/>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r>
                <a:rPr lang="en-US" altLang="en-US" sz="2000">
                  <a:sym typeface="Symbol" panose="05050102010706020507" pitchFamily="18" charset="2"/>
                </a:rPr>
                <a:t>1</a:t>
              </a:r>
            </a:p>
          </p:txBody>
        </p:sp>
        <p:grpSp>
          <p:nvGrpSpPr>
            <p:cNvPr id="26643" name="Group 37">
              <a:extLst>
                <a:ext uri="{FF2B5EF4-FFF2-40B4-BE49-F238E27FC236}">
                  <a16:creationId xmlns:a16="http://schemas.microsoft.com/office/drawing/2014/main" id="{060CF171-4A3D-5992-6C88-5C197DEA90EF}"/>
                </a:ext>
              </a:extLst>
            </p:cNvPr>
            <p:cNvGrpSpPr>
              <a:grpSpLocks/>
            </p:cNvGrpSpPr>
            <p:nvPr/>
          </p:nvGrpSpPr>
          <p:grpSpPr bwMode="auto">
            <a:xfrm>
              <a:off x="2744" y="2160"/>
              <a:ext cx="365" cy="181"/>
              <a:chOff x="2744" y="2160"/>
              <a:chExt cx="365" cy="181"/>
            </a:xfrm>
          </p:grpSpPr>
          <p:sp>
            <p:nvSpPr>
              <p:cNvPr id="26644" name="Line 30">
                <a:extLst>
                  <a:ext uri="{FF2B5EF4-FFF2-40B4-BE49-F238E27FC236}">
                    <a16:creationId xmlns:a16="http://schemas.microsoft.com/office/drawing/2014/main" id="{A709CCD8-A4F7-C63C-B3C8-DFAE5D5D5BEE}"/>
                  </a:ext>
                </a:extLst>
              </p:cNvPr>
              <p:cNvSpPr>
                <a:spLocks noChangeShapeType="1"/>
              </p:cNvSpPr>
              <p:nvPr/>
            </p:nvSpPr>
            <p:spPr bwMode="auto">
              <a:xfrm>
                <a:off x="2744" y="2341"/>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Line 32">
                <a:extLst>
                  <a:ext uri="{FF2B5EF4-FFF2-40B4-BE49-F238E27FC236}">
                    <a16:creationId xmlns:a16="http://schemas.microsoft.com/office/drawing/2014/main" id="{CEB127FB-DA22-1231-0587-C9F651253DE2}"/>
                  </a:ext>
                </a:extLst>
              </p:cNvPr>
              <p:cNvSpPr>
                <a:spLocks noChangeShapeType="1"/>
              </p:cNvSpPr>
              <p:nvPr/>
            </p:nvSpPr>
            <p:spPr bwMode="auto">
              <a:xfrm flipV="1">
                <a:off x="2880" y="216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33">
                <a:extLst>
                  <a:ext uri="{FF2B5EF4-FFF2-40B4-BE49-F238E27FC236}">
                    <a16:creationId xmlns:a16="http://schemas.microsoft.com/office/drawing/2014/main" id="{5825D0CE-8797-DB86-3016-628142419A62}"/>
                  </a:ext>
                </a:extLst>
              </p:cNvPr>
              <p:cNvSpPr>
                <a:spLocks noChangeShapeType="1"/>
              </p:cNvSpPr>
              <p:nvPr/>
            </p:nvSpPr>
            <p:spPr bwMode="auto">
              <a:xfrm>
                <a:off x="2880" y="2160"/>
                <a:ext cx="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7" name="Line 34">
                <a:extLst>
                  <a:ext uri="{FF2B5EF4-FFF2-40B4-BE49-F238E27FC236}">
                    <a16:creationId xmlns:a16="http://schemas.microsoft.com/office/drawing/2014/main" id="{54CB9B96-0BD2-D3F5-D36D-31BAD36A459F}"/>
                  </a:ext>
                </a:extLst>
              </p:cNvPr>
              <p:cNvSpPr>
                <a:spLocks noChangeShapeType="1"/>
              </p:cNvSpPr>
              <p:nvPr/>
            </p:nvSpPr>
            <p:spPr bwMode="auto">
              <a:xfrm flipV="1">
                <a:off x="2971" y="216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35">
                <a:extLst>
                  <a:ext uri="{FF2B5EF4-FFF2-40B4-BE49-F238E27FC236}">
                    <a16:creationId xmlns:a16="http://schemas.microsoft.com/office/drawing/2014/main" id="{89783F53-3953-A453-FC35-370985A38D4D}"/>
                  </a:ext>
                </a:extLst>
              </p:cNvPr>
              <p:cNvSpPr>
                <a:spLocks noChangeShapeType="1"/>
              </p:cNvSpPr>
              <p:nvPr/>
            </p:nvSpPr>
            <p:spPr bwMode="auto">
              <a:xfrm>
                <a:off x="2973" y="2341"/>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6628" name="Text Box 39">
            <a:extLst>
              <a:ext uri="{FF2B5EF4-FFF2-40B4-BE49-F238E27FC236}">
                <a16:creationId xmlns:a16="http://schemas.microsoft.com/office/drawing/2014/main" id="{D8890054-C363-8123-0B67-4CFFA55A0549}"/>
              </a:ext>
            </a:extLst>
          </p:cNvPr>
          <p:cNvSpPr txBox="1">
            <a:spLocks noChangeArrowheads="1"/>
          </p:cNvSpPr>
          <p:nvPr/>
        </p:nvSpPr>
        <p:spPr bwMode="auto">
          <a:xfrm>
            <a:off x="6248400" y="4953001"/>
            <a:ext cx="370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If wire delay &lt; inverter delay</a:t>
            </a:r>
            <a:endParaRPr lang="ru-RU" altLang="en-US" sz="2000"/>
          </a:p>
        </p:txBody>
      </p:sp>
      <p:sp>
        <p:nvSpPr>
          <p:cNvPr id="25" name="Title 3">
            <a:extLst>
              <a:ext uri="{FF2B5EF4-FFF2-40B4-BE49-F238E27FC236}">
                <a16:creationId xmlns:a16="http://schemas.microsoft.com/office/drawing/2014/main" id="{E870B68B-05B7-402E-B080-EAF7445D5A9F}"/>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 name="Title 2">
            <a:extLst>
              <a:ext uri="{FF2B5EF4-FFF2-40B4-BE49-F238E27FC236}">
                <a16:creationId xmlns:a16="http://schemas.microsoft.com/office/drawing/2014/main" id="{A02AA968-76AB-C57E-2B04-47C2BDB95087}"/>
              </a:ext>
            </a:extLst>
          </p:cNvPr>
          <p:cNvSpPr>
            <a:spLocks noGrp="1"/>
          </p:cNvSpPr>
          <p:nvPr>
            <p:ph type="title"/>
          </p:nvPr>
        </p:nvSpPr>
        <p:spPr/>
        <p:txBody>
          <a:bodyPr>
            <a:normAutofit/>
          </a:bodyPr>
          <a:lstStyle/>
          <a:p>
            <a:r>
              <a:rPr lang="en-US" dirty="0"/>
              <a:t>Logical (Timing) Hazards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a:extLst>
              <a:ext uri="{FF2B5EF4-FFF2-40B4-BE49-F238E27FC236}">
                <a16:creationId xmlns:a16="http://schemas.microsoft.com/office/drawing/2014/main" id="{A5073E1D-9540-FC26-466F-D98132EC9962}"/>
              </a:ext>
            </a:extLst>
          </p:cNvPr>
          <p:cNvSpPr>
            <a:spLocks noGrp="1" noChangeArrowheads="1"/>
          </p:cNvSpPr>
          <p:nvPr>
            <p:ph type="title"/>
          </p:nvPr>
        </p:nvSpPr>
        <p:spPr/>
        <p:txBody>
          <a:bodyPr>
            <a:normAutofit/>
          </a:bodyPr>
          <a:lstStyle/>
          <a:p>
            <a:r>
              <a:rPr lang="en-US" altLang="en-US" dirty="0"/>
              <a:t>Logical (Timing) Hazards (2)</a:t>
            </a:r>
          </a:p>
        </p:txBody>
      </p:sp>
      <p:sp>
        <p:nvSpPr>
          <p:cNvPr id="27651" name="Content Placeholder 3">
            <a:extLst>
              <a:ext uri="{FF2B5EF4-FFF2-40B4-BE49-F238E27FC236}">
                <a16:creationId xmlns:a16="http://schemas.microsoft.com/office/drawing/2014/main" id="{BB42A63E-E447-47FE-0527-EBA0D816A3F7}"/>
              </a:ext>
            </a:extLst>
          </p:cNvPr>
          <p:cNvSpPr>
            <a:spLocks noGrp="1" noChangeArrowheads="1"/>
          </p:cNvSpPr>
          <p:nvPr>
            <p:ph type="body" sz="quarter" idx="10"/>
          </p:nvPr>
        </p:nvSpPr>
        <p:spPr/>
        <p:txBody>
          <a:bodyPr/>
          <a:lstStyle/>
          <a:p>
            <a:r>
              <a:rPr lang="en-US" altLang="en-US" dirty="0"/>
              <a:t>Definition 1:</a:t>
            </a:r>
          </a:p>
          <a:p>
            <a:r>
              <a:rPr lang="en-US" altLang="en-US" dirty="0"/>
              <a:t>Combinational circuit has logical static hazard by changing input  set from A to B if:</a:t>
            </a:r>
          </a:p>
          <a:p>
            <a:pPr lvl="1"/>
            <a:r>
              <a:rPr lang="en-US" altLang="en-US" dirty="0"/>
              <a:t>f(A) = f(B)</a:t>
            </a:r>
          </a:p>
          <a:p>
            <a:pPr lvl="1"/>
            <a:r>
              <a:rPr lang="en-US" altLang="en-US" dirty="0"/>
              <a:t>There aren’t essential static hazards between sets A and B in the output circuit may occur single hazard 0</a:t>
            </a:r>
            <a:r>
              <a:rPr lang="en-US" altLang="en-US" dirty="0">
                <a:sym typeface="Symbol" panose="05050102010706020507" pitchFamily="18" charset="2"/>
              </a:rPr>
              <a:t>1 0 or 1  0 1.</a:t>
            </a:r>
          </a:p>
          <a:p>
            <a:r>
              <a:rPr lang="en-US" altLang="en-US" dirty="0"/>
              <a:t>Definition 2:</a:t>
            </a:r>
          </a:p>
          <a:p>
            <a:r>
              <a:rPr lang="en-US" altLang="en-US" dirty="0"/>
              <a:t>Combinational circuit has logical dynamic hazard by changing input set from A to B if:</a:t>
            </a:r>
          </a:p>
          <a:p>
            <a:pPr lvl="1"/>
            <a:r>
              <a:rPr lang="en-US" altLang="en-US" dirty="0"/>
              <a:t>f(A) </a:t>
            </a:r>
            <a:r>
              <a:rPr lang="en-US" altLang="en-US" dirty="0">
                <a:sym typeface="Symbol" panose="05050102010706020507" pitchFamily="18" charset="2"/>
              </a:rPr>
              <a:t></a:t>
            </a:r>
            <a:r>
              <a:rPr lang="en-US" altLang="en-US" dirty="0"/>
              <a:t> f(B)</a:t>
            </a:r>
          </a:p>
          <a:p>
            <a:pPr lvl="1"/>
            <a:r>
              <a:rPr lang="en-US" altLang="en-US" dirty="0"/>
              <a:t>There aren’t essential dynamic hazards between sets A and B in the output circuit may occur multiple hazards 0</a:t>
            </a:r>
            <a:r>
              <a:rPr lang="en-US" altLang="en-US" dirty="0">
                <a:sym typeface="Symbol" panose="05050102010706020507" pitchFamily="18" charset="2"/>
              </a:rPr>
              <a:t>1 0  1 or 1  0 1 0.</a:t>
            </a:r>
            <a:endParaRPr lang="en-US" altLang="en-US" dirty="0"/>
          </a:p>
          <a:p>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5">
            <a:extLst>
              <a:ext uri="{FF2B5EF4-FFF2-40B4-BE49-F238E27FC236}">
                <a16:creationId xmlns:a16="http://schemas.microsoft.com/office/drawing/2014/main" id="{499B8506-1DEB-1078-7253-F586D8C0C70C}"/>
              </a:ext>
            </a:extLst>
          </p:cNvPr>
          <p:cNvSpPr>
            <a:spLocks noGrp="1" noChangeArrowheads="1"/>
          </p:cNvSpPr>
          <p:nvPr>
            <p:ph type="title"/>
          </p:nvPr>
        </p:nvSpPr>
        <p:spPr/>
        <p:txBody>
          <a:bodyPr>
            <a:normAutofit/>
          </a:bodyPr>
          <a:lstStyle/>
          <a:p>
            <a:r>
              <a:rPr lang="en-US" altLang="en-US" dirty="0"/>
              <a:t>Static Hazard: Example 1 </a:t>
            </a:r>
          </a:p>
        </p:txBody>
      </p:sp>
      <p:sp>
        <p:nvSpPr>
          <p:cNvPr id="28675" name="Content Placeholder 3">
            <a:extLst>
              <a:ext uri="{FF2B5EF4-FFF2-40B4-BE49-F238E27FC236}">
                <a16:creationId xmlns:a16="http://schemas.microsoft.com/office/drawing/2014/main" id="{6C07D4A5-E31E-D4AC-5614-BB595C71611D}"/>
              </a:ext>
            </a:extLst>
          </p:cNvPr>
          <p:cNvSpPr>
            <a:spLocks noGrp="1" noChangeArrowheads="1"/>
          </p:cNvSpPr>
          <p:nvPr>
            <p:ph type="body" sz="quarter" idx="10"/>
          </p:nvPr>
        </p:nvSpPr>
        <p:spPr/>
        <p:txBody>
          <a:bodyPr/>
          <a:lstStyle/>
          <a:p>
            <a:endParaRPr lang="en-US" altLang="en-US" sz="2200" dirty="0"/>
          </a:p>
          <a:p>
            <a:endParaRPr lang="en-US" altLang="en-US" sz="2200" dirty="0"/>
          </a:p>
          <a:p>
            <a:endParaRPr lang="en-US" altLang="en-US" sz="2200" dirty="0"/>
          </a:p>
          <a:p>
            <a:pPr marL="0" indent="0">
              <a:buNone/>
            </a:pPr>
            <a:endParaRPr lang="en-US" altLang="en-US" sz="2200" dirty="0"/>
          </a:p>
          <a:p>
            <a:pPr marL="0" indent="0">
              <a:buNone/>
            </a:pPr>
            <a:endParaRPr lang="en-US" altLang="en-US" sz="2200" dirty="0"/>
          </a:p>
          <a:p>
            <a:endParaRPr lang="en-US" altLang="en-US" sz="2200" dirty="0"/>
          </a:p>
          <a:p>
            <a:r>
              <a:rPr lang="en-US" altLang="en-US" sz="2200" dirty="0"/>
              <a:t>Each gate has delay (marked as</a:t>
            </a:r>
            <a:r>
              <a:rPr lang="ru-RU" altLang="en-US" sz="2200" dirty="0"/>
              <a:t> </a:t>
            </a:r>
            <a:r>
              <a:rPr lang="ru-RU" altLang="en-US" sz="2200" dirty="0">
                <a:sym typeface="Symbol" panose="05050102010706020507" pitchFamily="18" charset="2"/>
              </a:rPr>
              <a:t></a:t>
            </a:r>
            <a:r>
              <a:rPr lang="ru-RU" altLang="en-US" sz="2200" dirty="0"/>
              <a:t>1, </a:t>
            </a:r>
            <a:r>
              <a:rPr lang="ru-RU" altLang="en-US" sz="2200" dirty="0">
                <a:sym typeface="Symbol" panose="05050102010706020507" pitchFamily="18" charset="2"/>
              </a:rPr>
              <a:t></a:t>
            </a:r>
            <a:r>
              <a:rPr lang="ru-RU" altLang="en-US" sz="2200" dirty="0"/>
              <a:t>2, </a:t>
            </a:r>
            <a:r>
              <a:rPr lang="ru-RU" altLang="en-US" sz="2200" dirty="0">
                <a:sym typeface="Symbol" panose="05050102010706020507" pitchFamily="18" charset="2"/>
              </a:rPr>
              <a:t></a:t>
            </a:r>
            <a:r>
              <a:rPr lang="ru-RU" altLang="en-US" sz="2200" dirty="0"/>
              <a:t>3).</a:t>
            </a:r>
            <a:endParaRPr lang="en-US" altLang="en-US" sz="2200" dirty="0"/>
          </a:p>
          <a:p>
            <a:r>
              <a:rPr lang="en-US" altLang="en-US" sz="2200" dirty="0"/>
              <a:t>Let input set (collection) be </a:t>
            </a:r>
            <a:r>
              <a:rPr lang="ru-RU" altLang="en-US" sz="2200" dirty="0"/>
              <a:t> 010.  </a:t>
            </a:r>
            <a:r>
              <a:rPr lang="en-US" altLang="en-US" sz="2200" dirty="0"/>
              <a:t>Output signal is 1.</a:t>
            </a:r>
          </a:p>
          <a:p>
            <a:r>
              <a:rPr lang="en-US" altLang="en-US" sz="2200" dirty="0"/>
              <a:t>At changing input set from</a:t>
            </a:r>
            <a:r>
              <a:rPr lang="ru-RU" altLang="en-US" sz="2200" dirty="0"/>
              <a:t>  010 </a:t>
            </a:r>
            <a:r>
              <a:rPr lang="en-US" altLang="en-US" sz="2200" dirty="0"/>
              <a:t>to</a:t>
            </a:r>
            <a:r>
              <a:rPr lang="ru-RU" altLang="en-US" sz="2200" dirty="0"/>
              <a:t> 011 </a:t>
            </a:r>
            <a:r>
              <a:rPr lang="en-US" altLang="en-US" sz="2200" dirty="0"/>
              <a:t>short-time signal (glitch) equal to 0 occurs at the output if</a:t>
            </a:r>
            <a:r>
              <a:rPr lang="ru-RU" altLang="en-US" sz="2200" dirty="0"/>
              <a:t> </a:t>
            </a:r>
            <a:r>
              <a:rPr lang="ru-RU" altLang="en-US" sz="2200" dirty="0">
                <a:sym typeface="Symbol" panose="05050102010706020507" pitchFamily="18" charset="2"/>
              </a:rPr>
              <a:t></a:t>
            </a:r>
            <a:r>
              <a:rPr lang="ru-RU" altLang="en-US" sz="2200" dirty="0"/>
              <a:t>1&lt;</a:t>
            </a:r>
            <a:r>
              <a:rPr lang="ru-RU" altLang="en-US" sz="2200" dirty="0">
                <a:sym typeface="Symbol" panose="05050102010706020507" pitchFamily="18" charset="2"/>
              </a:rPr>
              <a:t></a:t>
            </a:r>
            <a:r>
              <a:rPr lang="ru-RU" altLang="en-US" sz="2200" dirty="0"/>
              <a:t>2.</a:t>
            </a:r>
            <a:endParaRPr lang="en-US" altLang="en-US" sz="2200" dirty="0"/>
          </a:p>
          <a:p>
            <a:r>
              <a:rPr lang="en-US" altLang="en-US" sz="2200" dirty="0"/>
              <a:t>It is static -1 hazard.</a:t>
            </a:r>
          </a:p>
          <a:p>
            <a:endParaRPr lang="en-US" altLang="en-US" sz="2200" dirty="0"/>
          </a:p>
        </p:txBody>
      </p:sp>
      <p:sp>
        <p:nvSpPr>
          <p:cNvPr id="28676" name="Text Box 61">
            <a:extLst>
              <a:ext uri="{FF2B5EF4-FFF2-40B4-BE49-F238E27FC236}">
                <a16:creationId xmlns:a16="http://schemas.microsoft.com/office/drawing/2014/main" id="{2857FD91-8C84-A812-2B60-FDA61FDA43DE}"/>
              </a:ext>
            </a:extLst>
          </p:cNvPr>
          <p:cNvSpPr txBox="1">
            <a:spLocks noChangeArrowheads="1"/>
          </p:cNvSpPr>
          <p:nvPr/>
        </p:nvSpPr>
        <p:spPr bwMode="auto">
          <a:xfrm>
            <a:off x="2133600" y="1304925"/>
            <a:ext cx="3348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00FF"/>
                </a:solidFill>
              </a:rPr>
              <a:t>Y = </a:t>
            </a:r>
            <a:r>
              <a:rPr lang="en-US" altLang="en-US" sz="2400">
                <a:solidFill>
                  <a:srgbClr val="0000FF"/>
                </a:solidFill>
                <a:sym typeface="Symbol" panose="05050102010706020507" pitchFamily="18" charset="2"/>
              </a:rPr>
              <a:t>x</a:t>
            </a:r>
            <a:r>
              <a:rPr lang="en-US" altLang="en-US" sz="2400" baseline="-25000">
                <a:solidFill>
                  <a:srgbClr val="0000FF"/>
                </a:solidFill>
                <a:sym typeface="Symbol" panose="05050102010706020507" pitchFamily="18" charset="2"/>
              </a:rPr>
              <a:t>1</a:t>
            </a:r>
            <a:r>
              <a:rPr lang="en-US" altLang="en-US" sz="2400">
                <a:solidFill>
                  <a:srgbClr val="0000FF"/>
                </a:solidFill>
                <a:sym typeface="Symbol" panose="05050102010706020507" pitchFamily="18" charset="2"/>
              </a:rPr>
              <a:t>x</a:t>
            </a:r>
            <a:r>
              <a:rPr lang="en-US" altLang="en-US" sz="2400" baseline="-25000">
                <a:solidFill>
                  <a:srgbClr val="0000FF"/>
                </a:solidFill>
                <a:sym typeface="Symbol" panose="05050102010706020507" pitchFamily="18" charset="2"/>
              </a:rPr>
              <a:t>3</a:t>
            </a:r>
            <a:r>
              <a:rPr lang="en-US" altLang="en-US" sz="2400">
                <a:solidFill>
                  <a:srgbClr val="0000FF"/>
                </a:solidFill>
                <a:sym typeface="Symbol" panose="05050102010706020507" pitchFamily="18" charset="2"/>
              </a:rPr>
              <a:t> + x</a:t>
            </a:r>
            <a:r>
              <a:rPr lang="en-US" altLang="en-US" sz="2400" baseline="-25000">
                <a:solidFill>
                  <a:srgbClr val="0000FF"/>
                </a:solidFill>
                <a:sym typeface="Symbol" panose="05050102010706020507" pitchFamily="18" charset="2"/>
              </a:rPr>
              <a:t>2 </a:t>
            </a:r>
            <a:r>
              <a:rPr lang="en-US" altLang="en-US" sz="2400">
                <a:solidFill>
                  <a:srgbClr val="0000FF"/>
                </a:solidFill>
                <a:sym typeface="Symbol" panose="05050102010706020507" pitchFamily="18" charset="2"/>
              </a:rPr>
              <a:t>x</a:t>
            </a:r>
            <a:r>
              <a:rPr lang="en-US" altLang="en-US" sz="2400" baseline="-25000">
                <a:solidFill>
                  <a:srgbClr val="0000FF"/>
                </a:solidFill>
                <a:sym typeface="Symbol" panose="05050102010706020507" pitchFamily="18" charset="2"/>
              </a:rPr>
              <a:t>3</a:t>
            </a:r>
            <a:endParaRPr lang="en-US" altLang="en-US" sz="2400">
              <a:solidFill>
                <a:srgbClr val="0000FF"/>
              </a:solidFill>
              <a:sym typeface="Symbol" panose="05050102010706020507" pitchFamily="18" charset="2"/>
            </a:endParaRPr>
          </a:p>
        </p:txBody>
      </p:sp>
      <p:grpSp>
        <p:nvGrpSpPr>
          <p:cNvPr id="28677" name="Group 31">
            <a:extLst>
              <a:ext uri="{FF2B5EF4-FFF2-40B4-BE49-F238E27FC236}">
                <a16:creationId xmlns:a16="http://schemas.microsoft.com/office/drawing/2014/main" id="{29152CB4-FED2-148C-F757-07794975422E}"/>
              </a:ext>
            </a:extLst>
          </p:cNvPr>
          <p:cNvGrpSpPr>
            <a:grpSpLocks/>
          </p:cNvGrpSpPr>
          <p:nvPr/>
        </p:nvGrpSpPr>
        <p:grpSpPr bwMode="auto">
          <a:xfrm>
            <a:off x="3276601" y="1803400"/>
            <a:ext cx="5446713" cy="2159000"/>
            <a:chOff x="1104" y="1034"/>
            <a:chExt cx="3431" cy="1360"/>
          </a:xfrm>
        </p:grpSpPr>
        <p:sp>
          <p:nvSpPr>
            <p:cNvPr id="28678" name="Text Box 20">
              <a:extLst>
                <a:ext uri="{FF2B5EF4-FFF2-40B4-BE49-F238E27FC236}">
                  <a16:creationId xmlns:a16="http://schemas.microsoft.com/office/drawing/2014/main" id="{204B72DD-3B6D-C331-B893-D46BEC4D5AAB}"/>
                </a:ext>
              </a:extLst>
            </p:cNvPr>
            <p:cNvSpPr txBox="1">
              <a:spLocks noChangeArrowheads="1"/>
            </p:cNvSpPr>
            <p:nvPr/>
          </p:nvSpPr>
          <p:spPr bwMode="auto">
            <a:xfrm>
              <a:off x="1104" y="1034"/>
              <a:ext cx="751"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2000"/>
            </a:p>
            <a:p>
              <a:r>
                <a:rPr lang="en-US" altLang="en-US" sz="2000">
                  <a:sym typeface="Symbol" panose="05050102010706020507" pitchFamily="18" charset="2"/>
                </a:rPr>
                <a:t>x</a:t>
              </a:r>
              <a:r>
                <a:rPr lang="en-US" altLang="en-US" sz="2000" baseline="-25000">
                  <a:sym typeface="Symbol" panose="05050102010706020507" pitchFamily="18" charset="2"/>
                </a:rPr>
                <a:t>1</a:t>
              </a:r>
              <a:r>
                <a:rPr lang="en-US" altLang="en-US" sz="2000"/>
                <a:t>   1</a:t>
              </a:r>
            </a:p>
            <a:p>
              <a:r>
                <a:rPr lang="en-US" altLang="en-US" sz="2000">
                  <a:sym typeface="Symbol" panose="05050102010706020507" pitchFamily="18" charset="2"/>
                </a:rPr>
                <a:t></a:t>
              </a:r>
              <a:r>
                <a:rPr lang="en-US" altLang="en-US" sz="2000"/>
                <a:t>x</a:t>
              </a:r>
              <a:r>
                <a:rPr lang="en-US" altLang="en-US" sz="2000" baseline="-25000"/>
                <a:t>3</a:t>
              </a:r>
              <a:r>
                <a:rPr lang="en-US" altLang="en-US" sz="2000"/>
                <a:t>   </a:t>
              </a:r>
              <a:r>
                <a:rPr lang="ru-RU" altLang="en-US" sz="2000"/>
                <a:t>1</a:t>
              </a:r>
              <a:endParaRPr lang="en-US" altLang="en-US" sz="2000"/>
            </a:p>
            <a:p>
              <a:r>
                <a:rPr lang="en-US" altLang="en-US" sz="2000"/>
                <a:t>      </a:t>
              </a:r>
            </a:p>
            <a:p>
              <a:endParaRPr lang="en-US" altLang="en-US" sz="2000" baseline="-25000"/>
            </a:p>
            <a:p>
              <a:r>
                <a:rPr lang="en-US" altLang="en-US" sz="2000"/>
                <a:t>  x</a:t>
              </a:r>
              <a:r>
                <a:rPr lang="en-US" altLang="en-US" sz="2000" baseline="-25000"/>
                <a:t>2</a:t>
              </a:r>
              <a:r>
                <a:rPr lang="en-US" altLang="en-US" sz="2000"/>
                <a:t>   1</a:t>
              </a:r>
            </a:p>
            <a:p>
              <a:r>
                <a:rPr lang="en-US" altLang="en-US" sz="2000"/>
                <a:t>  x</a:t>
              </a:r>
              <a:r>
                <a:rPr lang="en-US" altLang="en-US" sz="2000" baseline="-25000"/>
                <a:t>3</a:t>
              </a:r>
              <a:r>
                <a:rPr lang="en-US" altLang="en-US" sz="2000"/>
                <a:t>   0</a:t>
              </a:r>
            </a:p>
          </p:txBody>
        </p:sp>
        <p:sp>
          <p:nvSpPr>
            <p:cNvPr id="28679" name="Text Box 23">
              <a:extLst>
                <a:ext uri="{FF2B5EF4-FFF2-40B4-BE49-F238E27FC236}">
                  <a16:creationId xmlns:a16="http://schemas.microsoft.com/office/drawing/2014/main" id="{F68BA38D-4F7D-475F-4F36-FF7E9AE6F4E3}"/>
                </a:ext>
              </a:extLst>
            </p:cNvPr>
            <p:cNvSpPr txBox="1">
              <a:spLocks noChangeArrowheads="1"/>
            </p:cNvSpPr>
            <p:nvPr/>
          </p:nvSpPr>
          <p:spPr bwMode="auto">
            <a:xfrm>
              <a:off x="3552" y="1548"/>
              <a:ext cx="98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  1</a:t>
              </a:r>
              <a:r>
                <a:rPr lang="en-US" altLang="en-US">
                  <a:sym typeface="Symbol" panose="05050102010706020507" pitchFamily="18" charset="2"/>
                </a:rPr>
                <a:t></a:t>
              </a:r>
              <a:r>
                <a:rPr lang="en-US" altLang="en-US"/>
                <a:t> 0</a:t>
              </a:r>
              <a:r>
                <a:rPr lang="en-US" altLang="en-US">
                  <a:sym typeface="Symbol" panose="05050102010706020507" pitchFamily="18" charset="2"/>
                </a:rPr>
                <a:t></a:t>
              </a:r>
              <a:r>
                <a:rPr lang="en-US" altLang="en-US"/>
                <a:t> 1 </a:t>
              </a:r>
            </a:p>
            <a:p>
              <a:r>
                <a:rPr lang="en-US" altLang="en-US"/>
                <a:t>  y</a:t>
              </a:r>
            </a:p>
          </p:txBody>
        </p:sp>
        <p:sp>
          <p:nvSpPr>
            <p:cNvPr id="11" name="Text Box 24">
              <a:extLst>
                <a:ext uri="{FF2B5EF4-FFF2-40B4-BE49-F238E27FC236}">
                  <a16:creationId xmlns:a16="http://schemas.microsoft.com/office/drawing/2014/main" id="{5B157830-5F01-4F6E-8353-904C52B39840}"/>
                </a:ext>
              </a:extLst>
            </p:cNvPr>
            <p:cNvSpPr txBox="1">
              <a:spLocks noChangeArrowheads="1"/>
            </p:cNvSpPr>
            <p:nvPr/>
          </p:nvSpPr>
          <p:spPr bwMode="auto">
            <a:xfrm>
              <a:off x="2177" y="1046"/>
              <a:ext cx="371" cy="298"/>
            </a:xfrm>
            <a:prstGeom prst="rect">
              <a:avLst/>
            </a:prstGeom>
            <a:noFill/>
            <a:ln w="28575">
              <a:noFill/>
              <a:miter lim="800000"/>
              <a:headEnd/>
              <a:tailEnd/>
            </a:ln>
          </p:spPr>
          <p:txBody>
            <a:bodyPr/>
            <a:lstStyle/>
            <a:p>
              <a:pPr>
                <a:defRPr/>
              </a:pPr>
              <a:r>
                <a:rPr lang="en-US" sz="2000" dirty="0">
                  <a:sym typeface="Symbol" pitchFamily="18" charset="2"/>
                </a:rPr>
                <a:t></a:t>
              </a:r>
              <a:r>
                <a:rPr lang="en-US" sz="2000" baseline="-25000" dirty="0"/>
                <a:t>1</a:t>
              </a:r>
              <a:r>
                <a:rPr lang="en-US" sz="2000" dirty="0"/>
                <a:t>     </a:t>
              </a:r>
            </a:p>
            <a:p>
              <a:pPr>
                <a:defRPr/>
              </a:pPr>
              <a:r>
                <a:rPr lang="en-US" sz="2000" dirty="0"/>
                <a:t>         </a:t>
              </a:r>
            </a:p>
          </p:txBody>
        </p:sp>
        <p:grpSp>
          <p:nvGrpSpPr>
            <p:cNvPr id="28681" name="Group 30">
              <a:extLst>
                <a:ext uri="{FF2B5EF4-FFF2-40B4-BE49-F238E27FC236}">
                  <a16:creationId xmlns:a16="http://schemas.microsoft.com/office/drawing/2014/main" id="{658408AA-0958-92CB-D671-2A6A3EB2F4CC}"/>
                </a:ext>
              </a:extLst>
            </p:cNvPr>
            <p:cNvGrpSpPr>
              <a:grpSpLocks/>
            </p:cNvGrpSpPr>
            <p:nvPr/>
          </p:nvGrpSpPr>
          <p:grpSpPr bwMode="auto">
            <a:xfrm>
              <a:off x="1805" y="1196"/>
              <a:ext cx="2075" cy="1139"/>
              <a:chOff x="1805" y="1196"/>
              <a:chExt cx="2075" cy="1139"/>
            </a:xfrm>
          </p:grpSpPr>
          <p:sp>
            <p:nvSpPr>
              <p:cNvPr id="13" name="Line 9">
                <a:extLst>
                  <a:ext uri="{FF2B5EF4-FFF2-40B4-BE49-F238E27FC236}">
                    <a16:creationId xmlns:a16="http://schemas.microsoft.com/office/drawing/2014/main" id="{CE85AB0B-2AC2-474A-9BDA-B406B9517B9F}"/>
                  </a:ext>
                </a:extLst>
              </p:cNvPr>
              <p:cNvSpPr>
                <a:spLocks noChangeShapeType="1"/>
              </p:cNvSpPr>
              <p:nvPr/>
            </p:nvSpPr>
            <p:spPr bwMode="auto">
              <a:xfrm flipV="1">
                <a:off x="2400" y="1444"/>
                <a:ext cx="441" cy="0"/>
              </a:xfrm>
              <a:prstGeom prst="line">
                <a:avLst/>
              </a:prstGeom>
              <a:noFill/>
              <a:ln w="25400">
                <a:solidFill>
                  <a:srgbClr val="000000"/>
                </a:solidFill>
                <a:round/>
                <a:headEnd/>
                <a:tailEnd/>
              </a:ln>
            </p:spPr>
            <p:txBody>
              <a:bodyPr/>
              <a:lstStyle/>
              <a:p>
                <a:pPr eaLnBrk="1" hangingPunct="1">
                  <a:defRPr/>
                </a:pPr>
                <a:endParaRPr lang="en-US" dirty="0"/>
              </a:p>
            </p:txBody>
          </p:sp>
          <p:sp>
            <p:nvSpPr>
              <p:cNvPr id="14" name="Line 10">
                <a:extLst>
                  <a:ext uri="{FF2B5EF4-FFF2-40B4-BE49-F238E27FC236}">
                    <a16:creationId xmlns:a16="http://schemas.microsoft.com/office/drawing/2014/main" id="{2F325C87-F60A-4CD7-8789-1DC99DC3B32B}"/>
                  </a:ext>
                </a:extLst>
              </p:cNvPr>
              <p:cNvSpPr>
                <a:spLocks noChangeShapeType="1"/>
              </p:cNvSpPr>
              <p:nvPr/>
            </p:nvSpPr>
            <p:spPr bwMode="auto">
              <a:xfrm>
                <a:off x="2495" y="2139"/>
                <a:ext cx="357" cy="0"/>
              </a:xfrm>
              <a:prstGeom prst="line">
                <a:avLst/>
              </a:prstGeom>
              <a:noFill/>
              <a:ln w="25400">
                <a:solidFill>
                  <a:srgbClr val="000000"/>
                </a:solidFill>
                <a:round/>
                <a:headEnd/>
                <a:tailEnd/>
              </a:ln>
            </p:spPr>
            <p:txBody>
              <a:bodyPr/>
              <a:lstStyle/>
              <a:p>
                <a:pPr eaLnBrk="1" hangingPunct="1">
                  <a:defRPr/>
                </a:pPr>
                <a:endParaRPr lang="en-US" dirty="0"/>
              </a:p>
            </p:txBody>
          </p:sp>
          <p:sp>
            <p:nvSpPr>
              <p:cNvPr id="15" name="Line 11">
                <a:extLst>
                  <a:ext uri="{FF2B5EF4-FFF2-40B4-BE49-F238E27FC236}">
                    <a16:creationId xmlns:a16="http://schemas.microsoft.com/office/drawing/2014/main" id="{662526A2-1D62-415C-B162-609BEA6B46B8}"/>
                  </a:ext>
                </a:extLst>
              </p:cNvPr>
              <p:cNvSpPr>
                <a:spLocks noChangeShapeType="1"/>
              </p:cNvSpPr>
              <p:nvPr/>
            </p:nvSpPr>
            <p:spPr bwMode="auto">
              <a:xfrm>
                <a:off x="2843" y="1444"/>
                <a:ext cx="0" cy="259"/>
              </a:xfrm>
              <a:prstGeom prst="line">
                <a:avLst/>
              </a:prstGeom>
              <a:noFill/>
              <a:ln w="25400">
                <a:solidFill>
                  <a:srgbClr val="000000"/>
                </a:solidFill>
                <a:round/>
                <a:headEnd/>
                <a:tailEnd/>
              </a:ln>
            </p:spPr>
            <p:txBody>
              <a:bodyPr/>
              <a:lstStyle/>
              <a:p>
                <a:pPr eaLnBrk="1" hangingPunct="1">
                  <a:defRPr/>
                </a:pPr>
                <a:endParaRPr lang="en-US" dirty="0"/>
              </a:p>
            </p:txBody>
          </p:sp>
          <p:sp>
            <p:nvSpPr>
              <p:cNvPr id="16" name="Line 13">
                <a:extLst>
                  <a:ext uri="{FF2B5EF4-FFF2-40B4-BE49-F238E27FC236}">
                    <a16:creationId xmlns:a16="http://schemas.microsoft.com/office/drawing/2014/main" id="{861229E1-8DE8-459B-9096-4E9921DB5149}"/>
                  </a:ext>
                </a:extLst>
              </p:cNvPr>
              <p:cNvSpPr>
                <a:spLocks noChangeShapeType="1"/>
              </p:cNvSpPr>
              <p:nvPr/>
            </p:nvSpPr>
            <p:spPr bwMode="auto">
              <a:xfrm>
                <a:off x="2839" y="1706"/>
                <a:ext cx="271" cy="0"/>
              </a:xfrm>
              <a:prstGeom prst="line">
                <a:avLst/>
              </a:prstGeom>
              <a:noFill/>
              <a:ln w="25400">
                <a:solidFill>
                  <a:srgbClr val="000000"/>
                </a:solidFill>
                <a:round/>
                <a:headEnd/>
                <a:tailEnd/>
              </a:ln>
            </p:spPr>
            <p:txBody>
              <a:bodyPr/>
              <a:lstStyle/>
              <a:p>
                <a:pPr eaLnBrk="1" hangingPunct="1">
                  <a:defRPr/>
                </a:pPr>
                <a:endParaRPr lang="en-US" dirty="0"/>
              </a:p>
            </p:txBody>
          </p:sp>
          <p:sp>
            <p:nvSpPr>
              <p:cNvPr id="17" name="Line 15">
                <a:extLst>
                  <a:ext uri="{FF2B5EF4-FFF2-40B4-BE49-F238E27FC236}">
                    <a16:creationId xmlns:a16="http://schemas.microsoft.com/office/drawing/2014/main" id="{6F2CCD4F-3F0D-4D3B-8C58-82AA71974FFC}"/>
                  </a:ext>
                </a:extLst>
              </p:cNvPr>
              <p:cNvSpPr>
                <a:spLocks noChangeShapeType="1"/>
              </p:cNvSpPr>
              <p:nvPr/>
            </p:nvSpPr>
            <p:spPr bwMode="auto">
              <a:xfrm>
                <a:off x="3446" y="1777"/>
                <a:ext cx="434" cy="0"/>
              </a:xfrm>
              <a:prstGeom prst="line">
                <a:avLst/>
              </a:prstGeom>
              <a:noFill/>
              <a:ln w="28575">
                <a:solidFill>
                  <a:srgbClr val="000000"/>
                </a:solidFill>
                <a:round/>
                <a:headEnd/>
                <a:tailEnd/>
              </a:ln>
            </p:spPr>
            <p:txBody>
              <a:bodyPr/>
              <a:lstStyle/>
              <a:p>
                <a:pPr eaLnBrk="1" hangingPunct="1">
                  <a:defRPr/>
                </a:pPr>
                <a:endParaRPr lang="en-US" dirty="0"/>
              </a:p>
            </p:txBody>
          </p:sp>
          <p:sp>
            <p:nvSpPr>
              <p:cNvPr id="18" name="Line 16">
                <a:extLst>
                  <a:ext uri="{FF2B5EF4-FFF2-40B4-BE49-F238E27FC236}">
                    <a16:creationId xmlns:a16="http://schemas.microsoft.com/office/drawing/2014/main" id="{1B9CAFD1-A560-4C25-B6C9-F7B5EF14FD5D}"/>
                  </a:ext>
                </a:extLst>
              </p:cNvPr>
              <p:cNvSpPr>
                <a:spLocks noChangeShapeType="1"/>
              </p:cNvSpPr>
              <p:nvPr/>
            </p:nvSpPr>
            <p:spPr bwMode="auto">
              <a:xfrm flipH="1">
                <a:off x="1808" y="1363"/>
                <a:ext cx="328" cy="0"/>
              </a:xfrm>
              <a:prstGeom prst="line">
                <a:avLst/>
              </a:prstGeom>
              <a:noFill/>
              <a:ln w="25400">
                <a:solidFill>
                  <a:srgbClr val="000000"/>
                </a:solidFill>
                <a:round/>
                <a:headEnd/>
                <a:tailEnd/>
              </a:ln>
            </p:spPr>
            <p:txBody>
              <a:bodyPr/>
              <a:lstStyle/>
              <a:p>
                <a:pPr eaLnBrk="1" hangingPunct="1">
                  <a:defRPr/>
                </a:pPr>
                <a:endParaRPr lang="en-US" dirty="0"/>
              </a:p>
            </p:txBody>
          </p:sp>
          <p:sp>
            <p:nvSpPr>
              <p:cNvPr id="19" name="Line 17">
                <a:extLst>
                  <a:ext uri="{FF2B5EF4-FFF2-40B4-BE49-F238E27FC236}">
                    <a16:creationId xmlns:a16="http://schemas.microsoft.com/office/drawing/2014/main" id="{464710D0-13FA-4FBC-8EFF-F21EE22E58B4}"/>
                  </a:ext>
                </a:extLst>
              </p:cNvPr>
              <p:cNvSpPr>
                <a:spLocks noChangeShapeType="1"/>
              </p:cNvSpPr>
              <p:nvPr/>
            </p:nvSpPr>
            <p:spPr bwMode="auto">
              <a:xfrm flipH="1">
                <a:off x="1814" y="1560"/>
                <a:ext cx="328" cy="0"/>
              </a:xfrm>
              <a:prstGeom prst="line">
                <a:avLst/>
              </a:prstGeom>
              <a:noFill/>
              <a:ln w="25400">
                <a:solidFill>
                  <a:srgbClr val="000000"/>
                </a:solidFill>
                <a:round/>
                <a:headEnd/>
                <a:tailEnd/>
              </a:ln>
            </p:spPr>
            <p:txBody>
              <a:bodyPr/>
              <a:lstStyle/>
              <a:p>
                <a:pPr eaLnBrk="1" hangingPunct="1">
                  <a:defRPr/>
                </a:pPr>
                <a:endParaRPr lang="en-US" dirty="0"/>
              </a:p>
            </p:txBody>
          </p:sp>
          <p:sp>
            <p:nvSpPr>
              <p:cNvPr id="20" name="Line 18">
                <a:extLst>
                  <a:ext uri="{FF2B5EF4-FFF2-40B4-BE49-F238E27FC236}">
                    <a16:creationId xmlns:a16="http://schemas.microsoft.com/office/drawing/2014/main" id="{EDC29D5D-9C08-432F-8E9C-0354A8A2482F}"/>
                  </a:ext>
                </a:extLst>
              </p:cNvPr>
              <p:cNvSpPr>
                <a:spLocks noChangeShapeType="1"/>
              </p:cNvSpPr>
              <p:nvPr/>
            </p:nvSpPr>
            <p:spPr bwMode="auto">
              <a:xfrm flipH="1">
                <a:off x="1811" y="2053"/>
                <a:ext cx="328" cy="0"/>
              </a:xfrm>
              <a:prstGeom prst="line">
                <a:avLst/>
              </a:prstGeom>
              <a:noFill/>
              <a:ln w="28575">
                <a:solidFill>
                  <a:srgbClr val="000000"/>
                </a:solidFill>
                <a:round/>
                <a:headEnd/>
                <a:tailEnd/>
              </a:ln>
            </p:spPr>
            <p:txBody>
              <a:bodyPr/>
              <a:lstStyle/>
              <a:p>
                <a:pPr eaLnBrk="1" hangingPunct="1">
                  <a:defRPr/>
                </a:pPr>
                <a:endParaRPr lang="en-US" dirty="0"/>
              </a:p>
            </p:txBody>
          </p:sp>
          <p:sp>
            <p:nvSpPr>
              <p:cNvPr id="21" name="Line 19">
                <a:extLst>
                  <a:ext uri="{FF2B5EF4-FFF2-40B4-BE49-F238E27FC236}">
                    <a16:creationId xmlns:a16="http://schemas.microsoft.com/office/drawing/2014/main" id="{1DD536F6-306C-4A7A-86E4-62CACE21467D}"/>
                  </a:ext>
                </a:extLst>
              </p:cNvPr>
              <p:cNvSpPr>
                <a:spLocks noChangeShapeType="1"/>
              </p:cNvSpPr>
              <p:nvPr/>
            </p:nvSpPr>
            <p:spPr bwMode="auto">
              <a:xfrm flipH="1">
                <a:off x="1805" y="2237"/>
                <a:ext cx="328" cy="0"/>
              </a:xfrm>
              <a:prstGeom prst="line">
                <a:avLst/>
              </a:prstGeom>
              <a:noFill/>
              <a:ln w="28575">
                <a:solidFill>
                  <a:srgbClr val="000000"/>
                </a:solidFill>
                <a:round/>
                <a:headEnd/>
                <a:tailEnd/>
              </a:ln>
            </p:spPr>
            <p:txBody>
              <a:bodyPr/>
              <a:lstStyle/>
              <a:p>
                <a:pPr eaLnBrk="1" hangingPunct="1">
                  <a:defRPr/>
                </a:pPr>
                <a:endParaRPr lang="en-US" dirty="0"/>
              </a:p>
            </p:txBody>
          </p:sp>
          <p:sp>
            <p:nvSpPr>
              <p:cNvPr id="22" name="Text Box 25">
                <a:extLst>
                  <a:ext uri="{FF2B5EF4-FFF2-40B4-BE49-F238E27FC236}">
                    <a16:creationId xmlns:a16="http://schemas.microsoft.com/office/drawing/2014/main" id="{D8C51590-6FBD-401A-9A42-462169DC97D0}"/>
                  </a:ext>
                </a:extLst>
              </p:cNvPr>
              <p:cNvSpPr txBox="1">
                <a:spLocks noChangeArrowheads="1"/>
              </p:cNvSpPr>
              <p:nvPr/>
            </p:nvSpPr>
            <p:spPr bwMode="auto">
              <a:xfrm>
                <a:off x="2177" y="1742"/>
                <a:ext cx="371" cy="274"/>
              </a:xfrm>
              <a:prstGeom prst="rect">
                <a:avLst/>
              </a:prstGeom>
              <a:noFill/>
              <a:ln w="28575">
                <a:noFill/>
                <a:miter lim="800000"/>
                <a:headEnd/>
                <a:tailEnd/>
              </a:ln>
            </p:spPr>
            <p:txBody>
              <a:bodyPr/>
              <a:lstStyle/>
              <a:p>
                <a:pPr>
                  <a:defRPr/>
                </a:pPr>
                <a:r>
                  <a:rPr lang="en-US" sz="2000" dirty="0">
                    <a:sym typeface="Symbol" pitchFamily="18" charset="2"/>
                  </a:rPr>
                  <a:t></a:t>
                </a:r>
                <a:r>
                  <a:rPr lang="en-US" sz="2000" baseline="-25000" dirty="0"/>
                  <a:t>2</a:t>
                </a:r>
                <a:r>
                  <a:rPr lang="en-US" sz="2000" dirty="0"/>
                  <a:t>         </a:t>
                </a:r>
              </a:p>
            </p:txBody>
          </p:sp>
          <p:sp>
            <p:nvSpPr>
              <p:cNvPr id="23" name="Text Box 26">
                <a:extLst>
                  <a:ext uri="{FF2B5EF4-FFF2-40B4-BE49-F238E27FC236}">
                    <a16:creationId xmlns:a16="http://schemas.microsoft.com/office/drawing/2014/main" id="{5AF702F8-8A35-4D8E-80C6-F03D799860F3}"/>
                  </a:ext>
                </a:extLst>
              </p:cNvPr>
              <p:cNvSpPr txBox="1">
                <a:spLocks noChangeArrowheads="1"/>
              </p:cNvSpPr>
              <p:nvPr/>
            </p:nvSpPr>
            <p:spPr bwMode="auto">
              <a:xfrm>
                <a:off x="3330" y="1430"/>
                <a:ext cx="307" cy="298"/>
              </a:xfrm>
              <a:prstGeom prst="rect">
                <a:avLst/>
              </a:prstGeom>
              <a:noFill/>
              <a:ln w="28575">
                <a:noFill/>
                <a:miter lim="800000"/>
                <a:headEnd/>
                <a:tailEnd/>
              </a:ln>
            </p:spPr>
            <p:txBody>
              <a:bodyPr/>
              <a:lstStyle/>
              <a:p>
                <a:pPr>
                  <a:defRPr/>
                </a:pPr>
                <a:r>
                  <a:rPr lang="en-US" sz="2000" dirty="0">
                    <a:sym typeface="Symbol" pitchFamily="18" charset="2"/>
                  </a:rPr>
                  <a:t></a:t>
                </a:r>
                <a:r>
                  <a:rPr lang="en-US" sz="2000" baseline="-25000" dirty="0"/>
                  <a:t>3</a:t>
                </a:r>
              </a:p>
            </p:txBody>
          </p:sp>
          <p:sp>
            <p:nvSpPr>
              <p:cNvPr id="24" name="AutoShape 38">
                <a:extLst>
                  <a:ext uri="{FF2B5EF4-FFF2-40B4-BE49-F238E27FC236}">
                    <a16:creationId xmlns:a16="http://schemas.microsoft.com/office/drawing/2014/main" id="{2F8891CA-F800-4D44-98E1-DFBD3A013B87}"/>
                  </a:ext>
                </a:extLst>
              </p:cNvPr>
              <p:cNvSpPr>
                <a:spLocks noChangeArrowheads="1"/>
              </p:cNvSpPr>
              <p:nvPr/>
            </p:nvSpPr>
            <p:spPr bwMode="auto">
              <a:xfrm flipH="1">
                <a:off x="3073" y="1578"/>
                <a:ext cx="364" cy="405"/>
              </a:xfrm>
              <a:prstGeom prst="moon">
                <a:avLst>
                  <a:gd name="adj" fmla="val 84819"/>
                </a:avLst>
              </a:prstGeom>
              <a:solidFill>
                <a:schemeClr val="accent1"/>
              </a:solidFill>
              <a:ln w="25400">
                <a:solidFill>
                  <a:srgbClr val="000000"/>
                </a:solidFill>
                <a:miter lim="800000"/>
                <a:headEnd/>
                <a:tailEnd/>
              </a:ln>
            </p:spPr>
            <p:txBody>
              <a:bodyPr anchor="ctr"/>
              <a:lstStyle/>
              <a:p>
                <a:pPr eaLnBrk="1" hangingPunct="1">
                  <a:defRPr/>
                </a:pPr>
                <a:endParaRPr lang="en-US" dirty="0"/>
              </a:p>
            </p:txBody>
          </p:sp>
          <p:sp>
            <p:nvSpPr>
              <p:cNvPr id="28694" name="Text Box 55">
                <a:extLst>
                  <a:ext uri="{FF2B5EF4-FFF2-40B4-BE49-F238E27FC236}">
                    <a16:creationId xmlns:a16="http://schemas.microsoft.com/office/drawing/2014/main" id="{25516D23-F008-F7EA-6234-A304C3859DE8}"/>
                  </a:ext>
                </a:extLst>
              </p:cNvPr>
              <p:cNvSpPr txBox="1">
                <a:spLocks noChangeArrowheads="1"/>
              </p:cNvSpPr>
              <p:nvPr/>
            </p:nvSpPr>
            <p:spPr bwMode="auto">
              <a:xfrm>
                <a:off x="2475" y="1196"/>
                <a:ext cx="74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ym typeface="Symbol" panose="05050102010706020507" pitchFamily="18" charset="2"/>
                  </a:rPr>
                  <a:t>1</a:t>
                </a:r>
                <a:r>
                  <a:rPr lang="en-US" altLang="en-US"/>
                  <a:t> 0    </a:t>
                </a:r>
              </a:p>
              <a:p>
                <a:r>
                  <a:rPr lang="en-US" altLang="en-US"/>
                  <a:t>         </a:t>
                </a:r>
              </a:p>
            </p:txBody>
          </p:sp>
          <p:sp>
            <p:nvSpPr>
              <p:cNvPr id="28695" name="Text Box 56">
                <a:extLst>
                  <a:ext uri="{FF2B5EF4-FFF2-40B4-BE49-F238E27FC236}">
                    <a16:creationId xmlns:a16="http://schemas.microsoft.com/office/drawing/2014/main" id="{5CA4831A-0161-2A5B-073A-DE61A8706425}"/>
                  </a:ext>
                </a:extLst>
              </p:cNvPr>
              <p:cNvSpPr txBox="1">
                <a:spLocks noChangeArrowheads="1"/>
              </p:cNvSpPr>
              <p:nvPr/>
            </p:nvSpPr>
            <p:spPr bwMode="auto">
              <a:xfrm>
                <a:off x="2443" y="1876"/>
                <a:ext cx="50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ym typeface="Symbol" panose="05050102010706020507" pitchFamily="18" charset="2"/>
                  </a:rPr>
                  <a:t>01</a:t>
                </a:r>
                <a:r>
                  <a:rPr lang="en-US" altLang="en-US"/>
                  <a:t>     </a:t>
                </a:r>
              </a:p>
              <a:p>
                <a:r>
                  <a:rPr lang="en-US" altLang="en-US"/>
                  <a:t>         </a:t>
                </a:r>
              </a:p>
            </p:txBody>
          </p:sp>
          <p:sp>
            <p:nvSpPr>
              <p:cNvPr id="27" name="Line 57">
                <a:extLst>
                  <a:ext uri="{FF2B5EF4-FFF2-40B4-BE49-F238E27FC236}">
                    <a16:creationId xmlns:a16="http://schemas.microsoft.com/office/drawing/2014/main" id="{01DA19C5-935C-4A63-AF39-0823798BC773}"/>
                  </a:ext>
                </a:extLst>
              </p:cNvPr>
              <p:cNvSpPr>
                <a:spLocks noChangeShapeType="1"/>
              </p:cNvSpPr>
              <p:nvPr/>
            </p:nvSpPr>
            <p:spPr bwMode="auto">
              <a:xfrm>
                <a:off x="2853" y="1874"/>
                <a:ext cx="0" cy="259"/>
              </a:xfrm>
              <a:prstGeom prst="line">
                <a:avLst/>
              </a:prstGeom>
              <a:noFill/>
              <a:ln w="25400">
                <a:solidFill>
                  <a:srgbClr val="000000"/>
                </a:solidFill>
                <a:round/>
                <a:headEnd/>
                <a:tailEnd/>
              </a:ln>
            </p:spPr>
            <p:txBody>
              <a:bodyPr/>
              <a:lstStyle/>
              <a:p>
                <a:pPr eaLnBrk="1" hangingPunct="1">
                  <a:defRPr/>
                </a:pPr>
                <a:endParaRPr lang="en-US" dirty="0"/>
              </a:p>
            </p:txBody>
          </p:sp>
          <p:sp>
            <p:nvSpPr>
              <p:cNvPr id="28" name="Line 58">
                <a:extLst>
                  <a:ext uri="{FF2B5EF4-FFF2-40B4-BE49-F238E27FC236}">
                    <a16:creationId xmlns:a16="http://schemas.microsoft.com/office/drawing/2014/main" id="{00A915AE-DA32-4D81-B500-7DBE493B929C}"/>
                  </a:ext>
                </a:extLst>
              </p:cNvPr>
              <p:cNvSpPr>
                <a:spLocks noChangeShapeType="1"/>
              </p:cNvSpPr>
              <p:nvPr/>
            </p:nvSpPr>
            <p:spPr bwMode="auto">
              <a:xfrm>
                <a:off x="2858" y="1880"/>
                <a:ext cx="259" cy="0"/>
              </a:xfrm>
              <a:prstGeom prst="line">
                <a:avLst/>
              </a:prstGeom>
              <a:noFill/>
              <a:ln w="25400">
                <a:solidFill>
                  <a:srgbClr val="000000"/>
                </a:solidFill>
                <a:round/>
                <a:headEnd/>
                <a:tailEnd/>
              </a:ln>
            </p:spPr>
            <p:txBody>
              <a:bodyPr/>
              <a:lstStyle/>
              <a:p>
                <a:pPr eaLnBrk="1" hangingPunct="1">
                  <a:defRPr/>
                </a:pPr>
                <a:endParaRPr lang="en-US" dirty="0"/>
              </a:p>
            </p:txBody>
          </p:sp>
          <p:sp>
            <p:nvSpPr>
              <p:cNvPr id="29" name="Flowchart: Delay 28">
                <a:extLst>
                  <a:ext uri="{FF2B5EF4-FFF2-40B4-BE49-F238E27FC236}">
                    <a16:creationId xmlns:a16="http://schemas.microsoft.com/office/drawing/2014/main" id="{F7A70F10-F0B5-477B-9ACA-32E0107CA38B}"/>
                  </a:ext>
                </a:extLst>
              </p:cNvPr>
              <p:cNvSpPr>
                <a:spLocks noChangeArrowheads="1"/>
              </p:cNvSpPr>
              <p:nvPr/>
            </p:nvSpPr>
            <p:spPr bwMode="auto">
              <a:xfrm>
                <a:off x="2127" y="1279"/>
                <a:ext cx="336" cy="336"/>
              </a:xfrm>
              <a:prstGeom prst="flowChartDelay">
                <a:avLst/>
              </a:prstGeom>
              <a:solidFill>
                <a:schemeClr val="accent1"/>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30" name="Flowchart: Delay 29">
                <a:extLst>
                  <a:ext uri="{FF2B5EF4-FFF2-40B4-BE49-F238E27FC236}">
                    <a16:creationId xmlns:a16="http://schemas.microsoft.com/office/drawing/2014/main" id="{8D87BA1B-E909-4B67-AAFF-03076BE5E5ED}"/>
                  </a:ext>
                </a:extLst>
              </p:cNvPr>
              <p:cNvSpPr>
                <a:spLocks noChangeArrowheads="1"/>
              </p:cNvSpPr>
              <p:nvPr/>
            </p:nvSpPr>
            <p:spPr bwMode="auto">
              <a:xfrm>
                <a:off x="2127" y="1999"/>
                <a:ext cx="384" cy="336"/>
              </a:xfrm>
              <a:prstGeom prst="flowChartDelay">
                <a:avLst/>
              </a:prstGeom>
              <a:solidFill>
                <a:schemeClr val="accent1"/>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5">
            <a:extLst>
              <a:ext uri="{FF2B5EF4-FFF2-40B4-BE49-F238E27FC236}">
                <a16:creationId xmlns:a16="http://schemas.microsoft.com/office/drawing/2014/main" id="{A564B9CA-A46D-F0B9-BB8E-3C01534FFA57}"/>
              </a:ext>
            </a:extLst>
          </p:cNvPr>
          <p:cNvSpPr>
            <a:spLocks noGrp="1" noChangeArrowheads="1"/>
          </p:cNvSpPr>
          <p:nvPr>
            <p:ph type="title"/>
          </p:nvPr>
        </p:nvSpPr>
        <p:spPr/>
        <p:txBody>
          <a:bodyPr/>
          <a:lstStyle/>
          <a:p>
            <a:r>
              <a:rPr lang="en-US" altLang="en-US"/>
              <a:t>Finding Static Hazard Using Karnaugh Maps</a:t>
            </a:r>
          </a:p>
        </p:txBody>
      </p:sp>
      <p:sp>
        <p:nvSpPr>
          <p:cNvPr id="29699" name="Content Placeholder 3">
            <a:extLst>
              <a:ext uri="{FF2B5EF4-FFF2-40B4-BE49-F238E27FC236}">
                <a16:creationId xmlns:a16="http://schemas.microsoft.com/office/drawing/2014/main" id="{8926EA3E-FE4E-CDC5-DEDE-8BFEF25244AF}"/>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endParaRPr lang="en-US" altLang="en-US" dirty="0"/>
          </a:p>
          <a:p>
            <a:r>
              <a:rPr lang="en-US" altLang="en-US" dirty="0"/>
              <a:t>The way to eliminate the hazard:</a:t>
            </a:r>
            <a:r>
              <a:rPr lang="ru-RU" altLang="en-US" dirty="0"/>
              <a:t> </a:t>
            </a:r>
            <a:endParaRPr lang="en-US" altLang="en-US" dirty="0"/>
          </a:p>
          <a:p>
            <a:r>
              <a:rPr lang="en-US" altLang="en-US" dirty="0"/>
              <a:t>Include extra product terms (AND gates) to cover the hazardous input pairs.</a:t>
            </a:r>
          </a:p>
          <a:p>
            <a:r>
              <a:rPr lang="en-US" altLang="en-US" dirty="0"/>
              <a:t>Add consensus term</a:t>
            </a:r>
            <a:r>
              <a:rPr lang="ru-RU" altLang="en-US" dirty="0"/>
              <a:t> </a:t>
            </a:r>
            <a:r>
              <a:rPr lang="ru-RU" altLang="en-US" dirty="0">
                <a:sym typeface="Symbol" panose="05050102010706020507" pitchFamily="18" charset="2"/>
              </a:rPr>
              <a:t></a:t>
            </a:r>
            <a:r>
              <a:rPr lang="en-US" altLang="en-US" dirty="0"/>
              <a:t>x</a:t>
            </a:r>
            <a:r>
              <a:rPr lang="ru-RU" altLang="en-US" dirty="0"/>
              <a:t>1</a:t>
            </a:r>
            <a:r>
              <a:rPr lang="ru-RU" altLang="en-US" dirty="0">
                <a:sym typeface="Symbol" panose="05050102010706020507" pitchFamily="18" charset="2"/>
              </a:rPr>
              <a:t></a:t>
            </a:r>
            <a:r>
              <a:rPr lang="en-US" altLang="en-US" dirty="0"/>
              <a:t>x</a:t>
            </a:r>
            <a:r>
              <a:rPr lang="ru-RU" altLang="en-US" dirty="0"/>
              <a:t>2.</a:t>
            </a:r>
            <a:r>
              <a:rPr lang="en-US" altLang="en-US" dirty="0"/>
              <a:t> Then</a:t>
            </a:r>
            <a:r>
              <a:rPr lang="ru-RU" altLang="en-US" dirty="0"/>
              <a:t> </a:t>
            </a:r>
            <a:r>
              <a:rPr lang="en-US" altLang="en-US" dirty="0"/>
              <a:t>y </a:t>
            </a:r>
            <a:r>
              <a:rPr lang="ru-RU" altLang="en-US" dirty="0"/>
              <a:t>=</a:t>
            </a:r>
            <a:r>
              <a:rPr lang="en-US" altLang="en-US" dirty="0"/>
              <a:t> </a:t>
            </a:r>
            <a:r>
              <a:rPr lang="en-US" altLang="en-US" dirty="0">
                <a:sym typeface="Symbol" panose="05050102010706020507" pitchFamily="18" charset="2"/>
              </a:rPr>
              <a:t></a:t>
            </a:r>
            <a:r>
              <a:rPr lang="en-US" altLang="en-US" dirty="0"/>
              <a:t>x</a:t>
            </a:r>
            <a:r>
              <a:rPr lang="ru-RU" altLang="en-US" dirty="0"/>
              <a:t>1</a:t>
            </a:r>
            <a:r>
              <a:rPr lang="ru-RU" altLang="en-US" dirty="0">
                <a:sym typeface="Symbol" panose="05050102010706020507" pitchFamily="18" charset="2"/>
              </a:rPr>
              <a:t></a:t>
            </a:r>
            <a:r>
              <a:rPr lang="en-US" altLang="en-US" dirty="0"/>
              <a:t>x</a:t>
            </a:r>
            <a:r>
              <a:rPr lang="ru-RU" altLang="en-US" dirty="0"/>
              <a:t>3 </a:t>
            </a:r>
            <a:r>
              <a:rPr lang="en-US" altLang="en-US" dirty="0"/>
              <a:t>+</a:t>
            </a:r>
            <a:r>
              <a:rPr lang="ru-RU" altLang="en-US" dirty="0"/>
              <a:t> </a:t>
            </a:r>
            <a:r>
              <a:rPr lang="en-US" altLang="en-US" dirty="0"/>
              <a:t>x</a:t>
            </a:r>
            <a:r>
              <a:rPr lang="ru-RU" altLang="en-US" dirty="0"/>
              <a:t>2</a:t>
            </a:r>
            <a:r>
              <a:rPr lang="ru-RU" altLang="en-US" dirty="0">
                <a:sym typeface="Symbol" panose="05050102010706020507" pitchFamily="18" charset="2"/>
              </a:rPr>
              <a:t></a:t>
            </a:r>
            <a:r>
              <a:rPr lang="en-US" altLang="en-US" dirty="0"/>
              <a:t>x</a:t>
            </a:r>
            <a:r>
              <a:rPr lang="ru-RU" altLang="en-US" dirty="0"/>
              <a:t>3 </a:t>
            </a:r>
            <a:r>
              <a:rPr lang="en-US" altLang="en-US" dirty="0"/>
              <a:t>+</a:t>
            </a:r>
            <a:r>
              <a:rPr lang="en-US" altLang="en-US" dirty="0">
                <a:sym typeface="Symbol" panose="05050102010706020507" pitchFamily="18" charset="2"/>
              </a:rPr>
              <a:t></a:t>
            </a:r>
            <a:r>
              <a:rPr lang="en-US" altLang="en-US" dirty="0"/>
              <a:t>x</a:t>
            </a:r>
            <a:r>
              <a:rPr lang="ru-RU" altLang="en-US" dirty="0"/>
              <a:t>1</a:t>
            </a:r>
            <a:r>
              <a:rPr lang="ru-RU" altLang="en-US" dirty="0">
                <a:sym typeface="Symbol" panose="05050102010706020507" pitchFamily="18" charset="2"/>
              </a:rPr>
              <a:t></a:t>
            </a:r>
            <a:r>
              <a:rPr lang="en-US" altLang="en-US" dirty="0"/>
              <a:t>x</a:t>
            </a:r>
            <a:r>
              <a:rPr lang="ru-RU" altLang="en-US" dirty="0"/>
              <a:t>2</a:t>
            </a:r>
            <a:r>
              <a:rPr lang="en-US" altLang="en-US" dirty="0"/>
              <a:t>.</a:t>
            </a:r>
          </a:p>
          <a:p>
            <a:endParaRPr lang="en-US" altLang="en-US" dirty="0"/>
          </a:p>
        </p:txBody>
      </p:sp>
      <p:grpSp>
        <p:nvGrpSpPr>
          <p:cNvPr id="29700" name="Group 6">
            <a:extLst>
              <a:ext uri="{FF2B5EF4-FFF2-40B4-BE49-F238E27FC236}">
                <a16:creationId xmlns:a16="http://schemas.microsoft.com/office/drawing/2014/main" id="{84E1DB9F-4DF2-A86A-56D2-CBF24031C693}"/>
              </a:ext>
            </a:extLst>
          </p:cNvPr>
          <p:cNvGrpSpPr>
            <a:grpSpLocks/>
          </p:cNvGrpSpPr>
          <p:nvPr/>
        </p:nvGrpSpPr>
        <p:grpSpPr bwMode="auto">
          <a:xfrm>
            <a:off x="1981201" y="1989138"/>
            <a:ext cx="7358063" cy="2278062"/>
            <a:chOff x="457200" y="1989138"/>
            <a:chExt cx="7358063" cy="2278062"/>
          </a:xfrm>
        </p:grpSpPr>
        <p:sp>
          <p:nvSpPr>
            <p:cNvPr id="29701" name="Text Box 5">
              <a:extLst>
                <a:ext uri="{FF2B5EF4-FFF2-40B4-BE49-F238E27FC236}">
                  <a16:creationId xmlns:a16="http://schemas.microsoft.com/office/drawing/2014/main" id="{EAC45BB5-F854-C174-AD35-255DC52E8DEA}"/>
                </a:ext>
              </a:extLst>
            </p:cNvPr>
            <p:cNvSpPr txBox="1">
              <a:spLocks noChangeArrowheads="1"/>
            </p:cNvSpPr>
            <p:nvPr/>
          </p:nvSpPr>
          <p:spPr bwMode="auto">
            <a:xfrm>
              <a:off x="457200" y="1989138"/>
              <a:ext cx="73580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Karnaugh map for given function y = </a:t>
              </a:r>
              <a:r>
                <a:rPr lang="en-US" altLang="en-US" sz="2400">
                  <a:sym typeface="Symbol" panose="05050102010706020507" pitchFamily="18" charset="2"/>
                </a:rPr>
                <a:t>x</a:t>
              </a:r>
              <a:r>
                <a:rPr lang="en-US" altLang="en-US" sz="2400" baseline="-25000">
                  <a:sym typeface="Symbol" panose="05050102010706020507" pitchFamily="18" charset="2"/>
                </a:rPr>
                <a:t>1</a:t>
              </a:r>
              <a:r>
                <a:rPr lang="en-US" altLang="en-US" sz="2400">
                  <a:sym typeface="Symbol" panose="05050102010706020507" pitchFamily="18" charset="2"/>
                </a:rPr>
                <a:t>x</a:t>
              </a:r>
              <a:r>
                <a:rPr lang="en-US" altLang="en-US" sz="2400" baseline="-25000">
                  <a:sym typeface="Symbol" panose="05050102010706020507" pitchFamily="18" charset="2"/>
                </a:rPr>
                <a:t>3</a:t>
              </a:r>
              <a:r>
                <a:rPr lang="en-US" altLang="en-US" sz="2400">
                  <a:sym typeface="Symbol" panose="05050102010706020507" pitchFamily="18" charset="2"/>
                </a:rPr>
                <a:t> + x</a:t>
              </a:r>
              <a:r>
                <a:rPr lang="en-US" altLang="en-US" sz="2400" baseline="-25000">
                  <a:sym typeface="Symbol" panose="05050102010706020507" pitchFamily="18" charset="2"/>
                </a:rPr>
                <a:t>2</a:t>
              </a:r>
              <a:r>
                <a:rPr lang="en-US" altLang="en-US" sz="2400">
                  <a:sym typeface="Symbol" panose="05050102010706020507" pitchFamily="18" charset="2"/>
                </a:rPr>
                <a:t> x</a:t>
              </a:r>
              <a:r>
                <a:rPr lang="en-US" altLang="en-US" sz="2400" baseline="-25000">
                  <a:sym typeface="Symbol" panose="05050102010706020507" pitchFamily="18" charset="2"/>
                </a:rPr>
                <a:t>3</a:t>
              </a:r>
            </a:p>
            <a:p>
              <a:pPr eaLnBrk="1" hangingPunct="1"/>
              <a:endParaRPr lang="en-US" altLang="en-US" sz="2400"/>
            </a:p>
          </p:txBody>
        </p:sp>
        <p:grpSp>
          <p:nvGrpSpPr>
            <p:cNvPr id="29702" name="Group 8">
              <a:extLst>
                <a:ext uri="{FF2B5EF4-FFF2-40B4-BE49-F238E27FC236}">
                  <a16:creationId xmlns:a16="http://schemas.microsoft.com/office/drawing/2014/main" id="{470D01B5-78CB-5BBB-B49F-5F612CFCF3C3}"/>
                </a:ext>
              </a:extLst>
            </p:cNvPr>
            <p:cNvGrpSpPr>
              <a:grpSpLocks/>
            </p:cNvGrpSpPr>
            <p:nvPr/>
          </p:nvGrpSpPr>
          <p:grpSpPr bwMode="auto">
            <a:xfrm>
              <a:off x="2895600" y="2425700"/>
              <a:ext cx="3200401" cy="1841500"/>
              <a:chOff x="480" y="1240"/>
              <a:chExt cx="2016" cy="1160"/>
            </a:xfrm>
          </p:grpSpPr>
          <p:sp>
            <p:nvSpPr>
              <p:cNvPr id="10" name="Rectangle 9">
                <a:extLst>
                  <a:ext uri="{FF2B5EF4-FFF2-40B4-BE49-F238E27FC236}">
                    <a16:creationId xmlns:a16="http://schemas.microsoft.com/office/drawing/2014/main" id="{8CA73C1E-1DE4-455E-880B-B4BBDF1B5E46}"/>
                  </a:ext>
                </a:extLst>
              </p:cNvPr>
              <p:cNvSpPr>
                <a:spLocks noChangeArrowheads="1"/>
              </p:cNvSpPr>
              <p:nvPr/>
            </p:nvSpPr>
            <p:spPr bwMode="auto">
              <a:xfrm>
                <a:off x="912" y="1584"/>
                <a:ext cx="1367" cy="816"/>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eaLnBrk="1" hangingPunct="1">
                  <a:defRPr/>
                </a:pPr>
                <a:endParaRPr lang="en-US" dirty="0"/>
              </a:p>
            </p:txBody>
          </p:sp>
          <p:sp>
            <p:nvSpPr>
              <p:cNvPr id="11" name="Line 10">
                <a:extLst>
                  <a:ext uri="{FF2B5EF4-FFF2-40B4-BE49-F238E27FC236}">
                    <a16:creationId xmlns:a16="http://schemas.microsoft.com/office/drawing/2014/main" id="{110243C9-6BFE-4BF5-997D-ABEC220AE06A}"/>
                  </a:ext>
                </a:extLst>
              </p:cNvPr>
              <p:cNvSpPr>
                <a:spLocks noChangeShapeType="1"/>
              </p:cNvSpPr>
              <p:nvPr/>
            </p:nvSpPr>
            <p:spPr bwMode="auto">
              <a:xfrm>
                <a:off x="912" y="1984"/>
                <a:ext cx="1367" cy="0"/>
              </a:xfrm>
              <a:prstGeom prst="line">
                <a:avLst/>
              </a:prstGeom>
              <a:noFill/>
              <a:ln w="31750">
                <a:solidFill>
                  <a:schemeClr val="tx1"/>
                </a:solidFill>
                <a:round/>
                <a:headEnd/>
                <a:tailEnd/>
              </a:ln>
            </p:spPr>
            <p:txBody>
              <a:bodyPr/>
              <a:lstStyle/>
              <a:p>
                <a:pPr eaLnBrk="1" hangingPunct="1">
                  <a:defRPr/>
                </a:pPr>
                <a:endParaRPr lang="en-US" dirty="0"/>
              </a:p>
            </p:txBody>
          </p:sp>
          <p:sp>
            <p:nvSpPr>
              <p:cNvPr id="12" name="Line 11">
                <a:extLst>
                  <a:ext uri="{FF2B5EF4-FFF2-40B4-BE49-F238E27FC236}">
                    <a16:creationId xmlns:a16="http://schemas.microsoft.com/office/drawing/2014/main" id="{CCA897F0-5E73-414F-B0AF-D22D94178848}"/>
                  </a:ext>
                </a:extLst>
              </p:cNvPr>
              <p:cNvSpPr>
                <a:spLocks noChangeShapeType="1"/>
              </p:cNvSpPr>
              <p:nvPr/>
            </p:nvSpPr>
            <p:spPr bwMode="auto">
              <a:xfrm>
                <a:off x="1600" y="1584"/>
                <a:ext cx="0" cy="816"/>
              </a:xfrm>
              <a:prstGeom prst="line">
                <a:avLst/>
              </a:prstGeom>
              <a:noFill/>
              <a:ln w="31750">
                <a:solidFill>
                  <a:schemeClr val="tx1"/>
                </a:solidFill>
                <a:round/>
                <a:headEnd/>
                <a:tailEnd/>
              </a:ln>
            </p:spPr>
            <p:txBody>
              <a:bodyPr/>
              <a:lstStyle/>
              <a:p>
                <a:pPr eaLnBrk="1" hangingPunct="1">
                  <a:defRPr/>
                </a:pPr>
                <a:endParaRPr lang="en-US" dirty="0"/>
              </a:p>
            </p:txBody>
          </p:sp>
          <p:sp>
            <p:nvSpPr>
              <p:cNvPr id="13" name="Line 12">
                <a:extLst>
                  <a:ext uri="{FF2B5EF4-FFF2-40B4-BE49-F238E27FC236}">
                    <a16:creationId xmlns:a16="http://schemas.microsoft.com/office/drawing/2014/main" id="{B83B0E95-0B7D-40E9-8860-1C6B92BBE165}"/>
                  </a:ext>
                </a:extLst>
              </p:cNvPr>
              <p:cNvSpPr>
                <a:spLocks noChangeShapeType="1"/>
              </p:cNvSpPr>
              <p:nvPr/>
            </p:nvSpPr>
            <p:spPr bwMode="auto">
              <a:xfrm>
                <a:off x="1256" y="1584"/>
                <a:ext cx="0" cy="816"/>
              </a:xfrm>
              <a:prstGeom prst="line">
                <a:avLst/>
              </a:prstGeom>
              <a:noFill/>
              <a:ln w="31750">
                <a:solidFill>
                  <a:schemeClr val="tx1"/>
                </a:solidFill>
                <a:round/>
                <a:headEnd/>
                <a:tailEnd/>
              </a:ln>
            </p:spPr>
            <p:txBody>
              <a:bodyPr/>
              <a:lstStyle/>
              <a:p>
                <a:pPr eaLnBrk="1" hangingPunct="1">
                  <a:defRPr/>
                </a:pPr>
                <a:endParaRPr lang="en-US" dirty="0"/>
              </a:p>
            </p:txBody>
          </p:sp>
          <p:sp>
            <p:nvSpPr>
              <p:cNvPr id="14" name="Line 13">
                <a:extLst>
                  <a:ext uri="{FF2B5EF4-FFF2-40B4-BE49-F238E27FC236}">
                    <a16:creationId xmlns:a16="http://schemas.microsoft.com/office/drawing/2014/main" id="{E3E9D9E4-9C99-4B54-B66C-260C33483CFA}"/>
                  </a:ext>
                </a:extLst>
              </p:cNvPr>
              <p:cNvSpPr>
                <a:spLocks noChangeShapeType="1"/>
              </p:cNvSpPr>
              <p:nvPr/>
            </p:nvSpPr>
            <p:spPr bwMode="auto">
              <a:xfrm>
                <a:off x="1952" y="1584"/>
                <a:ext cx="0" cy="816"/>
              </a:xfrm>
              <a:prstGeom prst="line">
                <a:avLst/>
              </a:prstGeom>
              <a:noFill/>
              <a:ln w="31750">
                <a:solidFill>
                  <a:schemeClr val="tx1"/>
                </a:solidFill>
                <a:round/>
                <a:headEnd/>
                <a:tailEnd/>
              </a:ln>
            </p:spPr>
            <p:txBody>
              <a:bodyPr/>
              <a:lstStyle/>
              <a:p>
                <a:pPr eaLnBrk="1" hangingPunct="1">
                  <a:defRPr/>
                </a:pPr>
                <a:endParaRPr lang="en-US" dirty="0"/>
              </a:p>
            </p:txBody>
          </p:sp>
          <p:sp>
            <p:nvSpPr>
              <p:cNvPr id="15" name="Line 14">
                <a:extLst>
                  <a:ext uri="{FF2B5EF4-FFF2-40B4-BE49-F238E27FC236}">
                    <a16:creationId xmlns:a16="http://schemas.microsoft.com/office/drawing/2014/main" id="{C38E3CBF-0FBD-445D-BC54-EAC073D4969E}"/>
                  </a:ext>
                </a:extLst>
              </p:cNvPr>
              <p:cNvSpPr>
                <a:spLocks noChangeShapeType="1"/>
              </p:cNvSpPr>
              <p:nvPr/>
            </p:nvSpPr>
            <p:spPr bwMode="auto">
              <a:xfrm>
                <a:off x="672" y="1392"/>
                <a:ext cx="240" cy="192"/>
              </a:xfrm>
              <a:prstGeom prst="line">
                <a:avLst/>
              </a:prstGeom>
              <a:noFill/>
              <a:ln w="31750">
                <a:solidFill>
                  <a:schemeClr val="tx1"/>
                </a:solidFill>
                <a:round/>
                <a:headEnd/>
                <a:tailEnd/>
              </a:ln>
            </p:spPr>
            <p:txBody>
              <a:bodyPr/>
              <a:lstStyle/>
              <a:p>
                <a:pPr eaLnBrk="1" hangingPunct="1">
                  <a:defRPr/>
                </a:pPr>
                <a:endParaRPr lang="en-US" dirty="0"/>
              </a:p>
            </p:txBody>
          </p:sp>
          <p:sp>
            <p:nvSpPr>
              <p:cNvPr id="16" name="Text Box 15">
                <a:extLst>
                  <a:ext uri="{FF2B5EF4-FFF2-40B4-BE49-F238E27FC236}">
                    <a16:creationId xmlns:a16="http://schemas.microsoft.com/office/drawing/2014/main" id="{EAD9A519-701A-4C38-841F-49C29679EE78}"/>
                  </a:ext>
                </a:extLst>
              </p:cNvPr>
              <p:cNvSpPr txBox="1">
                <a:spLocks noChangeArrowheads="1"/>
              </p:cNvSpPr>
              <p:nvPr/>
            </p:nvSpPr>
            <p:spPr bwMode="auto">
              <a:xfrm>
                <a:off x="480" y="1440"/>
                <a:ext cx="384" cy="231"/>
              </a:xfrm>
              <a:prstGeom prst="rect">
                <a:avLst/>
              </a:prstGeom>
              <a:noFill/>
              <a:ln w="31750">
                <a:noFill/>
                <a:miter lim="800000"/>
                <a:headEnd/>
                <a:tailEnd/>
              </a:ln>
            </p:spPr>
            <p:txBody>
              <a:bodyPr>
                <a:spAutoFit/>
              </a:bodyPr>
              <a:lstStyle/>
              <a:p>
                <a:pPr eaLnBrk="1" hangingPunct="1">
                  <a:spcBef>
                    <a:spcPct val="50000"/>
                  </a:spcBef>
                  <a:defRPr/>
                </a:pPr>
                <a:r>
                  <a:rPr lang="en-US" dirty="0"/>
                  <a:t>x</a:t>
                </a:r>
                <a:r>
                  <a:rPr lang="en-US" baseline="-25000" dirty="0"/>
                  <a:t>1</a:t>
                </a:r>
                <a:endParaRPr lang="en-US" dirty="0"/>
              </a:p>
            </p:txBody>
          </p:sp>
          <p:sp>
            <p:nvSpPr>
              <p:cNvPr id="17" name="Text Box 16">
                <a:extLst>
                  <a:ext uri="{FF2B5EF4-FFF2-40B4-BE49-F238E27FC236}">
                    <a16:creationId xmlns:a16="http://schemas.microsoft.com/office/drawing/2014/main" id="{6717E164-46E8-4841-87C8-9CECA5A24396}"/>
                  </a:ext>
                </a:extLst>
              </p:cNvPr>
              <p:cNvSpPr txBox="1">
                <a:spLocks noChangeArrowheads="1"/>
              </p:cNvSpPr>
              <p:nvPr/>
            </p:nvSpPr>
            <p:spPr bwMode="auto">
              <a:xfrm>
                <a:off x="720" y="1240"/>
                <a:ext cx="384" cy="231"/>
              </a:xfrm>
              <a:prstGeom prst="rect">
                <a:avLst/>
              </a:prstGeom>
              <a:noFill/>
              <a:ln w="31750">
                <a:noFill/>
                <a:miter lim="800000"/>
                <a:headEnd/>
                <a:tailEnd/>
              </a:ln>
            </p:spPr>
            <p:txBody>
              <a:bodyPr>
                <a:spAutoFit/>
              </a:bodyPr>
              <a:lstStyle/>
              <a:p>
                <a:pPr eaLnBrk="1" hangingPunct="1">
                  <a:spcBef>
                    <a:spcPct val="50000"/>
                  </a:spcBef>
                  <a:defRPr/>
                </a:pPr>
                <a:r>
                  <a:rPr lang="en-US" dirty="0"/>
                  <a:t>x</a:t>
                </a:r>
                <a:r>
                  <a:rPr lang="en-US" baseline="-25000" dirty="0"/>
                  <a:t>2</a:t>
                </a:r>
                <a:r>
                  <a:rPr lang="en-US" dirty="0"/>
                  <a:t>x</a:t>
                </a:r>
                <a:r>
                  <a:rPr lang="en-US" baseline="-25000" dirty="0"/>
                  <a:t>3</a:t>
                </a:r>
                <a:endParaRPr lang="en-US" dirty="0"/>
              </a:p>
            </p:txBody>
          </p:sp>
          <p:sp>
            <p:nvSpPr>
              <p:cNvPr id="18" name="Text Box 17">
                <a:extLst>
                  <a:ext uri="{FF2B5EF4-FFF2-40B4-BE49-F238E27FC236}">
                    <a16:creationId xmlns:a16="http://schemas.microsoft.com/office/drawing/2014/main" id="{E114C090-F897-4051-A0E0-93D51989D167}"/>
                  </a:ext>
                </a:extLst>
              </p:cNvPr>
              <p:cNvSpPr txBox="1">
                <a:spLocks noChangeArrowheads="1"/>
              </p:cNvSpPr>
              <p:nvPr/>
            </p:nvSpPr>
            <p:spPr bwMode="auto">
              <a:xfrm>
                <a:off x="944" y="1368"/>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00</a:t>
                </a:r>
              </a:p>
            </p:txBody>
          </p:sp>
          <p:sp>
            <p:nvSpPr>
              <p:cNvPr id="19" name="Text Box 18">
                <a:extLst>
                  <a:ext uri="{FF2B5EF4-FFF2-40B4-BE49-F238E27FC236}">
                    <a16:creationId xmlns:a16="http://schemas.microsoft.com/office/drawing/2014/main" id="{2266D7B4-7B1A-405B-8A88-4E52FFB9DF4F}"/>
                  </a:ext>
                </a:extLst>
              </p:cNvPr>
              <p:cNvSpPr txBox="1">
                <a:spLocks noChangeArrowheads="1"/>
              </p:cNvSpPr>
              <p:nvPr/>
            </p:nvSpPr>
            <p:spPr bwMode="auto">
              <a:xfrm>
                <a:off x="1328" y="1376"/>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01</a:t>
                </a:r>
              </a:p>
            </p:txBody>
          </p:sp>
          <p:sp>
            <p:nvSpPr>
              <p:cNvPr id="20" name="Text Box 19">
                <a:extLst>
                  <a:ext uri="{FF2B5EF4-FFF2-40B4-BE49-F238E27FC236}">
                    <a16:creationId xmlns:a16="http://schemas.microsoft.com/office/drawing/2014/main" id="{4B1B4131-F167-4E60-A9B8-67466DA24D74}"/>
                  </a:ext>
                </a:extLst>
              </p:cNvPr>
              <p:cNvSpPr txBox="1">
                <a:spLocks noChangeArrowheads="1"/>
              </p:cNvSpPr>
              <p:nvPr/>
            </p:nvSpPr>
            <p:spPr bwMode="auto">
              <a:xfrm>
                <a:off x="1640" y="1376"/>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11</a:t>
                </a:r>
              </a:p>
            </p:txBody>
          </p:sp>
          <p:sp>
            <p:nvSpPr>
              <p:cNvPr id="21" name="Text Box 20">
                <a:extLst>
                  <a:ext uri="{FF2B5EF4-FFF2-40B4-BE49-F238E27FC236}">
                    <a16:creationId xmlns:a16="http://schemas.microsoft.com/office/drawing/2014/main" id="{D35DD6A4-852E-444A-9075-FF4D2FC5D09E}"/>
                  </a:ext>
                </a:extLst>
              </p:cNvPr>
              <p:cNvSpPr txBox="1">
                <a:spLocks noChangeArrowheads="1"/>
              </p:cNvSpPr>
              <p:nvPr/>
            </p:nvSpPr>
            <p:spPr bwMode="auto">
              <a:xfrm>
                <a:off x="2016" y="1384"/>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10</a:t>
                </a:r>
              </a:p>
            </p:txBody>
          </p:sp>
          <p:sp>
            <p:nvSpPr>
              <p:cNvPr id="22" name="Text Box 21">
                <a:extLst>
                  <a:ext uri="{FF2B5EF4-FFF2-40B4-BE49-F238E27FC236}">
                    <a16:creationId xmlns:a16="http://schemas.microsoft.com/office/drawing/2014/main" id="{70FE2B6C-2480-4D40-83D9-1F1C4CEF0BA5}"/>
                  </a:ext>
                </a:extLst>
              </p:cNvPr>
              <p:cNvSpPr txBox="1">
                <a:spLocks noChangeArrowheads="1"/>
              </p:cNvSpPr>
              <p:nvPr/>
            </p:nvSpPr>
            <p:spPr bwMode="auto">
              <a:xfrm>
                <a:off x="1688" y="1664"/>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a:t>
                </a:r>
              </a:p>
            </p:txBody>
          </p:sp>
          <p:sp>
            <p:nvSpPr>
              <p:cNvPr id="23" name="Text Box 22">
                <a:extLst>
                  <a:ext uri="{FF2B5EF4-FFF2-40B4-BE49-F238E27FC236}">
                    <a16:creationId xmlns:a16="http://schemas.microsoft.com/office/drawing/2014/main" id="{1F0C337E-A504-4E16-8B81-21B4DF20F25E}"/>
                  </a:ext>
                </a:extLst>
              </p:cNvPr>
              <p:cNvSpPr txBox="1">
                <a:spLocks noChangeArrowheads="1"/>
              </p:cNvSpPr>
              <p:nvPr/>
            </p:nvSpPr>
            <p:spPr bwMode="auto">
              <a:xfrm>
                <a:off x="2040" y="1664"/>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a:t>
                </a:r>
              </a:p>
            </p:txBody>
          </p:sp>
          <p:sp>
            <p:nvSpPr>
              <p:cNvPr id="24" name="Text Box 23">
                <a:extLst>
                  <a:ext uri="{FF2B5EF4-FFF2-40B4-BE49-F238E27FC236}">
                    <a16:creationId xmlns:a16="http://schemas.microsoft.com/office/drawing/2014/main" id="{6FDAB977-31A8-48CC-995E-72E161B358BC}"/>
                  </a:ext>
                </a:extLst>
              </p:cNvPr>
              <p:cNvSpPr txBox="1">
                <a:spLocks noChangeArrowheads="1"/>
              </p:cNvSpPr>
              <p:nvPr/>
            </p:nvSpPr>
            <p:spPr bwMode="auto">
              <a:xfrm>
                <a:off x="1696" y="2040"/>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a:t>
                </a:r>
              </a:p>
            </p:txBody>
          </p:sp>
          <p:sp>
            <p:nvSpPr>
              <p:cNvPr id="25" name="Text Box 24">
                <a:extLst>
                  <a:ext uri="{FF2B5EF4-FFF2-40B4-BE49-F238E27FC236}">
                    <a16:creationId xmlns:a16="http://schemas.microsoft.com/office/drawing/2014/main" id="{FDD963EA-24A9-4902-8BE5-0F3ED33CD778}"/>
                  </a:ext>
                </a:extLst>
              </p:cNvPr>
              <p:cNvSpPr txBox="1">
                <a:spLocks noChangeArrowheads="1"/>
              </p:cNvSpPr>
              <p:nvPr/>
            </p:nvSpPr>
            <p:spPr bwMode="auto">
              <a:xfrm>
                <a:off x="944" y="1640"/>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a:t>
                </a:r>
              </a:p>
            </p:txBody>
          </p:sp>
          <p:sp>
            <p:nvSpPr>
              <p:cNvPr id="26" name="AutoShape 25">
                <a:extLst>
                  <a:ext uri="{FF2B5EF4-FFF2-40B4-BE49-F238E27FC236}">
                    <a16:creationId xmlns:a16="http://schemas.microsoft.com/office/drawing/2014/main" id="{F386788A-15F6-432E-8827-DCD7B662817B}"/>
                  </a:ext>
                </a:extLst>
              </p:cNvPr>
              <p:cNvSpPr>
                <a:spLocks noChangeArrowheads="1"/>
              </p:cNvSpPr>
              <p:nvPr/>
            </p:nvSpPr>
            <p:spPr bwMode="auto">
              <a:xfrm>
                <a:off x="1664" y="1672"/>
                <a:ext cx="240" cy="648"/>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en-US" dirty="0"/>
              </a:p>
            </p:txBody>
          </p:sp>
          <p:sp>
            <p:nvSpPr>
              <p:cNvPr id="27" name="AutoShape 26">
                <a:extLst>
                  <a:ext uri="{FF2B5EF4-FFF2-40B4-BE49-F238E27FC236}">
                    <a16:creationId xmlns:a16="http://schemas.microsoft.com/office/drawing/2014/main" id="{2046264F-4F1A-4267-B3EF-82224D17A310}"/>
                  </a:ext>
                </a:extLst>
              </p:cNvPr>
              <p:cNvSpPr>
                <a:spLocks/>
              </p:cNvSpPr>
              <p:nvPr/>
            </p:nvSpPr>
            <p:spPr bwMode="auto">
              <a:xfrm>
                <a:off x="720" y="1632"/>
                <a:ext cx="480" cy="288"/>
              </a:xfrm>
              <a:prstGeom prst="rightBracket">
                <a:avLst>
                  <a:gd name="adj" fmla="val 8333"/>
                </a:avLst>
              </a:prstGeom>
              <a:noFill/>
              <a:ln w="31750">
                <a:solidFill>
                  <a:schemeClr val="tx1"/>
                </a:solidFill>
                <a:round/>
                <a:headEnd/>
                <a:tailEnd/>
              </a:ln>
            </p:spPr>
            <p:txBody>
              <a:bodyPr wrap="none" anchor="ctr"/>
              <a:lstStyle/>
              <a:p>
                <a:pPr eaLnBrk="1" hangingPunct="1">
                  <a:defRPr/>
                </a:pPr>
                <a:endParaRPr lang="en-US" dirty="0">
                  <a:ln>
                    <a:solidFill>
                      <a:sysClr val="windowText" lastClr="000000"/>
                    </a:solidFill>
                  </a:ln>
                  <a:cs typeface="Arial" charset="0"/>
                </a:endParaRPr>
              </a:p>
            </p:txBody>
          </p:sp>
          <p:sp>
            <p:nvSpPr>
              <p:cNvPr id="28" name="AutoShape 27">
                <a:extLst>
                  <a:ext uri="{FF2B5EF4-FFF2-40B4-BE49-F238E27FC236}">
                    <a16:creationId xmlns:a16="http://schemas.microsoft.com/office/drawing/2014/main" id="{A978A5B4-DA79-49AF-A298-EB360DFFF960}"/>
                  </a:ext>
                </a:extLst>
              </p:cNvPr>
              <p:cNvSpPr>
                <a:spLocks/>
              </p:cNvSpPr>
              <p:nvPr/>
            </p:nvSpPr>
            <p:spPr bwMode="auto">
              <a:xfrm rot="10800000">
                <a:off x="2016" y="1672"/>
                <a:ext cx="480" cy="288"/>
              </a:xfrm>
              <a:prstGeom prst="rightBracket">
                <a:avLst>
                  <a:gd name="adj" fmla="val 8333"/>
                </a:avLst>
              </a:prstGeom>
              <a:noFill/>
              <a:ln w="31750">
                <a:solidFill>
                  <a:schemeClr val="tx1"/>
                </a:solidFill>
                <a:round/>
                <a:headEnd/>
                <a:tailEnd/>
              </a:ln>
            </p:spPr>
            <p:txBody>
              <a:bodyPr wrap="none" anchor="ctr"/>
              <a:lstStyle/>
              <a:p>
                <a:pPr eaLnBrk="1" hangingPunct="1">
                  <a:defRPr/>
                </a:pPr>
                <a:endParaRPr lang="en-US" dirty="0">
                  <a:ln>
                    <a:solidFill>
                      <a:sysClr val="windowText" lastClr="000000"/>
                    </a:solidFill>
                  </a:ln>
                  <a:cs typeface="Arial" charset="0"/>
                </a:endParaRPr>
              </a:p>
            </p:txBody>
          </p:sp>
          <p:sp>
            <p:nvSpPr>
              <p:cNvPr id="29" name="AutoShape 28">
                <a:extLst>
                  <a:ext uri="{FF2B5EF4-FFF2-40B4-BE49-F238E27FC236}">
                    <a16:creationId xmlns:a16="http://schemas.microsoft.com/office/drawing/2014/main" id="{CA1E461C-90A9-47BB-B9D4-F484BF7CC8B5}"/>
                  </a:ext>
                </a:extLst>
              </p:cNvPr>
              <p:cNvSpPr>
                <a:spLocks noChangeArrowheads="1"/>
              </p:cNvSpPr>
              <p:nvPr/>
            </p:nvSpPr>
            <p:spPr bwMode="auto">
              <a:xfrm>
                <a:off x="1632" y="1632"/>
                <a:ext cx="624" cy="288"/>
              </a:xfrm>
              <a:prstGeom prst="roundRect">
                <a:avLst>
                  <a:gd name="adj" fmla="val 16667"/>
                </a:avLst>
              </a:prstGeom>
              <a:noFill/>
              <a:ln w="31750">
                <a:solidFill>
                  <a:schemeClr val="tx1"/>
                </a:solidFill>
                <a:prstDash val="dash"/>
                <a:round/>
                <a:headEnd/>
                <a:tailEnd/>
              </a:ln>
            </p:spPr>
            <p:txBody>
              <a:bodyPr wrap="none" anchor="ctr"/>
              <a:lstStyle/>
              <a:p>
                <a:pPr eaLnBrk="1" hangingPunct="1">
                  <a:defRPr/>
                </a:pPr>
                <a:endParaRPr lang="en-US" dirty="0"/>
              </a:p>
            </p:txBody>
          </p:sp>
          <p:sp>
            <p:nvSpPr>
              <p:cNvPr id="30" name="Text Box 29">
                <a:extLst>
                  <a:ext uri="{FF2B5EF4-FFF2-40B4-BE49-F238E27FC236}">
                    <a16:creationId xmlns:a16="http://schemas.microsoft.com/office/drawing/2014/main" id="{E29290E5-3C48-42B0-A97A-DC221231508E}"/>
                  </a:ext>
                </a:extLst>
              </p:cNvPr>
              <p:cNvSpPr txBox="1">
                <a:spLocks noChangeArrowheads="1"/>
              </p:cNvSpPr>
              <p:nvPr/>
            </p:nvSpPr>
            <p:spPr bwMode="auto">
              <a:xfrm>
                <a:off x="624" y="1632"/>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0</a:t>
                </a:r>
              </a:p>
            </p:txBody>
          </p:sp>
          <p:sp>
            <p:nvSpPr>
              <p:cNvPr id="31" name="Text Box 30">
                <a:extLst>
                  <a:ext uri="{FF2B5EF4-FFF2-40B4-BE49-F238E27FC236}">
                    <a16:creationId xmlns:a16="http://schemas.microsoft.com/office/drawing/2014/main" id="{0D56DEA0-4E64-4C20-9721-EE013FDA422F}"/>
                  </a:ext>
                </a:extLst>
              </p:cNvPr>
              <p:cNvSpPr txBox="1">
                <a:spLocks noChangeArrowheads="1"/>
              </p:cNvSpPr>
              <p:nvPr/>
            </p:nvSpPr>
            <p:spPr bwMode="auto">
              <a:xfrm>
                <a:off x="624" y="2056"/>
                <a:ext cx="280" cy="231"/>
              </a:xfrm>
              <a:prstGeom prst="rect">
                <a:avLst/>
              </a:prstGeom>
              <a:noFill/>
              <a:ln w="31750">
                <a:noFill/>
                <a:miter lim="800000"/>
                <a:headEnd/>
                <a:tailEnd/>
              </a:ln>
            </p:spPr>
            <p:txBody>
              <a:bodyPr>
                <a:spAutoFit/>
              </a:bodyPr>
              <a:lstStyle/>
              <a:p>
                <a:pPr eaLnBrk="1" hangingPunct="1">
                  <a:spcBef>
                    <a:spcPct val="50000"/>
                  </a:spcBef>
                  <a:defRPr/>
                </a:pPr>
                <a:r>
                  <a:rPr lang="en-US" dirty="0"/>
                  <a:t>1</a:t>
                </a: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61">
            <a:extLst>
              <a:ext uri="{FF2B5EF4-FFF2-40B4-BE49-F238E27FC236}">
                <a16:creationId xmlns:a16="http://schemas.microsoft.com/office/drawing/2014/main" id="{2FAAA613-3366-AA61-D05C-5AEE87802D89}"/>
              </a:ext>
            </a:extLst>
          </p:cNvPr>
          <p:cNvSpPr txBox="1">
            <a:spLocks noChangeArrowheads="1"/>
          </p:cNvSpPr>
          <p:nvPr/>
        </p:nvSpPr>
        <p:spPr bwMode="auto">
          <a:xfrm>
            <a:off x="2743200" y="4953001"/>
            <a:ext cx="6553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a:t>Static hazard-free circuit</a:t>
            </a:r>
            <a:endParaRPr lang="ru-RU" altLang="en-US" sz="2400"/>
          </a:p>
        </p:txBody>
      </p:sp>
      <p:sp>
        <p:nvSpPr>
          <p:cNvPr id="38" name="Rectangle 4">
            <a:extLst>
              <a:ext uri="{FF2B5EF4-FFF2-40B4-BE49-F238E27FC236}">
                <a16:creationId xmlns:a16="http://schemas.microsoft.com/office/drawing/2014/main" id="{B8007DBE-D7D7-4AB8-9B29-4BF2BC8BAF5D}"/>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30724" name="Group 41">
            <a:extLst>
              <a:ext uri="{FF2B5EF4-FFF2-40B4-BE49-F238E27FC236}">
                <a16:creationId xmlns:a16="http://schemas.microsoft.com/office/drawing/2014/main" id="{D0E3E0C5-050B-3246-02E4-9244A7162D4D}"/>
              </a:ext>
            </a:extLst>
          </p:cNvPr>
          <p:cNvGrpSpPr>
            <a:grpSpLocks/>
          </p:cNvGrpSpPr>
          <p:nvPr/>
        </p:nvGrpSpPr>
        <p:grpSpPr bwMode="auto">
          <a:xfrm>
            <a:off x="3421064" y="1638300"/>
            <a:ext cx="5589587" cy="3132138"/>
            <a:chOff x="1195" y="1032"/>
            <a:chExt cx="3521" cy="1973"/>
          </a:xfrm>
        </p:grpSpPr>
        <p:sp>
          <p:nvSpPr>
            <p:cNvPr id="30725" name="Line 6">
              <a:extLst>
                <a:ext uri="{FF2B5EF4-FFF2-40B4-BE49-F238E27FC236}">
                  <a16:creationId xmlns:a16="http://schemas.microsoft.com/office/drawing/2014/main" id="{510BC447-077C-4E02-FBE6-AF58850359FD}"/>
                </a:ext>
              </a:extLst>
            </p:cNvPr>
            <p:cNvSpPr>
              <a:spLocks noChangeShapeType="1"/>
            </p:cNvSpPr>
            <p:nvPr/>
          </p:nvSpPr>
          <p:spPr bwMode="auto">
            <a:xfrm>
              <a:off x="2867" y="1511"/>
              <a:ext cx="3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6" name="Line 7">
              <a:extLst>
                <a:ext uri="{FF2B5EF4-FFF2-40B4-BE49-F238E27FC236}">
                  <a16:creationId xmlns:a16="http://schemas.microsoft.com/office/drawing/2014/main" id="{E8ED7470-4257-DECB-BF86-FCF154CCBE21}"/>
                </a:ext>
              </a:extLst>
            </p:cNvPr>
            <p:cNvSpPr>
              <a:spLocks noChangeShapeType="1"/>
            </p:cNvSpPr>
            <p:nvPr/>
          </p:nvSpPr>
          <p:spPr bwMode="auto">
            <a:xfrm>
              <a:off x="2878" y="2206"/>
              <a:ext cx="3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7" name="Line 8">
              <a:extLst>
                <a:ext uri="{FF2B5EF4-FFF2-40B4-BE49-F238E27FC236}">
                  <a16:creationId xmlns:a16="http://schemas.microsoft.com/office/drawing/2014/main" id="{6B835311-2242-3E40-6A09-A22E1F92B059}"/>
                </a:ext>
              </a:extLst>
            </p:cNvPr>
            <p:cNvSpPr>
              <a:spLocks noChangeShapeType="1"/>
            </p:cNvSpPr>
            <p:nvPr/>
          </p:nvSpPr>
          <p:spPr bwMode="auto">
            <a:xfrm>
              <a:off x="3226" y="1511"/>
              <a:ext cx="0" cy="2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Line 9">
              <a:extLst>
                <a:ext uri="{FF2B5EF4-FFF2-40B4-BE49-F238E27FC236}">
                  <a16:creationId xmlns:a16="http://schemas.microsoft.com/office/drawing/2014/main" id="{78352904-477B-8B96-4F3C-62ADD58D131C}"/>
                </a:ext>
              </a:extLst>
            </p:cNvPr>
            <p:cNvSpPr>
              <a:spLocks noChangeShapeType="1"/>
            </p:cNvSpPr>
            <p:nvPr/>
          </p:nvSpPr>
          <p:spPr bwMode="auto">
            <a:xfrm>
              <a:off x="3222" y="1773"/>
              <a:ext cx="3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10">
              <a:extLst>
                <a:ext uri="{FF2B5EF4-FFF2-40B4-BE49-F238E27FC236}">
                  <a16:creationId xmlns:a16="http://schemas.microsoft.com/office/drawing/2014/main" id="{13C7B242-96E5-96CF-19C2-645B54E98777}"/>
                </a:ext>
              </a:extLst>
            </p:cNvPr>
            <p:cNvSpPr>
              <a:spLocks noChangeShapeType="1"/>
            </p:cNvSpPr>
            <p:nvPr/>
          </p:nvSpPr>
          <p:spPr bwMode="auto">
            <a:xfrm>
              <a:off x="3937" y="1925"/>
              <a:ext cx="43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0" name="Line 11">
              <a:extLst>
                <a:ext uri="{FF2B5EF4-FFF2-40B4-BE49-F238E27FC236}">
                  <a16:creationId xmlns:a16="http://schemas.microsoft.com/office/drawing/2014/main" id="{301421DE-E101-3BB4-A73A-F763020C8B85}"/>
                </a:ext>
              </a:extLst>
            </p:cNvPr>
            <p:cNvSpPr>
              <a:spLocks noChangeShapeType="1"/>
            </p:cNvSpPr>
            <p:nvPr/>
          </p:nvSpPr>
          <p:spPr bwMode="auto">
            <a:xfrm flipH="1">
              <a:off x="2218" y="1430"/>
              <a:ext cx="306"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31" name="Line 12">
              <a:extLst>
                <a:ext uri="{FF2B5EF4-FFF2-40B4-BE49-F238E27FC236}">
                  <a16:creationId xmlns:a16="http://schemas.microsoft.com/office/drawing/2014/main" id="{E90AA34C-F6FC-F7F0-D043-F45F279F252A}"/>
                </a:ext>
              </a:extLst>
            </p:cNvPr>
            <p:cNvSpPr>
              <a:spLocks noChangeShapeType="1"/>
            </p:cNvSpPr>
            <p:nvPr/>
          </p:nvSpPr>
          <p:spPr bwMode="auto">
            <a:xfrm flipH="1">
              <a:off x="1507" y="1627"/>
              <a:ext cx="10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Line 13">
              <a:extLst>
                <a:ext uri="{FF2B5EF4-FFF2-40B4-BE49-F238E27FC236}">
                  <a16:creationId xmlns:a16="http://schemas.microsoft.com/office/drawing/2014/main" id="{796B97F1-A4C1-18F8-AA9E-12F954ACE2DC}"/>
                </a:ext>
              </a:extLst>
            </p:cNvPr>
            <p:cNvSpPr>
              <a:spLocks noChangeShapeType="1"/>
            </p:cNvSpPr>
            <p:nvPr/>
          </p:nvSpPr>
          <p:spPr bwMode="auto">
            <a:xfrm flipH="1">
              <a:off x="1495" y="2120"/>
              <a:ext cx="10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3" name="Line 14">
              <a:extLst>
                <a:ext uri="{FF2B5EF4-FFF2-40B4-BE49-F238E27FC236}">
                  <a16:creationId xmlns:a16="http://schemas.microsoft.com/office/drawing/2014/main" id="{CAA83D6A-C0CD-5C3F-F083-070B20EAC55C}"/>
                </a:ext>
              </a:extLst>
            </p:cNvPr>
            <p:cNvSpPr>
              <a:spLocks noChangeShapeType="1"/>
            </p:cNvSpPr>
            <p:nvPr/>
          </p:nvSpPr>
          <p:spPr bwMode="auto">
            <a:xfrm flipH="1">
              <a:off x="2356" y="2304"/>
              <a:ext cx="15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AutoShape 20">
              <a:extLst>
                <a:ext uri="{FF2B5EF4-FFF2-40B4-BE49-F238E27FC236}">
                  <a16:creationId xmlns:a16="http://schemas.microsoft.com/office/drawing/2014/main" id="{2A96C8EA-CC94-9C1F-99E0-6B638FBAE7FE}"/>
                </a:ext>
              </a:extLst>
            </p:cNvPr>
            <p:cNvSpPr>
              <a:spLocks noChangeArrowheads="1"/>
            </p:cNvSpPr>
            <p:nvPr/>
          </p:nvSpPr>
          <p:spPr bwMode="auto">
            <a:xfrm flipH="1">
              <a:off x="3564" y="1645"/>
              <a:ext cx="364" cy="533"/>
            </a:xfrm>
            <a:prstGeom prst="moon">
              <a:avLst>
                <a:gd name="adj" fmla="val 84819"/>
              </a:avLst>
            </a:prstGeom>
            <a:solidFill>
              <a:schemeClr val="accent1"/>
            </a:solidFill>
            <a:ln w="25400">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0735" name="Text Box 31">
              <a:extLst>
                <a:ext uri="{FF2B5EF4-FFF2-40B4-BE49-F238E27FC236}">
                  <a16:creationId xmlns:a16="http://schemas.microsoft.com/office/drawing/2014/main" id="{DCDBC1ED-F1F2-98C8-DE21-57695D4C87E3}"/>
                </a:ext>
              </a:extLst>
            </p:cNvPr>
            <p:cNvSpPr txBox="1">
              <a:spLocks noChangeArrowheads="1"/>
            </p:cNvSpPr>
            <p:nvPr/>
          </p:nvSpPr>
          <p:spPr bwMode="auto">
            <a:xfrm>
              <a:off x="2858" y="1263"/>
              <a:ext cx="30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latin typeface="Times New Roman" panose="02020603050405020304" pitchFamily="18" charset="0"/>
                  <a:sym typeface="Symbol" panose="05050102010706020507" pitchFamily="18" charset="2"/>
                </a:rPr>
                <a:t>1</a:t>
              </a:r>
              <a:r>
                <a:rPr lang="en-US" altLang="en-US" sz="2000">
                  <a:latin typeface="Times New Roman" panose="02020603050405020304" pitchFamily="18" charset="0"/>
                </a:rPr>
                <a:t>     </a:t>
              </a:r>
            </a:p>
            <a:p>
              <a:r>
                <a:rPr lang="en-US" altLang="en-US" sz="2000">
                  <a:latin typeface="Times New Roman" panose="02020603050405020304" pitchFamily="18" charset="0"/>
                </a:rPr>
                <a:t>         </a:t>
              </a:r>
            </a:p>
          </p:txBody>
        </p:sp>
        <p:sp>
          <p:nvSpPr>
            <p:cNvPr id="30736" name="Text Box 32">
              <a:extLst>
                <a:ext uri="{FF2B5EF4-FFF2-40B4-BE49-F238E27FC236}">
                  <a16:creationId xmlns:a16="http://schemas.microsoft.com/office/drawing/2014/main" id="{6600A1E6-7D37-91F7-82F8-ABAB1A02BD2C}"/>
                </a:ext>
              </a:extLst>
            </p:cNvPr>
            <p:cNvSpPr txBox="1">
              <a:spLocks noChangeArrowheads="1"/>
            </p:cNvSpPr>
            <p:nvPr/>
          </p:nvSpPr>
          <p:spPr bwMode="auto">
            <a:xfrm>
              <a:off x="2858" y="1943"/>
              <a:ext cx="25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latin typeface="Times New Roman" panose="02020603050405020304" pitchFamily="18" charset="0"/>
                  <a:sym typeface="Symbol" panose="05050102010706020507" pitchFamily="18" charset="2"/>
                </a:rPr>
                <a:t>0</a:t>
              </a:r>
              <a:r>
                <a:rPr lang="en-US" altLang="en-US" sz="2000">
                  <a:latin typeface="Times New Roman" panose="02020603050405020304" pitchFamily="18" charset="0"/>
                </a:rPr>
                <a:t>     </a:t>
              </a:r>
            </a:p>
            <a:p>
              <a:r>
                <a:rPr lang="en-US" altLang="en-US" sz="2000">
                  <a:latin typeface="Times New Roman" panose="02020603050405020304" pitchFamily="18" charset="0"/>
                </a:rPr>
                <a:t>         </a:t>
              </a:r>
            </a:p>
          </p:txBody>
        </p:sp>
        <p:sp>
          <p:nvSpPr>
            <p:cNvPr id="30737" name="Line 33">
              <a:extLst>
                <a:ext uri="{FF2B5EF4-FFF2-40B4-BE49-F238E27FC236}">
                  <a16:creationId xmlns:a16="http://schemas.microsoft.com/office/drawing/2014/main" id="{7720EFB5-222A-8487-B1FC-FB1D43629B72}"/>
                </a:ext>
              </a:extLst>
            </p:cNvPr>
            <p:cNvSpPr>
              <a:spLocks noChangeShapeType="1"/>
            </p:cNvSpPr>
            <p:nvPr/>
          </p:nvSpPr>
          <p:spPr bwMode="auto">
            <a:xfrm>
              <a:off x="3236" y="1941"/>
              <a:ext cx="0" cy="2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8" name="Line 34">
              <a:extLst>
                <a:ext uri="{FF2B5EF4-FFF2-40B4-BE49-F238E27FC236}">
                  <a16:creationId xmlns:a16="http://schemas.microsoft.com/office/drawing/2014/main" id="{FBB49A1D-BB77-6FB4-9C87-16F7CE608905}"/>
                </a:ext>
              </a:extLst>
            </p:cNvPr>
            <p:cNvSpPr>
              <a:spLocks noChangeShapeType="1"/>
            </p:cNvSpPr>
            <p:nvPr/>
          </p:nvSpPr>
          <p:spPr bwMode="auto">
            <a:xfrm>
              <a:off x="3241" y="1947"/>
              <a:ext cx="3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Line 42">
              <a:extLst>
                <a:ext uri="{FF2B5EF4-FFF2-40B4-BE49-F238E27FC236}">
                  <a16:creationId xmlns:a16="http://schemas.microsoft.com/office/drawing/2014/main" id="{113B858A-7003-4983-0095-9BA6284C53AC}"/>
                </a:ext>
              </a:extLst>
            </p:cNvPr>
            <p:cNvSpPr>
              <a:spLocks noChangeShapeType="1"/>
            </p:cNvSpPr>
            <p:nvPr/>
          </p:nvSpPr>
          <p:spPr bwMode="auto">
            <a:xfrm>
              <a:off x="1494" y="1217"/>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0" name="Line 43">
              <a:extLst>
                <a:ext uri="{FF2B5EF4-FFF2-40B4-BE49-F238E27FC236}">
                  <a16:creationId xmlns:a16="http://schemas.microsoft.com/office/drawing/2014/main" id="{B5A037E3-865B-75FE-2811-0E8281E7C774}"/>
                </a:ext>
              </a:extLst>
            </p:cNvPr>
            <p:cNvSpPr>
              <a:spLocks noChangeShapeType="1"/>
            </p:cNvSpPr>
            <p:nvPr/>
          </p:nvSpPr>
          <p:spPr bwMode="auto">
            <a:xfrm>
              <a:off x="2085" y="1226"/>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1" name="Line 44">
              <a:extLst>
                <a:ext uri="{FF2B5EF4-FFF2-40B4-BE49-F238E27FC236}">
                  <a16:creationId xmlns:a16="http://schemas.microsoft.com/office/drawing/2014/main" id="{C11F3029-89FA-6B18-FA9D-323C629BB7E2}"/>
                </a:ext>
              </a:extLst>
            </p:cNvPr>
            <p:cNvSpPr>
              <a:spLocks noChangeShapeType="1"/>
            </p:cNvSpPr>
            <p:nvPr/>
          </p:nvSpPr>
          <p:spPr bwMode="auto">
            <a:xfrm>
              <a:off x="2221" y="1226"/>
              <a:ext cx="0" cy="154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2" name="Text Box 45">
              <a:extLst>
                <a:ext uri="{FF2B5EF4-FFF2-40B4-BE49-F238E27FC236}">
                  <a16:creationId xmlns:a16="http://schemas.microsoft.com/office/drawing/2014/main" id="{1695B66F-109D-D264-EEB8-9CB221DC0433}"/>
                </a:ext>
              </a:extLst>
            </p:cNvPr>
            <p:cNvSpPr txBox="1">
              <a:spLocks noChangeArrowheads="1"/>
            </p:cNvSpPr>
            <p:nvPr/>
          </p:nvSpPr>
          <p:spPr bwMode="auto">
            <a:xfrm>
              <a:off x="1195" y="1044"/>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r>
                <a:rPr lang="en-US" altLang="en-US" sz="2000" baseline="-25000"/>
                <a:t>1</a:t>
              </a:r>
              <a:endParaRPr lang="ru-RU" altLang="en-US" sz="2000"/>
            </a:p>
          </p:txBody>
        </p:sp>
        <p:sp>
          <p:nvSpPr>
            <p:cNvPr id="30743" name="Text Box 46">
              <a:extLst>
                <a:ext uri="{FF2B5EF4-FFF2-40B4-BE49-F238E27FC236}">
                  <a16:creationId xmlns:a16="http://schemas.microsoft.com/office/drawing/2014/main" id="{020383E4-1FF9-072B-9BD5-CCFC622F1D74}"/>
                </a:ext>
              </a:extLst>
            </p:cNvPr>
            <p:cNvSpPr txBox="1">
              <a:spLocks noChangeArrowheads="1"/>
            </p:cNvSpPr>
            <p:nvPr/>
          </p:nvSpPr>
          <p:spPr bwMode="auto">
            <a:xfrm>
              <a:off x="1222" y="1471"/>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r>
                <a:rPr lang="en-US" altLang="en-US" sz="2000" baseline="-25000"/>
                <a:t>3</a:t>
              </a:r>
              <a:endParaRPr lang="ru-RU" altLang="en-US" sz="2000"/>
            </a:p>
          </p:txBody>
        </p:sp>
        <p:sp>
          <p:nvSpPr>
            <p:cNvPr id="30744" name="Text Box 47">
              <a:extLst>
                <a:ext uri="{FF2B5EF4-FFF2-40B4-BE49-F238E27FC236}">
                  <a16:creationId xmlns:a16="http://schemas.microsoft.com/office/drawing/2014/main" id="{83E10377-E52A-5994-54ED-8BE6F0730037}"/>
                </a:ext>
              </a:extLst>
            </p:cNvPr>
            <p:cNvSpPr txBox="1">
              <a:spLocks noChangeArrowheads="1"/>
            </p:cNvSpPr>
            <p:nvPr/>
          </p:nvSpPr>
          <p:spPr bwMode="auto">
            <a:xfrm>
              <a:off x="1223" y="1970"/>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r>
                <a:rPr lang="en-US" altLang="en-US" sz="2000" baseline="-25000"/>
                <a:t>2</a:t>
              </a:r>
              <a:endParaRPr lang="ru-RU" altLang="en-US" sz="2000"/>
            </a:p>
          </p:txBody>
        </p:sp>
        <p:sp>
          <p:nvSpPr>
            <p:cNvPr id="30745" name="Line 48">
              <a:extLst>
                <a:ext uri="{FF2B5EF4-FFF2-40B4-BE49-F238E27FC236}">
                  <a16:creationId xmlns:a16="http://schemas.microsoft.com/office/drawing/2014/main" id="{554B3213-6E86-C1A5-14C5-30BADD68E076}"/>
                </a:ext>
              </a:extLst>
            </p:cNvPr>
            <p:cNvSpPr>
              <a:spLocks noChangeShapeType="1"/>
            </p:cNvSpPr>
            <p:nvPr/>
          </p:nvSpPr>
          <p:spPr bwMode="auto">
            <a:xfrm flipV="1">
              <a:off x="2348" y="1634"/>
              <a:ext cx="0" cy="68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46" name="Line 54">
              <a:extLst>
                <a:ext uri="{FF2B5EF4-FFF2-40B4-BE49-F238E27FC236}">
                  <a16:creationId xmlns:a16="http://schemas.microsoft.com/office/drawing/2014/main" id="{BB331546-B5E5-5F32-D3F0-FC1D3B1E825F}"/>
                </a:ext>
              </a:extLst>
            </p:cNvPr>
            <p:cNvSpPr>
              <a:spLocks noChangeShapeType="1"/>
            </p:cNvSpPr>
            <p:nvPr/>
          </p:nvSpPr>
          <p:spPr bwMode="auto">
            <a:xfrm>
              <a:off x="2221" y="2768"/>
              <a:ext cx="3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7" name="Line 55">
              <a:extLst>
                <a:ext uri="{FF2B5EF4-FFF2-40B4-BE49-F238E27FC236}">
                  <a16:creationId xmlns:a16="http://schemas.microsoft.com/office/drawing/2014/main" id="{53D2F873-60D3-0A3A-1CA7-0A531DC452B3}"/>
                </a:ext>
              </a:extLst>
            </p:cNvPr>
            <p:cNvSpPr>
              <a:spLocks noChangeShapeType="1"/>
            </p:cNvSpPr>
            <p:nvPr/>
          </p:nvSpPr>
          <p:spPr bwMode="auto">
            <a:xfrm>
              <a:off x="2039" y="2950"/>
              <a:ext cx="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8" name="Line 56">
              <a:extLst>
                <a:ext uri="{FF2B5EF4-FFF2-40B4-BE49-F238E27FC236}">
                  <a16:creationId xmlns:a16="http://schemas.microsoft.com/office/drawing/2014/main" id="{B051A80B-4303-FC3C-3884-8BFBE68FC7F1}"/>
                </a:ext>
              </a:extLst>
            </p:cNvPr>
            <p:cNvSpPr>
              <a:spLocks noChangeShapeType="1"/>
            </p:cNvSpPr>
            <p:nvPr/>
          </p:nvSpPr>
          <p:spPr bwMode="auto">
            <a:xfrm flipV="1">
              <a:off x="2039" y="2115"/>
              <a:ext cx="0" cy="839"/>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49" name="Line 57">
              <a:extLst>
                <a:ext uri="{FF2B5EF4-FFF2-40B4-BE49-F238E27FC236}">
                  <a16:creationId xmlns:a16="http://schemas.microsoft.com/office/drawing/2014/main" id="{832E5CDA-5DAB-9782-FC08-BE009CDF01ED}"/>
                </a:ext>
              </a:extLst>
            </p:cNvPr>
            <p:cNvSpPr>
              <a:spLocks noChangeShapeType="1"/>
            </p:cNvSpPr>
            <p:nvPr/>
          </p:nvSpPr>
          <p:spPr bwMode="auto">
            <a:xfrm>
              <a:off x="3400" y="2088"/>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0" name="Line 58">
              <a:extLst>
                <a:ext uri="{FF2B5EF4-FFF2-40B4-BE49-F238E27FC236}">
                  <a16:creationId xmlns:a16="http://schemas.microsoft.com/office/drawing/2014/main" id="{C7EA36D9-6707-CC7A-D2DD-14870A779FAC}"/>
                </a:ext>
              </a:extLst>
            </p:cNvPr>
            <p:cNvSpPr>
              <a:spLocks noChangeShapeType="1"/>
            </p:cNvSpPr>
            <p:nvPr/>
          </p:nvSpPr>
          <p:spPr bwMode="auto">
            <a:xfrm>
              <a:off x="2892" y="2859"/>
              <a:ext cx="5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1" name="Line 59">
              <a:extLst>
                <a:ext uri="{FF2B5EF4-FFF2-40B4-BE49-F238E27FC236}">
                  <a16:creationId xmlns:a16="http://schemas.microsoft.com/office/drawing/2014/main" id="{888C3174-1CAB-AD91-EEA6-D32FD1B026CD}"/>
                </a:ext>
              </a:extLst>
            </p:cNvPr>
            <p:cNvSpPr>
              <a:spLocks noChangeShapeType="1"/>
            </p:cNvSpPr>
            <p:nvPr/>
          </p:nvSpPr>
          <p:spPr bwMode="auto">
            <a:xfrm>
              <a:off x="3400" y="2088"/>
              <a:ext cx="0" cy="77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2" name="Text Box 60">
              <a:extLst>
                <a:ext uri="{FF2B5EF4-FFF2-40B4-BE49-F238E27FC236}">
                  <a16:creationId xmlns:a16="http://schemas.microsoft.com/office/drawing/2014/main" id="{6AEF4AEC-6DE9-BAED-083A-07A87F2CE9AB}"/>
                </a:ext>
              </a:extLst>
            </p:cNvPr>
            <p:cNvSpPr txBox="1">
              <a:spLocks noChangeArrowheads="1"/>
            </p:cNvSpPr>
            <p:nvPr/>
          </p:nvSpPr>
          <p:spPr bwMode="auto">
            <a:xfrm>
              <a:off x="4398" y="1816"/>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y</a:t>
              </a:r>
              <a:endParaRPr lang="ru-RU" altLang="en-US" sz="2000"/>
            </a:p>
          </p:txBody>
        </p:sp>
        <p:sp>
          <p:nvSpPr>
            <p:cNvPr id="51" name="Flowchart: Delay 50">
              <a:extLst>
                <a:ext uri="{FF2B5EF4-FFF2-40B4-BE49-F238E27FC236}">
                  <a16:creationId xmlns:a16="http://schemas.microsoft.com/office/drawing/2014/main" id="{A7695CC2-4B0B-404B-BD50-BC11BEB905C3}"/>
                </a:ext>
              </a:extLst>
            </p:cNvPr>
            <p:cNvSpPr>
              <a:spLocks noChangeArrowheads="1"/>
            </p:cNvSpPr>
            <p:nvPr/>
          </p:nvSpPr>
          <p:spPr bwMode="auto">
            <a:xfrm>
              <a:off x="2525" y="1373"/>
              <a:ext cx="336" cy="336"/>
            </a:xfrm>
            <a:prstGeom prst="flowChartDelay">
              <a:avLst/>
            </a:prstGeom>
            <a:solidFill>
              <a:schemeClr val="accent1"/>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52" name="Flowchart: Delay 51">
              <a:extLst>
                <a:ext uri="{FF2B5EF4-FFF2-40B4-BE49-F238E27FC236}">
                  <a16:creationId xmlns:a16="http://schemas.microsoft.com/office/drawing/2014/main" id="{2DB75A37-78C5-4B64-86E5-B7F49E87B284}"/>
                </a:ext>
              </a:extLst>
            </p:cNvPr>
            <p:cNvSpPr>
              <a:spLocks noChangeArrowheads="1"/>
            </p:cNvSpPr>
            <p:nvPr/>
          </p:nvSpPr>
          <p:spPr bwMode="auto">
            <a:xfrm>
              <a:off x="2525" y="2045"/>
              <a:ext cx="336" cy="336"/>
            </a:xfrm>
            <a:prstGeom prst="flowChartDelay">
              <a:avLst/>
            </a:prstGeom>
            <a:solidFill>
              <a:schemeClr val="accent1"/>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53" name="Flowchart: Delay 52">
              <a:extLst>
                <a:ext uri="{FF2B5EF4-FFF2-40B4-BE49-F238E27FC236}">
                  <a16:creationId xmlns:a16="http://schemas.microsoft.com/office/drawing/2014/main" id="{69147F2B-8614-4A47-98D1-FF561B52FE8C}"/>
                </a:ext>
              </a:extLst>
            </p:cNvPr>
            <p:cNvSpPr>
              <a:spLocks noChangeArrowheads="1"/>
            </p:cNvSpPr>
            <p:nvPr/>
          </p:nvSpPr>
          <p:spPr bwMode="auto">
            <a:xfrm>
              <a:off x="2555" y="2669"/>
              <a:ext cx="336" cy="336"/>
            </a:xfrm>
            <a:prstGeom prst="flowChartDelay">
              <a:avLst/>
            </a:prstGeom>
            <a:solidFill>
              <a:schemeClr val="accent1"/>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35886" name="AutoShape 41">
              <a:extLst>
                <a:ext uri="{FF2B5EF4-FFF2-40B4-BE49-F238E27FC236}">
                  <a16:creationId xmlns:a16="http://schemas.microsoft.com/office/drawing/2014/main" id="{BF41DCD1-AC52-4E88-B688-F0AF2741925A}"/>
                </a:ext>
              </a:extLst>
            </p:cNvPr>
            <p:cNvSpPr>
              <a:spLocks noChangeArrowheads="1"/>
            </p:cNvSpPr>
            <p:nvPr/>
          </p:nvSpPr>
          <p:spPr bwMode="auto">
            <a:xfrm rot="5400000">
              <a:off x="1673" y="1094"/>
              <a:ext cx="382" cy="258"/>
            </a:xfrm>
            <a:prstGeom prst="triangle">
              <a:avLst>
                <a:gd name="adj" fmla="val 50000"/>
              </a:avLst>
            </a:prstGeom>
            <a:solidFill>
              <a:schemeClr val="accent1"/>
            </a:solidFill>
            <a:ln w="22225">
              <a:solidFill>
                <a:schemeClr val="tx1"/>
              </a:solidFill>
              <a:miter lim="800000"/>
              <a:headEnd/>
              <a:tailEnd/>
            </a:ln>
          </p:spPr>
          <p:txBody>
            <a:bodyPr rot="10800000" vert="eaVert" wrap="none" anchor="ctr"/>
            <a:lstStyle/>
            <a:p>
              <a:pPr eaLnBrk="1" hangingPunct="1">
                <a:defRPr/>
              </a:pPr>
              <a:endParaRPr lang="en-US" dirty="0"/>
            </a:p>
          </p:txBody>
        </p:sp>
        <p:sp>
          <p:nvSpPr>
            <p:cNvPr id="35887" name="Oval 42">
              <a:extLst>
                <a:ext uri="{FF2B5EF4-FFF2-40B4-BE49-F238E27FC236}">
                  <a16:creationId xmlns:a16="http://schemas.microsoft.com/office/drawing/2014/main" id="{17CD938C-C1A5-4ECB-9889-6ACD388F5BFC}"/>
                </a:ext>
              </a:extLst>
            </p:cNvPr>
            <p:cNvSpPr>
              <a:spLocks noChangeArrowheads="1"/>
            </p:cNvSpPr>
            <p:nvPr/>
          </p:nvSpPr>
          <p:spPr bwMode="auto">
            <a:xfrm>
              <a:off x="1995" y="1180"/>
              <a:ext cx="91" cy="90"/>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dirty="0"/>
            </a:p>
          </p:txBody>
        </p:sp>
      </p:grpSp>
      <p:sp>
        <p:nvSpPr>
          <p:cNvPr id="3" name="Title 2">
            <a:extLst>
              <a:ext uri="{FF2B5EF4-FFF2-40B4-BE49-F238E27FC236}">
                <a16:creationId xmlns:a16="http://schemas.microsoft.com/office/drawing/2014/main" id="{E655E9DB-0D8E-A385-E0F7-77A8341DC37F}"/>
              </a:ext>
            </a:extLst>
          </p:cNvPr>
          <p:cNvSpPr>
            <a:spLocks noGrp="1"/>
          </p:cNvSpPr>
          <p:nvPr>
            <p:ph type="title"/>
          </p:nvPr>
        </p:nvSpPr>
        <p:spPr/>
        <p:txBody>
          <a:bodyPr>
            <a:normAutofit/>
          </a:bodyPr>
          <a:lstStyle/>
          <a:p>
            <a:r>
              <a:rPr lang="en-US" dirty="0"/>
              <a:t>Example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9453CC2-C29A-39A1-F826-98982BEF3C87}"/>
              </a:ext>
            </a:extLst>
          </p:cNvPr>
          <p:cNvSpPr>
            <a:spLocks noGrp="1" noChangeArrowheads="1"/>
          </p:cNvSpPr>
          <p:nvPr>
            <p:ph type="title"/>
          </p:nvPr>
        </p:nvSpPr>
        <p:spPr/>
        <p:txBody>
          <a:bodyPr>
            <a:normAutofit/>
          </a:bodyPr>
          <a:lstStyle/>
          <a:p>
            <a:r>
              <a:rPr lang="en-US" altLang="en-US" dirty="0"/>
              <a:t>Example </a:t>
            </a:r>
            <a:r>
              <a:rPr lang="ru-RU" altLang="en-US" dirty="0"/>
              <a:t>2</a:t>
            </a:r>
            <a:endParaRPr lang="en-GB" altLang="en-US" dirty="0"/>
          </a:p>
        </p:txBody>
      </p:sp>
      <p:sp>
        <p:nvSpPr>
          <p:cNvPr id="31747" name="TextBox 2">
            <a:extLst>
              <a:ext uri="{FF2B5EF4-FFF2-40B4-BE49-F238E27FC236}">
                <a16:creationId xmlns:a16="http://schemas.microsoft.com/office/drawing/2014/main" id="{6667AB3D-3EEF-4B99-8FCB-3A0931984719}"/>
              </a:ext>
            </a:extLst>
          </p:cNvPr>
          <p:cNvSpPr txBox="1">
            <a:spLocks noChangeArrowheads="1"/>
          </p:cNvSpPr>
          <p:nvPr/>
        </p:nvSpPr>
        <p:spPr bwMode="auto">
          <a:xfrm>
            <a:off x="1905000" y="1600200"/>
            <a:ext cx="678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748" name="TextBox 5">
            <a:extLst>
              <a:ext uri="{FF2B5EF4-FFF2-40B4-BE49-F238E27FC236}">
                <a16:creationId xmlns:a16="http://schemas.microsoft.com/office/drawing/2014/main" id="{E148C947-A62A-4111-9658-9CEA27942C3B}"/>
              </a:ext>
            </a:extLst>
          </p:cNvPr>
          <p:cNvSpPr txBox="1">
            <a:spLocks noChangeArrowheads="1"/>
          </p:cNvSpPr>
          <p:nvPr/>
        </p:nvSpPr>
        <p:spPr bwMode="auto">
          <a:xfrm>
            <a:off x="1981200" y="1600200"/>
            <a:ext cx="822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 (x</a:t>
            </a:r>
            <a:r>
              <a:rPr lang="en-US" altLang="en-US" baseline="-25000"/>
              <a:t>2</a:t>
            </a:r>
            <a:r>
              <a:rPr lang="en-US" altLang="en-US"/>
              <a:t>+x</a:t>
            </a:r>
            <a:r>
              <a:rPr lang="en-US" altLang="en-US" baseline="-25000"/>
              <a:t>3</a:t>
            </a:r>
            <a:r>
              <a:rPr lang="en-US" altLang="en-US"/>
              <a:t>)</a:t>
            </a:r>
            <a:r>
              <a:rPr lang="en-US" altLang="en-US">
                <a:sym typeface="Symbol" panose="05050102010706020507" pitchFamily="18" charset="2"/>
              </a:rPr>
              <a:t></a:t>
            </a:r>
            <a:r>
              <a:rPr lang="en-US" altLang="en-US"/>
              <a:t>(</a:t>
            </a:r>
            <a:r>
              <a:rPr lang="en-US" altLang="en-US">
                <a:sym typeface="Symbol" panose="05050102010706020507" pitchFamily="18" charset="2"/>
              </a:rPr>
              <a:t></a:t>
            </a:r>
            <a:r>
              <a:rPr lang="en-US" altLang="en-US"/>
              <a:t>x</a:t>
            </a:r>
            <a:r>
              <a:rPr lang="en-US" altLang="en-US" baseline="-25000"/>
              <a:t>1</a:t>
            </a:r>
            <a:r>
              <a:rPr lang="en-US" altLang="en-US"/>
              <a:t> +</a:t>
            </a:r>
            <a:r>
              <a:rPr lang="en-US" altLang="en-US">
                <a:sym typeface="Symbol" panose="05050102010706020507" pitchFamily="18" charset="2"/>
              </a:rPr>
              <a:t></a:t>
            </a:r>
            <a:r>
              <a:rPr lang="en-US" altLang="en-US"/>
              <a:t>x</a:t>
            </a:r>
            <a:r>
              <a:rPr lang="en-US" altLang="en-US" baseline="-25000"/>
              <a:t>3</a:t>
            </a:r>
            <a:r>
              <a:rPr lang="en-US" altLang="en-US"/>
              <a:t>) </a:t>
            </a:r>
            <a:endParaRPr lang="en-GB" altLang="en-US"/>
          </a:p>
        </p:txBody>
      </p:sp>
      <p:sp>
        <p:nvSpPr>
          <p:cNvPr id="31749" name="Rectangle 58">
            <a:extLst>
              <a:ext uri="{FF2B5EF4-FFF2-40B4-BE49-F238E27FC236}">
                <a16:creationId xmlns:a16="http://schemas.microsoft.com/office/drawing/2014/main" id="{93BA06A7-B759-A918-5E50-81F59CC28FD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31750" name="Group 3">
            <a:extLst>
              <a:ext uri="{FF2B5EF4-FFF2-40B4-BE49-F238E27FC236}">
                <a16:creationId xmlns:a16="http://schemas.microsoft.com/office/drawing/2014/main" id="{FD2A3F35-EC21-7DEE-9F6C-B6FF5FD038D6}"/>
              </a:ext>
            </a:extLst>
          </p:cNvPr>
          <p:cNvGrpSpPr>
            <a:grpSpLocks/>
          </p:cNvGrpSpPr>
          <p:nvPr/>
        </p:nvGrpSpPr>
        <p:grpSpPr bwMode="auto">
          <a:xfrm>
            <a:off x="2286000" y="1981201"/>
            <a:ext cx="4572000" cy="2595563"/>
            <a:chOff x="3795" y="2997"/>
            <a:chExt cx="4577" cy="1998"/>
          </a:xfrm>
        </p:grpSpPr>
        <p:sp>
          <p:nvSpPr>
            <p:cNvPr id="1081" name="Text Box 57">
              <a:extLst>
                <a:ext uri="{FF2B5EF4-FFF2-40B4-BE49-F238E27FC236}">
                  <a16:creationId xmlns:a16="http://schemas.microsoft.com/office/drawing/2014/main" id="{E5547486-2DAD-4D79-B31C-F3E5A635703E}"/>
                </a:ext>
              </a:extLst>
            </p:cNvPr>
            <p:cNvSpPr txBox="1">
              <a:spLocks noChangeArrowheads="1"/>
            </p:cNvSpPr>
            <p:nvPr/>
          </p:nvSpPr>
          <p:spPr bwMode="auto">
            <a:xfrm>
              <a:off x="4637" y="4573"/>
              <a:ext cx="458" cy="422"/>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80" name="Text Box 56">
              <a:extLst>
                <a:ext uri="{FF2B5EF4-FFF2-40B4-BE49-F238E27FC236}">
                  <a16:creationId xmlns:a16="http://schemas.microsoft.com/office/drawing/2014/main" id="{C59780FB-7314-45F5-A817-02736BB95F15}"/>
                </a:ext>
              </a:extLst>
            </p:cNvPr>
            <p:cNvSpPr txBox="1">
              <a:spLocks noChangeArrowheads="1"/>
            </p:cNvSpPr>
            <p:nvPr/>
          </p:nvSpPr>
          <p:spPr bwMode="auto">
            <a:xfrm>
              <a:off x="5715" y="4408"/>
              <a:ext cx="458" cy="422"/>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79" name="AutoShape 55">
              <a:extLst>
                <a:ext uri="{FF2B5EF4-FFF2-40B4-BE49-F238E27FC236}">
                  <a16:creationId xmlns:a16="http://schemas.microsoft.com/office/drawing/2014/main" id="{6DD2660A-AED4-4422-9097-5FFBFC09E994}"/>
                </a:ext>
              </a:extLst>
            </p:cNvPr>
            <p:cNvSpPr>
              <a:spLocks noChangeArrowheads="1"/>
            </p:cNvSpPr>
            <p:nvPr/>
          </p:nvSpPr>
          <p:spPr bwMode="auto">
            <a:xfrm flipH="1">
              <a:off x="4750" y="3259"/>
              <a:ext cx="456" cy="430"/>
            </a:xfrm>
            <a:prstGeom prst="moon">
              <a:avLst>
                <a:gd name="adj" fmla="val 84819"/>
              </a:avLst>
            </a:prstGeom>
            <a:solidFill>
              <a:schemeClr val="accent1">
                <a:lumMod val="60000"/>
                <a:lumOff val="40000"/>
              </a:schemeClr>
            </a:solidFill>
            <a:ln w="28575">
              <a:solidFill>
                <a:srgbClr val="000000"/>
              </a:solidFill>
              <a:miter lim="800000"/>
              <a:headEnd/>
              <a:tailEnd/>
            </a:ln>
          </p:spPr>
          <p:txBody>
            <a:bodyPr anchor="ctr"/>
            <a:lstStyle/>
            <a:p>
              <a:pPr eaLnBrk="1" hangingPunct="1">
                <a:defRPr/>
              </a:pPr>
              <a:endParaRPr lang="en-GB" dirty="0">
                <a:cs typeface="Arial" charset="0"/>
              </a:endParaRPr>
            </a:p>
          </p:txBody>
        </p:sp>
        <p:sp>
          <p:nvSpPr>
            <p:cNvPr id="1078" name="AutoShape 54">
              <a:extLst>
                <a:ext uri="{FF2B5EF4-FFF2-40B4-BE49-F238E27FC236}">
                  <a16:creationId xmlns:a16="http://schemas.microsoft.com/office/drawing/2014/main" id="{A2955657-5E3C-403E-9729-380BF64AF44C}"/>
                </a:ext>
              </a:extLst>
            </p:cNvPr>
            <p:cNvSpPr>
              <a:spLocks noChangeArrowheads="1"/>
            </p:cNvSpPr>
            <p:nvPr/>
          </p:nvSpPr>
          <p:spPr bwMode="auto">
            <a:xfrm>
              <a:off x="5901" y="3674"/>
              <a:ext cx="458" cy="422"/>
            </a:xfrm>
            <a:prstGeom prst="flowChartDelay">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cs typeface="Arial" charset="0"/>
              </a:endParaRPr>
            </a:p>
          </p:txBody>
        </p:sp>
        <p:sp>
          <p:nvSpPr>
            <p:cNvPr id="1077" name="Line 53">
              <a:extLst>
                <a:ext uri="{FF2B5EF4-FFF2-40B4-BE49-F238E27FC236}">
                  <a16:creationId xmlns:a16="http://schemas.microsoft.com/office/drawing/2014/main" id="{DB42E13F-B8E1-4483-B3A2-AC07A5B209BD}"/>
                </a:ext>
              </a:extLst>
            </p:cNvPr>
            <p:cNvSpPr>
              <a:spLocks noChangeShapeType="1"/>
            </p:cNvSpPr>
            <p:nvPr/>
          </p:nvSpPr>
          <p:spPr bwMode="auto">
            <a:xfrm>
              <a:off x="6363" y="3887"/>
              <a:ext cx="321"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6" name="Text Box 52">
              <a:extLst>
                <a:ext uri="{FF2B5EF4-FFF2-40B4-BE49-F238E27FC236}">
                  <a16:creationId xmlns:a16="http://schemas.microsoft.com/office/drawing/2014/main" id="{00EF22F2-1C5F-4DC8-B707-95BE89592F3A}"/>
                </a:ext>
              </a:extLst>
            </p:cNvPr>
            <p:cNvSpPr txBox="1">
              <a:spLocks noChangeArrowheads="1"/>
            </p:cNvSpPr>
            <p:nvPr/>
          </p:nvSpPr>
          <p:spPr bwMode="auto">
            <a:xfrm>
              <a:off x="6624" y="3691"/>
              <a:ext cx="1748" cy="422"/>
            </a:xfrm>
            <a:prstGeom prst="rect">
              <a:avLst/>
            </a:prstGeom>
            <a:noFill/>
            <a:ln w="9525">
              <a:noFill/>
              <a:miter lim="800000"/>
              <a:headEnd/>
              <a:tailEnd/>
            </a:ln>
          </p:spPr>
          <p:txBody>
            <a:bodyPr/>
            <a:lstStyle/>
            <a:p>
              <a:pPr eaLnBrk="1" hangingPunct="1">
                <a:defRPr/>
              </a:pPr>
              <a:r>
                <a:rPr lang="en-US">
                  <a:ea typeface="Times New Roman" pitchFamily="18" charset="0"/>
                </a:rPr>
                <a:t>f  0  </a:t>
              </a:r>
              <a:r>
                <a:rPr lang="en-US">
                  <a:ea typeface="Times New Roman" pitchFamily="18" charset="0"/>
                  <a:sym typeface="Symbol" pitchFamily="18" charset="2"/>
                </a:rPr>
                <a:t></a:t>
              </a:r>
              <a:r>
                <a:rPr lang="en-US">
                  <a:ea typeface="Times New Roman" pitchFamily="18" charset="0"/>
                </a:rPr>
                <a:t>  </a:t>
              </a:r>
              <a:r>
                <a:rPr lang="en-US">
                  <a:ea typeface="Times New Roman" pitchFamily="18" charset="0"/>
                  <a:sym typeface="Symbol" pitchFamily="18" charset="2"/>
                </a:rPr>
                <a:t>1 </a:t>
              </a:r>
              <a:r>
                <a:rPr lang="en-US">
                  <a:ea typeface="Times New Roman" pitchFamily="18" charset="0"/>
                </a:rPr>
                <a:t>  </a:t>
              </a:r>
              <a:r>
                <a:rPr lang="en-US">
                  <a:ea typeface="Times New Roman" pitchFamily="18" charset="0"/>
                  <a:sym typeface="Symbol" pitchFamily="18" charset="2"/>
                </a:rPr>
                <a:t>0</a:t>
              </a:r>
            </a:p>
          </p:txBody>
        </p:sp>
        <p:sp>
          <p:nvSpPr>
            <p:cNvPr id="1075" name="Line 51">
              <a:extLst>
                <a:ext uri="{FF2B5EF4-FFF2-40B4-BE49-F238E27FC236}">
                  <a16:creationId xmlns:a16="http://schemas.microsoft.com/office/drawing/2014/main" id="{5C2935B0-F121-4803-B5D2-DEC51839D13E}"/>
                </a:ext>
              </a:extLst>
            </p:cNvPr>
            <p:cNvSpPr>
              <a:spLocks noChangeShapeType="1"/>
            </p:cNvSpPr>
            <p:nvPr/>
          </p:nvSpPr>
          <p:spPr bwMode="auto">
            <a:xfrm>
              <a:off x="5219" y="3463"/>
              <a:ext cx="307"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4" name="Line 50">
              <a:extLst>
                <a:ext uri="{FF2B5EF4-FFF2-40B4-BE49-F238E27FC236}">
                  <a16:creationId xmlns:a16="http://schemas.microsoft.com/office/drawing/2014/main" id="{B2F37616-144C-441B-ACEE-DE0EF9163233}"/>
                </a:ext>
              </a:extLst>
            </p:cNvPr>
            <p:cNvSpPr>
              <a:spLocks noChangeShapeType="1"/>
            </p:cNvSpPr>
            <p:nvPr/>
          </p:nvSpPr>
          <p:spPr bwMode="auto">
            <a:xfrm>
              <a:off x="5187" y="4317"/>
              <a:ext cx="334"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3" name="Line 49">
              <a:extLst>
                <a:ext uri="{FF2B5EF4-FFF2-40B4-BE49-F238E27FC236}">
                  <a16:creationId xmlns:a16="http://schemas.microsoft.com/office/drawing/2014/main" id="{0FEFEB46-923E-4092-B331-F138B1FD4AB9}"/>
                </a:ext>
              </a:extLst>
            </p:cNvPr>
            <p:cNvSpPr>
              <a:spLocks noChangeShapeType="1"/>
            </p:cNvSpPr>
            <p:nvPr/>
          </p:nvSpPr>
          <p:spPr bwMode="auto">
            <a:xfrm>
              <a:off x="5537" y="3463"/>
              <a:ext cx="0" cy="318"/>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2" name="Line 48">
              <a:extLst>
                <a:ext uri="{FF2B5EF4-FFF2-40B4-BE49-F238E27FC236}">
                  <a16:creationId xmlns:a16="http://schemas.microsoft.com/office/drawing/2014/main" id="{852CEC36-42E9-421F-B7A0-758EAFAB1250}"/>
                </a:ext>
              </a:extLst>
            </p:cNvPr>
            <p:cNvSpPr>
              <a:spLocks noChangeShapeType="1"/>
            </p:cNvSpPr>
            <p:nvPr/>
          </p:nvSpPr>
          <p:spPr bwMode="auto">
            <a:xfrm>
              <a:off x="5519" y="3997"/>
              <a:ext cx="0" cy="307"/>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1" name="Line 47">
              <a:extLst>
                <a:ext uri="{FF2B5EF4-FFF2-40B4-BE49-F238E27FC236}">
                  <a16:creationId xmlns:a16="http://schemas.microsoft.com/office/drawing/2014/main" id="{F6BC8A65-FAFD-48FF-A8BA-5F98E644F20D}"/>
                </a:ext>
              </a:extLst>
            </p:cNvPr>
            <p:cNvSpPr>
              <a:spLocks noChangeShapeType="1"/>
            </p:cNvSpPr>
            <p:nvPr/>
          </p:nvSpPr>
          <p:spPr bwMode="auto">
            <a:xfrm>
              <a:off x="5537" y="3793"/>
              <a:ext cx="361"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70" name="Line 46">
              <a:extLst>
                <a:ext uri="{FF2B5EF4-FFF2-40B4-BE49-F238E27FC236}">
                  <a16:creationId xmlns:a16="http://schemas.microsoft.com/office/drawing/2014/main" id="{FDF5911F-994D-4C61-8728-93FA669A1180}"/>
                </a:ext>
              </a:extLst>
            </p:cNvPr>
            <p:cNvSpPr>
              <a:spLocks noChangeShapeType="1"/>
            </p:cNvSpPr>
            <p:nvPr/>
          </p:nvSpPr>
          <p:spPr bwMode="auto">
            <a:xfrm>
              <a:off x="5519" y="4001"/>
              <a:ext cx="361"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69" name="Line 45">
              <a:extLst>
                <a:ext uri="{FF2B5EF4-FFF2-40B4-BE49-F238E27FC236}">
                  <a16:creationId xmlns:a16="http://schemas.microsoft.com/office/drawing/2014/main" id="{60FA84AF-A962-44F9-98A7-7E92E20352BE}"/>
                </a:ext>
              </a:extLst>
            </p:cNvPr>
            <p:cNvSpPr>
              <a:spLocks noChangeShapeType="1"/>
            </p:cNvSpPr>
            <p:nvPr/>
          </p:nvSpPr>
          <p:spPr bwMode="auto">
            <a:xfrm>
              <a:off x="4381" y="3379"/>
              <a:ext cx="437"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68" name="Line 44">
              <a:extLst>
                <a:ext uri="{FF2B5EF4-FFF2-40B4-BE49-F238E27FC236}">
                  <a16:creationId xmlns:a16="http://schemas.microsoft.com/office/drawing/2014/main" id="{CD60235A-8052-4671-AEAF-A7D7253E759A}"/>
                </a:ext>
              </a:extLst>
            </p:cNvPr>
            <p:cNvSpPr>
              <a:spLocks noChangeShapeType="1"/>
            </p:cNvSpPr>
            <p:nvPr/>
          </p:nvSpPr>
          <p:spPr bwMode="auto">
            <a:xfrm>
              <a:off x="4405" y="3587"/>
              <a:ext cx="381"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67" name="AutoShape 43">
              <a:extLst>
                <a:ext uri="{FF2B5EF4-FFF2-40B4-BE49-F238E27FC236}">
                  <a16:creationId xmlns:a16="http://schemas.microsoft.com/office/drawing/2014/main" id="{1F681441-4030-4511-94AA-5F8800C7431D}"/>
                </a:ext>
              </a:extLst>
            </p:cNvPr>
            <p:cNvSpPr>
              <a:spLocks noChangeArrowheads="1"/>
            </p:cNvSpPr>
            <p:nvPr/>
          </p:nvSpPr>
          <p:spPr bwMode="auto">
            <a:xfrm flipH="1">
              <a:off x="4702" y="4113"/>
              <a:ext cx="458" cy="431"/>
            </a:xfrm>
            <a:prstGeom prst="moon">
              <a:avLst>
                <a:gd name="adj" fmla="val 84819"/>
              </a:avLst>
            </a:prstGeom>
            <a:solidFill>
              <a:schemeClr val="accent1">
                <a:lumMod val="60000"/>
                <a:lumOff val="40000"/>
              </a:schemeClr>
            </a:solid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66" name="Line 42">
              <a:extLst>
                <a:ext uri="{FF2B5EF4-FFF2-40B4-BE49-F238E27FC236}">
                  <a16:creationId xmlns:a16="http://schemas.microsoft.com/office/drawing/2014/main" id="{795062AD-0A2D-48A7-95C0-52D0B0898A4C}"/>
                </a:ext>
              </a:extLst>
            </p:cNvPr>
            <p:cNvSpPr>
              <a:spLocks noChangeShapeType="1"/>
            </p:cNvSpPr>
            <p:nvPr/>
          </p:nvSpPr>
          <p:spPr bwMode="auto">
            <a:xfrm>
              <a:off x="4378" y="4232"/>
              <a:ext cx="381"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65" name="Line 41">
              <a:extLst>
                <a:ext uri="{FF2B5EF4-FFF2-40B4-BE49-F238E27FC236}">
                  <a16:creationId xmlns:a16="http://schemas.microsoft.com/office/drawing/2014/main" id="{1CAD1B9C-CB26-4EE2-85B6-F0F18C727823}"/>
                </a:ext>
              </a:extLst>
            </p:cNvPr>
            <p:cNvSpPr>
              <a:spLocks noChangeShapeType="1"/>
            </p:cNvSpPr>
            <p:nvPr/>
          </p:nvSpPr>
          <p:spPr bwMode="auto">
            <a:xfrm>
              <a:off x="4362" y="4427"/>
              <a:ext cx="380" cy="0"/>
            </a:xfrm>
            <a:prstGeom prst="line">
              <a:avLst/>
            </a:prstGeom>
            <a:noFill/>
            <a:ln w="9525">
              <a:solidFill>
                <a:srgbClr val="000000"/>
              </a:solidFill>
              <a:round/>
              <a:headEnd/>
              <a:tailEnd/>
            </a:ln>
          </p:spPr>
          <p:txBody>
            <a:bodyPr/>
            <a:lstStyle/>
            <a:p>
              <a:pPr eaLnBrk="1" hangingPunct="1">
                <a:defRPr/>
              </a:pPr>
              <a:endParaRPr lang="en-GB">
                <a:cs typeface="Arial" charset="0"/>
              </a:endParaRPr>
            </a:p>
          </p:txBody>
        </p:sp>
        <p:sp>
          <p:nvSpPr>
            <p:cNvPr id="1064" name="Text Box 40">
              <a:extLst>
                <a:ext uri="{FF2B5EF4-FFF2-40B4-BE49-F238E27FC236}">
                  <a16:creationId xmlns:a16="http://schemas.microsoft.com/office/drawing/2014/main" id="{9C8C41DB-F92E-4D6E-9D46-8D39541AFF8D}"/>
                </a:ext>
              </a:extLst>
            </p:cNvPr>
            <p:cNvSpPr txBox="1">
              <a:spLocks noChangeArrowheads="1"/>
            </p:cNvSpPr>
            <p:nvPr/>
          </p:nvSpPr>
          <p:spPr bwMode="auto">
            <a:xfrm>
              <a:off x="3809" y="3130"/>
              <a:ext cx="764" cy="423"/>
            </a:xfrm>
            <a:prstGeom prst="rect">
              <a:avLst/>
            </a:prstGeom>
            <a:noFill/>
            <a:ln w="9525">
              <a:noFill/>
              <a:miter lim="800000"/>
              <a:headEnd/>
              <a:tailEnd/>
            </a:ln>
          </p:spPr>
          <p:txBody>
            <a:bodyPr/>
            <a:lstStyle/>
            <a:p>
              <a:pPr eaLnBrk="1" hangingPunct="1">
                <a:defRPr/>
              </a:pPr>
              <a:r>
                <a:rPr lang="en-US">
                  <a:ea typeface="Times New Roman" pitchFamily="18" charset="0"/>
                  <a:sym typeface="Symbol" pitchFamily="18" charset="2"/>
                </a:rPr>
                <a:t></a:t>
              </a:r>
              <a:r>
                <a:rPr lang="en-US">
                  <a:ea typeface="Times New Roman" pitchFamily="18" charset="0"/>
                </a:rPr>
                <a:t>x</a:t>
              </a:r>
              <a:r>
                <a:rPr lang="en-US" baseline="-30000">
                  <a:ea typeface="Times New Roman" pitchFamily="18" charset="0"/>
                  <a:sym typeface="Symbol" pitchFamily="18" charset="2"/>
                </a:rPr>
                <a:t>1</a:t>
              </a:r>
              <a:endParaRPr lang="en-US">
                <a:ea typeface="Times New Roman" pitchFamily="18" charset="0"/>
                <a:sym typeface="Symbol" pitchFamily="18" charset="2"/>
              </a:endParaRPr>
            </a:p>
          </p:txBody>
        </p:sp>
        <p:sp>
          <p:nvSpPr>
            <p:cNvPr id="1063" name="Text Box 39">
              <a:extLst>
                <a:ext uri="{FF2B5EF4-FFF2-40B4-BE49-F238E27FC236}">
                  <a16:creationId xmlns:a16="http://schemas.microsoft.com/office/drawing/2014/main" id="{87B329FE-A256-4A70-90AC-F5095AE1C8C6}"/>
                </a:ext>
              </a:extLst>
            </p:cNvPr>
            <p:cNvSpPr txBox="1">
              <a:spLocks noChangeArrowheads="1"/>
            </p:cNvSpPr>
            <p:nvPr/>
          </p:nvSpPr>
          <p:spPr bwMode="auto">
            <a:xfrm>
              <a:off x="3795" y="3382"/>
              <a:ext cx="763" cy="422"/>
            </a:xfrm>
            <a:prstGeom prst="rect">
              <a:avLst/>
            </a:prstGeom>
            <a:noFill/>
            <a:ln w="9525">
              <a:noFill/>
              <a:miter lim="800000"/>
              <a:headEnd/>
              <a:tailEnd/>
            </a:ln>
          </p:spPr>
          <p:txBody>
            <a:bodyPr/>
            <a:lstStyle/>
            <a:p>
              <a:pPr eaLnBrk="1" hangingPunct="1">
                <a:defRPr/>
              </a:pPr>
              <a:r>
                <a:rPr lang="en-US">
                  <a:ea typeface="Times New Roman" pitchFamily="18" charset="0"/>
                  <a:sym typeface="Symbol" pitchFamily="18" charset="2"/>
                </a:rPr>
                <a:t></a:t>
              </a:r>
              <a:r>
                <a:rPr lang="en-US">
                  <a:ea typeface="Times New Roman" pitchFamily="18" charset="0"/>
                </a:rPr>
                <a:t>x</a:t>
              </a:r>
              <a:r>
                <a:rPr lang="en-US" baseline="-30000">
                  <a:ea typeface="Times New Roman" pitchFamily="18" charset="0"/>
                  <a:sym typeface="Symbol" pitchFamily="18" charset="2"/>
                </a:rPr>
                <a:t>3</a:t>
              </a:r>
              <a:endParaRPr lang="en-US">
                <a:ea typeface="Times New Roman" pitchFamily="18" charset="0"/>
                <a:sym typeface="Symbol" pitchFamily="18" charset="2"/>
              </a:endParaRPr>
            </a:p>
          </p:txBody>
        </p:sp>
        <p:sp>
          <p:nvSpPr>
            <p:cNvPr id="1062" name="Text Box 38">
              <a:extLst>
                <a:ext uri="{FF2B5EF4-FFF2-40B4-BE49-F238E27FC236}">
                  <a16:creationId xmlns:a16="http://schemas.microsoft.com/office/drawing/2014/main" id="{62F73691-76BA-4BDE-851D-0C106BBFCFA0}"/>
                </a:ext>
              </a:extLst>
            </p:cNvPr>
            <p:cNvSpPr txBox="1">
              <a:spLocks noChangeArrowheads="1"/>
            </p:cNvSpPr>
            <p:nvPr/>
          </p:nvSpPr>
          <p:spPr bwMode="auto">
            <a:xfrm>
              <a:off x="3839" y="4001"/>
              <a:ext cx="456" cy="422"/>
            </a:xfrm>
            <a:prstGeom prst="rect">
              <a:avLst/>
            </a:prstGeom>
            <a:noFill/>
            <a:ln w="9525">
              <a:noFill/>
              <a:miter lim="800000"/>
              <a:headEnd/>
              <a:tailEnd/>
            </a:ln>
          </p:spPr>
          <p:txBody>
            <a:bodyPr/>
            <a:lstStyle/>
            <a:p>
              <a:pPr eaLnBrk="1" hangingPunct="1">
                <a:defRPr/>
              </a:pPr>
              <a:r>
                <a:rPr lang="en-US">
                  <a:ea typeface="Times New Roman" pitchFamily="18" charset="0"/>
                </a:rPr>
                <a:t>x</a:t>
              </a:r>
              <a:r>
                <a:rPr lang="en-US" baseline="-30000">
                  <a:ea typeface="Times New Roman" pitchFamily="18" charset="0"/>
                </a:rPr>
                <a:t>2</a:t>
              </a:r>
              <a:endParaRPr lang="en-US"/>
            </a:p>
          </p:txBody>
        </p:sp>
        <p:sp>
          <p:nvSpPr>
            <p:cNvPr id="1061" name="Text Box 37">
              <a:extLst>
                <a:ext uri="{FF2B5EF4-FFF2-40B4-BE49-F238E27FC236}">
                  <a16:creationId xmlns:a16="http://schemas.microsoft.com/office/drawing/2014/main" id="{17AD6B4E-BD1C-4CED-A839-A9CA05D7BAB8}"/>
                </a:ext>
              </a:extLst>
            </p:cNvPr>
            <p:cNvSpPr txBox="1">
              <a:spLocks noChangeArrowheads="1"/>
            </p:cNvSpPr>
            <p:nvPr/>
          </p:nvSpPr>
          <p:spPr bwMode="auto">
            <a:xfrm>
              <a:off x="3839" y="4215"/>
              <a:ext cx="456" cy="423"/>
            </a:xfrm>
            <a:prstGeom prst="rect">
              <a:avLst/>
            </a:prstGeom>
            <a:noFill/>
            <a:ln w="9525">
              <a:noFill/>
              <a:miter lim="800000"/>
              <a:headEnd/>
              <a:tailEnd/>
            </a:ln>
          </p:spPr>
          <p:txBody>
            <a:bodyPr/>
            <a:lstStyle/>
            <a:p>
              <a:pPr eaLnBrk="1" hangingPunct="1">
                <a:defRPr/>
              </a:pPr>
              <a:r>
                <a:rPr lang="en-US">
                  <a:ea typeface="Times New Roman" pitchFamily="18" charset="0"/>
                </a:rPr>
                <a:t>x</a:t>
              </a:r>
              <a:r>
                <a:rPr lang="en-US" baseline="-30000">
                  <a:ea typeface="Times New Roman" pitchFamily="18" charset="0"/>
                </a:rPr>
                <a:t>3</a:t>
              </a:r>
              <a:endParaRPr lang="en-US"/>
            </a:p>
          </p:txBody>
        </p:sp>
        <p:sp>
          <p:nvSpPr>
            <p:cNvPr id="1060" name="Text Box 36">
              <a:extLst>
                <a:ext uri="{FF2B5EF4-FFF2-40B4-BE49-F238E27FC236}">
                  <a16:creationId xmlns:a16="http://schemas.microsoft.com/office/drawing/2014/main" id="{00ADF416-B959-4B6B-8D27-80D67F85925C}"/>
                </a:ext>
              </a:extLst>
            </p:cNvPr>
            <p:cNvSpPr txBox="1">
              <a:spLocks noChangeArrowheads="1"/>
            </p:cNvSpPr>
            <p:nvPr/>
          </p:nvSpPr>
          <p:spPr bwMode="auto">
            <a:xfrm>
              <a:off x="4938" y="2997"/>
              <a:ext cx="825" cy="423"/>
            </a:xfrm>
            <a:prstGeom prst="rect">
              <a:avLst/>
            </a:prstGeom>
            <a:noFill/>
            <a:ln w="9525">
              <a:noFill/>
              <a:miter lim="800000"/>
              <a:headEnd/>
              <a:tailEnd/>
            </a:ln>
          </p:spPr>
          <p:txBody>
            <a:bodyPr/>
            <a:lstStyle/>
            <a:p>
              <a:pPr eaLnBrk="1" hangingPunct="1">
                <a:defRPr/>
              </a:pPr>
              <a:r>
                <a:rPr lang="en-US">
                  <a:ea typeface="Times New Roman" pitchFamily="18" charset="0"/>
                  <a:sym typeface="Symbol" pitchFamily="18" charset="2"/>
                </a:rPr>
                <a:t></a:t>
              </a:r>
              <a:r>
                <a:rPr lang="en-US" baseline="-30000">
                  <a:ea typeface="Times New Roman" pitchFamily="18" charset="0"/>
                </a:rPr>
                <a:t>4</a:t>
              </a:r>
              <a:endParaRPr lang="en-US">
                <a:ea typeface="Times New Roman" pitchFamily="18" charset="0"/>
                <a:sym typeface="Symbol" pitchFamily="18" charset="2"/>
              </a:endParaRPr>
            </a:p>
          </p:txBody>
        </p:sp>
        <p:sp>
          <p:nvSpPr>
            <p:cNvPr id="1059" name="Text Box 35">
              <a:extLst>
                <a:ext uri="{FF2B5EF4-FFF2-40B4-BE49-F238E27FC236}">
                  <a16:creationId xmlns:a16="http://schemas.microsoft.com/office/drawing/2014/main" id="{EAA1DAA8-389F-43AE-96E9-C4632CBD4E29}"/>
                </a:ext>
              </a:extLst>
            </p:cNvPr>
            <p:cNvSpPr txBox="1">
              <a:spLocks noChangeArrowheads="1"/>
            </p:cNvSpPr>
            <p:nvPr/>
          </p:nvSpPr>
          <p:spPr bwMode="auto">
            <a:xfrm>
              <a:off x="4934" y="3762"/>
              <a:ext cx="647" cy="423"/>
            </a:xfrm>
            <a:prstGeom prst="rect">
              <a:avLst/>
            </a:prstGeom>
            <a:noFill/>
            <a:ln w="9525">
              <a:noFill/>
              <a:miter lim="800000"/>
              <a:headEnd/>
              <a:tailEnd/>
            </a:ln>
          </p:spPr>
          <p:txBody>
            <a:bodyPr/>
            <a:lstStyle/>
            <a:p>
              <a:pPr eaLnBrk="1" hangingPunct="1">
                <a:defRPr/>
              </a:pPr>
              <a:r>
                <a:rPr lang="en-US">
                  <a:ea typeface="Times New Roman" pitchFamily="18" charset="0"/>
                  <a:sym typeface="Symbol" pitchFamily="18" charset="2"/>
                </a:rPr>
                <a:t></a:t>
              </a:r>
              <a:r>
                <a:rPr lang="en-US" baseline="-30000">
                  <a:ea typeface="Times New Roman" pitchFamily="18" charset="0"/>
                </a:rPr>
                <a:t>5</a:t>
              </a:r>
              <a:endParaRPr lang="en-US">
                <a:ea typeface="Times New Roman" pitchFamily="18" charset="0"/>
                <a:sym typeface="Symbol" pitchFamily="18" charset="2"/>
              </a:endParaRPr>
            </a:p>
          </p:txBody>
        </p:sp>
        <p:sp>
          <p:nvSpPr>
            <p:cNvPr id="1058" name="Text Box 34">
              <a:extLst>
                <a:ext uri="{FF2B5EF4-FFF2-40B4-BE49-F238E27FC236}">
                  <a16:creationId xmlns:a16="http://schemas.microsoft.com/office/drawing/2014/main" id="{0A2BB51D-4AD7-4FDB-824C-4C0C2217BE7B}"/>
                </a:ext>
              </a:extLst>
            </p:cNvPr>
            <p:cNvSpPr txBox="1">
              <a:spLocks noChangeArrowheads="1"/>
            </p:cNvSpPr>
            <p:nvPr/>
          </p:nvSpPr>
          <p:spPr bwMode="auto">
            <a:xfrm>
              <a:off x="4207" y="3091"/>
              <a:ext cx="458" cy="422"/>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57" name="Text Box 33">
              <a:extLst>
                <a:ext uri="{FF2B5EF4-FFF2-40B4-BE49-F238E27FC236}">
                  <a16:creationId xmlns:a16="http://schemas.microsoft.com/office/drawing/2014/main" id="{BF7395E7-4451-4CF7-AFB3-7347C2AEB7E3}"/>
                </a:ext>
              </a:extLst>
            </p:cNvPr>
            <p:cNvSpPr txBox="1">
              <a:spLocks noChangeArrowheads="1"/>
            </p:cNvSpPr>
            <p:nvPr/>
          </p:nvSpPr>
          <p:spPr bwMode="auto">
            <a:xfrm>
              <a:off x="4200" y="3327"/>
              <a:ext cx="458" cy="422"/>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56" name="Text Box 32">
              <a:extLst>
                <a:ext uri="{FF2B5EF4-FFF2-40B4-BE49-F238E27FC236}">
                  <a16:creationId xmlns:a16="http://schemas.microsoft.com/office/drawing/2014/main" id="{71F557F4-7378-4536-94EB-6DB92E7A8941}"/>
                </a:ext>
              </a:extLst>
            </p:cNvPr>
            <p:cNvSpPr txBox="1">
              <a:spLocks noChangeArrowheads="1"/>
            </p:cNvSpPr>
            <p:nvPr/>
          </p:nvSpPr>
          <p:spPr bwMode="auto">
            <a:xfrm>
              <a:off x="4213" y="3942"/>
              <a:ext cx="458" cy="423"/>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55" name="Text Box 31">
              <a:extLst>
                <a:ext uri="{FF2B5EF4-FFF2-40B4-BE49-F238E27FC236}">
                  <a16:creationId xmlns:a16="http://schemas.microsoft.com/office/drawing/2014/main" id="{FDABA739-BC45-4DBF-AD02-AD1E484AD952}"/>
                </a:ext>
              </a:extLst>
            </p:cNvPr>
            <p:cNvSpPr txBox="1">
              <a:spLocks noChangeArrowheads="1"/>
            </p:cNvSpPr>
            <p:nvPr/>
          </p:nvSpPr>
          <p:spPr bwMode="auto">
            <a:xfrm>
              <a:off x="4195" y="4331"/>
              <a:ext cx="459" cy="423"/>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sp>
          <p:nvSpPr>
            <p:cNvPr id="1054" name="Text Box 30">
              <a:extLst>
                <a:ext uri="{FF2B5EF4-FFF2-40B4-BE49-F238E27FC236}">
                  <a16:creationId xmlns:a16="http://schemas.microsoft.com/office/drawing/2014/main" id="{FFD50DCF-3537-4F1B-AA8B-0D10652A7207}"/>
                </a:ext>
              </a:extLst>
            </p:cNvPr>
            <p:cNvSpPr txBox="1">
              <a:spLocks noChangeArrowheads="1"/>
            </p:cNvSpPr>
            <p:nvPr/>
          </p:nvSpPr>
          <p:spPr bwMode="auto">
            <a:xfrm>
              <a:off x="5256" y="3166"/>
              <a:ext cx="458" cy="423"/>
            </a:xfrm>
            <a:prstGeom prst="rect">
              <a:avLst/>
            </a:prstGeom>
            <a:noFill/>
            <a:ln w="9525">
              <a:noFill/>
              <a:miter lim="800000"/>
              <a:headEnd/>
              <a:tailEnd/>
            </a:ln>
          </p:spPr>
          <p:txBody>
            <a:bodyPr/>
            <a:lstStyle/>
            <a:p>
              <a:pPr eaLnBrk="1" hangingPunct="1">
                <a:defRPr/>
              </a:pPr>
              <a:r>
                <a:rPr lang="en-US">
                  <a:ea typeface="Times New Roman" pitchFamily="18" charset="0"/>
                </a:rPr>
                <a:t>0</a:t>
              </a:r>
              <a:endParaRPr lang="en-US"/>
            </a:p>
          </p:txBody>
        </p:sp>
        <p:sp>
          <p:nvSpPr>
            <p:cNvPr id="1053" name="Text Box 29">
              <a:extLst>
                <a:ext uri="{FF2B5EF4-FFF2-40B4-BE49-F238E27FC236}">
                  <a16:creationId xmlns:a16="http://schemas.microsoft.com/office/drawing/2014/main" id="{AB626734-2ABD-4497-A355-4EF63B8DA27E}"/>
                </a:ext>
              </a:extLst>
            </p:cNvPr>
            <p:cNvSpPr txBox="1">
              <a:spLocks noChangeArrowheads="1"/>
            </p:cNvSpPr>
            <p:nvPr/>
          </p:nvSpPr>
          <p:spPr bwMode="auto">
            <a:xfrm>
              <a:off x="5117" y="4274"/>
              <a:ext cx="458" cy="422"/>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sp>
          <p:nvSpPr>
            <p:cNvPr id="1052" name="Line 28">
              <a:extLst>
                <a:ext uri="{FF2B5EF4-FFF2-40B4-BE49-F238E27FC236}">
                  <a16:creationId xmlns:a16="http://schemas.microsoft.com/office/drawing/2014/main" id="{3EB8D0FE-8E07-41CC-A285-E7CC909404D6}"/>
                </a:ext>
              </a:extLst>
            </p:cNvPr>
            <p:cNvSpPr>
              <a:spLocks noChangeShapeType="1"/>
            </p:cNvSpPr>
            <p:nvPr/>
          </p:nvSpPr>
          <p:spPr bwMode="auto">
            <a:xfrm>
              <a:off x="4470" y="3628"/>
              <a:ext cx="242" cy="181"/>
            </a:xfrm>
            <a:prstGeom prst="line">
              <a:avLst/>
            </a:prstGeom>
            <a:noFill/>
            <a:ln w="9525">
              <a:solidFill>
                <a:srgbClr val="000000"/>
              </a:solidFill>
              <a:round/>
              <a:headEnd/>
              <a:tailEnd type="triangle" w="sm" len="med"/>
            </a:ln>
          </p:spPr>
          <p:txBody>
            <a:bodyPr/>
            <a:lstStyle/>
            <a:p>
              <a:pPr eaLnBrk="1" hangingPunct="1">
                <a:defRPr/>
              </a:pPr>
              <a:endParaRPr lang="en-GB">
                <a:cs typeface="Arial" charset="0"/>
              </a:endParaRPr>
            </a:p>
          </p:txBody>
        </p:sp>
        <p:sp>
          <p:nvSpPr>
            <p:cNvPr id="1051" name="Text Box 27">
              <a:extLst>
                <a:ext uri="{FF2B5EF4-FFF2-40B4-BE49-F238E27FC236}">
                  <a16:creationId xmlns:a16="http://schemas.microsoft.com/office/drawing/2014/main" id="{9BE8064B-6F75-4B47-BC81-7393D776D513}"/>
                </a:ext>
              </a:extLst>
            </p:cNvPr>
            <p:cNvSpPr txBox="1">
              <a:spLocks noChangeArrowheads="1"/>
            </p:cNvSpPr>
            <p:nvPr/>
          </p:nvSpPr>
          <p:spPr bwMode="auto">
            <a:xfrm>
              <a:off x="4618" y="3687"/>
              <a:ext cx="458" cy="422"/>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sp>
          <p:nvSpPr>
            <p:cNvPr id="1050" name="Line 26">
              <a:extLst>
                <a:ext uri="{FF2B5EF4-FFF2-40B4-BE49-F238E27FC236}">
                  <a16:creationId xmlns:a16="http://schemas.microsoft.com/office/drawing/2014/main" id="{5C78B475-0E7F-4133-BAAD-1AA83F3177F1}"/>
                </a:ext>
              </a:extLst>
            </p:cNvPr>
            <p:cNvSpPr>
              <a:spLocks noChangeShapeType="1"/>
            </p:cNvSpPr>
            <p:nvPr/>
          </p:nvSpPr>
          <p:spPr bwMode="auto">
            <a:xfrm>
              <a:off x="4499" y="4482"/>
              <a:ext cx="238" cy="238"/>
            </a:xfrm>
            <a:prstGeom prst="line">
              <a:avLst/>
            </a:prstGeom>
            <a:noFill/>
            <a:ln w="9525">
              <a:solidFill>
                <a:srgbClr val="000000"/>
              </a:solidFill>
              <a:round/>
              <a:headEnd/>
              <a:tailEnd type="triangle" w="sm" len="med"/>
            </a:ln>
          </p:spPr>
          <p:txBody>
            <a:bodyPr/>
            <a:lstStyle/>
            <a:p>
              <a:pPr eaLnBrk="1" hangingPunct="1">
                <a:defRPr/>
              </a:pPr>
              <a:endParaRPr lang="en-GB">
                <a:cs typeface="Arial" charset="0"/>
              </a:endParaRPr>
            </a:p>
          </p:txBody>
        </p:sp>
        <p:sp>
          <p:nvSpPr>
            <p:cNvPr id="1049" name="Line 25">
              <a:extLst>
                <a:ext uri="{FF2B5EF4-FFF2-40B4-BE49-F238E27FC236}">
                  <a16:creationId xmlns:a16="http://schemas.microsoft.com/office/drawing/2014/main" id="{65F63205-258F-462F-A601-CDF0FB6C6DF2}"/>
                </a:ext>
              </a:extLst>
            </p:cNvPr>
            <p:cNvSpPr>
              <a:spLocks noChangeShapeType="1"/>
            </p:cNvSpPr>
            <p:nvPr/>
          </p:nvSpPr>
          <p:spPr bwMode="auto">
            <a:xfrm>
              <a:off x="5581" y="3357"/>
              <a:ext cx="361" cy="105"/>
            </a:xfrm>
            <a:prstGeom prst="line">
              <a:avLst/>
            </a:prstGeom>
            <a:noFill/>
            <a:ln w="9525">
              <a:solidFill>
                <a:srgbClr val="000000"/>
              </a:solidFill>
              <a:round/>
              <a:headEnd/>
              <a:tailEnd type="triangle" w="sm" len="med"/>
            </a:ln>
          </p:spPr>
          <p:txBody>
            <a:bodyPr/>
            <a:lstStyle/>
            <a:p>
              <a:pPr eaLnBrk="1" hangingPunct="1">
                <a:defRPr/>
              </a:pPr>
              <a:endParaRPr lang="en-GB">
                <a:cs typeface="Arial" charset="0"/>
              </a:endParaRPr>
            </a:p>
          </p:txBody>
        </p:sp>
        <p:sp>
          <p:nvSpPr>
            <p:cNvPr id="1048" name="Text Box 24">
              <a:extLst>
                <a:ext uri="{FF2B5EF4-FFF2-40B4-BE49-F238E27FC236}">
                  <a16:creationId xmlns:a16="http://schemas.microsoft.com/office/drawing/2014/main" id="{79BC1999-876A-4A54-B8F4-4C94853A0FF9}"/>
                </a:ext>
              </a:extLst>
            </p:cNvPr>
            <p:cNvSpPr txBox="1">
              <a:spLocks noChangeArrowheads="1"/>
            </p:cNvSpPr>
            <p:nvPr/>
          </p:nvSpPr>
          <p:spPr bwMode="auto">
            <a:xfrm>
              <a:off x="5878" y="3327"/>
              <a:ext cx="458" cy="422"/>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grpSp>
          <p:nvGrpSpPr>
            <p:cNvPr id="31844" name="Group 21">
              <a:extLst>
                <a:ext uri="{FF2B5EF4-FFF2-40B4-BE49-F238E27FC236}">
                  <a16:creationId xmlns:a16="http://schemas.microsoft.com/office/drawing/2014/main" id="{438517D5-DF10-DCCD-7A01-19FBD6D59DE8}"/>
                </a:ext>
              </a:extLst>
            </p:cNvPr>
            <p:cNvGrpSpPr>
              <a:grpSpLocks/>
            </p:cNvGrpSpPr>
            <p:nvPr/>
          </p:nvGrpSpPr>
          <p:grpSpPr bwMode="auto">
            <a:xfrm>
              <a:off x="4292" y="3659"/>
              <a:ext cx="333" cy="405"/>
              <a:chOff x="2085" y="9240"/>
              <a:chExt cx="333" cy="405"/>
            </a:xfrm>
          </p:grpSpPr>
          <p:sp>
            <p:nvSpPr>
              <p:cNvPr id="1047" name="Oval 23">
                <a:extLst>
                  <a:ext uri="{FF2B5EF4-FFF2-40B4-BE49-F238E27FC236}">
                    <a16:creationId xmlns:a16="http://schemas.microsoft.com/office/drawing/2014/main" id="{4256AA7C-56C5-4046-85E8-46413A626572}"/>
                  </a:ext>
                </a:extLst>
              </p:cNvPr>
              <p:cNvSpPr>
                <a:spLocks noChangeArrowheads="1"/>
              </p:cNvSpPr>
              <p:nvPr/>
            </p:nvSpPr>
            <p:spPr bwMode="auto">
              <a:xfrm>
                <a:off x="2095" y="9255"/>
                <a:ext cx="318" cy="231"/>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46" name="Text Box 22">
                <a:extLst>
                  <a:ext uri="{FF2B5EF4-FFF2-40B4-BE49-F238E27FC236}">
                    <a16:creationId xmlns:a16="http://schemas.microsoft.com/office/drawing/2014/main" id="{2C1C7A80-0049-40C8-96EE-B388447DBC7E}"/>
                  </a:ext>
                </a:extLst>
              </p:cNvPr>
              <p:cNvSpPr txBox="1">
                <a:spLocks noChangeArrowheads="1"/>
              </p:cNvSpPr>
              <p:nvPr/>
            </p:nvSpPr>
            <p:spPr bwMode="auto">
              <a:xfrm>
                <a:off x="2085" y="9240"/>
                <a:ext cx="331" cy="403"/>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grpSp>
        <p:grpSp>
          <p:nvGrpSpPr>
            <p:cNvPr id="31845" name="Group 18">
              <a:extLst>
                <a:ext uri="{FF2B5EF4-FFF2-40B4-BE49-F238E27FC236}">
                  <a16:creationId xmlns:a16="http://schemas.microsoft.com/office/drawing/2014/main" id="{2E3DC5C8-63EB-BCAF-9403-AEF0E67545CF}"/>
                </a:ext>
              </a:extLst>
            </p:cNvPr>
            <p:cNvGrpSpPr>
              <a:grpSpLocks/>
            </p:cNvGrpSpPr>
            <p:nvPr/>
          </p:nvGrpSpPr>
          <p:grpSpPr bwMode="auto">
            <a:xfrm>
              <a:off x="4307" y="4514"/>
              <a:ext cx="333" cy="405"/>
              <a:chOff x="2085" y="9240"/>
              <a:chExt cx="333" cy="405"/>
            </a:xfrm>
          </p:grpSpPr>
          <p:sp>
            <p:nvSpPr>
              <p:cNvPr id="1044" name="Oval 20">
                <a:extLst>
                  <a:ext uri="{FF2B5EF4-FFF2-40B4-BE49-F238E27FC236}">
                    <a16:creationId xmlns:a16="http://schemas.microsoft.com/office/drawing/2014/main" id="{E8A78772-BBA1-4B44-890E-CEED5AFB658B}"/>
                  </a:ext>
                </a:extLst>
              </p:cNvPr>
              <p:cNvSpPr>
                <a:spLocks noChangeArrowheads="1"/>
              </p:cNvSpPr>
              <p:nvPr/>
            </p:nvSpPr>
            <p:spPr bwMode="auto">
              <a:xfrm>
                <a:off x="2094" y="9264"/>
                <a:ext cx="319" cy="232"/>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43" name="Text Box 19">
                <a:extLst>
                  <a:ext uri="{FF2B5EF4-FFF2-40B4-BE49-F238E27FC236}">
                    <a16:creationId xmlns:a16="http://schemas.microsoft.com/office/drawing/2014/main" id="{4C034CE6-196B-450F-9F2C-3504F1E8EFD8}"/>
                  </a:ext>
                </a:extLst>
              </p:cNvPr>
              <p:cNvSpPr txBox="1">
                <a:spLocks noChangeArrowheads="1"/>
              </p:cNvSpPr>
              <p:nvPr/>
            </p:nvSpPr>
            <p:spPr bwMode="auto">
              <a:xfrm>
                <a:off x="2085" y="9240"/>
                <a:ext cx="335" cy="407"/>
              </a:xfrm>
              <a:prstGeom prst="rect">
                <a:avLst/>
              </a:prstGeom>
              <a:noFill/>
              <a:ln w="9525">
                <a:noFill/>
                <a:miter lim="800000"/>
                <a:headEnd/>
                <a:tailEnd/>
              </a:ln>
            </p:spPr>
            <p:txBody>
              <a:bodyPr/>
              <a:lstStyle/>
              <a:p>
                <a:pPr eaLnBrk="1" hangingPunct="1">
                  <a:defRPr/>
                </a:pPr>
                <a:r>
                  <a:rPr lang="en-US">
                    <a:ea typeface="Times New Roman" pitchFamily="18" charset="0"/>
                  </a:rPr>
                  <a:t>1</a:t>
                </a:r>
                <a:endParaRPr lang="en-US"/>
              </a:p>
            </p:txBody>
          </p:sp>
        </p:grpSp>
        <p:grpSp>
          <p:nvGrpSpPr>
            <p:cNvPr id="31846" name="Group 15">
              <a:extLst>
                <a:ext uri="{FF2B5EF4-FFF2-40B4-BE49-F238E27FC236}">
                  <a16:creationId xmlns:a16="http://schemas.microsoft.com/office/drawing/2014/main" id="{111FA9FF-FCFB-2495-7ACB-951B5C63A10B}"/>
                </a:ext>
              </a:extLst>
            </p:cNvPr>
            <p:cNvGrpSpPr>
              <a:grpSpLocks/>
            </p:cNvGrpSpPr>
            <p:nvPr/>
          </p:nvGrpSpPr>
          <p:grpSpPr bwMode="auto">
            <a:xfrm>
              <a:off x="5522" y="3074"/>
              <a:ext cx="343" cy="405"/>
              <a:chOff x="2085" y="9240"/>
              <a:chExt cx="343" cy="405"/>
            </a:xfrm>
          </p:grpSpPr>
          <p:sp>
            <p:nvSpPr>
              <p:cNvPr id="1041" name="Oval 17">
                <a:extLst>
                  <a:ext uri="{FF2B5EF4-FFF2-40B4-BE49-F238E27FC236}">
                    <a16:creationId xmlns:a16="http://schemas.microsoft.com/office/drawing/2014/main" id="{96EBE041-7405-4C76-9571-9D81D1E740A2}"/>
                  </a:ext>
                </a:extLst>
              </p:cNvPr>
              <p:cNvSpPr>
                <a:spLocks noChangeArrowheads="1"/>
              </p:cNvSpPr>
              <p:nvPr/>
            </p:nvSpPr>
            <p:spPr bwMode="auto">
              <a:xfrm>
                <a:off x="2109" y="9264"/>
                <a:ext cx="319" cy="230"/>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40" name="Text Box 16">
                <a:extLst>
                  <a:ext uri="{FF2B5EF4-FFF2-40B4-BE49-F238E27FC236}">
                    <a16:creationId xmlns:a16="http://schemas.microsoft.com/office/drawing/2014/main" id="{C7F562F5-7D92-4A78-81CE-9160CDF2E045}"/>
                  </a:ext>
                </a:extLst>
              </p:cNvPr>
              <p:cNvSpPr txBox="1">
                <a:spLocks noChangeArrowheads="1"/>
              </p:cNvSpPr>
              <p:nvPr/>
            </p:nvSpPr>
            <p:spPr bwMode="auto">
              <a:xfrm>
                <a:off x="2087" y="9240"/>
                <a:ext cx="334" cy="403"/>
              </a:xfrm>
              <a:prstGeom prst="rect">
                <a:avLst/>
              </a:prstGeom>
              <a:noFill/>
              <a:ln w="9525">
                <a:noFill/>
                <a:miter lim="800000"/>
                <a:headEnd/>
                <a:tailEnd/>
              </a:ln>
            </p:spPr>
            <p:txBody>
              <a:bodyPr/>
              <a:lstStyle/>
              <a:p>
                <a:pPr eaLnBrk="1" hangingPunct="1">
                  <a:defRPr/>
                </a:pPr>
                <a:r>
                  <a:rPr lang="en-US">
                    <a:ea typeface="Times New Roman" pitchFamily="18" charset="0"/>
                  </a:rPr>
                  <a:t>2</a:t>
                </a:r>
                <a:endParaRPr lang="en-US"/>
              </a:p>
            </p:txBody>
          </p:sp>
        </p:grpSp>
        <p:sp>
          <p:nvSpPr>
            <p:cNvPr id="1038" name="Line 14">
              <a:extLst>
                <a:ext uri="{FF2B5EF4-FFF2-40B4-BE49-F238E27FC236}">
                  <a16:creationId xmlns:a16="http://schemas.microsoft.com/office/drawing/2014/main" id="{108D898C-12AB-4AD9-8E6E-D6CEF5AE9D5B}"/>
                </a:ext>
              </a:extLst>
            </p:cNvPr>
            <p:cNvSpPr>
              <a:spLocks noChangeShapeType="1"/>
            </p:cNvSpPr>
            <p:nvPr/>
          </p:nvSpPr>
          <p:spPr bwMode="auto">
            <a:xfrm>
              <a:off x="5402" y="4484"/>
              <a:ext cx="361" cy="105"/>
            </a:xfrm>
            <a:prstGeom prst="line">
              <a:avLst/>
            </a:prstGeom>
            <a:noFill/>
            <a:ln w="9525">
              <a:solidFill>
                <a:srgbClr val="000000"/>
              </a:solidFill>
              <a:round/>
              <a:headEnd/>
              <a:tailEnd type="triangle" w="sm" len="med"/>
            </a:ln>
          </p:spPr>
          <p:txBody>
            <a:bodyPr/>
            <a:lstStyle/>
            <a:p>
              <a:pPr eaLnBrk="1" hangingPunct="1">
                <a:defRPr/>
              </a:pPr>
              <a:endParaRPr lang="en-GB">
                <a:cs typeface="Arial" charset="0"/>
              </a:endParaRPr>
            </a:p>
          </p:txBody>
        </p:sp>
        <p:grpSp>
          <p:nvGrpSpPr>
            <p:cNvPr id="31848" name="Group 11">
              <a:extLst>
                <a:ext uri="{FF2B5EF4-FFF2-40B4-BE49-F238E27FC236}">
                  <a16:creationId xmlns:a16="http://schemas.microsoft.com/office/drawing/2014/main" id="{1ACEAE63-3770-7F52-4903-144AF2B57848}"/>
                </a:ext>
              </a:extLst>
            </p:cNvPr>
            <p:cNvGrpSpPr>
              <a:grpSpLocks/>
            </p:cNvGrpSpPr>
            <p:nvPr/>
          </p:nvGrpSpPr>
          <p:grpSpPr bwMode="auto">
            <a:xfrm>
              <a:off x="6962" y="3569"/>
              <a:ext cx="357" cy="405"/>
              <a:chOff x="2085" y="9240"/>
              <a:chExt cx="357" cy="405"/>
            </a:xfrm>
          </p:grpSpPr>
          <p:sp>
            <p:nvSpPr>
              <p:cNvPr id="1037" name="Oval 13">
                <a:extLst>
                  <a:ext uri="{FF2B5EF4-FFF2-40B4-BE49-F238E27FC236}">
                    <a16:creationId xmlns:a16="http://schemas.microsoft.com/office/drawing/2014/main" id="{BEC6A576-5D91-416D-8513-F1B185B37F8C}"/>
                  </a:ext>
                </a:extLst>
              </p:cNvPr>
              <p:cNvSpPr>
                <a:spLocks noChangeArrowheads="1"/>
              </p:cNvSpPr>
              <p:nvPr/>
            </p:nvSpPr>
            <p:spPr bwMode="auto">
              <a:xfrm>
                <a:off x="2123" y="9245"/>
                <a:ext cx="316" cy="231"/>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36" name="Text Box 12">
                <a:extLst>
                  <a:ext uri="{FF2B5EF4-FFF2-40B4-BE49-F238E27FC236}">
                    <a16:creationId xmlns:a16="http://schemas.microsoft.com/office/drawing/2014/main" id="{ACA87FC4-CE89-4E83-A473-CABAC36A7556}"/>
                  </a:ext>
                </a:extLst>
              </p:cNvPr>
              <p:cNvSpPr txBox="1">
                <a:spLocks noChangeArrowheads="1"/>
              </p:cNvSpPr>
              <p:nvPr/>
            </p:nvSpPr>
            <p:spPr bwMode="auto">
              <a:xfrm>
                <a:off x="2085" y="9240"/>
                <a:ext cx="331" cy="403"/>
              </a:xfrm>
              <a:prstGeom prst="rect">
                <a:avLst/>
              </a:prstGeom>
              <a:noFill/>
              <a:ln w="9525">
                <a:noFill/>
                <a:miter lim="800000"/>
                <a:headEnd/>
                <a:tailEnd/>
              </a:ln>
            </p:spPr>
            <p:txBody>
              <a:bodyPr/>
              <a:lstStyle/>
              <a:p>
                <a:pPr eaLnBrk="1" hangingPunct="1">
                  <a:defRPr/>
                </a:pPr>
                <a:r>
                  <a:rPr lang="en-US" dirty="0">
                    <a:ea typeface="Times New Roman" pitchFamily="18" charset="0"/>
                  </a:rPr>
                  <a:t>3</a:t>
                </a:r>
                <a:endParaRPr lang="en-US" dirty="0"/>
              </a:p>
            </p:txBody>
          </p:sp>
        </p:grpSp>
        <p:grpSp>
          <p:nvGrpSpPr>
            <p:cNvPr id="31849" name="Group 8">
              <a:extLst>
                <a:ext uri="{FF2B5EF4-FFF2-40B4-BE49-F238E27FC236}">
                  <a16:creationId xmlns:a16="http://schemas.microsoft.com/office/drawing/2014/main" id="{8B9BE76B-2033-06E1-F380-E016838F5931}"/>
                </a:ext>
              </a:extLst>
            </p:cNvPr>
            <p:cNvGrpSpPr>
              <a:grpSpLocks/>
            </p:cNvGrpSpPr>
            <p:nvPr/>
          </p:nvGrpSpPr>
          <p:grpSpPr bwMode="auto">
            <a:xfrm>
              <a:off x="5447" y="4229"/>
              <a:ext cx="333" cy="405"/>
              <a:chOff x="2085" y="9240"/>
              <a:chExt cx="333" cy="405"/>
            </a:xfrm>
          </p:grpSpPr>
          <p:sp>
            <p:nvSpPr>
              <p:cNvPr id="1034" name="Oval 10">
                <a:extLst>
                  <a:ext uri="{FF2B5EF4-FFF2-40B4-BE49-F238E27FC236}">
                    <a16:creationId xmlns:a16="http://schemas.microsoft.com/office/drawing/2014/main" id="{56AB68C8-8BC5-4625-9397-3946B726ACF7}"/>
                  </a:ext>
                </a:extLst>
              </p:cNvPr>
              <p:cNvSpPr>
                <a:spLocks noChangeArrowheads="1"/>
              </p:cNvSpPr>
              <p:nvPr/>
            </p:nvSpPr>
            <p:spPr bwMode="auto">
              <a:xfrm>
                <a:off x="2178" y="9314"/>
                <a:ext cx="192" cy="194"/>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33" name="Text Box 9">
                <a:extLst>
                  <a:ext uri="{FF2B5EF4-FFF2-40B4-BE49-F238E27FC236}">
                    <a16:creationId xmlns:a16="http://schemas.microsoft.com/office/drawing/2014/main" id="{E49D111D-24F8-4FC8-8DA7-4992C8F56594}"/>
                  </a:ext>
                </a:extLst>
              </p:cNvPr>
              <p:cNvSpPr txBox="1">
                <a:spLocks noChangeArrowheads="1"/>
              </p:cNvSpPr>
              <p:nvPr/>
            </p:nvSpPr>
            <p:spPr bwMode="auto">
              <a:xfrm>
                <a:off x="2083" y="9240"/>
                <a:ext cx="335" cy="407"/>
              </a:xfrm>
              <a:prstGeom prst="rect">
                <a:avLst/>
              </a:prstGeom>
              <a:noFill/>
              <a:ln w="9525">
                <a:noFill/>
                <a:miter lim="800000"/>
                <a:headEnd/>
                <a:tailEnd/>
              </a:ln>
            </p:spPr>
            <p:txBody>
              <a:bodyPr/>
              <a:lstStyle/>
              <a:p>
                <a:pPr eaLnBrk="1" hangingPunct="1">
                  <a:defRPr/>
                </a:pPr>
                <a:r>
                  <a:rPr lang="en-US">
                    <a:ea typeface="Times New Roman" pitchFamily="18" charset="0"/>
                  </a:rPr>
                  <a:t>4</a:t>
                </a:r>
                <a:endParaRPr lang="en-US"/>
              </a:p>
            </p:txBody>
          </p:sp>
        </p:grpSp>
        <p:grpSp>
          <p:nvGrpSpPr>
            <p:cNvPr id="31850" name="Group 5">
              <a:extLst>
                <a:ext uri="{FF2B5EF4-FFF2-40B4-BE49-F238E27FC236}">
                  <a16:creationId xmlns:a16="http://schemas.microsoft.com/office/drawing/2014/main" id="{86CC7511-09C2-1556-5818-E406CAA67062}"/>
                </a:ext>
              </a:extLst>
            </p:cNvPr>
            <p:cNvGrpSpPr>
              <a:grpSpLocks/>
            </p:cNvGrpSpPr>
            <p:nvPr/>
          </p:nvGrpSpPr>
          <p:grpSpPr bwMode="auto">
            <a:xfrm>
              <a:off x="7472" y="3554"/>
              <a:ext cx="357" cy="405"/>
              <a:chOff x="2085" y="9240"/>
              <a:chExt cx="357" cy="405"/>
            </a:xfrm>
          </p:grpSpPr>
          <p:sp>
            <p:nvSpPr>
              <p:cNvPr id="1031" name="Oval 7">
                <a:extLst>
                  <a:ext uri="{FF2B5EF4-FFF2-40B4-BE49-F238E27FC236}">
                    <a16:creationId xmlns:a16="http://schemas.microsoft.com/office/drawing/2014/main" id="{11411E24-5ADD-49CC-859B-D02C0E193892}"/>
                  </a:ext>
                </a:extLst>
              </p:cNvPr>
              <p:cNvSpPr>
                <a:spLocks noChangeArrowheads="1"/>
              </p:cNvSpPr>
              <p:nvPr/>
            </p:nvSpPr>
            <p:spPr bwMode="auto">
              <a:xfrm>
                <a:off x="2124" y="9265"/>
                <a:ext cx="318" cy="231"/>
              </a:xfrm>
              <a:prstGeom prst="ellipse">
                <a:avLst/>
              </a:prstGeom>
              <a:solidFill>
                <a:srgbClr val="FFFFFF"/>
              </a:solidFill>
              <a:ln w="9525">
                <a:solidFill>
                  <a:srgbClr val="000000"/>
                </a:solidFill>
                <a:prstDash val="dash"/>
                <a:round/>
                <a:headEnd/>
                <a:tailEnd/>
              </a:ln>
            </p:spPr>
            <p:txBody>
              <a:bodyPr/>
              <a:lstStyle/>
              <a:p>
                <a:pPr eaLnBrk="1" hangingPunct="1">
                  <a:defRPr/>
                </a:pPr>
                <a:endParaRPr lang="en-US"/>
              </a:p>
            </p:txBody>
          </p:sp>
          <p:sp>
            <p:nvSpPr>
              <p:cNvPr id="1030" name="Text Box 6">
                <a:extLst>
                  <a:ext uri="{FF2B5EF4-FFF2-40B4-BE49-F238E27FC236}">
                    <a16:creationId xmlns:a16="http://schemas.microsoft.com/office/drawing/2014/main" id="{97D4B50F-969C-49E5-9E96-FA913261FE0D}"/>
                  </a:ext>
                </a:extLst>
              </p:cNvPr>
              <p:cNvSpPr txBox="1">
                <a:spLocks noChangeArrowheads="1"/>
              </p:cNvSpPr>
              <p:nvPr/>
            </p:nvSpPr>
            <p:spPr bwMode="auto">
              <a:xfrm>
                <a:off x="2085" y="9240"/>
                <a:ext cx="331" cy="403"/>
              </a:xfrm>
              <a:prstGeom prst="rect">
                <a:avLst/>
              </a:prstGeom>
              <a:noFill/>
              <a:ln w="9525">
                <a:noFill/>
                <a:miter lim="800000"/>
                <a:headEnd/>
                <a:tailEnd/>
              </a:ln>
            </p:spPr>
            <p:txBody>
              <a:bodyPr/>
              <a:lstStyle/>
              <a:p>
                <a:pPr eaLnBrk="1" hangingPunct="1">
                  <a:defRPr/>
                </a:pPr>
                <a:r>
                  <a:rPr lang="en-US">
                    <a:ea typeface="Times New Roman" pitchFamily="18" charset="0"/>
                  </a:rPr>
                  <a:t>5</a:t>
                </a:r>
                <a:endParaRPr lang="en-US"/>
              </a:p>
            </p:txBody>
          </p:sp>
        </p:grpSp>
        <p:sp>
          <p:nvSpPr>
            <p:cNvPr id="1028" name="Text Box 4">
              <a:extLst>
                <a:ext uri="{FF2B5EF4-FFF2-40B4-BE49-F238E27FC236}">
                  <a16:creationId xmlns:a16="http://schemas.microsoft.com/office/drawing/2014/main" id="{61206C96-196D-46BD-9F36-E026322D3614}"/>
                </a:ext>
              </a:extLst>
            </p:cNvPr>
            <p:cNvSpPr txBox="1">
              <a:spLocks noChangeArrowheads="1"/>
            </p:cNvSpPr>
            <p:nvPr/>
          </p:nvSpPr>
          <p:spPr bwMode="auto">
            <a:xfrm>
              <a:off x="6122" y="3404"/>
              <a:ext cx="647" cy="423"/>
            </a:xfrm>
            <a:prstGeom prst="rect">
              <a:avLst/>
            </a:prstGeom>
            <a:noFill/>
            <a:ln w="9525">
              <a:noFill/>
              <a:miter lim="800000"/>
              <a:headEnd/>
              <a:tailEnd/>
            </a:ln>
          </p:spPr>
          <p:txBody>
            <a:bodyPr/>
            <a:lstStyle/>
            <a:p>
              <a:pPr eaLnBrk="1" hangingPunct="1">
                <a:defRPr/>
              </a:pPr>
              <a:r>
                <a:rPr lang="en-US">
                  <a:ea typeface="Times New Roman" pitchFamily="18" charset="0"/>
                  <a:sym typeface="Symbol" pitchFamily="18" charset="2"/>
                </a:rPr>
                <a:t></a:t>
              </a:r>
              <a:r>
                <a:rPr lang="en-US" baseline="-30000">
                  <a:ea typeface="Times New Roman" pitchFamily="18" charset="0"/>
                </a:rPr>
                <a:t>6</a:t>
              </a:r>
              <a:endParaRPr lang="en-US">
                <a:ea typeface="Times New Roman" pitchFamily="18" charset="0"/>
                <a:sym typeface="Symbol" pitchFamily="18" charset="2"/>
              </a:endParaRPr>
            </a:p>
          </p:txBody>
        </p:sp>
      </p:grpSp>
      <p:sp>
        <p:nvSpPr>
          <p:cNvPr id="31751" name="Rectangle 119">
            <a:extLst>
              <a:ext uri="{FF2B5EF4-FFF2-40B4-BE49-F238E27FC236}">
                <a16:creationId xmlns:a16="http://schemas.microsoft.com/office/drawing/2014/main" id="{2A88C3A4-813B-1111-3EE6-8801758330E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31752" name="Group 89">
            <a:extLst>
              <a:ext uri="{FF2B5EF4-FFF2-40B4-BE49-F238E27FC236}">
                <a16:creationId xmlns:a16="http://schemas.microsoft.com/office/drawing/2014/main" id="{5CB831CF-DC26-C8C5-A031-BE2E7A57EC9A}"/>
              </a:ext>
            </a:extLst>
          </p:cNvPr>
          <p:cNvGrpSpPr>
            <a:grpSpLocks/>
          </p:cNvGrpSpPr>
          <p:nvPr/>
        </p:nvGrpSpPr>
        <p:grpSpPr bwMode="auto">
          <a:xfrm>
            <a:off x="7315201" y="1371600"/>
            <a:ext cx="2925763" cy="2103438"/>
            <a:chOff x="4875" y="8291"/>
            <a:chExt cx="3165" cy="1972"/>
          </a:xfrm>
        </p:grpSpPr>
        <p:sp>
          <p:nvSpPr>
            <p:cNvPr id="31781" name="Text Box 118">
              <a:extLst>
                <a:ext uri="{FF2B5EF4-FFF2-40B4-BE49-F238E27FC236}">
                  <a16:creationId xmlns:a16="http://schemas.microsoft.com/office/drawing/2014/main" id="{88177648-5B75-4EEA-CC7D-3FC37D17127E}"/>
                </a:ext>
              </a:extLst>
            </p:cNvPr>
            <p:cNvSpPr txBox="1">
              <a:spLocks noChangeArrowheads="1"/>
            </p:cNvSpPr>
            <p:nvPr/>
          </p:nvSpPr>
          <p:spPr bwMode="auto">
            <a:xfrm>
              <a:off x="6289" y="9812"/>
              <a:ext cx="492"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x</a:t>
              </a:r>
              <a:r>
                <a:rPr lang="en-US" altLang="en-US" baseline="-30000">
                  <a:cs typeface="Times New Roman" panose="02020603050405020304" pitchFamily="18" charset="0"/>
                </a:rPr>
                <a:t>3</a:t>
              </a:r>
              <a:endParaRPr lang="en-US" altLang="en-US"/>
            </a:p>
          </p:txBody>
        </p:sp>
        <p:grpSp>
          <p:nvGrpSpPr>
            <p:cNvPr id="31782" name="Group 90">
              <a:extLst>
                <a:ext uri="{FF2B5EF4-FFF2-40B4-BE49-F238E27FC236}">
                  <a16:creationId xmlns:a16="http://schemas.microsoft.com/office/drawing/2014/main" id="{7BD78B01-268E-C966-44B1-0A07DB152CA0}"/>
                </a:ext>
              </a:extLst>
            </p:cNvPr>
            <p:cNvGrpSpPr>
              <a:grpSpLocks/>
            </p:cNvGrpSpPr>
            <p:nvPr/>
          </p:nvGrpSpPr>
          <p:grpSpPr bwMode="auto">
            <a:xfrm>
              <a:off x="4875" y="8291"/>
              <a:ext cx="3165" cy="1605"/>
              <a:chOff x="4875" y="8261"/>
              <a:chExt cx="3165" cy="1605"/>
            </a:xfrm>
          </p:grpSpPr>
          <p:sp>
            <p:nvSpPr>
              <p:cNvPr id="31783" name="Text Box 117">
                <a:extLst>
                  <a:ext uri="{FF2B5EF4-FFF2-40B4-BE49-F238E27FC236}">
                    <a16:creationId xmlns:a16="http://schemas.microsoft.com/office/drawing/2014/main" id="{6B3FD9FE-27BE-0E7B-E502-E9C64BE0C3A5}"/>
                  </a:ext>
                </a:extLst>
              </p:cNvPr>
              <p:cNvSpPr txBox="1">
                <a:spLocks noChangeArrowheads="1"/>
              </p:cNvSpPr>
              <p:nvPr/>
            </p:nvSpPr>
            <p:spPr bwMode="auto">
              <a:xfrm>
                <a:off x="6617" y="8261"/>
                <a:ext cx="568"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x</a:t>
                </a:r>
                <a:r>
                  <a:rPr lang="en-US" altLang="en-US" baseline="-30000">
                    <a:cs typeface="Times New Roman" panose="02020603050405020304" pitchFamily="18" charset="0"/>
                  </a:rPr>
                  <a:t>2</a:t>
                </a:r>
                <a:endParaRPr lang="en-US" altLang="en-US"/>
              </a:p>
            </p:txBody>
          </p:sp>
          <p:sp>
            <p:nvSpPr>
              <p:cNvPr id="31784" name="Text Box 116">
                <a:extLst>
                  <a:ext uri="{FF2B5EF4-FFF2-40B4-BE49-F238E27FC236}">
                    <a16:creationId xmlns:a16="http://schemas.microsoft.com/office/drawing/2014/main" id="{E0F1414D-A82B-AA64-800F-CC1A4D74D806}"/>
                  </a:ext>
                </a:extLst>
              </p:cNvPr>
              <p:cNvSpPr txBox="1">
                <a:spLocks noChangeArrowheads="1"/>
              </p:cNvSpPr>
              <p:nvPr/>
            </p:nvSpPr>
            <p:spPr bwMode="auto">
              <a:xfrm>
                <a:off x="4875" y="9280"/>
                <a:ext cx="492"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x</a:t>
                </a:r>
                <a:r>
                  <a:rPr lang="en-US" altLang="en-US" baseline="-30000">
                    <a:cs typeface="Times New Roman" panose="02020603050405020304" pitchFamily="18" charset="0"/>
                  </a:rPr>
                  <a:t>1</a:t>
                </a:r>
                <a:endParaRPr lang="en-US" altLang="en-US"/>
              </a:p>
            </p:txBody>
          </p:sp>
          <p:sp>
            <p:nvSpPr>
              <p:cNvPr id="31785" name="AutoShape 115">
                <a:extLst>
                  <a:ext uri="{FF2B5EF4-FFF2-40B4-BE49-F238E27FC236}">
                    <a16:creationId xmlns:a16="http://schemas.microsoft.com/office/drawing/2014/main" id="{E596C1BA-81C2-81FA-2647-C595D99548AB}"/>
                  </a:ext>
                </a:extLst>
              </p:cNvPr>
              <p:cNvSpPr>
                <a:spLocks/>
              </p:cNvSpPr>
              <p:nvPr/>
            </p:nvSpPr>
            <p:spPr bwMode="auto">
              <a:xfrm rot="-5426008">
                <a:off x="6765" y="8298"/>
                <a:ext cx="180" cy="764"/>
              </a:xfrm>
              <a:prstGeom prst="rightBrace">
                <a:avLst>
                  <a:gd name="adj1" fmla="val 35370"/>
                  <a:gd name="adj2" fmla="val 45278"/>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786" name="AutoShape 114">
                <a:extLst>
                  <a:ext uri="{FF2B5EF4-FFF2-40B4-BE49-F238E27FC236}">
                    <a16:creationId xmlns:a16="http://schemas.microsoft.com/office/drawing/2014/main" id="{9B47674C-0EAD-3129-F654-99F3D270818A}"/>
                  </a:ext>
                </a:extLst>
              </p:cNvPr>
              <p:cNvSpPr>
                <a:spLocks/>
              </p:cNvSpPr>
              <p:nvPr/>
            </p:nvSpPr>
            <p:spPr bwMode="auto">
              <a:xfrm rot="5400000">
                <a:off x="6390" y="9365"/>
                <a:ext cx="130" cy="872"/>
              </a:xfrm>
              <a:prstGeom prst="rightBrace">
                <a:avLst>
                  <a:gd name="adj1" fmla="val 55897"/>
                  <a:gd name="adj2" fmla="val 45278"/>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787" name="Rectangle 113">
                <a:extLst>
                  <a:ext uri="{FF2B5EF4-FFF2-40B4-BE49-F238E27FC236}">
                    <a16:creationId xmlns:a16="http://schemas.microsoft.com/office/drawing/2014/main" id="{33414282-DFD6-A65A-AEA2-47DEB92160BF}"/>
                  </a:ext>
                </a:extLst>
              </p:cNvPr>
              <p:cNvSpPr>
                <a:spLocks noChangeArrowheads="1"/>
              </p:cNvSpPr>
              <p:nvPr/>
            </p:nvSpPr>
            <p:spPr bwMode="auto">
              <a:xfrm>
                <a:off x="5585" y="8931"/>
                <a:ext cx="1684" cy="742"/>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788" name="Line 112">
                <a:extLst>
                  <a:ext uri="{FF2B5EF4-FFF2-40B4-BE49-F238E27FC236}">
                    <a16:creationId xmlns:a16="http://schemas.microsoft.com/office/drawing/2014/main" id="{E6175E5D-93FA-F170-3C64-552C4E8F5604}"/>
                  </a:ext>
                </a:extLst>
              </p:cNvPr>
              <p:cNvSpPr>
                <a:spLocks noChangeShapeType="1"/>
              </p:cNvSpPr>
              <p:nvPr/>
            </p:nvSpPr>
            <p:spPr bwMode="auto">
              <a:xfrm>
                <a:off x="6414" y="8931"/>
                <a:ext cx="0" cy="7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9" name="Line 111">
                <a:extLst>
                  <a:ext uri="{FF2B5EF4-FFF2-40B4-BE49-F238E27FC236}">
                    <a16:creationId xmlns:a16="http://schemas.microsoft.com/office/drawing/2014/main" id="{E51F13E1-50D6-6DC8-780C-8A481EAFE177}"/>
                  </a:ext>
                </a:extLst>
              </p:cNvPr>
              <p:cNvSpPr>
                <a:spLocks noChangeShapeType="1"/>
              </p:cNvSpPr>
              <p:nvPr/>
            </p:nvSpPr>
            <p:spPr bwMode="auto">
              <a:xfrm>
                <a:off x="5998" y="8921"/>
                <a:ext cx="0" cy="7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0" name="Line 110">
                <a:extLst>
                  <a:ext uri="{FF2B5EF4-FFF2-40B4-BE49-F238E27FC236}">
                    <a16:creationId xmlns:a16="http://schemas.microsoft.com/office/drawing/2014/main" id="{EDBF2EE1-51B3-1181-7418-60EF88BB644C}"/>
                  </a:ext>
                </a:extLst>
              </p:cNvPr>
              <p:cNvSpPr>
                <a:spLocks noChangeShapeType="1"/>
              </p:cNvSpPr>
              <p:nvPr/>
            </p:nvSpPr>
            <p:spPr bwMode="auto">
              <a:xfrm>
                <a:off x="6875" y="8940"/>
                <a:ext cx="0" cy="7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1" name="Line 109">
                <a:extLst>
                  <a:ext uri="{FF2B5EF4-FFF2-40B4-BE49-F238E27FC236}">
                    <a16:creationId xmlns:a16="http://schemas.microsoft.com/office/drawing/2014/main" id="{9A2DE4A6-BDDE-825D-B181-7CAD05736924}"/>
                  </a:ext>
                </a:extLst>
              </p:cNvPr>
              <p:cNvSpPr>
                <a:spLocks noChangeShapeType="1"/>
              </p:cNvSpPr>
              <p:nvPr/>
            </p:nvSpPr>
            <p:spPr bwMode="auto">
              <a:xfrm>
                <a:off x="5574" y="9313"/>
                <a:ext cx="167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2" name="Line 108">
                <a:extLst>
                  <a:ext uri="{FF2B5EF4-FFF2-40B4-BE49-F238E27FC236}">
                    <a16:creationId xmlns:a16="http://schemas.microsoft.com/office/drawing/2014/main" id="{E681545F-5DA6-80D9-9FC4-A3DF2766E672}"/>
                  </a:ext>
                </a:extLst>
              </p:cNvPr>
              <p:cNvSpPr>
                <a:spLocks noChangeShapeType="1"/>
              </p:cNvSpPr>
              <p:nvPr/>
            </p:nvSpPr>
            <p:spPr bwMode="auto">
              <a:xfrm flipH="1" flipV="1">
                <a:off x="5282" y="8686"/>
                <a:ext cx="303" cy="2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3" name="Text Box 107">
                <a:extLst>
                  <a:ext uri="{FF2B5EF4-FFF2-40B4-BE49-F238E27FC236}">
                    <a16:creationId xmlns:a16="http://schemas.microsoft.com/office/drawing/2014/main" id="{E8C376D5-1FA7-3753-0606-F2072DC22FA6}"/>
                  </a:ext>
                </a:extLst>
              </p:cNvPr>
              <p:cNvSpPr txBox="1">
                <a:spLocks noChangeArrowheads="1"/>
              </p:cNvSpPr>
              <p:nvPr/>
            </p:nvSpPr>
            <p:spPr bwMode="auto">
              <a:xfrm>
                <a:off x="5559" y="8656"/>
                <a:ext cx="576"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00</a:t>
                </a:r>
                <a:endParaRPr lang="en-US" altLang="en-US"/>
              </a:p>
            </p:txBody>
          </p:sp>
          <p:sp>
            <p:nvSpPr>
              <p:cNvPr id="31794" name="Text Box 106">
                <a:extLst>
                  <a:ext uri="{FF2B5EF4-FFF2-40B4-BE49-F238E27FC236}">
                    <a16:creationId xmlns:a16="http://schemas.microsoft.com/office/drawing/2014/main" id="{6191F12B-E645-8CBB-BEAD-23F4C87FE125}"/>
                  </a:ext>
                </a:extLst>
              </p:cNvPr>
              <p:cNvSpPr txBox="1">
                <a:spLocks noChangeArrowheads="1"/>
              </p:cNvSpPr>
              <p:nvPr/>
            </p:nvSpPr>
            <p:spPr bwMode="auto">
              <a:xfrm>
                <a:off x="5958" y="8641"/>
                <a:ext cx="537"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01</a:t>
                </a:r>
                <a:endParaRPr lang="en-US" altLang="en-US"/>
              </a:p>
            </p:txBody>
          </p:sp>
          <p:sp>
            <p:nvSpPr>
              <p:cNvPr id="31795" name="Text Box 105">
                <a:extLst>
                  <a:ext uri="{FF2B5EF4-FFF2-40B4-BE49-F238E27FC236}">
                    <a16:creationId xmlns:a16="http://schemas.microsoft.com/office/drawing/2014/main" id="{0B0FD4B2-8E0C-325D-D383-AD86BEF0CBF6}"/>
                  </a:ext>
                </a:extLst>
              </p:cNvPr>
              <p:cNvSpPr txBox="1">
                <a:spLocks noChangeArrowheads="1"/>
              </p:cNvSpPr>
              <p:nvPr/>
            </p:nvSpPr>
            <p:spPr bwMode="auto">
              <a:xfrm>
                <a:off x="6429" y="8641"/>
                <a:ext cx="606"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11</a:t>
                </a:r>
                <a:endParaRPr lang="en-US" altLang="en-US"/>
              </a:p>
            </p:txBody>
          </p:sp>
          <p:sp>
            <p:nvSpPr>
              <p:cNvPr id="31796" name="Text Box 104">
                <a:extLst>
                  <a:ext uri="{FF2B5EF4-FFF2-40B4-BE49-F238E27FC236}">
                    <a16:creationId xmlns:a16="http://schemas.microsoft.com/office/drawing/2014/main" id="{AEA64C1F-E7DB-5592-765E-69DF6B30863E}"/>
                  </a:ext>
                </a:extLst>
              </p:cNvPr>
              <p:cNvSpPr txBox="1">
                <a:spLocks noChangeArrowheads="1"/>
              </p:cNvSpPr>
              <p:nvPr/>
            </p:nvSpPr>
            <p:spPr bwMode="auto">
              <a:xfrm>
                <a:off x="6845" y="8645"/>
                <a:ext cx="550"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10</a:t>
                </a:r>
                <a:endParaRPr lang="en-US" altLang="en-US"/>
              </a:p>
            </p:txBody>
          </p:sp>
          <p:sp>
            <p:nvSpPr>
              <p:cNvPr id="31797" name="Text Box 103">
                <a:extLst>
                  <a:ext uri="{FF2B5EF4-FFF2-40B4-BE49-F238E27FC236}">
                    <a16:creationId xmlns:a16="http://schemas.microsoft.com/office/drawing/2014/main" id="{FF2E728C-FEFB-C7EE-7ECD-FED35B93ED50}"/>
                  </a:ext>
                </a:extLst>
              </p:cNvPr>
              <p:cNvSpPr txBox="1">
                <a:spLocks noChangeArrowheads="1"/>
              </p:cNvSpPr>
              <p:nvPr/>
            </p:nvSpPr>
            <p:spPr bwMode="auto">
              <a:xfrm>
                <a:off x="5243" y="8947"/>
                <a:ext cx="468"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0</a:t>
                </a:r>
                <a:endParaRPr lang="en-US" altLang="en-US"/>
              </a:p>
            </p:txBody>
          </p:sp>
          <p:sp>
            <p:nvSpPr>
              <p:cNvPr id="31798" name="Text Box 102">
                <a:extLst>
                  <a:ext uri="{FF2B5EF4-FFF2-40B4-BE49-F238E27FC236}">
                    <a16:creationId xmlns:a16="http://schemas.microsoft.com/office/drawing/2014/main" id="{412E9587-8DCF-789C-23FA-F1E6EDA2E5D3}"/>
                  </a:ext>
                </a:extLst>
              </p:cNvPr>
              <p:cNvSpPr txBox="1">
                <a:spLocks noChangeArrowheads="1"/>
              </p:cNvSpPr>
              <p:nvPr/>
            </p:nvSpPr>
            <p:spPr bwMode="auto">
              <a:xfrm>
                <a:off x="5252" y="9309"/>
                <a:ext cx="467"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a:t>
                </a:r>
                <a:endParaRPr lang="en-US" altLang="en-US"/>
              </a:p>
            </p:txBody>
          </p:sp>
          <p:sp>
            <p:nvSpPr>
              <p:cNvPr id="31799" name="Text Box 101">
                <a:extLst>
                  <a:ext uri="{FF2B5EF4-FFF2-40B4-BE49-F238E27FC236}">
                    <a16:creationId xmlns:a16="http://schemas.microsoft.com/office/drawing/2014/main" id="{2CC8C37E-EDDD-FEC6-179C-E26C728AE006}"/>
                  </a:ext>
                </a:extLst>
              </p:cNvPr>
              <p:cNvSpPr txBox="1">
                <a:spLocks noChangeArrowheads="1"/>
              </p:cNvSpPr>
              <p:nvPr/>
            </p:nvSpPr>
            <p:spPr bwMode="auto">
              <a:xfrm>
                <a:off x="5031" y="8669"/>
                <a:ext cx="67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x</a:t>
                </a:r>
                <a:r>
                  <a:rPr lang="en-US" altLang="en-US" baseline="-30000">
                    <a:cs typeface="Times New Roman" panose="02020603050405020304" pitchFamily="18" charset="0"/>
                  </a:rPr>
                  <a:t>1</a:t>
                </a:r>
                <a:endParaRPr lang="en-US" altLang="en-US"/>
              </a:p>
            </p:txBody>
          </p:sp>
          <p:sp>
            <p:nvSpPr>
              <p:cNvPr id="31800" name="Text Box 100">
                <a:extLst>
                  <a:ext uri="{FF2B5EF4-FFF2-40B4-BE49-F238E27FC236}">
                    <a16:creationId xmlns:a16="http://schemas.microsoft.com/office/drawing/2014/main" id="{6BAC381D-8339-8953-A792-8945DD9C5D15}"/>
                  </a:ext>
                </a:extLst>
              </p:cNvPr>
              <p:cNvSpPr txBox="1">
                <a:spLocks noChangeArrowheads="1"/>
              </p:cNvSpPr>
              <p:nvPr/>
            </p:nvSpPr>
            <p:spPr bwMode="auto">
              <a:xfrm>
                <a:off x="5170" y="8455"/>
                <a:ext cx="785"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x</a:t>
                </a:r>
                <a:r>
                  <a:rPr lang="en-US" altLang="en-US" baseline="-30000">
                    <a:cs typeface="Times New Roman" panose="02020603050405020304" pitchFamily="18" charset="0"/>
                  </a:rPr>
                  <a:t>2</a:t>
                </a:r>
                <a:r>
                  <a:rPr lang="en-US" altLang="en-US">
                    <a:cs typeface="Times New Roman" panose="02020603050405020304" pitchFamily="18" charset="0"/>
                  </a:rPr>
                  <a:t>x</a:t>
                </a:r>
                <a:r>
                  <a:rPr lang="en-US" altLang="en-US" baseline="-30000">
                    <a:cs typeface="Times New Roman" panose="02020603050405020304" pitchFamily="18" charset="0"/>
                  </a:rPr>
                  <a:t>3</a:t>
                </a:r>
                <a:endParaRPr lang="en-US" altLang="en-US"/>
              </a:p>
            </p:txBody>
          </p:sp>
          <p:sp>
            <p:nvSpPr>
              <p:cNvPr id="31801" name="Text Box 99">
                <a:extLst>
                  <a:ext uri="{FF2B5EF4-FFF2-40B4-BE49-F238E27FC236}">
                    <a16:creationId xmlns:a16="http://schemas.microsoft.com/office/drawing/2014/main" id="{F0E4E806-843F-87E0-F086-1BE2109790DA}"/>
                  </a:ext>
                </a:extLst>
              </p:cNvPr>
              <p:cNvSpPr txBox="1">
                <a:spLocks noChangeArrowheads="1"/>
              </p:cNvSpPr>
              <p:nvPr/>
            </p:nvSpPr>
            <p:spPr bwMode="auto">
              <a:xfrm>
                <a:off x="7369" y="8565"/>
                <a:ext cx="67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cs typeface="Times New Roman" panose="02020603050405020304" pitchFamily="18" charset="0"/>
                  </a:rPr>
                  <a:t>f</a:t>
                </a:r>
                <a:endParaRPr lang="en-US" altLang="en-US"/>
              </a:p>
            </p:txBody>
          </p:sp>
          <p:sp>
            <p:nvSpPr>
              <p:cNvPr id="31802" name="Text Box 98">
                <a:extLst>
                  <a:ext uri="{FF2B5EF4-FFF2-40B4-BE49-F238E27FC236}">
                    <a16:creationId xmlns:a16="http://schemas.microsoft.com/office/drawing/2014/main" id="{AEDAEC91-E20D-0C59-E117-86F332D6C9AD}"/>
                  </a:ext>
                </a:extLst>
              </p:cNvPr>
              <p:cNvSpPr txBox="1">
                <a:spLocks noChangeArrowheads="1"/>
              </p:cNvSpPr>
              <p:nvPr/>
            </p:nvSpPr>
            <p:spPr bwMode="auto">
              <a:xfrm>
                <a:off x="6044" y="8971"/>
                <a:ext cx="3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a:t>
                </a:r>
                <a:endParaRPr lang="en-US" altLang="en-US"/>
              </a:p>
            </p:txBody>
          </p:sp>
          <p:sp>
            <p:nvSpPr>
              <p:cNvPr id="31803" name="Text Box 97">
                <a:extLst>
                  <a:ext uri="{FF2B5EF4-FFF2-40B4-BE49-F238E27FC236}">
                    <a16:creationId xmlns:a16="http://schemas.microsoft.com/office/drawing/2014/main" id="{9DD18AE4-474A-1714-AE0A-A4C75B42F27C}"/>
                  </a:ext>
                </a:extLst>
              </p:cNvPr>
              <p:cNvSpPr txBox="1">
                <a:spLocks noChangeArrowheads="1"/>
              </p:cNvSpPr>
              <p:nvPr/>
            </p:nvSpPr>
            <p:spPr bwMode="auto">
              <a:xfrm>
                <a:off x="6855" y="9302"/>
                <a:ext cx="41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a:t>
                </a:r>
                <a:endParaRPr lang="en-US" altLang="en-US"/>
              </a:p>
            </p:txBody>
          </p:sp>
          <p:sp>
            <p:nvSpPr>
              <p:cNvPr id="31804" name="Text Box 96">
                <a:extLst>
                  <a:ext uri="{FF2B5EF4-FFF2-40B4-BE49-F238E27FC236}">
                    <a16:creationId xmlns:a16="http://schemas.microsoft.com/office/drawing/2014/main" id="{21B1DD91-690A-0D0C-5C71-F7FCC6803A96}"/>
                  </a:ext>
                </a:extLst>
              </p:cNvPr>
              <p:cNvSpPr txBox="1">
                <a:spLocks noChangeArrowheads="1"/>
              </p:cNvSpPr>
              <p:nvPr/>
            </p:nvSpPr>
            <p:spPr bwMode="auto">
              <a:xfrm>
                <a:off x="6473" y="8966"/>
                <a:ext cx="41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a:t>
                </a:r>
                <a:endParaRPr lang="en-US" altLang="en-US"/>
              </a:p>
            </p:txBody>
          </p:sp>
          <p:sp>
            <p:nvSpPr>
              <p:cNvPr id="31805" name="AutoShape 95">
                <a:extLst>
                  <a:ext uri="{FF2B5EF4-FFF2-40B4-BE49-F238E27FC236}">
                    <a16:creationId xmlns:a16="http://schemas.microsoft.com/office/drawing/2014/main" id="{D9CE921A-D974-A726-0941-1C4CEA4F6E23}"/>
                  </a:ext>
                </a:extLst>
              </p:cNvPr>
              <p:cNvSpPr>
                <a:spLocks noChangeArrowheads="1"/>
              </p:cNvSpPr>
              <p:nvPr/>
            </p:nvSpPr>
            <p:spPr bwMode="auto">
              <a:xfrm rot="5400000">
                <a:off x="5505" y="9161"/>
                <a:ext cx="602" cy="283"/>
              </a:xfrm>
              <a:prstGeom prst="roundRect">
                <a:avLst>
                  <a:gd name="adj" fmla="val 16667"/>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806" name="Text Box 94">
                <a:extLst>
                  <a:ext uri="{FF2B5EF4-FFF2-40B4-BE49-F238E27FC236}">
                    <a16:creationId xmlns:a16="http://schemas.microsoft.com/office/drawing/2014/main" id="{21BF3FE5-D70B-5AF8-40C2-24CB4C6241C5}"/>
                  </a:ext>
                </a:extLst>
              </p:cNvPr>
              <p:cNvSpPr txBox="1">
                <a:spLocks noChangeArrowheads="1"/>
              </p:cNvSpPr>
              <p:nvPr/>
            </p:nvSpPr>
            <p:spPr bwMode="auto">
              <a:xfrm>
                <a:off x="6894" y="8960"/>
                <a:ext cx="41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1</a:t>
                </a:r>
                <a:endParaRPr lang="en-US" altLang="en-US"/>
              </a:p>
            </p:txBody>
          </p:sp>
          <p:sp>
            <p:nvSpPr>
              <p:cNvPr id="31807" name="AutoShape 93">
                <a:extLst>
                  <a:ext uri="{FF2B5EF4-FFF2-40B4-BE49-F238E27FC236}">
                    <a16:creationId xmlns:a16="http://schemas.microsoft.com/office/drawing/2014/main" id="{5B984558-3380-1F92-F69E-E0C424F67F67}"/>
                  </a:ext>
                </a:extLst>
              </p:cNvPr>
              <p:cNvSpPr>
                <a:spLocks noChangeArrowheads="1"/>
              </p:cNvSpPr>
              <p:nvPr/>
            </p:nvSpPr>
            <p:spPr bwMode="auto">
              <a:xfrm>
                <a:off x="5946" y="9371"/>
                <a:ext cx="764" cy="228"/>
              </a:xfrm>
              <a:prstGeom prst="roundRect">
                <a:avLst>
                  <a:gd name="adj" fmla="val 16667"/>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808" name="AutoShape 92">
                <a:extLst>
                  <a:ext uri="{FF2B5EF4-FFF2-40B4-BE49-F238E27FC236}">
                    <a16:creationId xmlns:a16="http://schemas.microsoft.com/office/drawing/2014/main" id="{300475C7-20FE-ECDA-7619-C0F89985C7EE}"/>
                  </a:ext>
                </a:extLst>
              </p:cNvPr>
              <p:cNvSpPr>
                <a:spLocks/>
              </p:cNvSpPr>
              <p:nvPr/>
            </p:nvSpPr>
            <p:spPr bwMode="auto">
              <a:xfrm>
                <a:off x="5239" y="9354"/>
                <a:ext cx="123" cy="238"/>
              </a:xfrm>
              <a:prstGeom prst="leftBrace">
                <a:avLst>
                  <a:gd name="adj1" fmla="val 1612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1809" name="AutoShape 91">
                <a:extLst>
                  <a:ext uri="{FF2B5EF4-FFF2-40B4-BE49-F238E27FC236}">
                    <a16:creationId xmlns:a16="http://schemas.microsoft.com/office/drawing/2014/main" id="{F8C8E316-1037-E9B4-9202-2058E0CADAEA}"/>
                  </a:ext>
                </a:extLst>
              </p:cNvPr>
              <p:cNvSpPr>
                <a:spLocks noChangeArrowheads="1"/>
              </p:cNvSpPr>
              <p:nvPr/>
            </p:nvSpPr>
            <p:spPr bwMode="auto">
              <a:xfrm>
                <a:off x="5625" y="9407"/>
                <a:ext cx="652" cy="227"/>
              </a:xfrm>
              <a:prstGeom prst="roundRect">
                <a:avLst>
                  <a:gd name="adj" fmla="val 16667"/>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grpSp>
      <p:sp>
        <p:nvSpPr>
          <p:cNvPr id="31753" name="TextBox 93">
            <a:extLst>
              <a:ext uri="{FF2B5EF4-FFF2-40B4-BE49-F238E27FC236}">
                <a16:creationId xmlns:a16="http://schemas.microsoft.com/office/drawing/2014/main" id="{224BF6A9-DC68-CE25-E377-FA0815FA74A1}"/>
              </a:ext>
            </a:extLst>
          </p:cNvPr>
          <p:cNvSpPr txBox="1">
            <a:spLocks noChangeArrowheads="1"/>
          </p:cNvSpPr>
          <p:nvPr/>
        </p:nvSpPr>
        <p:spPr bwMode="auto">
          <a:xfrm>
            <a:off x="2819400" y="4953001"/>
            <a:ext cx="3581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f= (x</a:t>
            </a:r>
            <a:r>
              <a:rPr lang="ru-RU" altLang="en-US" baseline="-25000"/>
              <a:t>2</a:t>
            </a:r>
            <a:r>
              <a:rPr lang="ru-RU" altLang="en-US"/>
              <a:t>+x</a:t>
            </a:r>
            <a:r>
              <a:rPr lang="ru-RU" altLang="en-US" baseline="-25000"/>
              <a:t>3</a:t>
            </a:r>
            <a:r>
              <a:rPr lang="ru-RU" altLang="en-US"/>
              <a:t>)</a:t>
            </a:r>
            <a:r>
              <a:rPr lang="ru-RU" altLang="en-US">
                <a:sym typeface="Symbol" panose="05050102010706020507" pitchFamily="18" charset="2"/>
              </a:rPr>
              <a:t></a:t>
            </a:r>
            <a:r>
              <a:rPr lang="ru-RU" altLang="en-US"/>
              <a:t>(</a:t>
            </a:r>
            <a:r>
              <a:rPr lang="ru-RU" altLang="en-US">
                <a:sym typeface="Symbol" panose="05050102010706020507" pitchFamily="18" charset="2"/>
              </a:rPr>
              <a:t></a:t>
            </a:r>
            <a:r>
              <a:rPr lang="ru-RU" altLang="en-US"/>
              <a:t>x</a:t>
            </a:r>
            <a:r>
              <a:rPr lang="ru-RU" altLang="en-US" baseline="-25000"/>
              <a:t>1</a:t>
            </a:r>
            <a:r>
              <a:rPr lang="ru-RU" altLang="en-US"/>
              <a:t> +</a:t>
            </a:r>
            <a:r>
              <a:rPr lang="ru-RU" altLang="en-US">
                <a:sym typeface="Symbol" panose="05050102010706020507" pitchFamily="18" charset="2"/>
              </a:rPr>
              <a:t></a:t>
            </a:r>
            <a:r>
              <a:rPr lang="ru-RU" altLang="en-US"/>
              <a:t>x</a:t>
            </a:r>
            <a:r>
              <a:rPr lang="ru-RU" altLang="en-US" baseline="-25000"/>
              <a:t>3</a:t>
            </a:r>
            <a:r>
              <a:rPr lang="ru-RU" altLang="en-US"/>
              <a:t>) </a:t>
            </a:r>
            <a:r>
              <a:rPr lang="ru-RU" altLang="en-US">
                <a:sym typeface="Symbol" panose="05050102010706020507" pitchFamily="18" charset="2"/>
              </a:rPr>
              <a:t></a:t>
            </a:r>
            <a:r>
              <a:rPr lang="ru-RU" altLang="en-US"/>
              <a:t>(</a:t>
            </a:r>
            <a:r>
              <a:rPr lang="ru-RU" altLang="en-US">
                <a:sym typeface="Symbol" panose="05050102010706020507" pitchFamily="18" charset="2"/>
              </a:rPr>
              <a:t></a:t>
            </a:r>
            <a:r>
              <a:rPr lang="ru-RU" altLang="en-US"/>
              <a:t>x</a:t>
            </a:r>
            <a:r>
              <a:rPr lang="ru-RU" altLang="en-US" baseline="-25000"/>
              <a:t>1</a:t>
            </a:r>
            <a:r>
              <a:rPr lang="ru-RU" altLang="en-US"/>
              <a:t>+x</a:t>
            </a:r>
            <a:r>
              <a:rPr lang="ru-RU" altLang="en-US" baseline="-25000"/>
              <a:t>2</a:t>
            </a:r>
            <a:r>
              <a:rPr lang="ru-RU" altLang="en-US"/>
              <a:t>). </a:t>
            </a:r>
            <a:endParaRPr lang="en-GB" altLang="en-US"/>
          </a:p>
          <a:p>
            <a:pPr eaLnBrk="1" hangingPunct="1"/>
            <a:endParaRPr lang="en-GB" altLang="en-US"/>
          </a:p>
        </p:txBody>
      </p:sp>
      <p:sp>
        <p:nvSpPr>
          <p:cNvPr id="31754" name="Rectangle 162">
            <a:extLst>
              <a:ext uri="{FF2B5EF4-FFF2-40B4-BE49-F238E27FC236}">
                <a16:creationId xmlns:a16="http://schemas.microsoft.com/office/drawing/2014/main" id="{E0DFB859-30A5-01C8-C903-1FDB68B4C15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31755" name="Group 136">
            <a:extLst>
              <a:ext uri="{FF2B5EF4-FFF2-40B4-BE49-F238E27FC236}">
                <a16:creationId xmlns:a16="http://schemas.microsoft.com/office/drawing/2014/main" id="{0746228B-766C-B352-6222-F9B5C533C3C3}"/>
              </a:ext>
            </a:extLst>
          </p:cNvPr>
          <p:cNvGrpSpPr>
            <a:grpSpLocks/>
          </p:cNvGrpSpPr>
          <p:nvPr/>
        </p:nvGrpSpPr>
        <p:grpSpPr bwMode="auto">
          <a:xfrm>
            <a:off x="6781800" y="3505201"/>
            <a:ext cx="3581400" cy="2011363"/>
            <a:chOff x="1877" y="2968"/>
            <a:chExt cx="3517" cy="1918"/>
          </a:xfrm>
        </p:grpSpPr>
        <p:sp>
          <p:nvSpPr>
            <p:cNvPr id="1185" name="AutoShape 161">
              <a:extLst>
                <a:ext uri="{FF2B5EF4-FFF2-40B4-BE49-F238E27FC236}">
                  <a16:creationId xmlns:a16="http://schemas.microsoft.com/office/drawing/2014/main" id="{28852140-6AC4-4D4E-AA7E-36A9169FEB2F}"/>
                </a:ext>
              </a:extLst>
            </p:cNvPr>
            <p:cNvSpPr>
              <a:spLocks noChangeArrowheads="1"/>
            </p:cNvSpPr>
            <p:nvPr/>
          </p:nvSpPr>
          <p:spPr bwMode="auto">
            <a:xfrm flipH="1">
              <a:off x="3028" y="3097"/>
              <a:ext cx="457" cy="430"/>
            </a:xfrm>
            <a:prstGeom prst="moon">
              <a:avLst>
                <a:gd name="adj" fmla="val 84819"/>
              </a:avLst>
            </a:prstGeom>
            <a:solidFill>
              <a:schemeClr val="accent1">
                <a:lumMod val="60000"/>
                <a:lumOff val="40000"/>
              </a:schemeClr>
            </a:solidFill>
            <a:ln w="28575">
              <a:solidFill>
                <a:schemeClr val="tx1"/>
              </a:solidFill>
              <a:miter lim="800000"/>
              <a:headEnd/>
              <a:tailEnd/>
            </a:ln>
          </p:spPr>
          <p:txBody>
            <a:bodyPr anchor="ctr"/>
            <a:lstStyle/>
            <a:p>
              <a:pPr eaLnBrk="1" hangingPunct="1">
                <a:defRPr/>
              </a:pPr>
              <a:endParaRPr lang="en-GB">
                <a:latin typeface="+mj-lt"/>
                <a:cs typeface="Arial" charset="0"/>
              </a:endParaRPr>
            </a:p>
          </p:txBody>
        </p:sp>
        <p:sp>
          <p:nvSpPr>
            <p:cNvPr id="1184" name="AutoShape 160">
              <a:extLst>
                <a:ext uri="{FF2B5EF4-FFF2-40B4-BE49-F238E27FC236}">
                  <a16:creationId xmlns:a16="http://schemas.microsoft.com/office/drawing/2014/main" id="{7C900E6F-8E43-45D1-8BA4-4DCAE904DEB7}"/>
                </a:ext>
              </a:extLst>
            </p:cNvPr>
            <p:cNvSpPr>
              <a:spLocks noChangeArrowheads="1"/>
            </p:cNvSpPr>
            <p:nvPr/>
          </p:nvSpPr>
          <p:spPr bwMode="auto">
            <a:xfrm>
              <a:off x="4176" y="3767"/>
              <a:ext cx="457" cy="475"/>
            </a:xfrm>
            <a:prstGeom prst="flowChartDelay">
              <a:avLst/>
            </a:prstGeom>
            <a:solidFill>
              <a:schemeClr val="accent1">
                <a:lumMod val="60000"/>
                <a:lumOff val="40000"/>
              </a:schemeClr>
            </a:solidFill>
            <a:ln w="28575">
              <a:solidFill>
                <a:schemeClr val="tx1"/>
              </a:solidFill>
              <a:miter lim="800000"/>
              <a:headEnd/>
              <a:tailEnd/>
            </a:ln>
          </p:spPr>
          <p:txBody>
            <a:bodyPr/>
            <a:lstStyle/>
            <a:p>
              <a:pPr eaLnBrk="1" hangingPunct="1">
                <a:defRPr/>
              </a:pPr>
              <a:endParaRPr lang="en-GB">
                <a:latin typeface="+mj-lt"/>
                <a:cs typeface="Arial" charset="0"/>
              </a:endParaRPr>
            </a:p>
          </p:txBody>
        </p:sp>
        <p:sp>
          <p:nvSpPr>
            <p:cNvPr id="1183" name="Line 159">
              <a:extLst>
                <a:ext uri="{FF2B5EF4-FFF2-40B4-BE49-F238E27FC236}">
                  <a16:creationId xmlns:a16="http://schemas.microsoft.com/office/drawing/2014/main" id="{930A7EBA-215A-499A-A52E-4CA8944DE7C8}"/>
                </a:ext>
              </a:extLst>
            </p:cNvPr>
            <p:cNvSpPr>
              <a:spLocks noChangeShapeType="1"/>
            </p:cNvSpPr>
            <p:nvPr/>
          </p:nvSpPr>
          <p:spPr bwMode="auto">
            <a:xfrm>
              <a:off x="4639" y="4025"/>
              <a:ext cx="323"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82" name="Line 158">
              <a:extLst>
                <a:ext uri="{FF2B5EF4-FFF2-40B4-BE49-F238E27FC236}">
                  <a16:creationId xmlns:a16="http://schemas.microsoft.com/office/drawing/2014/main" id="{09B3E854-094C-416E-8788-53F1959845BA}"/>
                </a:ext>
              </a:extLst>
            </p:cNvPr>
            <p:cNvSpPr>
              <a:spLocks noChangeShapeType="1"/>
            </p:cNvSpPr>
            <p:nvPr/>
          </p:nvSpPr>
          <p:spPr bwMode="auto">
            <a:xfrm>
              <a:off x="3497" y="3300"/>
              <a:ext cx="306"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81" name="Line 157">
              <a:extLst>
                <a:ext uri="{FF2B5EF4-FFF2-40B4-BE49-F238E27FC236}">
                  <a16:creationId xmlns:a16="http://schemas.microsoft.com/office/drawing/2014/main" id="{AED63B53-AD10-4B04-8A43-682E6C36A212}"/>
                </a:ext>
              </a:extLst>
            </p:cNvPr>
            <p:cNvSpPr>
              <a:spLocks noChangeShapeType="1"/>
            </p:cNvSpPr>
            <p:nvPr/>
          </p:nvSpPr>
          <p:spPr bwMode="auto">
            <a:xfrm>
              <a:off x="3494" y="3990"/>
              <a:ext cx="675"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80" name="Line 156">
              <a:extLst>
                <a:ext uri="{FF2B5EF4-FFF2-40B4-BE49-F238E27FC236}">
                  <a16:creationId xmlns:a16="http://schemas.microsoft.com/office/drawing/2014/main" id="{BDD8D33F-ECB5-4A7E-A87E-CE9DDD2A8475}"/>
                </a:ext>
              </a:extLst>
            </p:cNvPr>
            <p:cNvSpPr>
              <a:spLocks noChangeShapeType="1"/>
            </p:cNvSpPr>
            <p:nvPr/>
          </p:nvSpPr>
          <p:spPr bwMode="auto">
            <a:xfrm>
              <a:off x="3813" y="3300"/>
              <a:ext cx="0" cy="545"/>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9" name="Line 155">
              <a:extLst>
                <a:ext uri="{FF2B5EF4-FFF2-40B4-BE49-F238E27FC236}">
                  <a16:creationId xmlns:a16="http://schemas.microsoft.com/office/drawing/2014/main" id="{EEB08CB1-2121-4061-A0F9-360CE5A9562B}"/>
                </a:ext>
              </a:extLst>
            </p:cNvPr>
            <p:cNvSpPr>
              <a:spLocks noChangeShapeType="1"/>
            </p:cNvSpPr>
            <p:nvPr/>
          </p:nvSpPr>
          <p:spPr bwMode="auto">
            <a:xfrm>
              <a:off x="3782" y="4164"/>
              <a:ext cx="0" cy="506"/>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8" name="Line 154">
              <a:extLst>
                <a:ext uri="{FF2B5EF4-FFF2-40B4-BE49-F238E27FC236}">
                  <a16:creationId xmlns:a16="http://schemas.microsoft.com/office/drawing/2014/main" id="{00950702-D740-464D-832C-48DD59E0D502}"/>
                </a:ext>
              </a:extLst>
            </p:cNvPr>
            <p:cNvSpPr>
              <a:spLocks noChangeShapeType="1"/>
            </p:cNvSpPr>
            <p:nvPr/>
          </p:nvSpPr>
          <p:spPr bwMode="auto">
            <a:xfrm>
              <a:off x="3812" y="3840"/>
              <a:ext cx="360"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7" name="Line 153">
              <a:extLst>
                <a:ext uri="{FF2B5EF4-FFF2-40B4-BE49-F238E27FC236}">
                  <a16:creationId xmlns:a16="http://schemas.microsoft.com/office/drawing/2014/main" id="{5478AFF0-889C-44DB-BDFE-405CDBA445CE}"/>
                </a:ext>
              </a:extLst>
            </p:cNvPr>
            <p:cNvSpPr>
              <a:spLocks noChangeShapeType="1"/>
            </p:cNvSpPr>
            <p:nvPr/>
          </p:nvSpPr>
          <p:spPr bwMode="auto">
            <a:xfrm>
              <a:off x="2463" y="3218"/>
              <a:ext cx="606"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6" name="Line 152">
              <a:extLst>
                <a:ext uri="{FF2B5EF4-FFF2-40B4-BE49-F238E27FC236}">
                  <a16:creationId xmlns:a16="http://schemas.microsoft.com/office/drawing/2014/main" id="{3EBCFA14-4BC0-4B4D-ACED-2CEA7A625EE2}"/>
                </a:ext>
              </a:extLst>
            </p:cNvPr>
            <p:cNvSpPr>
              <a:spLocks noChangeShapeType="1"/>
            </p:cNvSpPr>
            <p:nvPr/>
          </p:nvSpPr>
          <p:spPr bwMode="auto">
            <a:xfrm>
              <a:off x="2469" y="3410"/>
              <a:ext cx="608"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5" name="AutoShape 151">
              <a:extLst>
                <a:ext uri="{FF2B5EF4-FFF2-40B4-BE49-F238E27FC236}">
                  <a16:creationId xmlns:a16="http://schemas.microsoft.com/office/drawing/2014/main" id="{1752B3E4-4387-4516-800B-6170423C5B81}"/>
                </a:ext>
              </a:extLst>
            </p:cNvPr>
            <p:cNvSpPr>
              <a:spLocks noChangeArrowheads="1"/>
            </p:cNvSpPr>
            <p:nvPr/>
          </p:nvSpPr>
          <p:spPr bwMode="auto">
            <a:xfrm flipH="1">
              <a:off x="3010" y="3785"/>
              <a:ext cx="457" cy="430"/>
            </a:xfrm>
            <a:prstGeom prst="moon">
              <a:avLst>
                <a:gd name="adj" fmla="val 84819"/>
              </a:avLst>
            </a:prstGeom>
            <a:solidFill>
              <a:schemeClr val="accent1">
                <a:lumMod val="60000"/>
                <a:lumOff val="40000"/>
              </a:schemeClr>
            </a:solidFill>
            <a:ln w="28575">
              <a:solidFill>
                <a:srgbClr val="000000"/>
              </a:solidFill>
              <a:miter lim="800000"/>
              <a:headEnd/>
              <a:tailEnd/>
            </a:ln>
          </p:spPr>
          <p:txBody>
            <a:bodyPr anchor="ctr"/>
            <a:lstStyle/>
            <a:p>
              <a:pPr eaLnBrk="1" hangingPunct="1">
                <a:defRPr/>
              </a:pPr>
              <a:endParaRPr lang="en-GB">
                <a:latin typeface="+mj-lt"/>
                <a:cs typeface="Arial" charset="0"/>
              </a:endParaRPr>
            </a:p>
          </p:txBody>
        </p:sp>
        <p:sp>
          <p:nvSpPr>
            <p:cNvPr id="1174" name="Line 150">
              <a:extLst>
                <a:ext uri="{FF2B5EF4-FFF2-40B4-BE49-F238E27FC236}">
                  <a16:creationId xmlns:a16="http://schemas.microsoft.com/office/drawing/2014/main" id="{5DD12648-261C-40C9-B364-23CF495478E2}"/>
                </a:ext>
              </a:extLst>
            </p:cNvPr>
            <p:cNvSpPr>
              <a:spLocks noChangeShapeType="1"/>
            </p:cNvSpPr>
            <p:nvPr/>
          </p:nvSpPr>
          <p:spPr bwMode="auto">
            <a:xfrm>
              <a:off x="2446" y="3905"/>
              <a:ext cx="606"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3" name="Line 149">
              <a:extLst>
                <a:ext uri="{FF2B5EF4-FFF2-40B4-BE49-F238E27FC236}">
                  <a16:creationId xmlns:a16="http://schemas.microsoft.com/office/drawing/2014/main" id="{3A7EF200-CDF1-4472-8B59-425FF60F0692}"/>
                </a:ext>
              </a:extLst>
            </p:cNvPr>
            <p:cNvSpPr>
              <a:spLocks noChangeShapeType="1"/>
            </p:cNvSpPr>
            <p:nvPr/>
          </p:nvSpPr>
          <p:spPr bwMode="auto">
            <a:xfrm>
              <a:off x="2458" y="4100"/>
              <a:ext cx="608"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72" name="Text Box 148">
              <a:extLst>
                <a:ext uri="{FF2B5EF4-FFF2-40B4-BE49-F238E27FC236}">
                  <a16:creationId xmlns:a16="http://schemas.microsoft.com/office/drawing/2014/main" id="{8A279538-8811-4172-AD76-3EF7AFEF8DA7}"/>
                </a:ext>
              </a:extLst>
            </p:cNvPr>
            <p:cNvSpPr txBox="1">
              <a:spLocks noChangeArrowheads="1"/>
            </p:cNvSpPr>
            <p:nvPr/>
          </p:nvSpPr>
          <p:spPr bwMode="auto">
            <a:xfrm>
              <a:off x="1877" y="2968"/>
              <a:ext cx="762" cy="422"/>
            </a:xfrm>
            <a:prstGeom prst="rect">
              <a:avLst/>
            </a:prstGeom>
            <a:noFill/>
            <a:ln w="9525">
              <a:noFill/>
              <a:miter lim="800000"/>
              <a:headEnd/>
              <a:tailEnd/>
            </a:ln>
          </p:spPr>
          <p:txBody>
            <a:bodyPr/>
            <a:lstStyle/>
            <a:p>
              <a:pPr eaLnBrk="1" hangingPunct="1">
                <a:defRPr/>
              </a:pPr>
              <a:r>
                <a:rPr lang="en-US" dirty="0">
                  <a:latin typeface="+mj-lt"/>
                  <a:ea typeface="Times New Roman" pitchFamily="18" charset="0"/>
                  <a:sym typeface="Symbol" pitchFamily="18" charset="2"/>
                </a:rPr>
                <a:t></a:t>
              </a:r>
              <a:r>
                <a:rPr lang="en-US" dirty="0">
                  <a:latin typeface="+mj-lt"/>
                  <a:ea typeface="Times New Roman" pitchFamily="18" charset="0"/>
                </a:rPr>
                <a:t>x</a:t>
              </a:r>
              <a:r>
                <a:rPr lang="en-US" baseline="-30000" dirty="0">
                  <a:latin typeface="+mj-lt"/>
                  <a:ea typeface="Times New Roman" pitchFamily="18" charset="0"/>
                  <a:sym typeface="Symbol" pitchFamily="18" charset="2"/>
                </a:rPr>
                <a:t>1</a:t>
              </a:r>
              <a:endParaRPr lang="en-US" dirty="0">
                <a:latin typeface="+mj-lt"/>
                <a:ea typeface="Times New Roman" pitchFamily="18" charset="0"/>
                <a:sym typeface="Symbol" pitchFamily="18" charset="2"/>
              </a:endParaRPr>
            </a:p>
          </p:txBody>
        </p:sp>
        <p:sp>
          <p:nvSpPr>
            <p:cNvPr id="1171" name="Text Box 147">
              <a:extLst>
                <a:ext uri="{FF2B5EF4-FFF2-40B4-BE49-F238E27FC236}">
                  <a16:creationId xmlns:a16="http://schemas.microsoft.com/office/drawing/2014/main" id="{76579BF7-5DDC-4DB0-A2DD-7460FF1A70FA}"/>
                </a:ext>
              </a:extLst>
            </p:cNvPr>
            <p:cNvSpPr txBox="1">
              <a:spLocks noChangeArrowheads="1"/>
            </p:cNvSpPr>
            <p:nvPr/>
          </p:nvSpPr>
          <p:spPr bwMode="auto">
            <a:xfrm>
              <a:off x="1877" y="3234"/>
              <a:ext cx="762" cy="421"/>
            </a:xfrm>
            <a:prstGeom prst="rect">
              <a:avLst/>
            </a:prstGeom>
            <a:noFill/>
            <a:ln w="9525">
              <a:noFill/>
              <a:miter lim="800000"/>
              <a:headEnd/>
              <a:tailEnd/>
            </a:ln>
          </p:spPr>
          <p:txBody>
            <a:bodyPr/>
            <a:lstStyle/>
            <a:p>
              <a:pPr eaLnBrk="1" hangingPunct="1">
                <a:defRPr/>
              </a:pPr>
              <a:r>
                <a:rPr lang="en-US">
                  <a:latin typeface="+mj-lt"/>
                  <a:ea typeface="Times New Roman" pitchFamily="18" charset="0"/>
                  <a:sym typeface="Symbol" pitchFamily="18" charset="2"/>
                </a:rPr>
                <a:t></a:t>
              </a:r>
              <a:r>
                <a:rPr lang="en-US">
                  <a:latin typeface="+mj-lt"/>
                  <a:ea typeface="Times New Roman" pitchFamily="18" charset="0"/>
                </a:rPr>
                <a:t>x</a:t>
              </a:r>
              <a:r>
                <a:rPr lang="en-US" baseline="-30000">
                  <a:latin typeface="+mj-lt"/>
                  <a:ea typeface="Times New Roman" pitchFamily="18" charset="0"/>
                  <a:sym typeface="Symbol" pitchFamily="18" charset="2"/>
                </a:rPr>
                <a:t>3</a:t>
              </a:r>
              <a:endParaRPr lang="en-US">
                <a:latin typeface="+mj-lt"/>
                <a:ea typeface="Times New Roman" pitchFamily="18" charset="0"/>
                <a:sym typeface="Symbol" pitchFamily="18" charset="2"/>
              </a:endParaRPr>
            </a:p>
          </p:txBody>
        </p:sp>
        <p:sp>
          <p:nvSpPr>
            <p:cNvPr id="1170" name="Text Box 146">
              <a:extLst>
                <a:ext uri="{FF2B5EF4-FFF2-40B4-BE49-F238E27FC236}">
                  <a16:creationId xmlns:a16="http://schemas.microsoft.com/office/drawing/2014/main" id="{0D46A848-F4BA-4B09-88C4-F1022E413986}"/>
                </a:ext>
              </a:extLst>
            </p:cNvPr>
            <p:cNvSpPr txBox="1">
              <a:spLocks noChangeArrowheads="1"/>
            </p:cNvSpPr>
            <p:nvPr/>
          </p:nvSpPr>
          <p:spPr bwMode="auto">
            <a:xfrm>
              <a:off x="1981" y="3673"/>
              <a:ext cx="457" cy="421"/>
            </a:xfrm>
            <a:prstGeom prst="rect">
              <a:avLst/>
            </a:prstGeom>
            <a:noFill/>
            <a:ln w="9525">
              <a:noFill/>
              <a:miter lim="800000"/>
              <a:headEnd/>
              <a:tailEnd/>
            </a:ln>
          </p:spPr>
          <p:txBody>
            <a:bodyPr/>
            <a:lstStyle/>
            <a:p>
              <a:pPr eaLnBrk="1" hangingPunct="1">
                <a:defRPr/>
              </a:pPr>
              <a:r>
                <a:rPr lang="en-US">
                  <a:latin typeface="+mj-lt"/>
                  <a:ea typeface="Times New Roman" pitchFamily="18" charset="0"/>
                </a:rPr>
                <a:t>x</a:t>
              </a:r>
              <a:r>
                <a:rPr lang="en-US" baseline="-30000">
                  <a:latin typeface="+mj-lt"/>
                  <a:ea typeface="Times New Roman" pitchFamily="18" charset="0"/>
                </a:rPr>
                <a:t>2</a:t>
              </a:r>
              <a:endParaRPr lang="en-US">
                <a:latin typeface="+mj-lt"/>
              </a:endParaRPr>
            </a:p>
          </p:txBody>
        </p:sp>
        <p:sp>
          <p:nvSpPr>
            <p:cNvPr id="1169" name="Text Box 145">
              <a:extLst>
                <a:ext uri="{FF2B5EF4-FFF2-40B4-BE49-F238E27FC236}">
                  <a16:creationId xmlns:a16="http://schemas.microsoft.com/office/drawing/2014/main" id="{4CB2DB7A-CA2E-4BF1-8CD2-C01C9D0834DD}"/>
                </a:ext>
              </a:extLst>
            </p:cNvPr>
            <p:cNvSpPr txBox="1">
              <a:spLocks noChangeArrowheads="1"/>
            </p:cNvSpPr>
            <p:nvPr/>
          </p:nvSpPr>
          <p:spPr bwMode="auto">
            <a:xfrm>
              <a:off x="1995" y="3904"/>
              <a:ext cx="457" cy="422"/>
            </a:xfrm>
            <a:prstGeom prst="rect">
              <a:avLst/>
            </a:prstGeom>
            <a:noFill/>
            <a:ln w="9525">
              <a:noFill/>
              <a:miter lim="800000"/>
              <a:headEnd/>
              <a:tailEnd/>
            </a:ln>
          </p:spPr>
          <p:txBody>
            <a:bodyPr/>
            <a:lstStyle/>
            <a:p>
              <a:pPr eaLnBrk="1" hangingPunct="1">
                <a:defRPr/>
              </a:pPr>
              <a:r>
                <a:rPr lang="en-US">
                  <a:latin typeface="+mj-lt"/>
                  <a:ea typeface="Times New Roman" pitchFamily="18" charset="0"/>
                </a:rPr>
                <a:t>x</a:t>
              </a:r>
              <a:r>
                <a:rPr lang="en-US" baseline="-30000">
                  <a:latin typeface="+mj-lt"/>
                  <a:ea typeface="Times New Roman" pitchFamily="18" charset="0"/>
                </a:rPr>
                <a:t>3</a:t>
              </a:r>
              <a:endParaRPr lang="en-US">
                <a:latin typeface="+mj-lt"/>
              </a:endParaRPr>
            </a:p>
          </p:txBody>
        </p:sp>
        <p:sp>
          <p:nvSpPr>
            <p:cNvPr id="1168" name="AutoShape 144">
              <a:extLst>
                <a:ext uri="{FF2B5EF4-FFF2-40B4-BE49-F238E27FC236}">
                  <a16:creationId xmlns:a16="http://schemas.microsoft.com/office/drawing/2014/main" id="{F01BEDC5-762C-4025-B943-7DD5CA25BCD3}"/>
                </a:ext>
              </a:extLst>
            </p:cNvPr>
            <p:cNvSpPr>
              <a:spLocks noChangeArrowheads="1"/>
            </p:cNvSpPr>
            <p:nvPr/>
          </p:nvSpPr>
          <p:spPr bwMode="auto">
            <a:xfrm flipH="1">
              <a:off x="2987" y="4455"/>
              <a:ext cx="457" cy="431"/>
            </a:xfrm>
            <a:prstGeom prst="moon">
              <a:avLst>
                <a:gd name="adj" fmla="val 84819"/>
              </a:avLst>
            </a:prstGeom>
            <a:solidFill>
              <a:schemeClr val="accent1">
                <a:lumMod val="60000"/>
                <a:lumOff val="40000"/>
              </a:schemeClr>
            </a:solidFill>
            <a:ln w="28575">
              <a:solidFill>
                <a:schemeClr val="tx1"/>
              </a:solidFill>
              <a:miter lim="800000"/>
              <a:headEnd/>
              <a:tailEnd/>
            </a:ln>
          </p:spPr>
          <p:txBody>
            <a:bodyPr anchor="ctr"/>
            <a:lstStyle/>
            <a:p>
              <a:pPr eaLnBrk="1" hangingPunct="1">
                <a:defRPr/>
              </a:pPr>
              <a:endParaRPr lang="en-GB">
                <a:latin typeface="+mj-lt"/>
                <a:cs typeface="Arial" charset="0"/>
              </a:endParaRPr>
            </a:p>
          </p:txBody>
        </p:sp>
        <p:sp>
          <p:nvSpPr>
            <p:cNvPr id="1167" name="Line 143">
              <a:extLst>
                <a:ext uri="{FF2B5EF4-FFF2-40B4-BE49-F238E27FC236}">
                  <a16:creationId xmlns:a16="http://schemas.microsoft.com/office/drawing/2014/main" id="{32B5630D-023F-4BA8-A8BB-FDD65F942BB7}"/>
                </a:ext>
              </a:extLst>
            </p:cNvPr>
            <p:cNvSpPr>
              <a:spLocks noChangeShapeType="1"/>
            </p:cNvSpPr>
            <p:nvPr/>
          </p:nvSpPr>
          <p:spPr bwMode="auto">
            <a:xfrm>
              <a:off x="3456" y="4674"/>
              <a:ext cx="306"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66" name="Line 142">
              <a:extLst>
                <a:ext uri="{FF2B5EF4-FFF2-40B4-BE49-F238E27FC236}">
                  <a16:creationId xmlns:a16="http://schemas.microsoft.com/office/drawing/2014/main" id="{11345FAA-2344-451B-91B7-24C29737223B}"/>
                </a:ext>
              </a:extLst>
            </p:cNvPr>
            <p:cNvSpPr>
              <a:spLocks noChangeShapeType="1"/>
            </p:cNvSpPr>
            <p:nvPr/>
          </p:nvSpPr>
          <p:spPr bwMode="auto">
            <a:xfrm>
              <a:off x="2828" y="4580"/>
              <a:ext cx="228"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65" name="Line 141">
              <a:extLst>
                <a:ext uri="{FF2B5EF4-FFF2-40B4-BE49-F238E27FC236}">
                  <a16:creationId xmlns:a16="http://schemas.microsoft.com/office/drawing/2014/main" id="{51C6B9C6-02B8-4ABF-8564-DE4690921A8A}"/>
                </a:ext>
              </a:extLst>
            </p:cNvPr>
            <p:cNvSpPr>
              <a:spLocks noChangeShapeType="1"/>
            </p:cNvSpPr>
            <p:nvPr/>
          </p:nvSpPr>
          <p:spPr bwMode="auto">
            <a:xfrm>
              <a:off x="2642" y="4769"/>
              <a:ext cx="379"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64" name="Line 140">
              <a:extLst>
                <a:ext uri="{FF2B5EF4-FFF2-40B4-BE49-F238E27FC236}">
                  <a16:creationId xmlns:a16="http://schemas.microsoft.com/office/drawing/2014/main" id="{3C467B3F-CABD-4770-B9AF-8065742077DD}"/>
                </a:ext>
              </a:extLst>
            </p:cNvPr>
            <p:cNvSpPr>
              <a:spLocks noChangeShapeType="1"/>
            </p:cNvSpPr>
            <p:nvPr/>
          </p:nvSpPr>
          <p:spPr bwMode="auto">
            <a:xfrm>
              <a:off x="3780" y="4155"/>
              <a:ext cx="360" cy="0"/>
            </a:xfrm>
            <a:prstGeom prst="line">
              <a:avLst/>
            </a:prstGeom>
            <a:noFill/>
            <a:ln w="9525">
              <a:solidFill>
                <a:srgbClr val="000000"/>
              </a:solidFill>
              <a:round/>
              <a:headEnd/>
              <a:tailEnd/>
            </a:ln>
          </p:spPr>
          <p:txBody>
            <a:bodyPr/>
            <a:lstStyle/>
            <a:p>
              <a:pPr eaLnBrk="1" hangingPunct="1">
                <a:defRPr/>
              </a:pPr>
              <a:endParaRPr lang="en-GB">
                <a:latin typeface="+mj-lt"/>
                <a:cs typeface="Arial" charset="0"/>
              </a:endParaRPr>
            </a:p>
          </p:txBody>
        </p:sp>
        <p:sp>
          <p:nvSpPr>
            <p:cNvPr id="1163" name="Line 139">
              <a:extLst>
                <a:ext uri="{FF2B5EF4-FFF2-40B4-BE49-F238E27FC236}">
                  <a16:creationId xmlns:a16="http://schemas.microsoft.com/office/drawing/2014/main" id="{E2B6BA22-DC72-486E-9DA5-D2767248BD49}"/>
                </a:ext>
              </a:extLst>
            </p:cNvPr>
            <p:cNvSpPr>
              <a:spLocks noChangeShapeType="1"/>
            </p:cNvSpPr>
            <p:nvPr/>
          </p:nvSpPr>
          <p:spPr bwMode="auto">
            <a:xfrm>
              <a:off x="2822" y="3213"/>
              <a:ext cx="0" cy="1365"/>
            </a:xfrm>
            <a:prstGeom prst="line">
              <a:avLst/>
            </a:prstGeom>
            <a:noFill/>
            <a:ln w="9525">
              <a:solidFill>
                <a:srgbClr val="000000"/>
              </a:solidFill>
              <a:round/>
              <a:headEnd type="oval" w="sm" len="sm"/>
              <a:tailEnd/>
            </a:ln>
          </p:spPr>
          <p:txBody>
            <a:bodyPr/>
            <a:lstStyle/>
            <a:p>
              <a:pPr eaLnBrk="1" hangingPunct="1">
                <a:defRPr/>
              </a:pPr>
              <a:endParaRPr lang="en-GB">
                <a:latin typeface="+mj-lt"/>
                <a:cs typeface="Arial" charset="0"/>
              </a:endParaRPr>
            </a:p>
          </p:txBody>
        </p:sp>
        <p:sp>
          <p:nvSpPr>
            <p:cNvPr id="1162" name="Line 138">
              <a:extLst>
                <a:ext uri="{FF2B5EF4-FFF2-40B4-BE49-F238E27FC236}">
                  <a16:creationId xmlns:a16="http://schemas.microsoft.com/office/drawing/2014/main" id="{BB191D7F-6C3B-496B-9D86-F59840B2D961}"/>
                </a:ext>
              </a:extLst>
            </p:cNvPr>
            <p:cNvSpPr>
              <a:spLocks noChangeShapeType="1"/>
            </p:cNvSpPr>
            <p:nvPr/>
          </p:nvSpPr>
          <p:spPr bwMode="auto">
            <a:xfrm>
              <a:off x="2642" y="3901"/>
              <a:ext cx="0" cy="861"/>
            </a:xfrm>
            <a:prstGeom prst="line">
              <a:avLst/>
            </a:prstGeom>
            <a:noFill/>
            <a:ln w="9525">
              <a:solidFill>
                <a:srgbClr val="000000"/>
              </a:solidFill>
              <a:round/>
              <a:headEnd type="oval" w="sm" len="sm"/>
              <a:tailEnd/>
            </a:ln>
          </p:spPr>
          <p:txBody>
            <a:bodyPr/>
            <a:lstStyle/>
            <a:p>
              <a:pPr eaLnBrk="1" hangingPunct="1">
                <a:defRPr/>
              </a:pPr>
              <a:endParaRPr lang="en-GB">
                <a:latin typeface="+mj-lt"/>
                <a:cs typeface="Arial" charset="0"/>
              </a:endParaRPr>
            </a:p>
          </p:txBody>
        </p:sp>
        <p:sp>
          <p:nvSpPr>
            <p:cNvPr id="1161" name="Text Box 137">
              <a:extLst>
                <a:ext uri="{FF2B5EF4-FFF2-40B4-BE49-F238E27FC236}">
                  <a16:creationId xmlns:a16="http://schemas.microsoft.com/office/drawing/2014/main" id="{1775B954-E870-43B0-BAA7-698B9B18509A}"/>
                </a:ext>
              </a:extLst>
            </p:cNvPr>
            <p:cNvSpPr txBox="1">
              <a:spLocks noChangeArrowheads="1"/>
            </p:cNvSpPr>
            <p:nvPr/>
          </p:nvSpPr>
          <p:spPr bwMode="auto">
            <a:xfrm>
              <a:off x="4937" y="3825"/>
              <a:ext cx="457" cy="424"/>
            </a:xfrm>
            <a:prstGeom prst="rect">
              <a:avLst/>
            </a:prstGeom>
            <a:noFill/>
            <a:ln w="9525">
              <a:noFill/>
              <a:miter lim="800000"/>
              <a:headEnd/>
              <a:tailEnd/>
            </a:ln>
          </p:spPr>
          <p:txBody>
            <a:bodyPr/>
            <a:lstStyle/>
            <a:p>
              <a:pPr eaLnBrk="1" hangingPunct="1">
                <a:defRPr/>
              </a:pPr>
              <a:r>
                <a:rPr lang="en-US" dirty="0">
                  <a:latin typeface="+mj-lt"/>
                  <a:ea typeface="Times New Roman" pitchFamily="18" charset="0"/>
                </a:rPr>
                <a:t>f</a:t>
              </a:r>
              <a:endParaRPr lang="en-US" dirty="0">
                <a:latin typeface="+mj-lt"/>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3" name="Group 5">
            <a:extLst>
              <a:ext uri="{FF2B5EF4-FFF2-40B4-BE49-F238E27FC236}">
                <a16:creationId xmlns:a16="http://schemas.microsoft.com/office/drawing/2014/main" id="{1F26C4C2-F8EE-4A2F-B1E1-FDADDA0A0666}"/>
              </a:ext>
            </a:extLst>
          </p:cNvPr>
          <p:cNvGraphicFramePr>
            <a:graphicFrameLocks noGrp="1"/>
          </p:cNvGraphicFramePr>
          <p:nvPr>
            <p:extLst>
              <p:ext uri="{D42A27DB-BD31-4B8C-83A1-F6EECF244321}">
                <p14:modId xmlns:p14="http://schemas.microsoft.com/office/powerpoint/2010/main" val="597723605"/>
              </p:ext>
            </p:extLst>
          </p:nvPr>
        </p:nvGraphicFramePr>
        <p:xfrm>
          <a:off x="2763838" y="1844675"/>
          <a:ext cx="2209800" cy="233680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endParaRPr kumimoji="0" lang="ru-RU" sz="2400" b="0" i="0" u="none" strike="noStrike" cap="none" normalizeH="0" baseline="0" dirty="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34846" name="Text Box 32">
            <a:extLst>
              <a:ext uri="{FF2B5EF4-FFF2-40B4-BE49-F238E27FC236}">
                <a16:creationId xmlns:a16="http://schemas.microsoft.com/office/drawing/2014/main" id="{3CEE4972-3A61-4226-B915-F60EDD509319}"/>
              </a:ext>
            </a:extLst>
          </p:cNvPr>
          <p:cNvSpPr txBox="1">
            <a:spLocks noChangeArrowheads="1"/>
          </p:cNvSpPr>
          <p:nvPr/>
        </p:nvSpPr>
        <p:spPr bwMode="auto">
          <a:xfrm>
            <a:off x="2590800" y="1392239"/>
            <a:ext cx="26670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cd 00   01     11     10</a:t>
            </a:r>
          </a:p>
        </p:txBody>
      </p:sp>
      <p:sp>
        <p:nvSpPr>
          <p:cNvPr id="34847" name="Line 33">
            <a:extLst>
              <a:ext uri="{FF2B5EF4-FFF2-40B4-BE49-F238E27FC236}">
                <a16:creationId xmlns:a16="http://schemas.microsoft.com/office/drawing/2014/main" id="{BCA7D3BB-60C6-49DC-9AFA-53D72E8816BE}"/>
              </a:ext>
            </a:extLst>
          </p:cNvPr>
          <p:cNvSpPr>
            <a:spLocks noChangeShapeType="1"/>
          </p:cNvSpPr>
          <p:nvPr/>
        </p:nvSpPr>
        <p:spPr bwMode="auto">
          <a:xfrm>
            <a:off x="2535238" y="1514475"/>
            <a:ext cx="228600" cy="317500"/>
          </a:xfrm>
          <a:prstGeom prst="line">
            <a:avLst/>
          </a:prstGeom>
          <a:noFill/>
          <a:ln w="31750">
            <a:solidFill>
              <a:schemeClr val="tx1"/>
            </a:solidFill>
            <a:round/>
            <a:headEnd/>
            <a:tailEnd/>
          </a:ln>
        </p:spPr>
        <p:txBody>
          <a:bodyPr/>
          <a:lstStyle/>
          <a:p>
            <a:pPr eaLnBrk="1" hangingPunct="1">
              <a:defRPr/>
            </a:pPr>
            <a:endParaRPr lang="en-US" dirty="0"/>
          </a:p>
        </p:txBody>
      </p:sp>
      <p:sp>
        <p:nvSpPr>
          <p:cNvPr id="34848" name="Text Box 34">
            <a:extLst>
              <a:ext uri="{FF2B5EF4-FFF2-40B4-BE49-F238E27FC236}">
                <a16:creationId xmlns:a16="http://schemas.microsoft.com/office/drawing/2014/main" id="{E904DEF7-B315-4BF0-90DD-4B1EA71DDFD5}"/>
              </a:ext>
            </a:extLst>
          </p:cNvPr>
          <p:cNvSpPr txBox="1">
            <a:spLocks noChangeArrowheads="1"/>
          </p:cNvSpPr>
          <p:nvPr/>
        </p:nvSpPr>
        <p:spPr bwMode="auto">
          <a:xfrm>
            <a:off x="2178050" y="1400176"/>
            <a:ext cx="660400" cy="2759075"/>
          </a:xfrm>
          <a:prstGeom prst="rect">
            <a:avLst/>
          </a:prstGeom>
          <a:noFill/>
          <a:ln w="9525">
            <a:noFill/>
            <a:miter lim="800000"/>
            <a:headEnd/>
            <a:tailEnd/>
          </a:ln>
        </p:spPr>
        <p:txBody>
          <a:bodyPr>
            <a:spAutoFit/>
          </a:bodyPr>
          <a:lstStyle/>
          <a:p>
            <a:pPr eaLnBrk="1" hangingPunct="1">
              <a:defRPr/>
            </a:pPr>
            <a:r>
              <a:rPr lang="en-US" sz="2000" dirty="0"/>
              <a:t>ab</a:t>
            </a:r>
            <a:endParaRPr lang="en-US" sz="2000" baseline="-25000" dirty="0"/>
          </a:p>
          <a:p>
            <a:pPr eaLnBrk="1" hangingPunct="1">
              <a:defRPr/>
            </a:pPr>
            <a:endParaRPr lang="en-US" sz="2000" baseline="-25000" dirty="0"/>
          </a:p>
          <a:p>
            <a:pPr eaLnBrk="1" hangingPunct="1">
              <a:defRPr/>
            </a:pPr>
            <a:r>
              <a:rPr lang="en-US" sz="2000" dirty="0"/>
              <a:t>00</a:t>
            </a:r>
          </a:p>
          <a:p>
            <a:pPr eaLnBrk="1" hangingPunct="1">
              <a:defRPr/>
            </a:pPr>
            <a:endParaRPr lang="en-US" sz="2000" dirty="0"/>
          </a:p>
          <a:p>
            <a:pPr eaLnBrk="1" hangingPunct="1">
              <a:defRPr/>
            </a:pPr>
            <a:r>
              <a:rPr lang="en-US" sz="2000" dirty="0"/>
              <a:t>01</a:t>
            </a:r>
          </a:p>
          <a:p>
            <a:pPr eaLnBrk="1" hangingPunct="1">
              <a:defRPr/>
            </a:pPr>
            <a:endParaRPr lang="en-US" sz="2000" dirty="0"/>
          </a:p>
          <a:p>
            <a:pPr eaLnBrk="1" hangingPunct="1">
              <a:defRPr/>
            </a:pPr>
            <a:r>
              <a:rPr lang="en-US" sz="2000" dirty="0"/>
              <a:t>11</a:t>
            </a:r>
          </a:p>
          <a:p>
            <a:pPr eaLnBrk="1" hangingPunct="1">
              <a:defRPr/>
            </a:pPr>
            <a:endParaRPr lang="en-US" sz="2000" dirty="0"/>
          </a:p>
          <a:p>
            <a:pPr eaLnBrk="1" hangingPunct="1">
              <a:defRPr/>
            </a:pPr>
            <a:r>
              <a:rPr lang="en-US" sz="2000" dirty="0"/>
              <a:t>10</a:t>
            </a:r>
          </a:p>
        </p:txBody>
      </p:sp>
      <p:sp>
        <p:nvSpPr>
          <p:cNvPr id="34849" name="AutoShape 36">
            <a:extLst>
              <a:ext uri="{FF2B5EF4-FFF2-40B4-BE49-F238E27FC236}">
                <a16:creationId xmlns:a16="http://schemas.microsoft.com/office/drawing/2014/main" id="{DB95E904-1E9B-41B3-A977-01BDA7FDBDE2}"/>
              </a:ext>
            </a:extLst>
          </p:cNvPr>
          <p:cNvSpPr>
            <a:spLocks noChangeArrowheads="1"/>
          </p:cNvSpPr>
          <p:nvPr/>
        </p:nvSpPr>
        <p:spPr bwMode="auto">
          <a:xfrm>
            <a:off x="3963989" y="3095625"/>
            <a:ext cx="885825" cy="914400"/>
          </a:xfrm>
          <a:prstGeom prst="roundRect">
            <a:avLst>
              <a:gd name="adj" fmla="val 16667"/>
            </a:avLst>
          </a:prstGeom>
          <a:noFill/>
          <a:ln w="31750">
            <a:solidFill>
              <a:schemeClr val="tx1"/>
            </a:solidFill>
            <a:round/>
            <a:headEnd/>
            <a:tailEnd/>
          </a:ln>
        </p:spPr>
        <p:txBody>
          <a:bodyPr wrap="none" anchor="ctr"/>
          <a:lstStyle/>
          <a:p>
            <a:pPr eaLnBrk="1" hangingPunct="1">
              <a:defRPr/>
            </a:pPr>
            <a:endParaRPr lang="en-US" dirty="0"/>
          </a:p>
        </p:txBody>
      </p:sp>
      <p:sp>
        <p:nvSpPr>
          <p:cNvPr id="34850" name="AutoShape 37">
            <a:extLst>
              <a:ext uri="{FF2B5EF4-FFF2-40B4-BE49-F238E27FC236}">
                <a16:creationId xmlns:a16="http://schemas.microsoft.com/office/drawing/2014/main" id="{1602E5EE-8004-41C2-9B70-BEFE098EED9C}"/>
              </a:ext>
            </a:extLst>
          </p:cNvPr>
          <p:cNvSpPr>
            <a:spLocks noChangeArrowheads="1"/>
          </p:cNvSpPr>
          <p:nvPr/>
        </p:nvSpPr>
        <p:spPr bwMode="auto">
          <a:xfrm>
            <a:off x="2916238" y="2489200"/>
            <a:ext cx="914400" cy="990600"/>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en-US" dirty="0"/>
          </a:p>
        </p:txBody>
      </p:sp>
      <p:sp>
        <p:nvSpPr>
          <p:cNvPr id="34851" name="Text Box 38">
            <a:extLst>
              <a:ext uri="{FF2B5EF4-FFF2-40B4-BE49-F238E27FC236}">
                <a16:creationId xmlns:a16="http://schemas.microsoft.com/office/drawing/2014/main" id="{8476F629-9129-4286-AD0B-1D679536BBBF}"/>
              </a:ext>
            </a:extLst>
          </p:cNvPr>
          <p:cNvSpPr txBox="1">
            <a:spLocks noChangeArrowheads="1"/>
          </p:cNvSpPr>
          <p:nvPr/>
        </p:nvSpPr>
        <p:spPr bwMode="auto">
          <a:xfrm>
            <a:off x="5049838" y="1524000"/>
            <a:ext cx="609600" cy="457200"/>
          </a:xfrm>
          <a:prstGeom prst="rect">
            <a:avLst/>
          </a:prstGeom>
          <a:noFill/>
          <a:ln w="9525">
            <a:noFill/>
            <a:miter lim="800000"/>
            <a:headEnd/>
            <a:tailEnd/>
          </a:ln>
        </p:spPr>
        <p:txBody>
          <a:bodyPr>
            <a:spAutoFit/>
          </a:bodyPr>
          <a:lstStyle/>
          <a:p>
            <a:pPr eaLnBrk="1" hangingPunct="1">
              <a:spcBef>
                <a:spcPct val="50000"/>
              </a:spcBef>
              <a:defRPr/>
            </a:pPr>
            <a:r>
              <a:rPr lang="en-US" sz="2400" dirty="0"/>
              <a:t>D</a:t>
            </a:r>
            <a:r>
              <a:rPr lang="en-US" sz="2400" baseline="-25000" dirty="0"/>
              <a:t>3</a:t>
            </a:r>
          </a:p>
        </p:txBody>
      </p:sp>
      <p:sp>
        <p:nvSpPr>
          <p:cNvPr id="34852" name="AutoShape 39">
            <a:extLst>
              <a:ext uri="{FF2B5EF4-FFF2-40B4-BE49-F238E27FC236}">
                <a16:creationId xmlns:a16="http://schemas.microsoft.com/office/drawing/2014/main" id="{C4FF1A8C-E8E8-4813-AAFD-209D653C8449}"/>
              </a:ext>
            </a:extLst>
          </p:cNvPr>
          <p:cNvSpPr>
            <a:spLocks/>
          </p:cNvSpPr>
          <p:nvPr/>
        </p:nvSpPr>
        <p:spPr bwMode="auto">
          <a:xfrm>
            <a:off x="4583113" y="1919288"/>
            <a:ext cx="792162" cy="360362"/>
          </a:xfrm>
          <a:prstGeom prst="leftBracket">
            <a:avLst>
              <a:gd name="adj" fmla="val 8333"/>
            </a:avLst>
          </a:prstGeom>
          <a:noFill/>
          <a:ln w="25400">
            <a:solidFill>
              <a:schemeClr val="accent1">
                <a:lumMod val="20000"/>
                <a:lumOff val="80000"/>
              </a:schemeClr>
            </a:solidFill>
            <a:round/>
            <a:headEnd/>
            <a:tailEnd/>
          </a:ln>
        </p:spPr>
        <p:txBody>
          <a:bodyPr wrap="none" anchor="ctr"/>
          <a:lstStyle/>
          <a:p>
            <a:pPr eaLnBrk="1" hangingPunct="1">
              <a:defRPr/>
            </a:pPr>
            <a:endParaRPr lang="en-US" dirty="0"/>
          </a:p>
        </p:txBody>
      </p:sp>
      <p:sp>
        <p:nvSpPr>
          <p:cNvPr id="34853" name="AutoShape 40">
            <a:extLst>
              <a:ext uri="{FF2B5EF4-FFF2-40B4-BE49-F238E27FC236}">
                <a16:creationId xmlns:a16="http://schemas.microsoft.com/office/drawing/2014/main" id="{C96622B8-7E2A-48DF-93DD-8D63D56CFC7D}"/>
              </a:ext>
            </a:extLst>
          </p:cNvPr>
          <p:cNvSpPr>
            <a:spLocks/>
          </p:cNvSpPr>
          <p:nvPr/>
        </p:nvSpPr>
        <p:spPr bwMode="auto">
          <a:xfrm rot="10800000">
            <a:off x="2424113" y="1919288"/>
            <a:ext cx="792162" cy="360362"/>
          </a:xfrm>
          <a:prstGeom prst="leftBracket">
            <a:avLst>
              <a:gd name="adj" fmla="val 8333"/>
            </a:avLst>
          </a:prstGeom>
          <a:noFill/>
          <a:ln w="25400">
            <a:solidFill>
              <a:schemeClr val="accent1">
                <a:lumMod val="20000"/>
                <a:lumOff val="80000"/>
              </a:schemeClr>
            </a:solidFill>
            <a:round/>
            <a:headEnd/>
            <a:tailEnd/>
          </a:ln>
        </p:spPr>
        <p:txBody>
          <a:bodyPr wrap="none" anchor="ctr"/>
          <a:lstStyle/>
          <a:p>
            <a:pPr eaLnBrk="1" hangingPunct="1">
              <a:defRPr/>
            </a:pPr>
            <a:endParaRPr lang="en-US" dirty="0"/>
          </a:p>
        </p:txBody>
      </p:sp>
      <p:graphicFrame>
        <p:nvGraphicFramePr>
          <p:cNvPr id="89132" name="Group 44">
            <a:extLst>
              <a:ext uri="{FF2B5EF4-FFF2-40B4-BE49-F238E27FC236}">
                <a16:creationId xmlns:a16="http://schemas.microsoft.com/office/drawing/2014/main" id="{7F75847F-D61C-4962-B07A-ED1BCCAF873E}"/>
              </a:ext>
            </a:extLst>
          </p:cNvPr>
          <p:cNvGraphicFramePr>
            <a:graphicFrameLocks noGrp="1"/>
          </p:cNvGraphicFramePr>
          <p:nvPr>
            <p:extLst>
              <p:ext uri="{D42A27DB-BD31-4B8C-83A1-F6EECF244321}">
                <p14:modId xmlns:p14="http://schemas.microsoft.com/office/powerpoint/2010/main" val="4222455662"/>
              </p:ext>
            </p:extLst>
          </p:nvPr>
        </p:nvGraphicFramePr>
        <p:xfrm>
          <a:off x="6986588" y="1862138"/>
          <a:ext cx="2209800" cy="233680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endParaRPr kumimoji="0" lang="ru-RU" sz="2400" b="0" i="0" u="none" strike="noStrike" cap="none" normalizeH="0" baseline="0" dirty="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34881" name="Text Box 71">
            <a:extLst>
              <a:ext uri="{FF2B5EF4-FFF2-40B4-BE49-F238E27FC236}">
                <a16:creationId xmlns:a16="http://schemas.microsoft.com/office/drawing/2014/main" id="{BBAF42FC-1D3F-446B-89E4-BF3AC3699023}"/>
              </a:ext>
            </a:extLst>
          </p:cNvPr>
          <p:cNvSpPr txBox="1">
            <a:spLocks noChangeArrowheads="1"/>
          </p:cNvSpPr>
          <p:nvPr/>
        </p:nvSpPr>
        <p:spPr bwMode="auto">
          <a:xfrm>
            <a:off x="6705600" y="1398588"/>
            <a:ext cx="3048000" cy="400050"/>
          </a:xfrm>
          <a:prstGeom prst="rect">
            <a:avLst/>
          </a:prstGeom>
          <a:noFill/>
          <a:ln w="9525">
            <a:noFill/>
            <a:miter lim="800000"/>
            <a:headEnd/>
            <a:tailEnd/>
          </a:ln>
        </p:spPr>
        <p:txBody>
          <a:bodyPr>
            <a:spAutoFit/>
          </a:bodyPr>
          <a:lstStyle/>
          <a:p>
            <a:pPr eaLnBrk="1" hangingPunct="1">
              <a:spcBef>
                <a:spcPct val="50000"/>
              </a:spcBef>
              <a:defRPr/>
            </a:pPr>
            <a:r>
              <a:rPr lang="en-US" sz="2000" dirty="0"/>
              <a:t> cd 00  01    11    10</a:t>
            </a:r>
          </a:p>
        </p:txBody>
      </p:sp>
      <p:sp>
        <p:nvSpPr>
          <p:cNvPr id="34882" name="Line 72">
            <a:extLst>
              <a:ext uri="{FF2B5EF4-FFF2-40B4-BE49-F238E27FC236}">
                <a16:creationId xmlns:a16="http://schemas.microsoft.com/office/drawing/2014/main" id="{9C19F708-0A2E-49F7-BAC0-7F0FB248B8BC}"/>
              </a:ext>
            </a:extLst>
          </p:cNvPr>
          <p:cNvSpPr>
            <a:spLocks noChangeShapeType="1"/>
          </p:cNvSpPr>
          <p:nvPr/>
        </p:nvSpPr>
        <p:spPr bwMode="auto">
          <a:xfrm>
            <a:off x="6757988" y="1531938"/>
            <a:ext cx="228600" cy="317500"/>
          </a:xfrm>
          <a:prstGeom prst="line">
            <a:avLst/>
          </a:prstGeom>
          <a:noFill/>
          <a:ln w="31750">
            <a:solidFill>
              <a:schemeClr val="tx1"/>
            </a:solidFill>
            <a:round/>
            <a:headEnd/>
            <a:tailEnd/>
          </a:ln>
        </p:spPr>
        <p:txBody>
          <a:bodyPr/>
          <a:lstStyle/>
          <a:p>
            <a:pPr eaLnBrk="1" hangingPunct="1">
              <a:defRPr/>
            </a:pPr>
            <a:endParaRPr lang="en-US" dirty="0"/>
          </a:p>
        </p:txBody>
      </p:sp>
      <p:sp>
        <p:nvSpPr>
          <p:cNvPr id="34883" name="Text Box 73">
            <a:extLst>
              <a:ext uri="{FF2B5EF4-FFF2-40B4-BE49-F238E27FC236}">
                <a16:creationId xmlns:a16="http://schemas.microsoft.com/office/drawing/2014/main" id="{32CE23AF-E1E4-4DB4-A0E9-5872F1629A56}"/>
              </a:ext>
            </a:extLst>
          </p:cNvPr>
          <p:cNvSpPr txBox="1">
            <a:spLocks noChangeArrowheads="1"/>
          </p:cNvSpPr>
          <p:nvPr/>
        </p:nvSpPr>
        <p:spPr bwMode="auto">
          <a:xfrm>
            <a:off x="6400800" y="1417639"/>
            <a:ext cx="660400" cy="2759075"/>
          </a:xfrm>
          <a:prstGeom prst="rect">
            <a:avLst/>
          </a:prstGeom>
          <a:noFill/>
          <a:ln w="9525">
            <a:noFill/>
            <a:miter lim="800000"/>
            <a:headEnd/>
            <a:tailEnd/>
          </a:ln>
        </p:spPr>
        <p:txBody>
          <a:bodyPr>
            <a:spAutoFit/>
          </a:bodyPr>
          <a:lstStyle/>
          <a:p>
            <a:pPr eaLnBrk="1" hangingPunct="1">
              <a:defRPr/>
            </a:pPr>
            <a:r>
              <a:rPr lang="en-US" sz="2000" dirty="0"/>
              <a:t>ab</a:t>
            </a:r>
            <a:endParaRPr lang="en-US" sz="2000" baseline="-25000" dirty="0"/>
          </a:p>
          <a:p>
            <a:pPr eaLnBrk="1" hangingPunct="1">
              <a:defRPr/>
            </a:pPr>
            <a:endParaRPr lang="en-US" sz="2000" baseline="-25000" dirty="0"/>
          </a:p>
          <a:p>
            <a:pPr eaLnBrk="1" hangingPunct="1">
              <a:defRPr/>
            </a:pPr>
            <a:r>
              <a:rPr lang="en-US" sz="2000" dirty="0"/>
              <a:t>00</a:t>
            </a:r>
          </a:p>
          <a:p>
            <a:pPr eaLnBrk="1" hangingPunct="1">
              <a:defRPr/>
            </a:pPr>
            <a:endParaRPr lang="en-US" sz="2000" dirty="0"/>
          </a:p>
          <a:p>
            <a:pPr eaLnBrk="1" hangingPunct="1">
              <a:defRPr/>
            </a:pPr>
            <a:r>
              <a:rPr lang="en-US" sz="2000" dirty="0"/>
              <a:t>01</a:t>
            </a:r>
          </a:p>
          <a:p>
            <a:pPr eaLnBrk="1" hangingPunct="1">
              <a:defRPr/>
            </a:pPr>
            <a:endParaRPr lang="en-US" sz="2000" dirty="0"/>
          </a:p>
          <a:p>
            <a:pPr eaLnBrk="1" hangingPunct="1">
              <a:defRPr/>
            </a:pPr>
            <a:r>
              <a:rPr lang="en-US" sz="2000" dirty="0"/>
              <a:t>11</a:t>
            </a:r>
          </a:p>
          <a:p>
            <a:pPr eaLnBrk="1" hangingPunct="1">
              <a:defRPr/>
            </a:pPr>
            <a:endParaRPr lang="en-US" sz="2000" dirty="0"/>
          </a:p>
          <a:p>
            <a:pPr eaLnBrk="1" hangingPunct="1">
              <a:defRPr/>
            </a:pPr>
            <a:r>
              <a:rPr lang="en-US" sz="2000" dirty="0"/>
              <a:t>10</a:t>
            </a:r>
          </a:p>
        </p:txBody>
      </p:sp>
      <p:sp>
        <p:nvSpPr>
          <p:cNvPr id="34884" name="AutoShape 74">
            <a:extLst>
              <a:ext uri="{FF2B5EF4-FFF2-40B4-BE49-F238E27FC236}">
                <a16:creationId xmlns:a16="http://schemas.microsoft.com/office/drawing/2014/main" id="{C8E022CA-14E5-4890-8B44-728FBAE17C89}"/>
              </a:ext>
            </a:extLst>
          </p:cNvPr>
          <p:cNvSpPr>
            <a:spLocks noChangeArrowheads="1"/>
          </p:cNvSpPr>
          <p:nvPr/>
        </p:nvSpPr>
        <p:spPr bwMode="auto">
          <a:xfrm>
            <a:off x="8243889" y="3113088"/>
            <a:ext cx="885825" cy="914400"/>
          </a:xfrm>
          <a:prstGeom prst="roundRect">
            <a:avLst>
              <a:gd name="adj" fmla="val 16667"/>
            </a:avLst>
          </a:prstGeom>
          <a:noFill/>
          <a:ln w="31750">
            <a:solidFill>
              <a:schemeClr val="tx1"/>
            </a:solidFill>
            <a:round/>
            <a:headEnd/>
            <a:tailEnd/>
          </a:ln>
        </p:spPr>
        <p:txBody>
          <a:bodyPr wrap="none" anchor="ctr"/>
          <a:lstStyle/>
          <a:p>
            <a:pPr eaLnBrk="1" hangingPunct="1">
              <a:defRPr/>
            </a:pPr>
            <a:endParaRPr lang="en-US" dirty="0"/>
          </a:p>
        </p:txBody>
      </p:sp>
      <p:sp>
        <p:nvSpPr>
          <p:cNvPr id="34885" name="AutoShape 75">
            <a:extLst>
              <a:ext uri="{FF2B5EF4-FFF2-40B4-BE49-F238E27FC236}">
                <a16:creationId xmlns:a16="http://schemas.microsoft.com/office/drawing/2014/main" id="{F6486D84-467B-45CC-8D07-E268EA3202BB}"/>
              </a:ext>
            </a:extLst>
          </p:cNvPr>
          <p:cNvSpPr>
            <a:spLocks noChangeArrowheads="1"/>
          </p:cNvSpPr>
          <p:nvPr/>
        </p:nvSpPr>
        <p:spPr bwMode="auto">
          <a:xfrm>
            <a:off x="7138988" y="2506663"/>
            <a:ext cx="914400" cy="990600"/>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en-US" dirty="0"/>
          </a:p>
        </p:txBody>
      </p:sp>
      <p:sp>
        <p:nvSpPr>
          <p:cNvPr id="34886" name="Text Box 76">
            <a:extLst>
              <a:ext uri="{FF2B5EF4-FFF2-40B4-BE49-F238E27FC236}">
                <a16:creationId xmlns:a16="http://schemas.microsoft.com/office/drawing/2014/main" id="{0291A2F1-F38A-469F-B437-F35BCA4839AB}"/>
              </a:ext>
            </a:extLst>
          </p:cNvPr>
          <p:cNvSpPr txBox="1">
            <a:spLocks noChangeArrowheads="1"/>
          </p:cNvSpPr>
          <p:nvPr/>
        </p:nvSpPr>
        <p:spPr bwMode="auto">
          <a:xfrm>
            <a:off x="9272588" y="1541463"/>
            <a:ext cx="609600" cy="457200"/>
          </a:xfrm>
          <a:prstGeom prst="rect">
            <a:avLst/>
          </a:prstGeom>
          <a:noFill/>
          <a:ln w="9525">
            <a:noFill/>
            <a:miter lim="800000"/>
            <a:headEnd/>
            <a:tailEnd/>
          </a:ln>
        </p:spPr>
        <p:txBody>
          <a:bodyPr>
            <a:spAutoFit/>
          </a:bodyPr>
          <a:lstStyle/>
          <a:p>
            <a:pPr eaLnBrk="1" hangingPunct="1">
              <a:spcBef>
                <a:spcPct val="50000"/>
              </a:spcBef>
              <a:defRPr/>
            </a:pPr>
            <a:r>
              <a:rPr lang="en-US" sz="2400" dirty="0"/>
              <a:t>D</a:t>
            </a:r>
            <a:r>
              <a:rPr lang="en-US" sz="2400" baseline="-25000" dirty="0"/>
              <a:t>3</a:t>
            </a:r>
          </a:p>
        </p:txBody>
      </p:sp>
      <p:sp>
        <p:nvSpPr>
          <p:cNvPr id="34887" name="AutoShape 77">
            <a:extLst>
              <a:ext uri="{FF2B5EF4-FFF2-40B4-BE49-F238E27FC236}">
                <a16:creationId xmlns:a16="http://schemas.microsoft.com/office/drawing/2014/main" id="{29B4FC77-488A-4280-A1EA-A93FE965216E}"/>
              </a:ext>
            </a:extLst>
          </p:cNvPr>
          <p:cNvSpPr>
            <a:spLocks/>
          </p:cNvSpPr>
          <p:nvPr/>
        </p:nvSpPr>
        <p:spPr bwMode="auto">
          <a:xfrm>
            <a:off x="8805863" y="1936751"/>
            <a:ext cx="792162" cy="360363"/>
          </a:xfrm>
          <a:prstGeom prst="leftBracket">
            <a:avLst>
              <a:gd name="adj" fmla="val 8333"/>
            </a:avLst>
          </a:prstGeom>
          <a:noFill/>
          <a:ln w="25400">
            <a:solidFill>
              <a:schemeClr val="accent1">
                <a:lumMod val="20000"/>
                <a:lumOff val="80000"/>
              </a:schemeClr>
            </a:solidFill>
            <a:round/>
            <a:headEnd/>
            <a:tailEnd/>
          </a:ln>
        </p:spPr>
        <p:txBody>
          <a:bodyPr wrap="none" anchor="ctr"/>
          <a:lstStyle/>
          <a:p>
            <a:pPr eaLnBrk="1" hangingPunct="1">
              <a:defRPr/>
            </a:pPr>
            <a:endParaRPr lang="en-US" dirty="0"/>
          </a:p>
        </p:txBody>
      </p:sp>
      <p:sp>
        <p:nvSpPr>
          <p:cNvPr id="34888" name="AutoShape 78">
            <a:extLst>
              <a:ext uri="{FF2B5EF4-FFF2-40B4-BE49-F238E27FC236}">
                <a16:creationId xmlns:a16="http://schemas.microsoft.com/office/drawing/2014/main" id="{DBF6F536-A20E-4B54-9376-EF4E61F0F4B9}"/>
              </a:ext>
            </a:extLst>
          </p:cNvPr>
          <p:cNvSpPr>
            <a:spLocks/>
          </p:cNvSpPr>
          <p:nvPr/>
        </p:nvSpPr>
        <p:spPr bwMode="auto">
          <a:xfrm rot="10800000">
            <a:off x="6646863" y="1936751"/>
            <a:ext cx="792162" cy="360363"/>
          </a:xfrm>
          <a:prstGeom prst="leftBracket">
            <a:avLst>
              <a:gd name="adj" fmla="val 8333"/>
            </a:avLst>
          </a:prstGeom>
          <a:noFill/>
          <a:ln w="25400">
            <a:solidFill>
              <a:schemeClr val="accent1">
                <a:lumMod val="20000"/>
                <a:lumOff val="80000"/>
              </a:schemeClr>
            </a:solidFill>
            <a:round/>
            <a:headEnd/>
            <a:tailEnd/>
          </a:ln>
        </p:spPr>
        <p:txBody>
          <a:bodyPr wrap="none" anchor="ctr"/>
          <a:lstStyle/>
          <a:p>
            <a:pPr eaLnBrk="1" hangingPunct="1">
              <a:defRPr/>
            </a:pPr>
            <a:endParaRPr lang="en-US" dirty="0"/>
          </a:p>
        </p:txBody>
      </p:sp>
      <p:sp>
        <p:nvSpPr>
          <p:cNvPr id="34889" name="AutoShape 79">
            <a:extLst>
              <a:ext uri="{FF2B5EF4-FFF2-40B4-BE49-F238E27FC236}">
                <a16:creationId xmlns:a16="http://schemas.microsoft.com/office/drawing/2014/main" id="{ED409F7A-B48C-4636-A75D-E84320B6488F}"/>
              </a:ext>
            </a:extLst>
          </p:cNvPr>
          <p:cNvSpPr>
            <a:spLocks noChangeArrowheads="1"/>
          </p:cNvSpPr>
          <p:nvPr/>
        </p:nvSpPr>
        <p:spPr bwMode="auto">
          <a:xfrm>
            <a:off x="7086600" y="3057526"/>
            <a:ext cx="2057400" cy="492125"/>
          </a:xfrm>
          <a:prstGeom prst="roundRect">
            <a:avLst>
              <a:gd name="adj" fmla="val 16667"/>
            </a:avLst>
          </a:prstGeom>
          <a:noFill/>
          <a:ln w="28575">
            <a:solidFill>
              <a:srgbClr val="FF0000"/>
            </a:solidFill>
            <a:prstDash val="dash"/>
            <a:round/>
            <a:headEnd/>
            <a:tailEnd/>
          </a:ln>
        </p:spPr>
        <p:txBody>
          <a:bodyPr wrap="none" anchor="ctr"/>
          <a:lstStyle/>
          <a:p>
            <a:pPr eaLnBrk="1" hangingPunct="1">
              <a:defRPr/>
            </a:pPr>
            <a:endParaRPr lang="en-US" dirty="0"/>
          </a:p>
        </p:txBody>
      </p:sp>
      <p:sp>
        <p:nvSpPr>
          <p:cNvPr id="34890" name="AutoShape 80">
            <a:extLst>
              <a:ext uri="{FF2B5EF4-FFF2-40B4-BE49-F238E27FC236}">
                <a16:creationId xmlns:a16="http://schemas.microsoft.com/office/drawing/2014/main" id="{3C412AEE-7583-40E5-AFA6-C57D72D417BF}"/>
              </a:ext>
            </a:extLst>
          </p:cNvPr>
          <p:cNvSpPr>
            <a:spLocks noChangeArrowheads="1"/>
          </p:cNvSpPr>
          <p:nvPr/>
        </p:nvSpPr>
        <p:spPr bwMode="auto">
          <a:xfrm>
            <a:off x="7053263" y="1936751"/>
            <a:ext cx="450850" cy="1008063"/>
          </a:xfrm>
          <a:prstGeom prst="roundRect">
            <a:avLst>
              <a:gd name="adj" fmla="val 16667"/>
            </a:avLst>
          </a:prstGeom>
          <a:noFill/>
          <a:ln w="28575">
            <a:solidFill>
              <a:srgbClr val="FF0000"/>
            </a:solidFill>
            <a:prstDash val="dash"/>
            <a:round/>
            <a:headEnd/>
            <a:tailEnd/>
          </a:ln>
        </p:spPr>
        <p:txBody>
          <a:bodyPr wrap="none" anchor="ctr"/>
          <a:lstStyle/>
          <a:p>
            <a:pPr eaLnBrk="1" hangingPunct="1">
              <a:defRPr/>
            </a:pPr>
            <a:endParaRPr lang="en-US" dirty="0"/>
          </a:p>
        </p:txBody>
      </p:sp>
      <p:sp>
        <p:nvSpPr>
          <p:cNvPr id="34891" name="AutoShape 81">
            <a:extLst>
              <a:ext uri="{FF2B5EF4-FFF2-40B4-BE49-F238E27FC236}">
                <a16:creationId xmlns:a16="http://schemas.microsoft.com/office/drawing/2014/main" id="{D3B1AE7C-C8C8-4CB4-8EEA-8C26EC47D8B0}"/>
              </a:ext>
            </a:extLst>
          </p:cNvPr>
          <p:cNvSpPr>
            <a:spLocks/>
          </p:cNvSpPr>
          <p:nvPr/>
        </p:nvSpPr>
        <p:spPr bwMode="auto">
          <a:xfrm rot="16200000">
            <a:off x="8587582" y="3863182"/>
            <a:ext cx="647700" cy="360363"/>
          </a:xfrm>
          <a:prstGeom prst="rightBracket">
            <a:avLst>
              <a:gd name="adj" fmla="val 8333"/>
            </a:avLst>
          </a:prstGeom>
          <a:noFill/>
          <a:ln w="25400">
            <a:solidFill>
              <a:srgbClr val="FF0000"/>
            </a:solidFill>
            <a:prstDash val="dash"/>
            <a:round/>
            <a:headEnd/>
            <a:tailEnd/>
          </a:ln>
        </p:spPr>
        <p:txBody>
          <a:bodyPr vert="eaVert" wrap="none" anchor="ctr"/>
          <a:lstStyle/>
          <a:p>
            <a:pPr eaLnBrk="1" hangingPunct="1">
              <a:defRPr/>
            </a:pPr>
            <a:endParaRPr lang="en-US" dirty="0"/>
          </a:p>
        </p:txBody>
      </p:sp>
      <p:sp>
        <p:nvSpPr>
          <p:cNvPr id="34892" name="AutoShape 82">
            <a:extLst>
              <a:ext uri="{FF2B5EF4-FFF2-40B4-BE49-F238E27FC236}">
                <a16:creationId xmlns:a16="http://schemas.microsoft.com/office/drawing/2014/main" id="{9E7F3045-F791-466E-A695-ED096B7109B9}"/>
              </a:ext>
            </a:extLst>
          </p:cNvPr>
          <p:cNvSpPr>
            <a:spLocks/>
          </p:cNvSpPr>
          <p:nvPr/>
        </p:nvSpPr>
        <p:spPr bwMode="auto">
          <a:xfrm rot="5400000">
            <a:off x="8600282" y="1859757"/>
            <a:ext cx="647700" cy="360363"/>
          </a:xfrm>
          <a:prstGeom prst="rightBracket">
            <a:avLst>
              <a:gd name="adj" fmla="val 8333"/>
            </a:avLst>
          </a:prstGeom>
          <a:noFill/>
          <a:ln w="25400">
            <a:solidFill>
              <a:srgbClr val="FF0000"/>
            </a:solidFill>
            <a:prstDash val="dash"/>
            <a:round/>
            <a:headEnd/>
            <a:tailEnd/>
          </a:ln>
        </p:spPr>
        <p:txBody>
          <a:bodyPr rot="10800000" vert="eaVert" wrap="none" anchor="ctr"/>
          <a:lstStyle/>
          <a:p>
            <a:pPr eaLnBrk="1" hangingPunct="1">
              <a:defRPr/>
            </a:pPr>
            <a:endParaRPr lang="en-US" dirty="0"/>
          </a:p>
        </p:txBody>
      </p:sp>
      <p:sp>
        <p:nvSpPr>
          <p:cNvPr id="34893" name="Text Box 83">
            <a:extLst>
              <a:ext uri="{FF2B5EF4-FFF2-40B4-BE49-F238E27FC236}">
                <a16:creationId xmlns:a16="http://schemas.microsoft.com/office/drawing/2014/main" id="{7E17DE50-E1FA-41B0-BA60-748217567D1E}"/>
              </a:ext>
            </a:extLst>
          </p:cNvPr>
          <p:cNvSpPr txBox="1">
            <a:spLocks noChangeArrowheads="1"/>
          </p:cNvSpPr>
          <p:nvPr/>
        </p:nvSpPr>
        <p:spPr bwMode="auto">
          <a:xfrm>
            <a:off x="2022476" y="5049839"/>
            <a:ext cx="3311525" cy="396875"/>
          </a:xfrm>
          <a:prstGeom prst="rect">
            <a:avLst/>
          </a:prstGeom>
          <a:noFill/>
          <a:ln w="9525">
            <a:noFill/>
            <a:miter lim="800000"/>
            <a:headEnd/>
            <a:tailEnd/>
          </a:ln>
        </p:spPr>
        <p:txBody>
          <a:bodyPr>
            <a:spAutoFit/>
          </a:bodyPr>
          <a:lstStyle/>
          <a:p>
            <a:pPr eaLnBrk="1" hangingPunct="1">
              <a:spcBef>
                <a:spcPct val="50000"/>
              </a:spcBef>
              <a:defRPr/>
            </a:pPr>
            <a:r>
              <a:rPr lang="en-US" sz="2000" dirty="0"/>
              <a:t>Y = </a:t>
            </a:r>
            <a:r>
              <a:rPr lang="en-US" sz="2000" dirty="0">
                <a:sym typeface="Symbol" pitchFamily="18" charset="2"/>
              </a:rPr>
              <a:t>a b d + b c + a c</a:t>
            </a:r>
          </a:p>
        </p:txBody>
      </p:sp>
      <p:sp>
        <p:nvSpPr>
          <p:cNvPr id="34894" name="AutoShape 84">
            <a:extLst>
              <a:ext uri="{FF2B5EF4-FFF2-40B4-BE49-F238E27FC236}">
                <a16:creationId xmlns:a16="http://schemas.microsoft.com/office/drawing/2014/main" id="{91C0BDB9-B082-4C33-80C1-BBFD949EF982}"/>
              </a:ext>
            </a:extLst>
          </p:cNvPr>
          <p:cNvSpPr>
            <a:spLocks/>
          </p:cNvSpPr>
          <p:nvPr/>
        </p:nvSpPr>
        <p:spPr bwMode="auto">
          <a:xfrm>
            <a:off x="1963739" y="3114675"/>
            <a:ext cx="223837" cy="985838"/>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895" name="AutoShape 85">
            <a:extLst>
              <a:ext uri="{FF2B5EF4-FFF2-40B4-BE49-F238E27FC236}">
                <a16:creationId xmlns:a16="http://schemas.microsoft.com/office/drawing/2014/main" id="{A1EA6B63-C226-4A8C-875C-6EB0A43A26A9}"/>
              </a:ext>
            </a:extLst>
          </p:cNvPr>
          <p:cNvSpPr>
            <a:spLocks/>
          </p:cNvSpPr>
          <p:nvPr/>
        </p:nvSpPr>
        <p:spPr bwMode="auto">
          <a:xfrm>
            <a:off x="6167439" y="3143250"/>
            <a:ext cx="223837" cy="985838"/>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896" name="AutoShape 86">
            <a:extLst>
              <a:ext uri="{FF2B5EF4-FFF2-40B4-BE49-F238E27FC236}">
                <a16:creationId xmlns:a16="http://schemas.microsoft.com/office/drawing/2014/main" id="{AD4AB0D6-2878-4A65-B7CE-60E0FFAAD99C}"/>
              </a:ext>
            </a:extLst>
          </p:cNvPr>
          <p:cNvSpPr>
            <a:spLocks/>
          </p:cNvSpPr>
          <p:nvPr/>
        </p:nvSpPr>
        <p:spPr bwMode="auto">
          <a:xfrm rot="10800000">
            <a:off x="5087939" y="2538414"/>
            <a:ext cx="223837" cy="985837"/>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897" name="AutoShape 87">
            <a:extLst>
              <a:ext uri="{FF2B5EF4-FFF2-40B4-BE49-F238E27FC236}">
                <a16:creationId xmlns:a16="http://schemas.microsoft.com/office/drawing/2014/main" id="{04776C3E-AF1C-48F7-A32D-52E518E80B9E}"/>
              </a:ext>
            </a:extLst>
          </p:cNvPr>
          <p:cNvSpPr>
            <a:spLocks/>
          </p:cNvSpPr>
          <p:nvPr/>
        </p:nvSpPr>
        <p:spPr bwMode="auto">
          <a:xfrm rot="10800000">
            <a:off x="9291639" y="2566989"/>
            <a:ext cx="223837" cy="985837"/>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899" name="AutoShape 88">
            <a:extLst>
              <a:ext uri="{FF2B5EF4-FFF2-40B4-BE49-F238E27FC236}">
                <a16:creationId xmlns:a16="http://schemas.microsoft.com/office/drawing/2014/main" id="{A17A1E99-C526-48CA-B18B-874F1CCC46EC}"/>
              </a:ext>
            </a:extLst>
          </p:cNvPr>
          <p:cNvSpPr>
            <a:spLocks/>
          </p:cNvSpPr>
          <p:nvPr/>
        </p:nvSpPr>
        <p:spPr bwMode="auto">
          <a:xfrm rot="5400000">
            <a:off x="4305301" y="890588"/>
            <a:ext cx="223837" cy="985838"/>
          </a:xfrm>
          <a:prstGeom prst="leftBrace">
            <a:avLst>
              <a:gd name="adj1" fmla="val 36702"/>
              <a:gd name="adj2" fmla="val 50000"/>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eaLnBrk="1" hangingPunct="1">
              <a:defRPr/>
            </a:pPr>
            <a:endParaRPr lang="en-US" dirty="0"/>
          </a:p>
        </p:txBody>
      </p:sp>
      <p:sp>
        <p:nvSpPr>
          <p:cNvPr id="2" name="AutoShape 89">
            <a:extLst>
              <a:ext uri="{FF2B5EF4-FFF2-40B4-BE49-F238E27FC236}">
                <a16:creationId xmlns:a16="http://schemas.microsoft.com/office/drawing/2014/main" id="{4A71590A-7302-4287-B9F3-17FA0EFB71F0}"/>
              </a:ext>
            </a:extLst>
          </p:cNvPr>
          <p:cNvSpPr>
            <a:spLocks/>
          </p:cNvSpPr>
          <p:nvPr/>
        </p:nvSpPr>
        <p:spPr bwMode="auto">
          <a:xfrm rot="5400000">
            <a:off x="8507414" y="915989"/>
            <a:ext cx="223837" cy="985837"/>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900" name="AutoShape 90">
            <a:extLst>
              <a:ext uri="{FF2B5EF4-FFF2-40B4-BE49-F238E27FC236}">
                <a16:creationId xmlns:a16="http://schemas.microsoft.com/office/drawing/2014/main" id="{78E74AFF-8FDB-4CD0-9EE5-8E77A2AE5597}"/>
              </a:ext>
            </a:extLst>
          </p:cNvPr>
          <p:cNvSpPr>
            <a:spLocks/>
          </p:cNvSpPr>
          <p:nvPr/>
        </p:nvSpPr>
        <p:spPr bwMode="auto">
          <a:xfrm rot="16200000">
            <a:off x="3740151" y="3913188"/>
            <a:ext cx="223837" cy="985838"/>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901" name="AutoShape 91">
            <a:extLst>
              <a:ext uri="{FF2B5EF4-FFF2-40B4-BE49-F238E27FC236}">
                <a16:creationId xmlns:a16="http://schemas.microsoft.com/office/drawing/2014/main" id="{2E968108-DB6C-4E8B-A99D-EDEE3CF77359}"/>
              </a:ext>
            </a:extLst>
          </p:cNvPr>
          <p:cNvSpPr>
            <a:spLocks/>
          </p:cNvSpPr>
          <p:nvPr/>
        </p:nvSpPr>
        <p:spPr bwMode="auto">
          <a:xfrm rot="16200000">
            <a:off x="7977188" y="3927476"/>
            <a:ext cx="223838" cy="985837"/>
          </a:xfrm>
          <a:prstGeom prst="leftBrace">
            <a:avLst>
              <a:gd name="adj1" fmla="val 36702"/>
              <a:gd name="adj2" fmla="val 50000"/>
            </a:avLst>
          </a:prstGeom>
          <a:noFill/>
          <a:ln w="9525">
            <a:solidFill>
              <a:schemeClr val="tx1"/>
            </a:solidFill>
            <a:round/>
            <a:headEnd/>
            <a:tailEnd/>
          </a:ln>
        </p:spPr>
        <p:txBody>
          <a:bodyPr wrap="none" anchor="ctr"/>
          <a:lstStyle/>
          <a:p>
            <a:pPr eaLnBrk="1" hangingPunct="1">
              <a:defRPr/>
            </a:pPr>
            <a:endParaRPr lang="en-US" dirty="0"/>
          </a:p>
        </p:txBody>
      </p:sp>
      <p:sp>
        <p:nvSpPr>
          <p:cNvPr id="34902" name="Text Box 92">
            <a:extLst>
              <a:ext uri="{FF2B5EF4-FFF2-40B4-BE49-F238E27FC236}">
                <a16:creationId xmlns:a16="http://schemas.microsoft.com/office/drawing/2014/main" id="{F27812A1-4546-4A91-A792-43B67FA3FB79}"/>
              </a:ext>
            </a:extLst>
          </p:cNvPr>
          <p:cNvSpPr txBox="1">
            <a:spLocks noChangeArrowheads="1"/>
          </p:cNvSpPr>
          <p:nvPr/>
        </p:nvSpPr>
        <p:spPr bwMode="auto">
          <a:xfrm>
            <a:off x="1638300" y="3357564"/>
            <a:ext cx="395288" cy="396875"/>
          </a:xfrm>
          <a:prstGeom prst="rect">
            <a:avLst/>
          </a:prstGeom>
          <a:noFill/>
          <a:ln w="9525">
            <a:noFill/>
            <a:miter lim="800000"/>
            <a:headEnd/>
            <a:tailEnd/>
          </a:ln>
        </p:spPr>
        <p:txBody>
          <a:bodyPr>
            <a:spAutoFit/>
          </a:bodyPr>
          <a:lstStyle/>
          <a:p>
            <a:pPr eaLnBrk="1" hangingPunct="1">
              <a:spcBef>
                <a:spcPct val="50000"/>
              </a:spcBef>
              <a:defRPr/>
            </a:pPr>
            <a:r>
              <a:rPr lang="en-US" sz="2000" dirty="0"/>
              <a:t>a</a:t>
            </a:r>
            <a:endParaRPr lang="ru-RU" sz="2000"/>
          </a:p>
        </p:txBody>
      </p:sp>
      <p:sp>
        <p:nvSpPr>
          <p:cNvPr id="34903" name="Text Box 93">
            <a:extLst>
              <a:ext uri="{FF2B5EF4-FFF2-40B4-BE49-F238E27FC236}">
                <a16:creationId xmlns:a16="http://schemas.microsoft.com/office/drawing/2014/main" id="{C9058375-DAD3-471D-A9C8-CBB9B1966BE6}"/>
              </a:ext>
            </a:extLst>
          </p:cNvPr>
          <p:cNvSpPr txBox="1">
            <a:spLocks noChangeArrowheads="1"/>
          </p:cNvSpPr>
          <p:nvPr/>
        </p:nvSpPr>
        <p:spPr bwMode="auto">
          <a:xfrm>
            <a:off x="5375275" y="2854326"/>
            <a:ext cx="395288" cy="396875"/>
          </a:xfrm>
          <a:prstGeom prst="rect">
            <a:avLst/>
          </a:prstGeom>
          <a:noFill/>
          <a:ln w="9525">
            <a:noFill/>
            <a:miter lim="800000"/>
            <a:headEnd/>
            <a:tailEnd/>
          </a:ln>
        </p:spPr>
        <p:txBody>
          <a:bodyPr>
            <a:spAutoFit/>
          </a:bodyPr>
          <a:lstStyle/>
          <a:p>
            <a:pPr eaLnBrk="1" hangingPunct="1">
              <a:spcBef>
                <a:spcPct val="50000"/>
              </a:spcBef>
              <a:defRPr/>
            </a:pPr>
            <a:r>
              <a:rPr lang="en-US" sz="2000" dirty="0"/>
              <a:t>b</a:t>
            </a:r>
            <a:endParaRPr lang="ru-RU" sz="2000"/>
          </a:p>
        </p:txBody>
      </p:sp>
      <p:sp>
        <p:nvSpPr>
          <p:cNvPr id="34904" name="Text Box 94">
            <a:extLst>
              <a:ext uri="{FF2B5EF4-FFF2-40B4-BE49-F238E27FC236}">
                <a16:creationId xmlns:a16="http://schemas.microsoft.com/office/drawing/2014/main" id="{EFC33F41-C35C-43E1-8389-8771066B10EB}"/>
              </a:ext>
            </a:extLst>
          </p:cNvPr>
          <p:cNvSpPr txBox="1">
            <a:spLocks noChangeArrowheads="1"/>
          </p:cNvSpPr>
          <p:nvPr/>
        </p:nvSpPr>
        <p:spPr bwMode="auto">
          <a:xfrm>
            <a:off x="4224339" y="838201"/>
            <a:ext cx="395287" cy="396875"/>
          </a:xfrm>
          <a:prstGeom prst="rect">
            <a:avLst/>
          </a:prstGeom>
          <a:noFill/>
          <a:ln w="9525">
            <a:noFill/>
            <a:miter lim="800000"/>
            <a:headEnd/>
            <a:tailEnd/>
          </a:ln>
        </p:spPr>
        <p:txBody>
          <a:bodyPr>
            <a:spAutoFit/>
          </a:bodyPr>
          <a:lstStyle/>
          <a:p>
            <a:pPr eaLnBrk="1" hangingPunct="1">
              <a:spcBef>
                <a:spcPct val="50000"/>
              </a:spcBef>
              <a:defRPr/>
            </a:pPr>
            <a:r>
              <a:rPr lang="en-US" sz="2000" dirty="0"/>
              <a:t>c</a:t>
            </a:r>
            <a:endParaRPr lang="ru-RU" sz="2000"/>
          </a:p>
        </p:txBody>
      </p:sp>
      <p:sp>
        <p:nvSpPr>
          <p:cNvPr id="34905" name="Text Box 95">
            <a:extLst>
              <a:ext uri="{FF2B5EF4-FFF2-40B4-BE49-F238E27FC236}">
                <a16:creationId xmlns:a16="http://schemas.microsoft.com/office/drawing/2014/main" id="{AC89B7C4-AB48-41C8-9E00-080C61EA206E}"/>
              </a:ext>
            </a:extLst>
          </p:cNvPr>
          <p:cNvSpPr txBox="1">
            <a:spLocks noChangeArrowheads="1"/>
          </p:cNvSpPr>
          <p:nvPr/>
        </p:nvSpPr>
        <p:spPr bwMode="auto">
          <a:xfrm>
            <a:off x="3703639" y="4483101"/>
            <a:ext cx="395287" cy="396875"/>
          </a:xfrm>
          <a:prstGeom prst="rect">
            <a:avLst/>
          </a:prstGeom>
          <a:noFill/>
          <a:ln w="9525">
            <a:noFill/>
            <a:miter lim="800000"/>
            <a:headEnd/>
            <a:tailEnd/>
          </a:ln>
        </p:spPr>
        <p:txBody>
          <a:bodyPr>
            <a:spAutoFit/>
          </a:bodyPr>
          <a:lstStyle/>
          <a:p>
            <a:pPr eaLnBrk="1" hangingPunct="1">
              <a:spcBef>
                <a:spcPct val="50000"/>
              </a:spcBef>
              <a:defRPr/>
            </a:pPr>
            <a:r>
              <a:rPr lang="en-US" sz="2000" dirty="0"/>
              <a:t>d</a:t>
            </a:r>
            <a:endParaRPr lang="ru-RU" sz="2000"/>
          </a:p>
        </p:txBody>
      </p:sp>
      <p:sp>
        <p:nvSpPr>
          <p:cNvPr id="34906" name="Text Box 96">
            <a:extLst>
              <a:ext uri="{FF2B5EF4-FFF2-40B4-BE49-F238E27FC236}">
                <a16:creationId xmlns:a16="http://schemas.microsoft.com/office/drawing/2014/main" id="{ABF7C2CF-A3D5-4CE4-920F-100D677057DF}"/>
              </a:ext>
            </a:extLst>
          </p:cNvPr>
          <p:cNvSpPr txBox="1">
            <a:spLocks noChangeArrowheads="1"/>
          </p:cNvSpPr>
          <p:nvPr/>
        </p:nvSpPr>
        <p:spPr bwMode="auto">
          <a:xfrm>
            <a:off x="7896225" y="4438651"/>
            <a:ext cx="395288" cy="396875"/>
          </a:xfrm>
          <a:prstGeom prst="rect">
            <a:avLst/>
          </a:prstGeom>
          <a:noFill/>
          <a:ln w="9525">
            <a:noFill/>
            <a:miter lim="800000"/>
            <a:headEnd/>
            <a:tailEnd/>
          </a:ln>
        </p:spPr>
        <p:txBody>
          <a:bodyPr>
            <a:spAutoFit/>
          </a:bodyPr>
          <a:lstStyle/>
          <a:p>
            <a:pPr eaLnBrk="1" hangingPunct="1">
              <a:spcBef>
                <a:spcPct val="50000"/>
              </a:spcBef>
              <a:defRPr/>
            </a:pPr>
            <a:r>
              <a:rPr lang="en-US" sz="2000" dirty="0"/>
              <a:t>d</a:t>
            </a:r>
            <a:endParaRPr lang="ru-RU" sz="2000" dirty="0"/>
          </a:p>
        </p:txBody>
      </p:sp>
      <p:sp>
        <p:nvSpPr>
          <p:cNvPr id="34907" name="Text Box 97">
            <a:extLst>
              <a:ext uri="{FF2B5EF4-FFF2-40B4-BE49-F238E27FC236}">
                <a16:creationId xmlns:a16="http://schemas.microsoft.com/office/drawing/2014/main" id="{0F675960-B7BB-46BB-83C7-E42223F65286}"/>
              </a:ext>
            </a:extLst>
          </p:cNvPr>
          <p:cNvSpPr txBox="1">
            <a:spLocks noChangeArrowheads="1"/>
          </p:cNvSpPr>
          <p:nvPr/>
        </p:nvSpPr>
        <p:spPr bwMode="auto">
          <a:xfrm>
            <a:off x="5835650" y="3430589"/>
            <a:ext cx="395288" cy="396875"/>
          </a:xfrm>
          <a:prstGeom prst="rect">
            <a:avLst/>
          </a:prstGeom>
          <a:noFill/>
          <a:ln w="9525">
            <a:noFill/>
            <a:miter lim="800000"/>
            <a:headEnd/>
            <a:tailEnd/>
          </a:ln>
        </p:spPr>
        <p:txBody>
          <a:bodyPr>
            <a:spAutoFit/>
          </a:bodyPr>
          <a:lstStyle/>
          <a:p>
            <a:pPr eaLnBrk="1" hangingPunct="1">
              <a:spcBef>
                <a:spcPct val="50000"/>
              </a:spcBef>
              <a:defRPr/>
            </a:pPr>
            <a:r>
              <a:rPr lang="en-US" sz="2000" dirty="0"/>
              <a:t>a</a:t>
            </a:r>
            <a:endParaRPr lang="ru-RU" sz="2000"/>
          </a:p>
        </p:txBody>
      </p:sp>
      <p:sp>
        <p:nvSpPr>
          <p:cNvPr id="34908" name="Text Box 98">
            <a:extLst>
              <a:ext uri="{FF2B5EF4-FFF2-40B4-BE49-F238E27FC236}">
                <a16:creationId xmlns:a16="http://schemas.microsoft.com/office/drawing/2014/main" id="{77E4D4D4-B124-4C1B-8459-4FCE6CA87C98}"/>
              </a:ext>
            </a:extLst>
          </p:cNvPr>
          <p:cNvSpPr txBox="1">
            <a:spLocks noChangeArrowheads="1"/>
          </p:cNvSpPr>
          <p:nvPr/>
        </p:nvSpPr>
        <p:spPr bwMode="auto">
          <a:xfrm>
            <a:off x="9551989" y="2854326"/>
            <a:ext cx="395287" cy="396875"/>
          </a:xfrm>
          <a:prstGeom prst="rect">
            <a:avLst/>
          </a:prstGeom>
          <a:noFill/>
          <a:ln w="9525">
            <a:noFill/>
            <a:miter lim="800000"/>
            <a:headEnd/>
            <a:tailEnd/>
          </a:ln>
        </p:spPr>
        <p:txBody>
          <a:bodyPr>
            <a:spAutoFit/>
          </a:bodyPr>
          <a:lstStyle/>
          <a:p>
            <a:pPr eaLnBrk="1" hangingPunct="1">
              <a:spcBef>
                <a:spcPct val="50000"/>
              </a:spcBef>
              <a:defRPr/>
            </a:pPr>
            <a:r>
              <a:rPr lang="en-US" sz="2000" dirty="0"/>
              <a:t>b</a:t>
            </a:r>
            <a:endParaRPr lang="ru-RU" sz="2000"/>
          </a:p>
        </p:txBody>
      </p:sp>
      <p:sp>
        <p:nvSpPr>
          <p:cNvPr id="34909" name="Text Box 99">
            <a:extLst>
              <a:ext uri="{FF2B5EF4-FFF2-40B4-BE49-F238E27FC236}">
                <a16:creationId xmlns:a16="http://schemas.microsoft.com/office/drawing/2014/main" id="{903C60A4-53C1-4D14-AC73-9EC285BFB7F5}"/>
              </a:ext>
            </a:extLst>
          </p:cNvPr>
          <p:cNvSpPr txBox="1">
            <a:spLocks noChangeArrowheads="1"/>
          </p:cNvSpPr>
          <p:nvPr/>
        </p:nvSpPr>
        <p:spPr bwMode="auto">
          <a:xfrm>
            <a:off x="8418514" y="852489"/>
            <a:ext cx="395287" cy="396875"/>
          </a:xfrm>
          <a:prstGeom prst="rect">
            <a:avLst/>
          </a:prstGeom>
          <a:noFill/>
          <a:ln w="9525">
            <a:noFill/>
            <a:miter lim="800000"/>
            <a:headEnd/>
            <a:tailEnd/>
          </a:ln>
        </p:spPr>
        <p:txBody>
          <a:bodyPr>
            <a:spAutoFit/>
          </a:bodyPr>
          <a:lstStyle/>
          <a:p>
            <a:pPr eaLnBrk="1" hangingPunct="1">
              <a:spcBef>
                <a:spcPct val="50000"/>
              </a:spcBef>
              <a:defRPr/>
            </a:pPr>
            <a:r>
              <a:rPr lang="en-US" sz="2000" dirty="0"/>
              <a:t>c</a:t>
            </a:r>
            <a:endParaRPr lang="ru-RU" sz="2000"/>
          </a:p>
        </p:txBody>
      </p:sp>
      <p:sp>
        <p:nvSpPr>
          <p:cNvPr id="32861" name="Text Box 100">
            <a:extLst>
              <a:ext uri="{FF2B5EF4-FFF2-40B4-BE49-F238E27FC236}">
                <a16:creationId xmlns:a16="http://schemas.microsoft.com/office/drawing/2014/main" id="{0A161CCC-CFB1-5B47-3699-9B9DD5CE183A}"/>
              </a:ext>
            </a:extLst>
          </p:cNvPr>
          <p:cNvSpPr txBox="1">
            <a:spLocks noChangeArrowheads="1"/>
          </p:cNvSpPr>
          <p:nvPr/>
        </p:nvSpPr>
        <p:spPr bwMode="auto">
          <a:xfrm>
            <a:off x="5943601" y="4675189"/>
            <a:ext cx="45005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Y = </a:t>
            </a:r>
            <a:r>
              <a:rPr lang="en-US" altLang="en-US" sz="2000">
                <a:sym typeface="Symbol" panose="05050102010706020507" pitchFamily="18" charset="2"/>
              </a:rPr>
              <a:t>a b d  +  b c  +  a c  + </a:t>
            </a:r>
          </a:p>
          <a:p>
            <a:pPr eaLnBrk="1" hangingPunct="1"/>
            <a:r>
              <a:rPr lang="en-US" altLang="en-US" sz="2000">
                <a:sym typeface="Symbol" panose="05050102010706020507" pitchFamily="18" charset="2"/>
              </a:rPr>
              <a:t>+ </a:t>
            </a:r>
            <a:r>
              <a:rPr lang="en-US" altLang="en-US" sz="2000">
                <a:solidFill>
                  <a:srgbClr val="FF0000"/>
                </a:solidFill>
                <a:sym typeface="Symbol" panose="05050102010706020507" pitchFamily="18" charset="2"/>
              </a:rPr>
              <a:t>a c d  </a:t>
            </a:r>
            <a:r>
              <a:rPr lang="en-US" altLang="en-US" sz="2000">
                <a:sym typeface="Symbol" panose="05050102010706020507" pitchFamily="18" charset="2"/>
              </a:rPr>
              <a:t>+  </a:t>
            </a:r>
            <a:r>
              <a:rPr lang="en-US" altLang="en-US" sz="2000">
                <a:solidFill>
                  <a:srgbClr val="FF0000"/>
                </a:solidFill>
                <a:sym typeface="Symbol" panose="05050102010706020507" pitchFamily="18" charset="2"/>
              </a:rPr>
              <a:t>ab</a:t>
            </a:r>
            <a:r>
              <a:rPr lang="en-US" altLang="en-US" sz="2000">
                <a:sym typeface="Symbol" panose="05050102010706020507" pitchFamily="18" charset="2"/>
              </a:rPr>
              <a:t>  +</a:t>
            </a:r>
            <a:r>
              <a:rPr lang="en-US" altLang="en-US" sz="2000">
                <a:solidFill>
                  <a:srgbClr val="FF0000"/>
                </a:solidFill>
                <a:sym typeface="Symbol" panose="05050102010706020507" pitchFamily="18" charset="2"/>
              </a:rPr>
              <a:t>b c d</a:t>
            </a:r>
          </a:p>
          <a:p>
            <a:pPr eaLnBrk="1" hangingPunct="1"/>
            <a:r>
              <a:rPr lang="en-US" altLang="en-US" sz="2000">
                <a:sym typeface="Symbol" panose="05050102010706020507" pitchFamily="18" charset="2"/>
              </a:rPr>
              <a:t>Hazard-free SOP</a:t>
            </a:r>
          </a:p>
        </p:txBody>
      </p:sp>
      <p:sp>
        <p:nvSpPr>
          <p:cNvPr id="4" name="Title 3">
            <a:extLst>
              <a:ext uri="{FF2B5EF4-FFF2-40B4-BE49-F238E27FC236}">
                <a16:creationId xmlns:a16="http://schemas.microsoft.com/office/drawing/2014/main" id="{92DE6242-1109-00F4-83FF-68E4FD35F016}"/>
              </a:ext>
            </a:extLst>
          </p:cNvPr>
          <p:cNvSpPr>
            <a:spLocks noGrp="1"/>
          </p:cNvSpPr>
          <p:nvPr>
            <p:ph type="title"/>
          </p:nvPr>
        </p:nvSpPr>
        <p:spPr/>
        <p:txBody>
          <a:bodyPr>
            <a:normAutofit/>
          </a:bodyPr>
          <a:lstStyle/>
          <a:p>
            <a:r>
              <a:rPr lang="en-US" dirty="0"/>
              <a:t>Example 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46">
            <a:extLst>
              <a:ext uri="{FF2B5EF4-FFF2-40B4-BE49-F238E27FC236}">
                <a16:creationId xmlns:a16="http://schemas.microsoft.com/office/drawing/2014/main" id="{D6417ADE-7CB3-5949-6B1F-7FCD4E6C9E3A}"/>
              </a:ext>
            </a:extLst>
          </p:cNvPr>
          <p:cNvGrpSpPr>
            <a:grpSpLocks/>
          </p:cNvGrpSpPr>
          <p:nvPr/>
        </p:nvGrpSpPr>
        <p:grpSpPr bwMode="auto">
          <a:xfrm>
            <a:off x="3336926" y="1495425"/>
            <a:ext cx="6340475" cy="2706748"/>
            <a:chOff x="1812925" y="1600200"/>
            <a:chExt cx="5396738" cy="2094072"/>
          </a:xfrm>
        </p:grpSpPr>
        <p:sp>
          <p:nvSpPr>
            <p:cNvPr id="35845" name="Line 10">
              <a:extLst>
                <a:ext uri="{FF2B5EF4-FFF2-40B4-BE49-F238E27FC236}">
                  <a16:creationId xmlns:a16="http://schemas.microsoft.com/office/drawing/2014/main" id="{D8790212-4767-4016-A9B0-D4081B8B43F6}"/>
                </a:ext>
              </a:extLst>
            </p:cNvPr>
            <p:cNvSpPr>
              <a:spLocks noChangeShapeType="1"/>
            </p:cNvSpPr>
            <p:nvPr/>
          </p:nvSpPr>
          <p:spPr bwMode="auto">
            <a:xfrm rot="120000">
              <a:off x="3468159" y="1996898"/>
              <a:ext cx="399959" cy="0"/>
            </a:xfrm>
            <a:prstGeom prst="line">
              <a:avLst/>
            </a:prstGeom>
            <a:noFill/>
            <a:ln w="28575">
              <a:solidFill>
                <a:srgbClr val="000000"/>
              </a:solidFill>
              <a:round/>
              <a:headEnd type="oval" w="med" len="med"/>
              <a:tailEnd/>
            </a:ln>
          </p:spPr>
          <p:txBody>
            <a:bodyPr/>
            <a:lstStyle/>
            <a:p>
              <a:pPr eaLnBrk="1" hangingPunct="1">
                <a:defRPr/>
              </a:pPr>
              <a:endParaRPr lang="en-US" dirty="0"/>
            </a:p>
          </p:txBody>
        </p:sp>
        <p:sp>
          <p:nvSpPr>
            <p:cNvPr id="35846" name="Line 11">
              <a:extLst>
                <a:ext uri="{FF2B5EF4-FFF2-40B4-BE49-F238E27FC236}">
                  <a16:creationId xmlns:a16="http://schemas.microsoft.com/office/drawing/2014/main" id="{41DF63D8-8602-4342-A746-2701E0328A0B}"/>
                </a:ext>
              </a:extLst>
            </p:cNvPr>
            <p:cNvSpPr>
              <a:spLocks noChangeShapeType="1"/>
            </p:cNvSpPr>
            <p:nvPr/>
          </p:nvSpPr>
          <p:spPr bwMode="auto">
            <a:xfrm>
              <a:off x="2346654" y="2144278"/>
              <a:ext cx="1497142" cy="0"/>
            </a:xfrm>
            <a:prstGeom prst="line">
              <a:avLst/>
            </a:prstGeom>
            <a:noFill/>
            <a:ln w="25400">
              <a:solidFill>
                <a:srgbClr val="000000"/>
              </a:solidFill>
              <a:round/>
              <a:headEnd/>
              <a:tailEnd/>
            </a:ln>
          </p:spPr>
          <p:txBody>
            <a:bodyPr/>
            <a:lstStyle/>
            <a:p>
              <a:pPr eaLnBrk="1" hangingPunct="1">
                <a:defRPr/>
              </a:pPr>
              <a:endParaRPr lang="en-US" dirty="0"/>
            </a:p>
          </p:txBody>
        </p:sp>
        <p:sp>
          <p:nvSpPr>
            <p:cNvPr id="35847" name="Line 16">
              <a:extLst>
                <a:ext uri="{FF2B5EF4-FFF2-40B4-BE49-F238E27FC236}">
                  <a16:creationId xmlns:a16="http://schemas.microsoft.com/office/drawing/2014/main" id="{A291EE74-57DA-4288-B79F-05CE62BF4358}"/>
                </a:ext>
              </a:extLst>
            </p:cNvPr>
            <p:cNvSpPr>
              <a:spLocks noChangeShapeType="1"/>
            </p:cNvSpPr>
            <p:nvPr/>
          </p:nvSpPr>
          <p:spPr bwMode="auto">
            <a:xfrm>
              <a:off x="4272130" y="2077957"/>
              <a:ext cx="795864" cy="0"/>
            </a:xfrm>
            <a:prstGeom prst="line">
              <a:avLst/>
            </a:prstGeom>
            <a:noFill/>
            <a:ln w="22225">
              <a:solidFill>
                <a:srgbClr val="000000"/>
              </a:solidFill>
              <a:round/>
              <a:headEnd/>
              <a:tailEnd/>
            </a:ln>
          </p:spPr>
          <p:txBody>
            <a:bodyPr/>
            <a:lstStyle/>
            <a:p>
              <a:pPr eaLnBrk="1" hangingPunct="1">
                <a:defRPr/>
              </a:pPr>
              <a:endParaRPr lang="en-US" dirty="0"/>
            </a:p>
          </p:txBody>
        </p:sp>
        <p:sp>
          <p:nvSpPr>
            <p:cNvPr id="35848" name="Line 17">
              <a:extLst>
                <a:ext uri="{FF2B5EF4-FFF2-40B4-BE49-F238E27FC236}">
                  <a16:creationId xmlns:a16="http://schemas.microsoft.com/office/drawing/2014/main" id="{D1BB119C-1D09-4A90-B064-89AB643495E0}"/>
                </a:ext>
              </a:extLst>
            </p:cNvPr>
            <p:cNvSpPr>
              <a:spLocks noChangeShapeType="1"/>
            </p:cNvSpPr>
            <p:nvPr/>
          </p:nvSpPr>
          <p:spPr bwMode="auto">
            <a:xfrm>
              <a:off x="4281589" y="2597472"/>
              <a:ext cx="456709" cy="0"/>
            </a:xfrm>
            <a:prstGeom prst="line">
              <a:avLst/>
            </a:prstGeom>
            <a:noFill/>
            <a:ln w="25400">
              <a:solidFill>
                <a:srgbClr val="000000"/>
              </a:solidFill>
              <a:round/>
              <a:headEnd/>
              <a:tailEnd/>
            </a:ln>
          </p:spPr>
          <p:txBody>
            <a:bodyPr/>
            <a:lstStyle/>
            <a:p>
              <a:pPr eaLnBrk="1" hangingPunct="1">
                <a:defRPr/>
              </a:pPr>
              <a:endParaRPr lang="en-US" dirty="0"/>
            </a:p>
          </p:txBody>
        </p:sp>
        <p:sp>
          <p:nvSpPr>
            <p:cNvPr id="35849" name="Line 18">
              <a:extLst>
                <a:ext uri="{FF2B5EF4-FFF2-40B4-BE49-F238E27FC236}">
                  <a16:creationId xmlns:a16="http://schemas.microsoft.com/office/drawing/2014/main" id="{09CEDD08-E787-4E9E-B97A-6DCA9F595FAA}"/>
                </a:ext>
              </a:extLst>
            </p:cNvPr>
            <p:cNvSpPr>
              <a:spLocks noChangeShapeType="1"/>
            </p:cNvSpPr>
            <p:nvPr/>
          </p:nvSpPr>
          <p:spPr bwMode="auto">
            <a:xfrm flipV="1">
              <a:off x="4735596" y="2292886"/>
              <a:ext cx="0" cy="309498"/>
            </a:xfrm>
            <a:prstGeom prst="line">
              <a:avLst/>
            </a:prstGeom>
            <a:noFill/>
            <a:ln w="25400">
              <a:solidFill>
                <a:srgbClr val="000000"/>
              </a:solidFill>
              <a:round/>
              <a:headEnd/>
              <a:tailEnd/>
            </a:ln>
          </p:spPr>
          <p:txBody>
            <a:bodyPr/>
            <a:lstStyle/>
            <a:p>
              <a:pPr eaLnBrk="1" hangingPunct="1">
                <a:defRPr/>
              </a:pPr>
              <a:endParaRPr lang="en-US" dirty="0"/>
            </a:p>
          </p:txBody>
        </p:sp>
        <p:sp>
          <p:nvSpPr>
            <p:cNvPr id="35850" name="Line 19">
              <a:extLst>
                <a:ext uri="{FF2B5EF4-FFF2-40B4-BE49-F238E27FC236}">
                  <a16:creationId xmlns:a16="http://schemas.microsoft.com/office/drawing/2014/main" id="{7FBDD6F3-734A-4FF0-B3C8-4C5DC44FC928}"/>
                </a:ext>
              </a:extLst>
            </p:cNvPr>
            <p:cNvSpPr>
              <a:spLocks noChangeShapeType="1"/>
            </p:cNvSpPr>
            <p:nvPr/>
          </p:nvSpPr>
          <p:spPr bwMode="auto">
            <a:xfrm>
              <a:off x="4720732" y="2283061"/>
              <a:ext cx="313481" cy="0"/>
            </a:xfrm>
            <a:prstGeom prst="line">
              <a:avLst/>
            </a:prstGeom>
            <a:noFill/>
            <a:ln w="28575">
              <a:solidFill>
                <a:srgbClr val="000000"/>
              </a:solidFill>
              <a:round/>
              <a:headEnd/>
              <a:tailEnd/>
            </a:ln>
          </p:spPr>
          <p:txBody>
            <a:bodyPr/>
            <a:lstStyle/>
            <a:p>
              <a:pPr eaLnBrk="1" hangingPunct="1">
                <a:defRPr/>
              </a:pPr>
              <a:endParaRPr lang="en-US" dirty="0"/>
            </a:p>
          </p:txBody>
        </p:sp>
        <p:sp>
          <p:nvSpPr>
            <p:cNvPr id="35851" name="Line 20">
              <a:extLst>
                <a:ext uri="{FF2B5EF4-FFF2-40B4-BE49-F238E27FC236}">
                  <a16:creationId xmlns:a16="http://schemas.microsoft.com/office/drawing/2014/main" id="{02EF7F5B-7232-47F5-B303-BE2DF7C43FB6}"/>
                </a:ext>
              </a:extLst>
            </p:cNvPr>
            <p:cNvSpPr>
              <a:spLocks noChangeShapeType="1"/>
            </p:cNvSpPr>
            <p:nvPr/>
          </p:nvSpPr>
          <p:spPr bwMode="auto">
            <a:xfrm>
              <a:off x="4303208" y="3097336"/>
              <a:ext cx="763434" cy="0"/>
            </a:xfrm>
            <a:prstGeom prst="line">
              <a:avLst/>
            </a:prstGeom>
            <a:noFill/>
            <a:ln w="25400">
              <a:solidFill>
                <a:srgbClr val="000000"/>
              </a:solidFill>
              <a:round/>
              <a:headEnd/>
              <a:tailEnd/>
            </a:ln>
          </p:spPr>
          <p:txBody>
            <a:bodyPr/>
            <a:lstStyle/>
            <a:p>
              <a:pPr eaLnBrk="1" hangingPunct="1">
                <a:defRPr/>
              </a:pPr>
              <a:endParaRPr lang="en-US" dirty="0"/>
            </a:p>
          </p:txBody>
        </p:sp>
        <p:sp>
          <p:nvSpPr>
            <p:cNvPr id="35852" name="Line 23">
              <a:extLst>
                <a:ext uri="{FF2B5EF4-FFF2-40B4-BE49-F238E27FC236}">
                  <a16:creationId xmlns:a16="http://schemas.microsoft.com/office/drawing/2014/main" id="{B543B3C1-42D3-432E-A61E-60D92F80954A}"/>
                </a:ext>
              </a:extLst>
            </p:cNvPr>
            <p:cNvSpPr>
              <a:spLocks noChangeShapeType="1"/>
            </p:cNvSpPr>
            <p:nvPr/>
          </p:nvSpPr>
          <p:spPr bwMode="auto">
            <a:xfrm flipH="1" flipV="1">
              <a:off x="2346654" y="3533335"/>
              <a:ext cx="2386239" cy="7369"/>
            </a:xfrm>
            <a:prstGeom prst="line">
              <a:avLst/>
            </a:prstGeom>
            <a:noFill/>
            <a:ln w="28575">
              <a:solidFill>
                <a:srgbClr val="000000"/>
              </a:solidFill>
              <a:round/>
              <a:headEnd/>
              <a:tailEnd/>
            </a:ln>
          </p:spPr>
          <p:txBody>
            <a:bodyPr/>
            <a:lstStyle/>
            <a:p>
              <a:pPr eaLnBrk="1" hangingPunct="1">
                <a:defRPr/>
              </a:pPr>
              <a:endParaRPr lang="en-US" dirty="0"/>
            </a:p>
          </p:txBody>
        </p:sp>
        <p:sp>
          <p:nvSpPr>
            <p:cNvPr id="35853" name="Line 24">
              <a:extLst>
                <a:ext uri="{FF2B5EF4-FFF2-40B4-BE49-F238E27FC236}">
                  <a16:creationId xmlns:a16="http://schemas.microsoft.com/office/drawing/2014/main" id="{1647C17A-81F1-4CEA-805C-F5BD505C0978}"/>
                </a:ext>
              </a:extLst>
            </p:cNvPr>
            <p:cNvSpPr>
              <a:spLocks noChangeShapeType="1"/>
            </p:cNvSpPr>
            <p:nvPr/>
          </p:nvSpPr>
          <p:spPr bwMode="auto">
            <a:xfrm>
              <a:off x="5477410" y="2166385"/>
              <a:ext cx="748571" cy="0"/>
            </a:xfrm>
            <a:prstGeom prst="line">
              <a:avLst/>
            </a:prstGeom>
            <a:noFill/>
            <a:ln w="25400">
              <a:solidFill>
                <a:srgbClr val="000000"/>
              </a:solidFill>
              <a:round/>
              <a:headEnd/>
              <a:tailEnd/>
            </a:ln>
          </p:spPr>
          <p:txBody>
            <a:bodyPr/>
            <a:lstStyle/>
            <a:p>
              <a:pPr eaLnBrk="1" hangingPunct="1">
                <a:defRPr/>
              </a:pPr>
              <a:endParaRPr lang="en-US" dirty="0"/>
            </a:p>
          </p:txBody>
        </p:sp>
        <p:sp>
          <p:nvSpPr>
            <p:cNvPr id="35854" name="Line 25">
              <a:extLst>
                <a:ext uri="{FF2B5EF4-FFF2-40B4-BE49-F238E27FC236}">
                  <a16:creationId xmlns:a16="http://schemas.microsoft.com/office/drawing/2014/main" id="{339AFB4D-9889-48FB-9D59-F62BD295CABF}"/>
                </a:ext>
              </a:extLst>
            </p:cNvPr>
            <p:cNvSpPr>
              <a:spLocks noChangeShapeType="1"/>
            </p:cNvSpPr>
            <p:nvPr/>
          </p:nvSpPr>
          <p:spPr bwMode="auto">
            <a:xfrm>
              <a:off x="5503084" y="3185764"/>
              <a:ext cx="456709" cy="0"/>
            </a:xfrm>
            <a:prstGeom prst="line">
              <a:avLst/>
            </a:prstGeom>
            <a:noFill/>
            <a:ln w="28575">
              <a:solidFill>
                <a:srgbClr val="000000"/>
              </a:solidFill>
              <a:round/>
              <a:headEnd/>
              <a:tailEnd/>
            </a:ln>
          </p:spPr>
          <p:txBody>
            <a:bodyPr/>
            <a:lstStyle/>
            <a:p>
              <a:pPr eaLnBrk="1" hangingPunct="1">
                <a:defRPr/>
              </a:pPr>
              <a:endParaRPr lang="en-US" dirty="0"/>
            </a:p>
          </p:txBody>
        </p:sp>
        <p:sp>
          <p:nvSpPr>
            <p:cNvPr id="35855" name="Line 26">
              <a:extLst>
                <a:ext uri="{FF2B5EF4-FFF2-40B4-BE49-F238E27FC236}">
                  <a16:creationId xmlns:a16="http://schemas.microsoft.com/office/drawing/2014/main" id="{59DE04D5-11F5-4966-9A43-39B3B3B48D79}"/>
                </a:ext>
              </a:extLst>
            </p:cNvPr>
            <p:cNvSpPr>
              <a:spLocks noChangeShapeType="1"/>
            </p:cNvSpPr>
            <p:nvPr/>
          </p:nvSpPr>
          <p:spPr bwMode="auto">
            <a:xfrm flipH="1">
              <a:off x="5938174" y="2307624"/>
              <a:ext cx="259433" cy="0"/>
            </a:xfrm>
            <a:prstGeom prst="line">
              <a:avLst/>
            </a:prstGeom>
            <a:noFill/>
            <a:ln w="22225">
              <a:solidFill>
                <a:srgbClr val="000000"/>
              </a:solidFill>
              <a:round/>
              <a:headEnd/>
              <a:tailEnd/>
            </a:ln>
          </p:spPr>
          <p:txBody>
            <a:bodyPr/>
            <a:lstStyle/>
            <a:p>
              <a:pPr eaLnBrk="1" hangingPunct="1">
                <a:defRPr/>
              </a:pPr>
              <a:endParaRPr lang="en-US" dirty="0"/>
            </a:p>
          </p:txBody>
        </p:sp>
        <p:sp>
          <p:nvSpPr>
            <p:cNvPr id="35856" name="Line 28">
              <a:extLst>
                <a:ext uri="{FF2B5EF4-FFF2-40B4-BE49-F238E27FC236}">
                  <a16:creationId xmlns:a16="http://schemas.microsoft.com/office/drawing/2014/main" id="{6CD46D48-C415-4C4F-98C4-697A329598D5}"/>
                </a:ext>
              </a:extLst>
            </p:cNvPr>
            <p:cNvSpPr>
              <a:spLocks noChangeShapeType="1"/>
            </p:cNvSpPr>
            <p:nvPr/>
          </p:nvSpPr>
          <p:spPr bwMode="auto">
            <a:xfrm>
              <a:off x="6635399" y="2242532"/>
              <a:ext cx="574264" cy="0"/>
            </a:xfrm>
            <a:prstGeom prst="line">
              <a:avLst/>
            </a:prstGeom>
            <a:noFill/>
            <a:ln w="28575">
              <a:solidFill>
                <a:srgbClr val="000000"/>
              </a:solidFill>
              <a:round/>
              <a:headEnd/>
              <a:tailEnd/>
            </a:ln>
          </p:spPr>
          <p:txBody>
            <a:bodyPr/>
            <a:lstStyle/>
            <a:p>
              <a:pPr eaLnBrk="1" hangingPunct="1">
                <a:defRPr/>
              </a:pPr>
              <a:endParaRPr lang="en-US" dirty="0"/>
            </a:p>
          </p:txBody>
        </p:sp>
        <p:sp>
          <p:nvSpPr>
            <p:cNvPr id="35857" name="Text Box 33">
              <a:extLst>
                <a:ext uri="{FF2B5EF4-FFF2-40B4-BE49-F238E27FC236}">
                  <a16:creationId xmlns:a16="http://schemas.microsoft.com/office/drawing/2014/main" id="{2741B8D3-004B-4240-9AFF-8703C1F0CD54}"/>
                </a:ext>
              </a:extLst>
            </p:cNvPr>
            <p:cNvSpPr txBox="1">
              <a:spLocks noChangeArrowheads="1"/>
            </p:cNvSpPr>
            <p:nvPr/>
          </p:nvSpPr>
          <p:spPr bwMode="auto">
            <a:xfrm>
              <a:off x="4373471" y="1600200"/>
              <a:ext cx="709386" cy="320552"/>
            </a:xfrm>
            <a:prstGeom prst="rect">
              <a:avLst/>
            </a:prstGeom>
            <a:noFill/>
            <a:ln w="28575">
              <a:noFill/>
              <a:miter lim="800000"/>
              <a:headEnd/>
              <a:tailEnd/>
            </a:ln>
          </p:spPr>
          <p:txBody>
            <a:bodyPr/>
            <a:lstStyle/>
            <a:p>
              <a:pPr>
                <a:defRPr/>
              </a:pPr>
              <a:r>
                <a:rPr lang="en-US" sz="2000" dirty="0">
                  <a:sym typeface="Symbol" pitchFamily="18" charset="2"/>
                </a:rPr>
                <a:t></a:t>
              </a:r>
              <a:endParaRPr lang="en-US" sz="2000" dirty="0"/>
            </a:p>
          </p:txBody>
        </p:sp>
        <p:sp>
          <p:nvSpPr>
            <p:cNvPr id="35858" name="Text Box 34">
              <a:extLst>
                <a:ext uri="{FF2B5EF4-FFF2-40B4-BE49-F238E27FC236}">
                  <a16:creationId xmlns:a16="http://schemas.microsoft.com/office/drawing/2014/main" id="{E8CDB438-B92D-4C1C-87FB-CDC4FCB12255}"/>
                </a:ext>
              </a:extLst>
            </p:cNvPr>
            <p:cNvSpPr txBox="1">
              <a:spLocks noChangeArrowheads="1"/>
            </p:cNvSpPr>
            <p:nvPr/>
          </p:nvSpPr>
          <p:spPr bwMode="auto">
            <a:xfrm>
              <a:off x="4289696" y="2195861"/>
              <a:ext cx="516163" cy="309498"/>
            </a:xfrm>
            <a:prstGeom prst="rect">
              <a:avLst/>
            </a:prstGeom>
            <a:noFill/>
            <a:ln w="28575">
              <a:noFill/>
              <a:miter lim="800000"/>
              <a:headEnd/>
              <a:tailEnd/>
            </a:ln>
          </p:spPr>
          <p:txBody>
            <a:bodyPr/>
            <a:lstStyle/>
            <a:p>
              <a:pPr>
                <a:defRPr/>
              </a:pPr>
              <a:r>
                <a:rPr lang="en-US" sz="2000" dirty="0">
                  <a:sym typeface="Symbol" pitchFamily="18" charset="2"/>
                </a:rPr>
                <a:t></a:t>
              </a:r>
              <a:endParaRPr lang="en-US" sz="2000" dirty="0"/>
            </a:p>
          </p:txBody>
        </p:sp>
        <p:sp>
          <p:nvSpPr>
            <p:cNvPr id="35859" name="Text Box 35">
              <a:extLst>
                <a:ext uri="{FF2B5EF4-FFF2-40B4-BE49-F238E27FC236}">
                  <a16:creationId xmlns:a16="http://schemas.microsoft.com/office/drawing/2014/main" id="{42E68487-6E16-45A3-A2D2-84698833E93C}"/>
                </a:ext>
              </a:extLst>
            </p:cNvPr>
            <p:cNvSpPr txBox="1">
              <a:spLocks noChangeArrowheads="1"/>
            </p:cNvSpPr>
            <p:nvPr/>
          </p:nvSpPr>
          <p:spPr bwMode="auto">
            <a:xfrm>
              <a:off x="4318071" y="2739939"/>
              <a:ext cx="345910" cy="292304"/>
            </a:xfrm>
            <a:prstGeom prst="rect">
              <a:avLst/>
            </a:prstGeom>
            <a:noFill/>
            <a:ln w="28575">
              <a:noFill/>
              <a:miter lim="800000"/>
              <a:headEnd/>
              <a:tailEnd/>
            </a:ln>
          </p:spPr>
          <p:txBody>
            <a:bodyPr/>
            <a:lstStyle/>
            <a:p>
              <a:pPr>
                <a:defRPr/>
              </a:pPr>
              <a:r>
                <a:rPr lang="en-US" sz="2000" dirty="0">
                  <a:sym typeface="Symbol" pitchFamily="18" charset="2"/>
                </a:rPr>
                <a:t></a:t>
              </a:r>
              <a:endParaRPr lang="en-US" sz="2000" dirty="0"/>
            </a:p>
          </p:txBody>
        </p:sp>
        <p:sp>
          <p:nvSpPr>
            <p:cNvPr id="35860" name="Text Box 36">
              <a:extLst>
                <a:ext uri="{FF2B5EF4-FFF2-40B4-BE49-F238E27FC236}">
                  <a16:creationId xmlns:a16="http://schemas.microsoft.com/office/drawing/2014/main" id="{6589407E-BACD-4FD4-947D-611F96018CCB}"/>
                </a:ext>
              </a:extLst>
            </p:cNvPr>
            <p:cNvSpPr txBox="1">
              <a:spLocks noChangeArrowheads="1"/>
            </p:cNvSpPr>
            <p:nvPr/>
          </p:nvSpPr>
          <p:spPr bwMode="auto">
            <a:xfrm>
              <a:off x="5463898" y="1853202"/>
              <a:ext cx="426983" cy="244406"/>
            </a:xfrm>
            <a:prstGeom prst="rect">
              <a:avLst/>
            </a:prstGeom>
            <a:noFill/>
            <a:ln w="28575">
              <a:noFill/>
              <a:miter lim="800000"/>
              <a:headEnd/>
              <a:tailEnd/>
            </a:ln>
          </p:spPr>
          <p:txBody>
            <a:bodyPr/>
            <a:lstStyle/>
            <a:p>
              <a:pPr>
                <a:defRPr/>
              </a:pPr>
              <a:r>
                <a:rPr lang="en-US" sz="2000" dirty="0">
                  <a:sym typeface="Symbol" pitchFamily="18" charset="2"/>
                </a:rPr>
                <a:t></a:t>
              </a:r>
              <a:endParaRPr lang="en-US" sz="2000" dirty="0"/>
            </a:p>
          </p:txBody>
        </p:sp>
        <p:sp>
          <p:nvSpPr>
            <p:cNvPr id="35861" name="Text Box 37">
              <a:extLst>
                <a:ext uri="{FF2B5EF4-FFF2-40B4-BE49-F238E27FC236}">
                  <a16:creationId xmlns:a16="http://schemas.microsoft.com/office/drawing/2014/main" id="{1AFF0A66-3A4C-4CBB-A28E-C08892A39D4A}"/>
                </a:ext>
              </a:extLst>
            </p:cNvPr>
            <p:cNvSpPr txBox="1">
              <a:spLocks noChangeArrowheads="1"/>
            </p:cNvSpPr>
            <p:nvPr/>
          </p:nvSpPr>
          <p:spPr bwMode="auto">
            <a:xfrm>
              <a:off x="5442279" y="2840649"/>
              <a:ext cx="422930" cy="248090"/>
            </a:xfrm>
            <a:prstGeom prst="rect">
              <a:avLst/>
            </a:prstGeom>
            <a:noFill/>
            <a:ln w="28575">
              <a:noFill/>
              <a:miter lim="800000"/>
              <a:headEnd/>
              <a:tailEnd/>
            </a:ln>
          </p:spPr>
          <p:txBody>
            <a:bodyPr/>
            <a:lstStyle/>
            <a:p>
              <a:pPr>
                <a:defRPr/>
              </a:pPr>
              <a:r>
                <a:rPr lang="en-US" sz="2000" dirty="0">
                  <a:sym typeface="Symbol" pitchFamily="18" charset="2"/>
                </a:rPr>
                <a:t></a:t>
              </a:r>
              <a:endParaRPr lang="en-US" sz="2000" dirty="0"/>
            </a:p>
          </p:txBody>
        </p:sp>
        <p:sp>
          <p:nvSpPr>
            <p:cNvPr id="35862" name="Text Box 38">
              <a:extLst>
                <a:ext uri="{FF2B5EF4-FFF2-40B4-BE49-F238E27FC236}">
                  <a16:creationId xmlns:a16="http://schemas.microsoft.com/office/drawing/2014/main" id="{92B30F1C-EE36-4DB8-93A1-123A5CEB1B86}"/>
                </a:ext>
              </a:extLst>
            </p:cNvPr>
            <p:cNvSpPr txBox="1">
              <a:spLocks noChangeArrowheads="1"/>
            </p:cNvSpPr>
            <p:nvPr/>
          </p:nvSpPr>
          <p:spPr bwMode="auto">
            <a:xfrm>
              <a:off x="6721876" y="1909698"/>
              <a:ext cx="381042" cy="356168"/>
            </a:xfrm>
            <a:prstGeom prst="rect">
              <a:avLst/>
            </a:prstGeom>
            <a:noFill/>
            <a:ln w="28575">
              <a:noFill/>
              <a:miter lim="800000"/>
              <a:headEnd/>
              <a:tailEnd/>
            </a:ln>
          </p:spPr>
          <p:txBody>
            <a:bodyPr/>
            <a:lstStyle/>
            <a:p>
              <a:pPr>
                <a:defRPr/>
              </a:pPr>
              <a:r>
                <a:rPr lang="en-US" sz="2000" dirty="0"/>
                <a:t>y</a:t>
              </a:r>
            </a:p>
          </p:txBody>
        </p:sp>
        <p:grpSp>
          <p:nvGrpSpPr>
            <p:cNvPr id="3" name="Group 40">
              <a:extLst>
                <a:ext uri="{FF2B5EF4-FFF2-40B4-BE49-F238E27FC236}">
                  <a16:creationId xmlns:a16="http://schemas.microsoft.com/office/drawing/2014/main" id="{B7453917-3302-4176-9501-7A86F2187984}"/>
                </a:ext>
              </a:extLst>
            </p:cNvPr>
            <p:cNvGrpSpPr>
              <a:grpSpLocks/>
            </p:cNvGrpSpPr>
            <p:nvPr/>
          </p:nvGrpSpPr>
          <p:grpSpPr bwMode="auto">
            <a:xfrm>
              <a:off x="2754313" y="1631950"/>
              <a:ext cx="471487" cy="355600"/>
              <a:chOff x="894" y="2432"/>
              <a:chExt cx="337" cy="326"/>
            </a:xfrm>
            <a:solidFill>
              <a:schemeClr val="accent1"/>
            </a:solidFill>
          </p:grpSpPr>
          <p:sp>
            <p:nvSpPr>
              <p:cNvPr id="35886" name="AutoShape 41">
                <a:extLst>
                  <a:ext uri="{FF2B5EF4-FFF2-40B4-BE49-F238E27FC236}">
                    <a16:creationId xmlns:a16="http://schemas.microsoft.com/office/drawing/2014/main" id="{0C667189-51D5-427E-863A-A6A46DB4C212}"/>
                  </a:ext>
                </a:extLst>
              </p:cNvPr>
              <p:cNvSpPr>
                <a:spLocks noChangeArrowheads="1"/>
              </p:cNvSpPr>
              <p:nvPr/>
            </p:nvSpPr>
            <p:spPr bwMode="auto">
              <a:xfrm rot="5400000">
                <a:off x="861" y="2465"/>
                <a:ext cx="325" cy="258"/>
              </a:xfrm>
              <a:prstGeom prst="triangle">
                <a:avLst>
                  <a:gd name="adj" fmla="val 50000"/>
                </a:avLst>
              </a:prstGeom>
              <a:grpFill/>
              <a:ln w="25400">
                <a:solidFill>
                  <a:schemeClr val="tx1"/>
                </a:solidFill>
                <a:miter lim="800000"/>
                <a:headEnd/>
                <a:tailEnd/>
              </a:ln>
            </p:spPr>
            <p:txBody>
              <a:bodyPr rot="10800000" vert="eaVert" wrap="none" anchor="ctr"/>
              <a:lstStyle/>
              <a:p>
                <a:pPr eaLnBrk="1" hangingPunct="1">
                  <a:defRPr/>
                </a:pPr>
                <a:endParaRPr lang="en-US" dirty="0"/>
              </a:p>
            </p:txBody>
          </p:sp>
          <p:sp>
            <p:nvSpPr>
              <p:cNvPr id="35887" name="Oval 42">
                <a:extLst>
                  <a:ext uri="{FF2B5EF4-FFF2-40B4-BE49-F238E27FC236}">
                    <a16:creationId xmlns:a16="http://schemas.microsoft.com/office/drawing/2014/main" id="{4C5FD124-2D11-476B-A8AC-8CD2AB2DB245}"/>
                  </a:ext>
                </a:extLst>
              </p:cNvPr>
              <p:cNvSpPr>
                <a:spLocks noChangeArrowheads="1"/>
              </p:cNvSpPr>
              <p:nvPr/>
            </p:nvSpPr>
            <p:spPr bwMode="auto">
              <a:xfrm>
                <a:off x="1154" y="2559"/>
                <a:ext cx="77" cy="76"/>
              </a:xfrm>
              <a:prstGeom prst="ellipse">
                <a:avLst/>
              </a:prstGeom>
              <a:grpFill/>
              <a:ln w="28575">
                <a:solidFill>
                  <a:schemeClr val="tx1"/>
                </a:solidFill>
                <a:round/>
                <a:headEnd/>
                <a:tailEnd/>
              </a:ln>
            </p:spPr>
            <p:txBody>
              <a:bodyPr wrap="none" anchor="ctr"/>
              <a:lstStyle/>
              <a:p>
                <a:pPr eaLnBrk="1" hangingPunct="1">
                  <a:defRPr/>
                </a:pPr>
                <a:endParaRPr lang="en-US" dirty="0"/>
              </a:p>
            </p:txBody>
          </p:sp>
        </p:grpSp>
        <p:sp>
          <p:nvSpPr>
            <p:cNvPr id="35864" name="AutoShape 44">
              <a:extLst>
                <a:ext uri="{FF2B5EF4-FFF2-40B4-BE49-F238E27FC236}">
                  <a16:creationId xmlns:a16="http://schemas.microsoft.com/office/drawing/2014/main" id="{4D5D81D6-18B3-45EC-85B9-BB8BD99E4FF2}"/>
                </a:ext>
              </a:extLst>
            </p:cNvPr>
            <p:cNvSpPr>
              <a:spLocks noChangeArrowheads="1"/>
            </p:cNvSpPr>
            <p:nvPr/>
          </p:nvSpPr>
          <p:spPr bwMode="auto">
            <a:xfrm flipH="1">
              <a:off x="4996379" y="1956368"/>
              <a:ext cx="483734" cy="437228"/>
            </a:xfrm>
            <a:prstGeom prst="moon">
              <a:avLst>
                <a:gd name="adj" fmla="val 84819"/>
              </a:avLst>
            </a:prstGeom>
            <a:solidFill>
              <a:schemeClr val="accent1"/>
            </a:solidFill>
            <a:ln w="25400">
              <a:solidFill>
                <a:srgbClr val="000000"/>
              </a:solidFill>
              <a:miter lim="800000"/>
              <a:headEnd/>
              <a:tailEnd/>
            </a:ln>
          </p:spPr>
          <p:txBody>
            <a:bodyPr anchor="ctr"/>
            <a:lstStyle/>
            <a:p>
              <a:pPr eaLnBrk="1" hangingPunct="1">
                <a:defRPr/>
              </a:pPr>
              <a:endParaRPr lang="en-US" dirty="0"/>
            </a:p>
          </p:txBody>
        </p:sp>
        <p:sp>
          <p:nvSpPr>
            <p:cNvPr id="35865" name="AutoShape 45">
              <a:extLst>
                <a:ext uri="{FF2B5EF4-FFF2-40B4-BE49-F238E27FC236}">
                  <a16:creationId xmlns:a16="http://schemas.microsoft.com/office/drawing/2014/main" id="{32223BF2-506D-40EB-8D9E-3EB0F529FC70}"/>
                </a:ext>
              </a:extLst>
            </p:cNvPr>
            <p:cNvSpPr>
              <a:spLocks noChangeArrowheads="1"/>
            </p:cNvSpPr>
            <p:nvPr/>
          </p:nvSpPr>
          <p:spPr bwMode="auto">
            <a:xfrm>
              <a:off x="3857308" y="1897416"/>
              <a:ext cx="417524" cy="336518"/>
            </a:xfrm>
            <a:prstGeom prst="flowChartDelay">
              <a:avLst/>
            </a:prstGeom>
            <a:solidFill>
              <a:schemeClr val="accent1"/>
            </a:solidFill>
            <a:ln w="25400">
              <a:solidFill>
                <a:srgbClr val="000000"/>
              </a:solidFill>
              <a:miter lim="800000"/>
              <a:headEnd/>
              <a:tailEnd/>
            </a:ln>
          </p:spPr>
          <p:txBody>
            <a:bodyPr/>
            <a:lstStyle/>
            <a:p>
              <a:pPr eaLnBrk="1" hangingPunct="1">
                <a:defRPr/>
              </a:pPr>
              <a:endParaRPr lang="en-US" dirty="0"/>
            </a:p>
          </p:txBody>
        </p:sp>
        <p:sp>
          <p:nvSpPr>
            <p:cNvPr id="35866" name="Line 46">
              <a:extLst>
                <a:ext uri="{FF2B5EF4-FFF2-40B4-BE49-F238E27FC236}">
                  <a16:creationId xmlns:a16="http://schemas.microsoft.com/office/drawing/2014/main" id="{7D17E9FB-767A-481B-909E-534EA8AD675E}"/>
                </a:ext>
              </a:extLst>
            </p:cNvPr>
            <p:cNvSpPr>
              <a:spLocks noChangeShapeType="1"/>
            </p:cNvSpPr>
            <p:nvPr/>
          </p:nvSpPr>
          <p:spPr bwMode="auto">
            <a:xfrm>
              <a:off x="2475019" y="2491849"/>
              <a:ext cx="1371480" cy="0"/>
            </a:xfrm>
            <a:prstGeom prst="line">
              <a:avLst/>
            </a:prstGeom>
            <a:noFill/>
            <a:ln w="28575">
              <a:solidFill>
                <a:srgbClr val="000000"/>
              </a:solidFill>
              <a:round/>
              <a:headEnd/>
              <a:tailEnd/>
            </a:ln>
          </p:spPr>
          <p:txBody>
            <a:bodyPr/>
            <a:lstStyle/>
            <a:p>
              <a:pPr eaLnBrk="1" hangingPunct="1">
                <a:defRPr/>
              </a:pPr>
              <a:endParaRPr lang="en-US" dirty="0"/>
            </a:p>
          </p:txBody>
        </p:sp>
        <p:sp>
          <p:nvSpPr>
            <p:cNvPr id="35867" name="Line 47">
              <a:extLst>
                <a:ext uri="{FF2B5EF4-FFF2-40B4-BE49-F238E27FC236}">
                  <a16:creationId xmlns:a16="http://schemas.microsoft.com/office/drawing/2014/main" id="{AB9886A1-C8A1-40C1-BB8F-8B6E9805E02D}"/>
                </a:ext>
              </a:extLst>
            </p:cNvPr>
            <p:cNvSpPr>
              <a:spLocks noChangeShapeType="1"/>
            </p:cNvSpPr>
            <p:nvPr/>
          </p:nvSpPr>
          <p:spPr bwMode="auto">
            <a:xfrm flipV="1">
              <a:off x="2322332" y="2667478"/>
              <a:ext cx="1540381" cy="0"/>
            </a:xfrm>
            <a:prstGeom prst="line">
              <a:avLst/>
            </a:prstGeom>
            <a:noFill/>
            <a:ln w="25400">
              <a:solidFill>
                <a:srgbClr val="000000"/>
              </a:solidFill>
              <a:round/>
              <a:headEnd/>
              <a:tailEnd/>
            </a:ln>
          </p:spPr>
          <p:txBody>
            <a:bodyPr/>
            <a:lstStyle/>
            <a:p>
              <a:pPr eaLnBrk="1" hangingPunct="1">
                <a:defRPr/>
              </a:pPr>
              <a:endParaRPr lang="en-US" dirty="0"/>
            </a:p>
          </p:txBody>
        </p:sp>
        <p:sp>
          <p:nvSpPr>
            <p:cNvPr id="35868" name="AutoShape 48">
              <a:extLst>
                <a:ext uri="{FF2B5EF4-FFF2-40B4-BE49-F238E27FC236}">
                  <a16:creationId xmlns:a16="http://schemas.microsoft.com/office/drawing/2014/main" id="{F48CF750-7D01-4A9D-BB90-FBF719A68762}"/>
                </a:ext>
              </a:extLst>
            </p:cNvPr>
            <p:cNvSpPr>
              <a:spLocks noChangeArrowheads="1"/>
            </p:cNvSpPr>
            <p:nvPr/>
          </p:nvSpPr>
          <p:spPr bwMode="auto">
            <a:xfrm>
              <a:off x="3855957" y="2415703"/>
              <a:ext cx="417525" cy="336518"/>
            </a:xfrm>
            <a:prstGeom prst="flowChartDelay">
              <a:avLst/>
            </a:prstGeom>
            <a:solidFill>
              <a:schemeClr val="accent1"/>
            </a:solidFill>
            <a:ln w="25400">
              <a:solidFill>
                <a:srgbClr val="000000"/>
              </a:solidFill>
              <a:miter lim="800000"/>
              <a:headEnd/>
              <a:tailEnd/>
            </a:ln>
          </p:spPr>
          <p:txBody>
            <a:bodyPr/>
            <a:lstStyle/>
            <a:p>
              <a:pPr eaLnBrk="1" hangingPunct="1">
                <a:defRPr/>
              </a:pPr>
              <a:endParaRPr lang="en-US" dirty="0"/>
            </a:p>
          </p:txBody>
        </p:sp>
        <p:sp>
          <p:nvSpPr>
            <p:cNvPr id="35869" name="AutoShape 49">
              <a:extLst>
                <a:ext uri="{FF2B5EF4-FFF2-40B4-BE49-F238E27FC236}">
                  <a16:creationId xmlns:a16="http://schemas.microsoft.com/office/drawing/2014/main" id="{9AFA2549-88E8-4293-B79D-84AED8DAD8B0}"/>
                </a:ext>
              </a:extLst>
            </p:cNvPr>
            <p:cNvSpPr>
              <a:spLocks noChangeArrowheads="1"/>
            </p:cNvSpPr>
            <p:nvPr/>
          </p:nvSpPr>
          <p:spPr bwMode="auto">
            <a:xfrm>
              <a:off x="6208416" y="2066904"/>
              <a:ext cx="417524" cy="335290"/>
            </a:xfrm>
            <a:prstGeom prst="flowChartDelay">
              <a:avLst/>
            </a:prstGeom>
            <a:solidFill>
              <a:schemeClr val="accent1"/>
            </a:solidFill>
            <a:ln w="25400">
              <a:solidFill>
                <a:srgbClr val="000000"/>
              </a:solidFill>
              <a:miter lim="800000"/>
              <a:headEnd/>
              <a:tailEnd/>
            </a:ln>
          </p:spPr>
          <p:txBody>
            <a:bodyPr/>
            <a:lstStyle/>
            <a:p>
              <a:pPr eaLnBrk="1" hangingPunct="1">
                <a:defRPr/>
              </a:pPr>
              <a:endParaRPr lang="en-US" dirty="0"/>
            </a:p>
          </p:txBody>
        </p:sp>
        <p:sp>
          <p:nvSpPr>
            <p:cNvPr id="35870" name="Line 52">
              <a:extLst>
                <a:ext uri="{FF2B5EF4-FFF2-40B4-BE49-F238E27FC236}">
                  <a16:creationId xmlns:a16="http://schemas.microsoft.com/office/drawing/2014/main" id="{DC7EC8E1-00A8-4B30-991A-3D45C6E2B1E7}"/>
                </a:ext>
              </a:extLst>
            </p:cNvPr>
            <p:cNvSpPr>
              <a:spLocks noChangeShapeType="1"/>
            </p:cNvSpPr>
            <p:nvPr/>
          </p:nvSpPr>
          <p:spPr bwMode="auto">
            <a:xfrm>
              <a:off x="3465457" y="3015049"/>
              <a:ext cx="399959" cy="0"/>
            </a:xfrm>
            <a:prstGeom prst="line">
              <a:avLst/>
            </a:prstGeom>
            <a:noFill/>
            <a:ln w="28575">
              <a:solidFill>
                <a:srgbClr val="000000"/>
              </a:solidFill>
              <a:round/>
              <a:headEnd/>
              <a:tailEnd/>
            </a:ln>
          </p:spPr>
          <p:txBody>
            <a:bodyPr/>
            <a:lstStyle/>
            <a:p>
              <a:pPr eaLnBrk="1" hangingPunct="1">
                <a:defRPr/>
              </a:pPr>
              <a:endParaRPr lang="en-US" dirty="0"/>
            </a:p>
          </p:txBody>
        </p:sp>
        <p:sp>
          <p:nvSpPr>
            <p:cNvPr id="35871" name="Line 53">
              <a:extLst>
                <a:ext uri="{FF2B5EF4-FFF2-40B4-BE49-F238E27FC236}">
                  <a16:creationId xmlns:a16="http://schemas.microsoft.com/office/drawing/2014/main" id="{99D254B9-DB93-4C37-8538-70195A4FE72F}"/>
                </a:ext>
              </a:extLst>
            </p:cNvPr>
            <p:cNvSpPr>
              <a:spLocks noChangeShapeType="1"/>
            </p:cNvSpPr>
            <p:nvPr/>
          </p:nvSpPr>
          <p:spPr bwMode="auto">
            <a:xfrm>
              <a:off x="2346654" y="3185764"/>
              <a:ext cx="1510654" cy="3684"/>
            </a:xfrm>
            <a:prstGeom prst="line">
              <a:avLst/>
            </a:prstGeom>
            <a:noFill/>
            <a:ln w="25400">
              <a:solidFill>
                <a:srgbClr val="000000"/>
              </a:solidFill>
              <a:round/>
              <a:headEnd/>
              <a:tailEnd/>
            </a:ln>
          </p:spPr>
          <p:txBody>
            <a:bodyPr/>
            <a:lstStyle/>
            <a:p>
              <a:pPr eaLnBrk="1" hangingPunct="1">
                <a:defRPr/>
              </a:pPr>
              <a:endParaRPr lang="en-US" dirty="0"/>
            </a:p>
          </p:txBody>
        </p:sp>
        <p:sp>
          <p:nvSpPr>
            <p:cNvPr id="35872" name="AutoShape 54">
              <a:extLst>
                <a:ext uri="{FF2B5EF4-FFF2-40B4-BE49-F238E27FC236}">
                  <a16:creationId xmlns:a16="http://schemas.microsoft.com/office/drawing/2014/main" id="{A96966DE-8A51-4421-B5CF-1339F089046F}"/>
                </a:ext>
              </a:extLst>
            </p:cNvPr>
            <p:cNvSpPr>
              <a:spLocks noChangeArrowheads="1"/>
            </p:cNvSpPr>
            <p:nvPr/>
          </p:nvSpPr>
          <p:spPr bwMode="auto">
            <a:xfrm>
              <a:off x="3872171" y="2938902"/>
              <a:ext cx="417525" cy="336518"/>
            </a:xfrm>
            <a:prstGeom prst="flowChartDelay">
              <a:avLst/>
            </a:prstGeom>
            <a:solidFill>
              <a:schemeClr val="accent1"/>
            </a:solidFill>
            <a:ln w="25400">
              <a:solidFill>
                <a:srgbClr val="000000"/>
              </a:solidFill>
              <a:miter lim="800000"/>
              <a:headEnd/>
              <a:tailEnd/>
            </a:ln>
          </p:spPr>
          <p:txBody>
            <a:bodyPr/>
            <a:lstStyle/>
            <a:p>
              <a:pPr eaLnBrk="1" hangingPunct="1">
                <a:defRPr/>
              </a:pPr>
              <a:endParaRPr lang="en-US" dirty="0"/>
            </a:p>
          </p:txBody>
        </p:sp>
        <p:sp>
          <p:nvSpPr>
            <p:cNvPr id="35873" name="AutoShape 55">
              <a:extLst>
                <a:ext uri="{FF2B5EF4-FFF2-40B4-BE49-F238E27FC236}">
                  <a16:creationId xmlns:a16="http://schemas.microsoft.com/office/drawing/2014/main" id="{7CBF0EB3-33B7-4C31-8384-327DE267771E}"/>
                </a:ext>
              </a:extLst>
            </p:cNvPr>
            <p:cNvSpPr>
              <a:spLocks noChangeArrowheads="1"/>
            </p:cNvSpPr>
            <p:nvPr/>
          </p:nvSpPr>
          <p:spPr bwMode="auto">
            <a:xfrm flipH="1">
              <a:off x="5008540" y="2958553"/>
              <a:ext cx="483734" cy="438456"/>
            </a:xfrm>
            <a:prstGeom prst="moon">
              <a:avLst>
                <a:gd name="adj" fmla="val 84819"/>
              </a:avLst>
            </a:prstGeom>
            <a:solidFill>
              <a:schemeClr val="accent1"/>
            </a:solidFill>
            <a:ln w="25400">
              <a:solidFill>
                <a:srgbClr val="000000"/>
              </a:solidFill>
              <a:miter lim="800000"/>
              <a:headEnd/>
              <a:tailEnd/>
            </a:ln>
          </p:spPr>
          <p:txBody>
            <a:bodyPr anchor="ctr"/>
            <a:lstStyle/>
            <a:p>
              <a:pPr eaLnBrk="1" hangingPunct="1">
                <a:defRPr/>
              </a:pPr>
              <a:endParaRPr lang="en-US" dirty="0"/>
            </a:p>
          </p:txBody>
        </p:sp>
        <p:sp>
          <p:nvSpPr>
            <p:cNvPr id="35874" name="Line 56">
              <a:extLst>
                <a:ext uri="{FF2B5EF4-FFF2-40B4-BE49-F238E27FC236}">
                  <a16:creationId xmlns:a16="http://schemas.microsoft.com/office/drawing/2014/main" id="{E310DBB0-CAFD-4959-A55A-455E2807EB14}"/>
                </a:ext>
              </a:extLst>
            </p:cNvPr>
            <p:cNvSpPr>
              <a:spLocks noChangeShapeType="1"/>
            </p:cNvSpPr>
            <p:nvPr/>
          </p:nvSpPr>
          <p:spPr bwMode="auto">
            <a:xfrm>
              <a:off x="4734244" y="3265595"/>
              <a:ext cx="1352" cy="282478"/>
            </a:xfrm>
            <a:prstGeom prst="line">
              <a:avLst/>
            </a:prstGeom>
            <a:noFill/>
            <a:ln w="28575">
              <a:solidFill>
                <a:srgbClr val="000000"/>
              </a:solidFill>
              <a:round/>
              <a:headEnd/>
              <a:tailEnd/>
            </a:ln>
          </p:spPr>
          <p:txBody>
            <a:bodyPr/>
            <a:lstStyle/>
            <a:p>
              <a:pPr eaLnBrk="1" hangingPunct="1">
                <a:defRPr/>
              </a:pPr>
              <a:endParaRPr lang="en-US" dirty="0"/>
            </a:p>
          </p:txBody>
        </p:sp>
        <p:sp>
          <p:nvSpPr>
            <p:cNvPr id="35875" name="Line 57">
              <a:extLst>
                <a:ext uri="{FF2B5EF4-FFF2-40B4-BE49-F238E27FC236}">
                  <a16:creationId xmlns:a16="http://schemas.microsoft.com/office/drawing/2014/main" id="{2AB817AA-74BA-47BB-A367-B8EBC3ACD2CD}"/>
                </a:ext>
              </a:extLst>
            </p:cNvPr>
            <p:cNvSpPr>
              <a:spLocks noChangeShapeType="1"/>
            </p:cNvSpPr>
            <p:nvPr/>
          </p:nvSpPr>
          <p:spPr bwMode="auto">
            <a:xfrm>
              <a:off x="4723434" y="3265595"/>
              <a:ext cx="322940" cy="0"/>
            </a:xfrm>
            <a:prstGeom prst="line">
              <a:avLst/>
            </a:prstGeom>
            <a:noFill/>
            <a:ln w="25400">
              <a:solidFill>
                <a:schemeClr val="tx1"/>
              </a:solidFill>
              <a:round/>
              <a:headEnd/>
              <a:tailEnd/>
            </a:ln>
          </p:spPr>
          <p:txBody>
            <a:bodyPr/>
            <a:lstStyle/>
            <a:p>
              <a:pPr eaLnBrk="1" hangingPunct="1">
                <a:defRPr/>
              </a:pPr>
              <a:endParaRPr lang="en-US" dirty="0"/>
            </a:p>
          </p:txBody>
        </p:sp>
        <p:sp>
          <p:nvSpPr>
            <p:cNvPr id="35876" name="Line 58">
              <a:extLst>
                <a:ext uri="{FF2B5EF4-FFF2-40B4-BE49-F238E27FC236}">
                  <a16:creationId xmlns:a16="http://schemas.microsoft.com/office/drawing/2014/main" id="{F12682FF-1268-4237-AAF6-A08B3C85DACC}"/>
                </a:ext>
              </a:extLst>
            </p:cNvPr>
            <p:cNvSpPr>
              <a:spLocks noChangeShapeType="1"/>
            </p:cNvSpPr>
            <p:nvPr/>
          </p:nvSpPr>
          <p:spPr bwMode="auto">
            <a:xfrm>
              <a:off x="5946281" y="2312537"/>
              <a:ext cx="0" cy="881824"/>
            </a:xfrm>
            <a:prstGeom prst="line">
              <a:avLst/>
            </a:prstGeom>
            <a:noFill/>
            <a:ln w="25400">
              <a:solidFill>
                <a:schemeClr val="tx1"/>
              </a:solidFill>
              <a:round/>
              <a:headEnd/>
              <a:tailEnd/>
            </a:ln>
          </p:spPr>
          <p:txBody>
            <a:bodyPr/>
            <a:lstStyle/>
            <a:p>
              <a:pPr eaLnBrk="1" hangingPunct="1">
                <a:defRPr/>
              </a:pPr>
              <a:endParaRPr lang="en-US" dirty="0"/>
            </a:p>
          </p:txBody>
        </p:sp>
        <p:sp>
          <p:nvSpPr>
            <p:cNvPr id="35877" name="Line 59">
              <a:extLst>
                <a:ext uri="{FF2B5EF4-FFF2-40B4-BE49-F238E27FC236}">
                  <a16:creationId xmlns:a16="http://schemas.microsoft.com/office/drawing/2014/main" id="{F6D246FE-E8E9-4319-A691-C3638E2F48BB}"/>
                </a:ext>
              </a:extLst>
            </p:cNvPr>
            <p:cNvSpPr>
              <a:spLocks noChangeShapeType="1"/>
            </p:cNvSpPr>
            <p:nvPr/>
          </p:nvSpPr>
          <p:spPr bwMode="auto">
            <a:xfrm>
              <a:off x="2315576" y="1799163"/>
              <a:ext cx="432388" cy="0"/>
            </a:xfrm>
            <a:prstGeom prst="line">
              <a:avLst/>
            </a:prstGeom>
            <a:noFill/>
            <a:ln w="25400">
              <a:solidFill>
                <a:schemeClr val="tx1"/>
              </a:solidFill>
              <a:round/>
              <a:headEnd/>
              <a:tailEnd/>
            </a:ln>
          </p:spPr>
          <p:txBody>
            <a:bodyPr/>
            <a:lstStyle/>
            <a:p>
              <a:pPr eaLnBrk="1" hangingPunct="1">
                <a:defRPr/>
              </a:pPr>
              <a:endParaRPr lang="en-US" dirty="0"/>
            </a:p>
          </p:txBody>
        </p:sp>
        <p:sp>
          <p:nvSpPr>
            <p:cNvPr id="35878" name="Line 60">
              <a:extLst>
                <a:ext uri="{FF2B5EF4-FFF2-40B4-BE49-F238E27FC236}">
                  <a16:creationId xmlns:a16="http://schemas.microsoft.com/office/drawing/2014/main" id="{89E414CD-1F65-4B8D-A1CE-984A93452F8E}"/>
                </a:ext>
              </a:extLst>
            </p:cNvPr>
            <p:cNvSpPr>
              <a:spLocks noChangeShapeType="1"/>
            </p:cNvSpPr>
            <p:nvPr/>
          </p:nvSpPr>
          <p:spPr bwMode="auto">
            <a:xfrm>
              <a:off x="3253316" y="1807761"/>
              <a:ext cx="217545" cy="0"/>
            </a:xfrm>
            <a:prstGeom prst="line">
              <a:avLst/>
            </a:prstGeom>
            <a:noFill/>
            <a:ln w="25400">
              <a:solidFill>
                <a:schemeClr val="tx1"/>
              </a:solidFill>
              <a:round/>
              <a:headEnd/>
              <a:tailEnd/>
            </a:ln>
          </p:spPr>
          <p:txBody>
            <a:bodyPr/>
            <a:lstStyle/>
            <a:p>
              <a:pPr eaLnBrk="1" hangingPunct="1">
                <a:defRPr/>
              </a:pPr>
              <a:endParaRPr lang="en-US" dirty="0"/>
            </a:p>
          </p:txBody>
        </p:sp>
        <p:sp>
          <p:nvSpPr>
            <p:cNvPr id="35879" name="Line 61">
              <a:extLst>
                <a:ext uri="{FF2B5EF4-FFF2-40B4-BE49-F238E27FC236}">
                  <a16:creationId xmlns:a16="http://schemas.microsoft.com/office/drawing/2014/main" id="{CD88CA92-9ED9-4F69-AFBD-F44BF75C71AC}"/>
                </a:ext>
              </a:extLst>
            </p:cNvPr>
            <p:cNvSpPr>
              <a:spLocks noChangeShapeType="1"/>
            </p:cNvSpPr>
            <p:nvPr/>
          </p:nvSpPr>
          <p:spPr bwMode="auto">
            <a:xfrm>
              <a:off x="3468159" y="1799163"/>
              <a:ext cx="0" cy="1226939"/>
            </a:xfrm>
            <a:prstGeom prst="line">
              <a:avLst/>
            </a:prstGeom>
            <a:noFill/>
            <a:ln w="25400">
              <a:solidFill>
                <a:schemeClr val="tx1"/>
              </a:solidFill>
              <a:round/>
              <a:headEnd/>
              <a:tailEnd/>
            </a:ln>
          </p:spPr>
          <p:txBody>
            <a:bodyPr/>
            <a:lstStyle/>
            <a:p>
              <a:pPr eaLnBrk="1" hangingPunct="1">
                <a:defRPr/>
              </a:pPr>
              <a:endParaRPr lang="en-US" dirty="0"/>
            </a:p>
          </p:txBody>
        </p:sp>
        <p:sp>
          <p:nvSpPr>
            <p:cNvPr id="35880" name="Text Box 62">
              <a:extLst>
                <a:ext uri="{FF2B5EF4-FFF2-40B4-BE49-F238E27FC236}">
                  <a16:creationId xmlns:a16="http://schemas.microsoft.com/office/drawing/2014/main" id="{3BE945FF-7985-43EE-A333-CF8DEEC3A2D7}"/>
                </a:ext>
              </a:extLst>
            </p:cNvPr>
            <p:cNvSpPr txBox="1">
              <a:spLocks noChangeArrowheads="1"/>
            </p:cNvSpPr>
            <p:nvPr/>
          </p:nvSpPr>
          <p:spPr bwMode="auto">
            <a:xfrm>
              <a:off x="1812925" y="1650555"/>
              <a:ext cx="502651" cy="309545"/>
            </a:xfrm>
            <a:prstGeom prst="rect">
              <a:avLst/>
            </a:prstGeom>
            <a:noFill/>
            <a:ln w="9525">
              <a:noFill/>
              <a:miter lim="800000"/>
              <a:headEnd/>
              <a:tailEnd/>
            </a:ln>
          </p:spPr>
          <p:txBody>
            <a:bodyPr>
              <a:spAutoFit/>
            </a:bodyPr>
            <a:lstStyle/>
            <a:p>
              <a:pPr eaLnBrk="1" hangingPunct="1">
                <a:spcBef>
                  <a:spcPct val="50000"/>
                </a:spcBef>
                <a:defRPr/>
              </a:pPr>
              <a:r>
                <a:rPr lang="en-US" sz="2000" dirty="0"/>
                <a:t>x</a:t>
              </a:r>
              <a:r>
                <a:rPr lang="en-US" sz="2000" baseline="-25000" dirty="0"/>
                <a:t>1</a:t>
              </a:r>
              <a:endParaRPr lang="ru-RU" sz="2000" dirty="0"/>
            </a:p>
          </p:txBody>
        </p:sp>
        <p:sp>
          <p:nvSpPr>
            <p:cNvPr id="35881" name="Text Box 63">
              <a:extLst>
                <a:ext uri="{FF2B5EF4-FFF2-40B4-BE49-F238E27FC236}">
                  <a16:creationId xmlns:a16="http://schemas.microsoft.com/office/drawing/2014/main" id="{1067C040-E347-4538-8B56-13CDE6CA9578}"/>
                </a:ext>
              </a:extLst>
            </p:cNvPr>
            <p:cNvSpPr txBox="1">
              <a:spLocks noChangeArrowheads="1"/>
            </p:cNvSpPr>
            <p:nvPr/>
          </p:nvSpPr>
          <p:spPr bwMode="auto">
            <a:xfrm>
              <a:off x="1812925" y="1996898"/>
              <a:ext cx="502651" cy="309545"/>
            </a:xfrm>
            <a:prstGeom prst="rect">
              <a:avLst/>
            </a:prstGeom>
            <a:noFill/>
            <a:ln w="9525">
              <a:noFill/>
              <a:miter lim="800000"/>
              <a:headEnd/>
              <a:tailEnd/>
            </a:ln>
          </p:spPr>
          <p:txBody>
            <a:bodyPr>
              <a:spAutoFit/>
            </a:bodyPr>
            <a:lstStyle/>
            <a:p>
              <a:pPr eaLnBrk="1" hangingPunct="1">
                <a:spcBef>
                  <a:spcPct val="50000"/>
                </a:spcBef>
                <a:defRPr/>
              </a:pPr>
              <a:r>
                <a:rPr lang="en-US" sz="2000" dirty="0"/>
                <a:t>x</a:t>
              </a:r>
              <a:r>
                <a:rPr lang="en-US" sz="2000" baseline="-25000" dirty="0"/>
                <a:t>2</a:t>
              </a:r>
              <a:endParaRPr lang="ru-RU" sz="2000"/>
            </a:p>
          </p:txBody>
        </p:sp>
        <p:sp>
          <p:nvSpPr>
            <p:cNvPr id="35882" name="Line 64">
              <a:extLst>
                <a:ext uri="{FF2B5EF4-FFF2-40B4-BE49-F238E27FC236}">
                  <a16:creationId xmlns:a16="http://schemas.microsoft.com/office/drawing/2014/main" id="{0DE300CD-A070-4BE4-914B-063A60DD69AF}"/>
                </a:ext>
              </a:extLst>
            </p:cNvPr>
            <p:cNvSpPr>
              <a:spLocks noChangeShapeType="1"/>
            </p:cNvSpPr>
            <p:nvPr/>
          </p:nvSpPr>
          <p:spPr bwMode="auto">
            <a:xfrm>
              <a:off x="2477721" y="1799163"/>
              <a:ext cx="0" cy="692686"/>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35883" name="Text Box 65">
              <a:extLst>
                <a:ext uri="{FF2B5EF4-FFF2-40B4-BE49-F238E27FC236}">
                  <a16:creationId xmlns:a16="http://schemas.microsoft.com/office/drawing/2014/main" id="{808FD159-A5CF-4F1F-BC38-50B21813B7A0}"/>
                </a:ext>
              </a:extLst>
            </p:cNvPr>
            <p:cNvSpPr txBox="1">
              <a:spLocks noChangeArrowheads="1"/>
            </p:cNvSpPr>
            <p:nvPr/>
          </p:nvSpPr>
          <p:spPr bwMode="auto">
            <a:xfrm>
              <a:off x="1812925" y="2540976"/>
              <a:ext cx="502651" cy="309545"/>
            </a:xfrm>
            <a:prstGeom prst="rect">
              <a:avLst/>
            </a:prstGeom>
            <a:noFill/>
            <a:ln w="9525">
              <a:noFill/>
              <a:miter lim="800000"/>
              <a:headEnd/>
              <a:tailEnd/>
            </a:ln>
          </p:spPr>
          <p:txBody>
            <a:bodyPr>
              <a:spAutoFit/>
            </a:bodyPr>
            <a:lstStyle/>
            <a:p>
              <a:pPr eaLnBrk="1" hangingPunct="1">
                <a:spcBef>
                  <a:spcPct val="50000"/>
                </a:spcBef>
                <a:defRPr/>
              </a:pPr>
              <a:r>
                <a:rPr lang="en-US" sz="2000" dirty="0"/>
                <a:t>x</a:t>
              </a:r>
              <a:r>
                <a:rPr lang="en-US" sz="2000" baseline="-25000" dirty="0"/>
                <a:t>3</a:t>
              </a:r>
              <a:endParaRPr lang="ru-RU" sz="2000"/>
            </a:p>
          </p:txBody>
        </p:sp>
        <p:sp>
          <p:nvSpPr>
            <p:cNvPr id="35884" name="Text Box 66">
              <a:extLst>
                <a:ext uri="{FF2B5EF4-FFF2-40B4-BE49-F238E27FC236}">
                  <a16:creationId xmlns:a16="http://schemas.microsoft.com/office/drawing/2014/main" id="{7E42294B-C29B-4805-9424-600F5628439D}"/>
                </a:ext>
              </a:extLst>
            </p:cNvPr>
            <p:cNvSpPr txBox="1">
              <a:spLocks noChangeArrowheads="1"/>
            </p:cNvSpPr>
            <p:nvPr/>
          </p:nvSpPr>
          <p:spPr bwMode="auto">
            <a:xfrm>
              <a:off x="1812925" y="2988029"/>
              <a:ext cx="502651" cy="309545"/>
            </a:xfrm>
            <a:prstGeom prst="rect">
              <a:avLst/>
            </a:prstGeom>
            <a:noFill/>
            <a:ln w="9525">
              <a:noFill/>
              <a:miter lim="800000"/>
              <a:headEnd/>
              <a:tailEnd/>
            </a:ln>
          </p:spPr>
          <p:txBody>
            <a:bodyPr>
              <a:spAutoFit/>
            </a:bodyPr>
            <a:lstStyle/>
            <a:p>
              <a:pPr eaLnBrk="1" hangingPunct="1">
                <a:spcBef>
                  <a:spcPct val="50000"/>
                </a:spcBef>
                <a:defRPr/>
              </a:pPr>
              <a:r>
                <a:rPr lang="en-US" sz="2000" dirty="0"/>
                <a:t>x</a:t>
              </a:r>
              <a:r>
                <a:rPr lang="en-US" sz="2000" baseline="-25000" dirty="0"/>
                <a:t>4</a:t>
              </a:r>
              <a:endParaRPr lang="ru-RU" sz="2000"/>
            </a:p>
          </p:txBody>
        </p:sp>
        <p:sp>
          <p:nvSpPr>
            <p:cNvPr id="35885" name="Text Box 67">
              <a:extLst>
                <a:ext uri="{FF2B5EF4-FFF2-40B4-BE49-F238E27FC236}">
                  <a16:creationId xmlns:a16="http://schemas.microsoft.com/office/drawing/2014/main" id="{FAB53EE6-AC5E-49BA-ADAD-A88519F63052}"/>
                </a:ext>
              </a:extLst>
            </p:cNvPr>
            <p:cNvSpPr txBox="1">
              <a:spLocks noChangeArrowheads="1"/>
            </p:cNvSpPr>
            <p:nvPr/>
          </p:nvSpPr>
          <p:spPr bwMode="auto">
            <a:xfrm>
              <a:off x="1812925" y="3384727"/>
              <a:ext cx="502651" cy="309545"/>
            </a:xfrm>
            <a:prstGeom prst="rect">
              <a:avLst/>
            </a:prstGeom>
            <a:noFill/>
            <a:ln w="9525">
              <a:noFill/>
              <a:miter lim="800000"/>
              <a:headEnd/>
              <a:tailEnd/>
            </a:ln>
          </p:spPr>
          <p:txBody>
            <a:bodyPr>
              <a:spAutoFit/>
            </a:bodyPr>
            <a:lstStyle/>
            <a:p>
              <a:pPr eaLnBrk="1" hangingPunct="1">
                <a:spcBef>
                  <a:spcPct val="50000"/>
                </a:spcBef>
                <a:defRPr/>
              </a:pPr>
              <a:r>
                <a:rPr lang="en-US" sz="2000" dirty="0"/>
                <a:t>x</a:t>
              </a:r>
              <a:r>
                <a:rPr lang="en-US" sz="2000" baseline="-25000" dirty="0"/>
                <a:t>5</a:t>
              </a:r>
              <a:endParaRPr lang="ru-RU" sz="2000"/>
            </a:p>
          </p:txBody>
        </p:sp>
      </p:grpSp>
      <p:sp>
        <p:nvSpPr>
          <p:cNvPr id="33795" name="Text Box 70">
            <a:extLst>
              <a:ext uri="{FF2B5EF4-FFF2-40B4-BE49-F238E27FC236}">
                <a16:creationId xmlns:a16="http://schemas.microsoft.com/office/drawing/2014/main" id="{A0BC789B-C858-56B4-D82E-8BD25C2EC7BB}"/>
              </a:ext>
            </a:extLst>
          </p:cNvPr>
          <p:cNvSpPr txBox="1">
            <a:spLocks noChangeArrowheads="1"/>
          </p:cNvSpPr>
          <p:nvPr/>
        </p:nvSpPr>
        <p:spPr bwMode="auto">
          <a:xfrm>
            <a:off x="1952625" y="4467226"/>
            <a:ext cx="8382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01110 </a:t>
            </a:r>
            <a:r>
              <a:rPr lang="en-US" altLang="en-US" sz="2000">
                <a:sym typeface="Symbol" panose="05050102010706020507" pitchFamily="18" charset="2"/>
              </a:rPr>
              <a:t>11110</a:t>
            </a:r>
          </a:p>
          <a:p>
            <a:pPr eaLnBrk="1" hangingPunct="1">
              <a:buFont typeface="Symbol" panose="05050102010706020507" pitchFamily="18" charset="2"/>
              <a:buChar char="a"/>
            </a:pPr>
            <a:r>
              <a:rPr lang="en-US" altLang="en-US" sz="2000">
                <a:sym typeface="Symbol" panose="05050102010706020507" pitchFamily="18" charset="2"/>
              </a:rPr>
              <a:t>   1  0,     0 1,  </a:t>
            </a:r>
          </a:p>
          <a:p>
            <a:pPr eaLnBrk="1" hangingPunct="1">
              <a:buFont typeface="Symbol" panose="05050102010706020507" pitchFamily="18" charset="2"/>
              <a:buNone/>
            </a:pPr>
            <a:r>
              <a:rPr lang="en-US" altLang="en-US" sz="2000">
                <a:sym typeface="Symbol" panose="05050102010706020507" pitchFamily="18" charset="2"/>
              </a:rPr>
              <a:t>If  changes faster than , there is static hazard on  output:  1  0  1.</a:t>
            </a:r>
          </a:p>
          <a:p>
            <a:pPr eaLnBrk="1" hangingPunct="1">
              <a:buFont typeface="Symbol" panose="05050102010706020507" pitchFamily="18" charset="2"/>
              <a:buNone/>
            </a:pPr>
            <a:r>
              <a:rPr lang="en-US" altLang="en-US" sz="2000">
                <a:sym typeface="Symbol" panose="05050102010706020507" pitchFamily="18" charset="2"/>
              </a:rPr>
              <a:t>If  change only after  has static hazard, 1010 can occur on output y.</a:t>
            </a:r>
          </a:p>
        </p:txBody>
      </p:sp>
      <p:sp>
        <p:nvSpPr>
          <p:cNvPr id="48" name="Rectangle 4">
            <a:extLst>
              <a:ext uri="{FF2B5EF4-FFF2-40B4-BE49-F238E27FC236}">
                <a16:creationId xmlns:a16="http://schemas.microsoft.com/office/drawing/2014/main" id="{609ACBE3-31ED-4FC8-8074-964D520E2465}"/>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4" name="Title 3">
            <a:extLst>
              <a:ext uri="{FF2B5EF4-FFF2-40B4-BE49-F238E27FC236}">
                <a16:creationId xmlns:a16="http://schemas.microsoft.com/office/drawing/2014/main" id="{F7D65288-8B24-1618-F61F-B33AC0FFB17D}"/>
              </a:ext>
            </a:extLst>
          </p:cNvPr>
          <p:cNvSpPr>
            <a:spLocks noGrp="1"/>
          </p:cNvSpPr>
          <p:nvPr>
            <p:ph type="title"/>
          </p:nvPr>
        </p:nvSpPr>
        <p:spPr/>
        <p:txBody>
          <a:bodyPr>
            <a:normAutofit/>
          </a:bodyPr>
          <a:lstStyle/>
          <a:p>
            <a:r>
              <a:rPr lang="en-US" dirty="0"/>
              <a:t>Dynamic Hazards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EEE14AA9-C31B-6AE2-8C79-CD730910A5D0}"/>
              </a:ext>
            </a:extLst>
          </p:cNvPr>
          <p:cNvSpPr>
            <a:spLocks noGrp="1" noChangeArrowheads="1"/>
          </p:cNvSpPr>
          <p:nvPr>
            <p:ph type="title"/>
          </p:nvPr>
        </p:nvSpPr>
        <p:spPr/>
        <p:txBody>
          <a:bodyPr/>
          <a:lstStyle/>
          <a:p>
            <a:r>
              <a:rPr lang="en-US" altLang="en-US"/>
              <a:t>Feedback Sequential Circuits	</a:t>
            </a:r>
          </a:p>
        </p:txBody>
      </p:sp>
      <p:sp>
        <p:nvSpPr>
          <p:cNvPr id="34819" name="Content Placeholder 2">
            <a:extLst>
              <a:ext uri="{FF2B5EF4-FFF2-40B4-BE49-F238E27FC236}">
                <a16:creationId xmlns:a16="http://schemas.microsoft.com/office/drawing/2014/main" id="{3DBE6129-04DD-40E5-4E00-F47F37D47802}"/>
              </a:ext>
            </a:extLst>
          </p:cNvPr>
          <p:cNvSpPr>
            <a:spLocks noGrp="1" noChangeArrowheads="1"/>
          </p:cNvSpPr>
          <p:nvPr>
            <p:ph type="body" sz="quarter" idx="10"/>
          </p:nvPr>
        </p:nvSpPr>
        <p:spPr/>
        <p:txBody>
          <a:bodyPr/>
          <a:lstStyle/>
          <a:p>
            <a:r>
              <a:rPr lang="ru-RU" altLang="en-US"/>
              <a:t>Asynchronous FSM -  circuits with feedback. </a:t>
            </a:r>
          </a:p>
          <a:p>
            <a:r>
              <a:rPr lang="ru-RU" altLang="en-US"/>
              <a:t>In the scheme with n loops feedback there are n binary state variables and 2n states.</a:t>
            </a:r>
            <a:br>
              <a:rPr lang="ru-RU" altLang="en-US"/>
            </a:br>
            <a:r>
              <a:rPr lang="ru-RU" altLang="en-US"/>
              <a:t>All latches and flip-flops are circuits with feedback.</a:t>
            </a:r>
          </a:p>
          <a:p>
            <a:r>
              <a:rPr lang="ru-RU" altLang="en-US"/>
              <a:t> Each of them has at least one feedback loop, which provides storage of zero or one. Feedback loops are memory elements. </a:t>
            </a:r>
            <a:br>
              <a:rPr lang="ru-RU" altLang="en-US"/>
            </a:br>
            <a:r>
              <a:rPr lang="ru-RU" altLang="en-US"/>
              <a:t>Any circuit with a feedback loop is </a:t>
            </a:r>
            <a:r>
              <a:rPr lang="en-US" altLang="en-US"/>
              <a:t>of</a:t>
            </a:r>
            <a:r>
              <a:rPr lang="ru-RU" altLang="en-US"/>
              <a:t> type RS</a:t>
            </a:r>
            <a:r>
              <a:rPr lang="en-US" altLang="en-US"/>
              <a:t> </a:t>
            </a:r>
            <a:r>
              <a:rPr lang="ru-RU" altLang="en-US"/>
              <a:t>or D</a:t>
            </a:r>
            <a:r>
              <a:rPr lang="en-US" altLang="en-US"/>
              <a:t> </a:t>
            </a:r>
            <a:r>
              <a:rPr lang="ru-RU" altLang="en-US"/>
              <a:t>latch. </a:t>
            </a:r>
          </a:p>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D39853D1-28F3-9692-A9E5-E1670EC6ABE3}"/>
              </a:ext>
            </a:extLst>
          </p:cNvPr>
          <p:cNvSpPr>
            <a:spLocks noGrp="1" noChangeArrowheads="1"/>
          </p:cNvSpPr>
          <p:nvPr>
            <p:ph type="title"/>
          </p:nvPr>
        </p:nvSpPr>
        <p:spPr/>
        <p:txBody>
          <a:bodyPr/>
          <a:lstStyle/>
          <a:p>
            <a:r>
              <a:rPr lang="en-US" altLang="en-US"/>
              <a:t>General Structure of a Latch</a:t>
            </a:r>
            <a:endParaRPr lang="ru-RU" altLang="en-US"/>
          </a:p>
        </p:txBody>
      </p:sp>
      <p:sp>
        <p:nvSpPr>
          <p:cNvPr id="35843" name="Text Box 21">
            <a:extLst>
              <a:ext uri="{FF2B5EF4-FFF2-40B4-BE49-F238E27FC236}">
                <a16:creationId xmlns:a16="http://schemas.microsoft.com/office/drawing/2014/main" id="{058939DF-6BE5-C62E-B9C6-DAEF2B8E295A}"/>
              </a:ext>
            </a:extLst>
          </p:cNvPr>
          <p:cNvSpPr txBox="1">
            <a:spLocks noChangeArrowheads="1"/>
          </p:cNvSpPr>
          <p:nvPr/>
        </p:nvSpPr>
        <p:spPr bwMode="auto">
          <a:xfrm>
            <a:off x="1981201" y="4419600"/>
            <a:ext cx="8424863"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Aft>
                <a:spcPct val="60000"/>
              </a:spcAft>
            </a:pPr>
            <a:r>
              <a:rPr lang="en-US" altLang="en-US" sz="2000"/>
              <a:t>Characteristic equation of RS-latch:</a:t>
            </a:r>
            <a:r>
              <a:rPr lang="ru-RU" altLang="en-US" sz="2000"/>
              <a:t> </a:t>
            </a:r>
            <a:r>
              <a:rPr lang="en-US" altLang="en-US" sz="2000"/>
              <a:t>Q</a:t>
            </a:r>
            <a:r>
              <a:rPr lang="ru-RU" altLang="en-US" sz="2000"/>
              <a:t>* = </a:t>
            </a:r>
            <a:r>
              <a:rPr lang="en-US" altLang="en-US" sz="2000"/>
              <a:t>S</a:t>
            </a:r>
            <a:r>
              <a:rPr lang="ru-RU" altLang="en-US" sz="2000"/>
              <a:t> + </a:t>
            </a:r>
            <a:r>
              <a:rPr lang="ru-RU" altLang="en-US" sz="2000">
                <a:sym typeface="Symbol" panose="05050102010706020507" pitchFamily="18" charset="2"/>
              </a:rPr>
              <a:t></a:t>
            </a:r>
            <a:r>
              <a:rPr lang="en-US" altLang="en-US" sz="2000"/>
              <a:t>R</a:t>
            </a:r>
            <a:r>
              <a:rPr lang="en-US" altLang="en-US" sz="2000">
                <a:sym typeface="Symbol" panose="05050102010706020507" pitchFamily="18" charset="2"/>
              </a:rPr>
              <a:t></a:t>
            </a:r>
            <a:r>
              <a:rPr lang="en-US" altLang="en-US" sz="2000"/>
              <a:t>Q</a:t>
            </a:r>
            <a:r>
              <a:rPr lang="ru-RU" altLang="en-US" sz="2000"/>
              <a:t>.</a:t>
            </a:r>
          </a:p>
          <a:p>
            <a:pPr eaLnBrk="1" hangingPunct="1"/>
            <a:r>
              <a:rPr lang="en-US" altLang="en-US" sz="2000"/>
              <a:t>Characteristic equation of D-latch</a:t>
            </a:r>
            <a:r>
              <a:rPr lang="ru-RU" altLang="en-US" sz="2000"/>
              <a:t>: </a:t>
            </a:r>
            <a:r>
              <a:rPr lang="en-US" altLang="en-US" sz="2000"/>
              <a:t>Q</a:t>
            </a:r>
            <a:r>
              <a:rPr lang="ru-RU" altLang="en-US" sz="2000"/>
              <a:t>* = </a:t>
            </a:r>
            <a:r>
              <a:rPr lang="en-US" altLang="en-US" sz="2000"/>
              <a:t>C</a:t>
            </a:r>
            <a:r>
              <a:rPr lang="en-US" altLang="en-US" sz="2000">
                <a:sym typeface="Symbol" panose="05050102010706020507" pitchFamily="18" charset="2"/>
              </a:rPr>
              <a:t></a:t>
            </a:r>
            <a:r>
              <a:rPr lang="en-US" altLang="en-US" sz="2000"/>
              <a:t>D</a:t>
            </a:r>
            <a:r>
              <a:rPr lang="ru-RU" altLang="en-US" sz="2000"/>
              <a:t> + </a:t>
            </a:r>
            <a:r>
              <a:rPr lang="ru-RU" altLang="en-US" sz="2000">
                <a:sym typeface="Symbol" panose="05050102010706020507" pitchFamily="18" charset="2"/>
              </a:rPr>
              <a:t></a:t>
            </a:r>
            <a:r>
              <a:rPr lang="en-US" altLang="en-US" sz="2000"/>
              <a:t>C</a:t>
            </a:r>
            <a:r>
              <a:rPr lang="en-US" altLang="en-US" sz="2000">
                <a:sym typeface="Symbol" panose="05050102010706020507" pitchFamily="18" charset="2"/>
              </a:rPr>
              <a:t></a:t>
            </a:r>
            <a:r>
              <a:rPr lang="en-US" altLang="en-US" sz="2000"/>
              <a:t>Q</a:t>
            </a:r>
            <a:r>
              <a:rPr lang="ru-RU" altLang="en-US" sz="2000"/>
              <a:t>.</a:t>
            </a:r>
          </a:p>
        </p:txBody>
      </p:sp>
      <p:grpSp>
        <p:nvGrpSpPr>
          <p:cNvPr id="35844" name="Group 23">
            <a:extLst>
              <a:ext uri="{FF2B5EF4-FFF2-40B4-BE49-F238E27FC236}">
                <a16:creationId xmlns:a16="http://schemas.microsoft.com/office/drawing/2014/main" id="{32F8B98B-EC7A-F5D7-1CA1-4E3AEA7E45DF}"/>
              </a:ext>
            </a:extLst>
          </p:cNvPr>
          <p:cNvGrpSpPr>
            <a:grpSpLocks/>
          </p:cNvGrpSpPr>
          <p:nvPr/>
        </p:nvGrpSpPr>
        <p:grpSpPr bwMode="auto">
          <a:xfrm>
            <a:off x="2438400" y="1717676"/>
            <a:ext cx="7239000" cy="2549525"/>
            <a:chOff x="864" y="1082"/>
            <a:chExt cx="4032" cy="1414"/>
          </a:xfrm>
        </p:grpSpPr>
        <p:sp>
          <p:nvSpPr>
            <p:cNvPr id="35845" name="Line 13">
              <a:extLst>
                <a:ext uri="{FF2B5EF4-FFF2-40B4-BE49-F238E27FC236}">
                  <a16:creationId xmlns:a16="http://schemas.microsoft.com/office/drawing/2014/main" id="{886028B5-8D67-1B6D-8271-6973E180B932}"/>
                </a:ext>
              </a:extLst>
            </p:cNvPr>
            <p:cNvSpPr>
              <a:spLocks noChangeShapeType="1"/>
            </p:cNvSpPr>
            <p:nvPr/>
          </p:nvSpPr>
          <p:spPr bwMode="auto">
            <a:xfrm flipH="1">
              <a:off x="2062" y="2361"/>
              <a:ext cx="15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6" name="AutoShape 6">
              <a:extLst>
                <a:ext uri="{FF2B5EF4-FFF2-40B4-BE49-F238E27FC236}">
                  <a16:creationId xmlns:a16="http://schemas.microsoft.com/office/drawing/2014/main" id="{B31575FD-616B-41D8-D4B9-7CE5BAA546FB}"/>
                </a:ext>
              </a:extLst>
            </p:cNvPr>
            <p:cNvSpPr>
              <a:spLocks noChangeArrowheads="1"/>
            </p:cNvSpPr>
            <p:nvPr/>
          </p:nvSpPr>
          <p:spPr bwMode="auto">
            <a:xfrm rot="-5400000">
              <a:off x="2769" y="2279"/>
              <a:ext cx="261" cy="173"/>
            </a:xfrm>
            <a:prstGeom prst="triangle">
              <a:avLst>
                <a:gd name="adj" fmla="val 50000"/>
              </a:avLst>
            </a:prstGeom>
            <a:solidFill>
              <a:schemeClr val="accent1"/>
            </a:solidFill>
            <a:ln w="22225">
              <a:solidFill>
                <a:srgbClr val="000000"/>
              </a:solidFill>
              <a:prstDash val="dash"/>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5847" name="Rectangle 7">
              <a:extLst>
                <a:ext uri="{FF2B5EF4-FFF2-40B4-BE49-F238E27FC236}">
                  <a16:creationId xmlns:a16="http://schemas.microsoft.com/office/drawing/2014/main" id="{C9557CBC-15A6-4CE3-E88D-F974C8F7FE52}"/>
                </a:ext>
              </a:extLst>
            </p:cNvPr>
            <p:cNvSpPr>
              <a:spLocks noChangeArrowheads="1"/>
            </p:cNvSpPr>
            <p:nvPr/>
          </p:nvSpPr>
          <p:spPr bwMode="auto">
            <a:xfrm>
              <a:off x="2285" y="1082"/>
              <a:ext cx="1132" cy="968"/>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dirty="0"/>
            </a:p>
            <a:p>
              <a:pPr algn="ctr" eaLnBrk="1" hangingPunct="1"/>
              <a:r>
                <a:rPr lang="en-US" altLang="en-US" dirty="0">
                  <a:solidFill>
                    <a:schemeClr val="bg1"/>
                  </a:solidFill>
                </a:rPr>
                <a:t>Excitation</a:t>
              </a:r>
            </a:p>
            <a:p>
              <a:pPr algn="ctr" eaLnBrk="1" hangingPunct="1"/>
              <a:r>
                <a:rPr lang="en-US" altLang="en-US" dirty="0">
                  <a:solidFill>
                    <a:schemeClr val="bg1"/>
                  </a:solidFill>
                </a:rPr>
                <a:t>Logic</a:t>
              </a:r>
              <a:endParaRPr lang="ru-RU" altLang="en-US" dirty="0">
                <a:solidFill>
                  <a:schemeClr val="bg1"/>
                </a:solidFill>
              </a:endParaRPr>
            </a:p>
          </p:txBody>
        </p:sp>
        <p:sp>
          <p:nvSpPr>
            <p:cNvPr id="35848" name="Line 8">
              <a:extLst>
                <a:ext uri="{FF2B5EF4-FFF2-40B4-BE49-F238E27FC236}">
                  <a16:creationId xmlns:a16="http://schemas.microsoft.com/office/drawing/2014/main" id="{05D0EBCA-9460-0F3B-1C38-E1150411258B}"/>
                </a:ext>
              </a:extLst>
            </p:cNvPr>
            <p:cNvSpPr>
              <a:spLocks noChangeShapeType="1"/>
            </p:cNvSpPr>
            <p:nvPr/>
          </p:nvSpPr>
          <p:spPr bwMode="auto">
            <a:xfrm>
              <a:off x="1812" y="1232"/>
              <a:ext cx="4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9" name="Line 9">
              <a:extLst>
                <a:ext uri="{FF2B5EF4-FFF2-40B4-BE49-F238E27FC236}">
                  <a16:creationId xmlns:a16="http://schemas.microsoft.com/office/drawing/2014/main" id="{15D6A4E4-DED5-A633-B463-D86B1D632404}"/>
                </a:ext>
              </a:extLst>
            </p:cNvPr>
            <p:cNvSpPr>
              <a:spLocks noChangeShapeType="1"/>
            </p:cNvSpPr>
            <p:nvPr/>
          </p:nvSpPr>
          <p:spPr bwMode="auto">
            <a:xfrm>
              <a:off x="1831" y="1792"/>
              <a:ext cx="4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0" name="Text Box 10">
              <a:extLst>
                <a:ext uri="{FF2B5EF4-FFF2-40B4-BE49-F238E27FC236}">
                  <a16:creationId xmlns:a16="http://schemas.microsoft.com/office/drawing/2014/main" id="{21508A0E-01B2-FF41-FAC1-A89E7D3100CF}"/>
                </a:ext>
              </a:extLst>
            </p:cNvPr>
            <p:cNvSpPr txBox="1">
              <a:spLocks noChangeArrowheads="1"/>
            </p:cNvSpPr>
            <p:nvPr/>
          </p:nvSpPr>
          <p:spPr bwMode="auto">
            <a:xfrm>
              <a:off x="2057" y="1200"/>
              <a:ext cx="228"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endParaRPr lang="ru-RU" altLang="en-US">
                <a:latin typeface="Times New Roman" panose="02020603050405020304" pitchFamily="18" charset="0"/>
              </a:endParaRPr>
            </a:p>
            <a:p>
              <a:pPr eaLnBrk="1" hangingPunct="1"/>
              <a:r>
                <a:rPr lang="ru-RU" altLang="en-US">
                  <a:latin typeface="Times New Roman" panose="02020603050405020304" pitchFamily="18" charset="0"/>
                  <a:sym typeface="Symbol" panose="05050102010706020507" pitchFamily="18" charset="2"/>
                </a:rPr>
                <a:t></a:t>
              </a:r>
              <a:endParaRPr lang="ru-RU" altLang="en-US"/>
            </a:p>
          </p:txBody>
        </p:sp>
        <p:sp>
          <p:nvSpPr>
            <p:cNvPr id="35851" name="Line 11">
              <a:extLst>
                <a:ext uri="{FF2B5EF4-FFF2-40B4-BE49-F238E27FC236}">
                  <a16:creationId xmlns:a16="http://schemas.microsoft.com/office/drawing/2014/main" id="{74B9E6BD-9701-C30C-8192-A6B4460A0663}"/>
                </a:ext>
              </a:extLst>
            </p:cNvPr>
            <p:cNvSpPr>
              <a:spLocks noChangeShapeType="1"/>
            </p:cNvSpPr>
            <p:nvPr/>
          </p:nvSpPr>
          <p:spPr bwMode="auto">
            <a:xfrm>
              <a:off x="3417" y="1497"/>
              <a:ext cx="6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12">
              <a:extLst>
                <a:ext uri="{FF2B5EF4-FFF2-40B4-BE49-F238E27FC236}">
                  <a16:creationId xmlns:a16="http://schemas.microsoft.com/office/drawing/2014/main" id="{9620ABB9-5A30-B67A-A832-04543E4B06D8}"/>
                </a:ext>
              </a:extLst>
            </p:cNvPr>
            <p:cNvSpPr>
              <a:spLocks noChangeShapeType="1"/>
            </p:cNvSpPr>
            <p:nvPr/>
          </p:nvSpPr>
          <p:spPr bwMode="auto">
            <a:xfrm>
              <a:off x="3644" y="1497"/>
              <a:ext cx="0" cy="86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853" name="Line 14">
              <a:extLst>
                <a:ext uri="{FF2B5EF4-FFF2-40B4-BE49-F238E27FC236}">
                  <a16:creationId xmlns:a16="http://schemas.microsoft.com/office/drawing/2014/main" id="{ED68C533-8FD6-E0E3-BE2C-F859E87C344C}"/>
                </a:ext>
              </a:extLst>
            </p:cNvPr>
            <p:cNvSpPr>
              <a:spLocks noChangeShapeType="1"/>
            </p:cNvSpPr>
            <p:nvPr/>
          </p:nvSpPr>
          <p:spPr bwMode="auto">
            <a:xfrm>
              <a:off x="2065" y="1912"/>
              <a:ext cx="0" cy="45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4" name="Line 15">
              <a:extLst>
                <a:ext uri="{FF2B5EF4-FFF2-40B4-BE49-F238E27FC236}">
                  <a16:creationId xmlns:a16="http://schemas.microsoft.com/office/drawing/2014/main" id="{D936732E-3207-5585-3CD5-0417825EAFD2}"/>
                </a:ext>
              </a:extLst>
            </p:cNvPr>
            <p:cNvSpPr>
              <a:spLocks noChangeShapeType="1"/>
            </p:cNvSpPr>
            <p:nvPr/>
          </p:nvSpPr>
          <p:spPr bwMode="auto">
            <a:xfrm>
              <a:off x="2057" y="1912"/>
              <a:ext cx="22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5" name="Text Box 16">
              <a:extLst>
                <a:ext uri="{FF2B5EF4-FFF2-40B4-BE49-F238E27FC236}">
                  <a16:creationId xmlns:a16="http://schemas.microsoft.com/office/drawing/2014/main" id="{7C109224-9B32-CD96-3138-1A73BE8060DE}"/>
                </a:ext>
              </a:extLst>
            </p:cNvPr>
            <p:cNvSpPr txBox="1">
              <a:spLocks noChangeArrowheads="1"/>
            </p:cNvSpPr>
            <p:nvPr/>
          </p:nvSpPr>
          <p:spPr bwMode="auto">
            <a:xfrm>
              <a:off x="3011" y="2050"/>
              <a:ext cx="567"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rPr>
                <a:t>Q*</a:t>
              </a:r>
              <a:endParaRPr lang="ru-RU" altLang="en-US"/>
            </a:p>
          </p:txBody>
        </p:sp>
        <p:sp>
          <p:nvSpPr>
            <p:cNvPr id="35856" name="Text Box 17">
              <a:extLst>
                <a:ext uri="{FF2B5EF4-FFF2-40B4-BE49-F238E27FC236}">
                  <a16:creationId xmlns:a16="http://schemas.microsoft.com/office/drawing/2014/main" id="{38F9328A-DD9E-B3C9-8873-C1E8112AB483}"/>
                </a:ext>
              </a:extLst>
            </p:cNvPr>
            <p:cNvSpPr txBox="1">
              <a:spLocks noChangeArrowheads="1"/>
            </p:cNvSpPr>
            <p:nvPr/>
          </p:nvSpPr>
          <p:spPr bwMode="auto">
            <a:xfrm>
              <a:off x="2493" y="2050"/>
              <a:ext cx="566"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rPr>
                <a:t>Q</a:t>
              </a:r>
              <a:endParaRPr lang="ru-RU" altLang="en-US"/>
            </a:p>
          </p:txBody>
        </p:sp>
        <p:sp>
          <p:nvSpPr>
            <p:cNvPr id="35857" name="Text Box 18">
              <a:extLst>
                <a:ext uri="{FF2B5EF4-FFF2-40B4-BE49-F238E27FC236}">
                  <a16:creationId xmlns:a16="http://schemas.microsoft.com/office/drawing/2014/main" id="{B4CD0557-7181-3BA6-C567-688C324E8818}"/>
                </a:ext>
              </a:extLst>
            </p:cNvPr>
            <p:cNvSpPr txBox="1">
              <a:spLocks noChangeArrowheads="1"/>
            </p:cNvSpPr>
            <p:nvPr/>
          </p:nvSpPr>
          <p:spPr bwMode="auto">
            <a:xfrm>
              <a:off x="3417" y="1186"/>
              <a:ext cx="566"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rPr>
                <a:t>Q</a:t>
              </a:r>
              <a:endParaRPr lang="ru-RU" altLang="en-US"/>
            </a:p>
          </p:txBody>
        </p:sp>
        <p:sp>
          <p:nvSpPr>
            <p:cNvPr id="35858" name="Line 19">
              <a:extLst>
                <a:ext uri="{FF2B5EF4-FFF2-40B4-BE49-F238E27FC236}">
                  <a16:creationId xmlns:a16="http://schemas.microsoft.com/office/drawing/2014/main" id="{C0F20A26-E90B-7328-A4ED-C021833106CA}"/>
                </a:ext>
              </a:extLst>
            </p:cNvPr>
            <p:cNvSpPr>
              <a:spLocks noChangeShapeType="1"/>
            </p:cNvSpPr>
            <p:nvPr/>
          </p:nvSpPr>
          <p:spPr bwMode="auto">
            <a:xfrm flipV="1">
              <a:off x="3724" y="1773"/>
              <a:ext cx="372" cy="17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9" name="Text Box 20">
              <a:extLst>
                <a:ext uri="{FF2B5EF4-FFF2-40B4-BE49-F238E27FC236}">
                  <a16:creationId xmlns:a16="http://schemas.microsoft.com/office/drawing/2014/main" id="{006EE256-767A-1965-D36C-53C6017CA857}"/>
                </a:ext>
              </a:extLst>
            </p:cNvPr>
            <p:cNvSpPr txBox="1">
              <a:spLocks noChangeArrowheads="1"/>
            </p:cNvSpPr>
            <p:nvPr/>
          </p:nvSpPr>
          <p:spPr bwMode="auto">
            <a:xfrm>
              <a:off x="4080" y="1488"/>
              <a:ext cx="816"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Feedback loop</a:t>
              </a:r>
              <a:endParaRPr lang="ru-RU" altLang="en-US"/>
            </a:p>
          </p:txBody>
        </p:sp>
        <p:sp>
          <p:nvSpPr>
            <p:cNvPr id="35860" name="Text Box 5">
              <a:extLst>
                <a:ext uri="{FF2B5EF4-FFF2-40B4-BE49-F238E27FC236}">
                  <a16:creationId xmlns:a16="http://schemas.microsoft.com/office/drawing/2014/main" id="{934C74F0-D486-C65A-156F-197BF268031C}"/>
                </a:ext>
              </a:extLst>
            </p:cNvPr>
            <p:cNvSpPr txBox="1">
              <a:spLocks noChangeArrowheads="1"/>
            </p:cNvSpPr>
            <p:nvPr/>
          </p:nvSpPr>
          <p:spPr bwMode="auto">
            <a:xfrm>
              <a:off x="864" y="1248"/>
              <a:ext cx="912"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Control </a:t>
              </a:r>
            </a:p>
            <a:p>
              <a:pPr algn="r" eaLnBrk="1" hangingPunct="1"/>
              <a:r>
                <a:rPr lang="en-US" altLang="en-US"/>
                <a:t>Inputs</a:t>
              </a:r>
              <a:endParaRPr lang="ru-RU" alt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6A8EEF12-3CB2-44D7-6FCF-5F79749ABA70}"/>
              </a:ext>
            </a:extLst>
          </p:cNvPr>
          <p:cNvSpPr>
            <a:spLocks noGrp="1" noChangeArrowheads="1"/>
          </p:cNvSpPr>
          <p:nvPr>
            <p:ph type="title"/>
          </p:nvPr>
        </p:nvSpPr>
        <p:spPr/>
        <p:txBody>
          <a:bodyPr/>
          <a:lstStyle/>
          <a:p>
            <a:r>
              <a:rPr lang="en-US" altLang="en-US"/>
              <a:t>RS Latch, D Latch</a:t>
            </a:r>
            <a:endParaRPr lang="ru-RU" altLang="en-US"/>
          </a:p>
        </p:txBody>
      </p:sp>
      <p:grpSp>
        <p:nvGrpSpPr>
          <p:cNvPr id="36867" name="Group 62">
            <a:extLst>
              <a:ext uri="{FF2B5EF4-FFF2-40B4-BE49-F238E27FC236}">
                <a16:creationId xmlns:a16="http://schemas.microsoft.com/office/drawing/2014/main" id="{8A857A62-AC90-CA1A-B48C-0C0627A2D2FF}"/>
              </a:ext>
            </a:extLst>
          </p:cNvPr>
          <p:cNvGrpSpPr>
            <a:grpSpLocks/>
          </p:cNvGrpSpPr>
          <p:nvPr/>
        </p:nvGrpSpPr>
        <p:grpSpPr bwMode="auto">
          <a:xfrm>
            <a:off x="2952751" y="1511300"/>
            <a:ext cx="4156075" cy="4083050"/>
            <a:chOff x="1428750" y="1511300"/>
            <a:chExt cx="4156075" cy="4083050"/>
          </a:xfrm>
        </p:grpSpPr>
        <p:grpSp>
          <p:nvGrpSpPr>
            <p:cNvPr id="36870" name="Group 5">
              <a:extLst>
                <a:ext uri="{FF2B5EF4-FFF2-40B4-BE49-F238E27FC236}">
                  <a16:creationId xmlns:a16="http://schemas.microsoft.com/office/drawing/2014/main" id="{BC9A593B-5666-C204-36E1-21F9D39E5C66}"/>
                </a:ext>
              </a:extLst>
            </p:cNvPr>
            <p:cNvGrpSpPr>
              <a:grpSpLocks/>
            </p:cNvGrpSpPr>
            <p:nvPr/>
          </p:nvGrpSpPr>
          <p:grpSpPr bwMode="auto">
            <a:xfrm>
              <a:off x="1436688" y="1511300"/>
              <a:ext cx="3744912" cy="1296988"/>
              <a:chOff x="839" y="1162"/>
              <a:chExt cx="2359" cy="817"/>
            </a:xfrm>
          </p:grpSpPr>
          <p:sp>
            <p:nvSpPr>
              <p:cNvPr id="36907" name="AutoShape 6">
                <a:extLst>
                  <a:ext uri="{FF2B5EF4-FFF2-40B4-BE49-F238E27FC236}">
                    <a16:creationId xmlns:a16="http://schemas.microsoft.com/office/drawing/2014/main" id="{D890890E-46BE-E30C-0502-7EDE48410CB9}"/>
                  </a:ext>
                </a:extLst>
              </p:cNvPr>
              <p:cNvSpPr>
                <a:spLocks noChangeArrowheads="1"/>
              </p:cNvSpPr>
              <p:nvPr/>
            </p:nvSpPr>
            <p:spPr bwMode="auto">
              <a:xfrm flipH="1">
                <a:off x="2293" y="1198"/>
                <a:ext cx="291" cy="35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908" name="AutoShape 7">
                <a:extLst>
                  <a:ext uri="{FF2B5EF4-FFF2-40B4-BE49-F238E27FC236}">
                    <a16:creationId xmlns:a16="http://schemas.microsoft.com/office/drawing/2014/main" id="{96342A2B-D721-FB7F-3CC9-2AB360607615}"/>
                  </a:ext>
                </a:extLst>
              </p:cNvPr>
              <p:cNvSpPr>
                <a:spLocks noChangeArrowheads="1"/>
              </p:cNvSpPr>
              <p:nvPr/>
            </p:nvSpPr>
            <p:spPr bwMode="auto">
              <a:xfrm>
                <a:off x="1687" y="1562"/>
                <a:ext cx="292" cy="31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nvGrpSpPr>
              <p:cNvPr id="36909" name="Group 8">
                <a:extLst>
                  <a:ext uri="{FF2B5EF4-FFF2-40B4-BE49-F238E27FC236}">
                    <a16:creationId xmlns:a16="http://schemas.microsoft.com/office/drawing/2014/main" id="{FA22D9F4-C0CB-0165-9BEF-E4E6E8187A77}"/>
                  </a:ext>
                </a:extLst>
              </p:cNvPr>
              <p:cNvGrpSpPr>
                <a:grpSpLocks/>
              </p:cNvGrpSpPr>
              <p:nvPr/>
            </p:nvGrpSpPr>
            <p:grpSpPr bwMode="auto">
              <a:xfrm>
                <a:off x="1324" y="1544"/>
                <a:ext cx="190" cy="221"/>
                <a:chOff x="10341" y="2934"/>
                <a:chExt cx="353" cy="374"/>
              </a:xfrm>
            </p:grpSpPr>
            <p:sp>
              <p:nvSpPr>
                <p:cNvPr id="36924" name="AutoShape 9">
                  <a:extLst>
                    <a:ext uri="{FF2B5EF4-FFF2-40B4-BE49-F238E27FC236}">
                      <a16:creationId xmlns:a16="http://schemas.microsoft.com/office/drawing/2014/main" id="{DC33C0D2-EC0B-E62D-51CC-04E0A18105DD}"/>
                    </a:ext>
                  </a:extLst>
                </p:cNvPr>
                <p:cNvSpPr>
                  <a:spLocks noChangeArrowheads="1"/>
                </p:cNvSpPr>
                <p:nvPr/>
              </p:nvSpPr>
              <p:spPr bwMode="auto">
                <a:xfrm rot="5435204">
                  <a:off x="10279" y="2996"/>
                  <a:ext cx="374" cy="249"/>
                </a:xfrm>
                <a:prstGeom prst="triangle">
                  <a:avLst>
                    <a:gd name="adj" fmla="val 50000"/>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925" name="Oval 10">
                  <a:extLst>
                    <a:ext uri="{FF2B5EF4-FFF2-40B4-BE49-F238E27FC236}">
                      <a16:creationId xmlns:a16="http://schemas.microsoft.com/office/drawing/2014/main" id="{38202308-33E3-E23F-5690-5FD99D442972}"/>
                    </a:ext>
                  </a:extLst>
                </p:cNvPr>
                <p:cNvSpPr>
                  <a:spLocks noChangeArrowheads="1"/>
                </p:cNvSpPr>
                <p:nvPr/>
              </p:nvSpPr>
              <p:spPr bwMode="auto">
                <a:xfrm>
                  <a:off x="10581" y="3069"/>
                  <a:ext cx="113" cy="113"/>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36910" name="Line 11">
                <a:extLst>
                  <a:ext uri="{FF2B5EF4-FFF2-40B4-BE49-F238E27FC236}">
                    <a16:creationId xmlns:a16="http://schemas.microsoft.com/office/drawing/2014/main" id="{BD67B6E0-525C-C52C-02C6-49F5EE1E3179}"/>
                  </a:ext>
                </a:extLst>
              </p:cNvPr>
              <p:cNvSpPr>
                <a:spLocks noChangeShapeType="1"/>
              </p:cNvSpPr>
              <p:nvPr/>
            </p:nvSpPr>
            <p:spPr bwMode="auto">
              <a:xfrm>
                <a:off x="1089" y="1297"/>
                <a:ext cx="12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1" name="Line 12">
                <a:extLst>
                  <a:ext uri="{FF2B5EF4-FFF2-40B4-BE49-F238E27FC236}">
                    <a16:creationId xmlns:a16="http://schemas.microsoft.com/office/drawing/2014/main" id="{29B0B65D-E191-E5A9-48D8-AB7E20357877}"/>
                  </a:ext>
                </a:extLst>
              </p:cNvPr>
              <p:cNvSpPr>
                <a:spLocks noChangeShapeType="1"/>
              </p:cNvSpPr>
              <p:nvPr/>
            </p:nvSpPr>
            <p:spPr bwMode="auto">
              <a:xfrm>
                <a:off x="1089" y="1642"/>
                <a:ext cx="22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13">
                <a:extLst>
                  <a:ext uri="{FF2B5EF4-FFF2-40B4-BE49-F238E27FC236}">
                    <a16:creationId xmlns:a16="http://schemas.microsoft.com/office/drawing/2014/main" id="{C1BD18FD-3C9A-4217-4E94-71DD72E44284}"/>
                  </a:ext>
                </a:extLst>
              </p:cNvPr>
              <p:cNvSpPr>
                <a:spLocks noChangeShapeType="1"/>
              </p:cNvSpPr>
              <p:nvPr/>
            </p:nvSpPr>
            <p:spPr bwMode="auto">
              <a:xfrm>
                <a:off x="2584" y="1375"/>
                <a:ext cx="3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3" name="Line 14">
                <a:extLst>
                  <a:ext uri="{FF2B5EF4-FFF2-40B4-BE49-F238E27FC236}">
                    <a16:creationId xmlns:a16="http://schemas.microsoft.com/office/drawing/2014/main" id="{D669FC25-081E-C80F-F77E-22E392D242F1}"/>
                  </a:ext>
                </a:extLst>
              </p:cNvPr>
              <p:cNvSpPr>
                <a:spLocks noChangeShapeType="1"/>
              </p:cNvSpPr>
              <p:nvPr/>
            </p:nvSpPr>
            <p:spPr bwMode="auto">
              <a:xfrm>
                <a:off x="1518" y="1658"/>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4" name="Line 15">
                <a:extLst>
                  <a:ext uri="{FF2B5EF4-FFF2-40B4-BE49-F238E27FC236}">
                    <a16:creationId xmlns:a16="http://schemas.microsoft.com/office/drawing/2014/main" id="{8369871E-2EE4-FEE8-DE9B-BA9A896102C3}"/>
                  </a:ext>
                </a:extLst>
              </p:cNvPr>
              <p:cNvSpPr>
                <a:spLocks noChangeShapeType="1"/>
              </p:cNvSpPr>
              <p:nvPr/>
            </p:nvSpPr>
            <p:spPr bwMode="auto">
              <a:xfrm>
                <a:off x="1986" y="1721"/>
                <a:ext cx="1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5" name="Line 16">
                <a:extLst>
                  <a:ext uri="{FF2B5EF4-FFF2-40B4-BE49-F238E27FC236}">
                    <a16:creationId xmlns:a16="http://schemas.microsoft.com/office/drawing/2014/main" id="{E10DC2E3-F9A1-4750-D478-C877202D229E}"/>
                  </a:ext>
                </a:extLst>
              </p:cNvPr>
              <p:cNvSpPr>
                <a:spLocks noChangeShapeType="1"/>
              </p:cNvSpPr>
              <p:nvPr/>
            </p:nvSpPr>
            <p:spPr bwMode="auto">
              <a:xfrm>
                <a:off x="2156" y="1457"/>
                <a:ext cx="1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6" name="Line 17">
                <a:extLst>
                  <a:ext uri="{FF2B5EF4-FFF2-40B4-BE49-F238E27FC236}">
                    <a16:creationId xmlns:a16="http://schemas.microsoft.com/office/drawing/2014/main" id="{15AB7C65-C723-DA41-8533-47BC46519DDC}"/>
                  </a:ext>
                </a:extLst>
              </p:cNvPr>
              <p:cNvSpPr>
                <a:spLocks noChangeShapeType="1"/>
              </p:cNvSpPr>
              <p:nvPr/>
            </p:nvSpPr>
            <p:spPr bwMode="auto">
              <a:xfrm>
                <a:off x="2154" y="1455"/>
                <a:ext cx="0" cy="2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7" name="Line 18">
                <a:extLst>
                  <a:ext uri="{FF2B5EF4-FFF2-40B4-BE49-F238E27FC236}">
                    <a16:creationId xmlns:a16="http://schemas.microsoft.com/office/drawing/2014/main" id="{BEA82438-E26D-60A7-3917-EBDE07A1FB41}"/>
                  </a:ext>
                </a:extLst>
              </p:cNvPr>
              <p:cNvSpPr>
                <a:spLocks noChangeShapeType="1"/>
              </p:cNvSpPr>
              <p:nvPr/>
            </p:nvSpPr>
            <p:spPr bwMode="auto">
              <a:xfrm>
                <a:off x="2738" y="1375"/>
                <a:ext cx="0" cy="601"/>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6918" name="Line 19">
                <a:extLst>
                  <a:ext uri="{FF2B5EF4-FFF2-40B4-BE49-F238E27FC236}">
                    <a16:creationId xmlns:a16="http://schemas.microsoft.com/office/drawing/2014/main" id="{3145A4CC-B3E9-1105-3E9B-D69B4CB8C82D}"/>
                  </a:ext>
                </a:extLst>
              </p:cNvPr>
              <p:cNvSpPr>
                <a:spLocks noChangeShapeType="1"/>
              </p:cNvSpPr>
              <p:nvPr/>
            </p:nvSpPr>
            <p:spPr bwMode="auto">
              <a:xfrm flipH="1">
                <a:off x="1540" y="1979"/>
                <a:ext cx="1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9" name="Line 20">
                <a:extLst>
                  <a:ext uri="{FF2B5EF4-FFF2-40B4-BE49-F238E27FC236}">
                    <a16:creationId xmlns:a16="http://schemas.microsoft.com/office/drawing/2014/main" id="{31BF5DD5-7B46-074B-250D-6FA22FD02C29}"/>
                  </a:ext>
                </a:extLst>
              </p:cNvPr>
              <p:cNvSpPr>
                <a:spLocks noChangeShapeType="1"/>
              </p:cNvSpPr>
              <p:nvPr/>
            </p:nvSpPr>
            <p:spPr bwMode="auto">
              <a:xfrm>
                <a:off x="1540" y="1801"/>
                <a:ext cx="0" cy="1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21">
                <a:extLst>
                  <a:ext uri="{FF2B5EF4-FFF2-40B4-BE49-F238E27FC236}">
                    <a16:creationId xmlns:a16="http://schemas.microsoft.com/office/drawing/2014/main" id="{F1D0FC4B-5B56-1420-BBA8-F7B70936C438}"/>
                  </a:ext>
                </a:extLst>
              </p:cNvPr>
              <p:cNvSpPr>
                <a:spLocks noChangeShapeType="1"/>
              </p:cNvSpPr>
              <p:nvPr/>
            </p:nvSpPr>
            <p:spPr bwMode="auto">
              <a:xfrm>
                <a:off x="1532" y="1793"/>
                <a:ext cx="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1" name="Text Box 22">
                <a:extLst>
                  <a:ext uri="{FF2B5EF4-FFF2-40B4-BE49-F238E27FC236}">
                    <a16:creationId xmlns:a16="http://schemas.microsoft.com/office/drawing/2014/main" id="{157F0C8E-AE97-D051-22CE-61CF655D8562}"/>
                  </a:ext>
                </a:extLst>
              </p:cNvPr>
              <p:cNvSpPr txBox="1">
                <a:spLocks noChangeArrowheads="1"/>
              </p:cNvSpPr>
              <p:nvPr/>
            </p:nvSpPr>
            <p:spPr bwMode="auto">
              <a:xfrm>
                <a:off x="2907" y="1196"/>
                <a:ext cx="29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Q</a:t>
                </a:r>
              </a:p>
            </p:txBody>
          </p:sp>
          <p:sp>
            <p:nvSpPr>
              <p:cNvPr id="36922" name="Text Box 23">
                <a:extLst>
                  <a:ext uri="{FF2B5EF4-FFF2-40B4-BE49-F238E27FC236}">
                    <a16:creationId xmlns:a16="http://schemas.microsoft.com/office/drawing/2014/main" id="{7CA9310D-26FA-99A2-E70D-86BCD27EEFCF}"/>
                  </a:ext>
                </a:extLst>
              </p:cNvPr>
              <p:cNvSpPr txBox="1">
                <a:spLocks noChangeArrowheads="1"/>
              </p:cNvSpPr>
              <p:nvPr/>
            </p:nvSpPr>
            <p:spPr bwMode="auto">
              <a:xfrm>
                <a:off x="839" y="1162"/>
                <a:ext cx="29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S</a:t>
                </a:r>
              </a:p>
            </p:txBody>
          </p:sp>
          <p:sp>
            <p:nvSpPr>
              <p:cNvPr id="36923" name="Text Box 24">
                <a:extLst>
                  <a:ext uri="{FF2B5EF4-FFF2-40B4-BE49-F238E27FC236}">
                    <a16:creationId xmlns:a16="http://schemas.microsoft.com/office/drawing/2014/main" id="{55106291-6512-8D02-ACF3-170B5B66662E}"/>
                  </a:ext>
                </a:extLst>
              </p:cNvPr>
              <p:cNvSpPr txBox="1">
                <a:spLocks noChangeArrowheads="1"/>
              </p:cNvSpPr>
              <p:nvPr/>
            </p:nvSpPr>
            <p:spPr bwMode="auto">
              <a:xfrm>
                <a:off x="839" y="1517"/>
                <a:ext cx="29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R</a:t>
                </a:r>
              </a:p>
            </p:txBody>
          </p:sp>
        </p:grpSp>
        <p:grpSp>
          <p:nvGrpSpPr>
            <p:cNvPr id="36871" name="Group 25">
              <a:extLst>
                <a:ext uri="{FF2B5EF4-FFF2-40B4-BE49-F238E27FC236}">
                  <a16:creationId xmlns:a16="http://schemas.microsoft.com/office/drawing/2014/main" id="{E0B5C915-0532-FF21-98EA-11185AF5A069}"/>
                </a:ext>
              </a:extLst>
            </p:cNvPr>
            <p:cNvGrpSpPr>
              <a:grpSpLocks/>
            </p:cNvGrpSpPr>
            <p:nvPr/>
          </p:nvGrpSpPr>
          <p:grpSpPr bwMode="auto">
            <a:xfrm>
              <a:off x="1428750" y="3527425"/>
              <a:ext cx="4156075" cy="2066925"/>
              <a:chOff x="900" y="2432"/>
              <a:chExt cx="2618" cy="1302"/>
            </a:xfrm>
          </p:grpSpPr>
          <p:sp>
            <p:nvSpPr>
              <p:cNvPr id="36872" name="AutoShape 26">
                <a:extLst>
                  <a:ext uri="{FF2B5EF4-FFF2-40B4-BE49-F238E27FC236}">
                    <a16:creationId xmlns:a16="http://schemas.microsoft.com/office/drawing/2014/main" id="{353D95D7-7281-1C43-520A-011A5B54E604}"/>
                  </a:ext>
                </a:extLst>
              </p:cNvPr>
              <p:cNvSpPr>
                <a:spLocks noChangeArrowheads="1"/>
              </p:cNvSpPr>
              <p:nvPr/>
            </p:nvSpPr>
            <p:spPr bwMode="auto">
              <a:xfrm flipH="1">
                <a:off x="2505" y="2862"/>
                <a:ext cx="286" cy="350"/>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873" name="Line 27">
                <a:extLst>
                  <a:ext uri="{FF2B5EF4-FFF2-40B4-BE49-F238E27FC236}">
                    <a16:creationId xmlns:a16="http://schemas.microsoft.com/office/drawing/2014/main" id="{3E7ACB15-2E35-71E7-3772-116B5DE2C704}"/>
                  </a:ext>
                </a:extLst>
              </p:cNvPr>
              <p:cNvSpPr>
                <a:spLocks noChangeShapeType="1"/>
              </p:cNvSpPr>
              <p:nvPr/>
            </p:nvSpPr>
            <p:spPr bwMode="auto">
              <a:xfrm>
                <a:off x="2148" y="2739"/>
                <a:ext cx="1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4" name="Line 28">
                <a:extLst>
                  <a:ext uri="{FF2B5EF4-FFF2-40B4-BE49-F238E27FC236}">
                    <a16:creationId xmlns:a16="http://schemas.microsoft.com/office/drawing/2014/main" id="{AC2721F3-5E28-F028-A839-85DB91303F60}"/>
                  </a:ext>
                </a:extLst>
              </p:cNvPr>
              <p:cNvSpPr>
                <a:spLocks noChangeShapeType="1"/>
              </p:cNvSpPr>
              <p:nvPr/>
            </p:nvSpPr>
            <p:spPr bwMode="auto">
              <a:xfrm>
                <a:off x="2339" y="2738"/>
                <a:ext cx="0" cy="2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5" name="Line 29">
                <a:extLst>
                  <a:ext uri="{FF2B5EF4-FFF2-40B4-BE49-F238E27FC236}">
                    <a16:creationId xmlns:a16="http://schemas.microsoft.com/office/drawing/2014/main" id="{1E4F30C3-6BFA-FB4D-3338-A33DAD7DED56}"/>
                  </a:ext>
                </a:extLst>
              </p:cNvPr>
              <p:cNvSpPr>
                <a:spLocks noChangeShapeType="1"/>
              </p:cNvSpPr>
              <p:nvPr/>
            </p:nvSpPr>
            <p:spPr bwMode="auto">
              <a:xfrm>
                <a:off x="2339" y="2967"/>
                <a:ext cx="1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30">
                <a:extLst>
                  <a:ext uri="{FF2B5EF4-FFF2-40B4-BE49-F238E27FC236}">
                    <a16:creationId xmlns:a16="http://schemas.microsoft.com/office/drawing/2014/main" id="{303537D2-4CE3-92DD-E765-796B5A084052}"/>
                  </a:ext>
                </a:extLst>
              </p:cNvPr>
              <p:cNvSpPr>
                <a:spLocks noChangeShapeType="1"/>
              </p:cNvSpPr>
              <p:nvPr/>
            </p:nvSpPr>
            <p:spPr bwMode="auto">
              <a:xfrm>
                <a:off x="2343" y="3127"/>
                <a:ext cx="1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31">
                <a:extLst>
                  <a:ext uri="{FF2B5EF4-FFF2-40B4-BE49-F238E27FC236}">
                    <a16:creationId xmlns:a16="http://schemas.microsoft.com/office/drawing/2014/main" id="{CD11DE84-686C-522D-D19A-63E8CF0AD87D}"/>
                  </a:ext>
                </a:extLst>
              </p:cNvPr>
              <p:cNvSpPr>
                <a:spLocks noChangeShapeType="1"/>
              </p:cNvSpPr>
              <p:nvPr/>
            </p:nvSpPr>
            <p:spPr bwMode="auto">
              <a:xfrm>
                <a:off x="2343" y="3134"/>
                <a:ext cx="0" cy="21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32">
                <a:extLst>
                  <a:ext uri="{FF2B5EF4-FFF2-40B4-BE49-F238E27FC236}">
                    <a16:creationId xmlns:a16="http://schemas.microsoft.com/office/drawing/2014/main" id="{0602C57C-3BE2-D799-6576-45AC1CCE2A9F}"/>
                  </a:ext>
                </a:extLst>
              </p:cNvPr>
              <p:cNvSpPr>
                <a:spLocks noChangeShapeType="1"/>
              </p:cNvSpPr>
              <p:nvPr/>
            </p:nvSpPr>
            <p:spPr bwMode="auto">
              <a:xfrm>
                <a:off x="2153" y="3346"/>
                <a:ext cx="1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33">
                <a:extLst>
                  <a:ext uri="{FF2B5EF4-FFF2-40B4-BE49-F238E27FC236}">
                    <a16:creationId xmlns:a16="http://schemas.microsoft.com/office/drawing/2014/main" id="{78251F4C-33C9-C1BD-C20A-5118DA1B2CD7}"/>
                  </a:ext>
                </a:extLst>
              </p:cNvPr>
              <p:cNvSpPr>
                <a:spLocks noChangeShapeType="1"/>
              </p:cNvSpPr>
              <p:nvPr/>
            </p:nvSpPr>
            <p:spPr bwMode="auto">
              <a:xfrm>
                <a:off x="2791" y="3029"/>
                <a:ext cx="4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Line 34">
                <a:extLst>
                  <a:ext uri="{FF2B5EF4-FFF2-40B4-BE49-F238E27FC236}">
                    <a16:creationId xmlns:a16="http://schemas.microsoft.com/office/drawing/2014/main" id="{C591C21C-DEDC-CBF6-A644-6C191ABB7B97}"/>
                  </a:ext>
                </a:extLst>
              </p:cNvPr>
              <p:cNvSpPr>
                <a:spLocks noChangeShapeType="1"/>
              </p:cNvSpPr>
              <p:nvPr/>
            </p:nvSpPr>
            <p:spPr bwMode="auto">
              <a:xfrm>
                <a:off x="1577" y="342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1" name="Line 35">
                <a:extLst>
                  <a:ext uri="{FF2B5EF4-FFF2-40B4-BE49-F238E27FC236}">
                    <a16:creationId xmlns:a16="http://schemas.microsoft.com/office/drawing/2014/main" id="{D93BA0C5-A531-EFB5-09AD-196C885797D2}"/>
                  </a:ext>
                </a:extLst>
              </p:cNvPr>
              <p:cNvSpPr>
                <a:spLocks noChangeShapeType="1"/>
              </p:cNvSpPr>
              <p:nvPr/>
            </p:nvSpPr>
            <p:spPr bwMode="auto">
              <a:xfrm>
                <a:off x="1672" y="2661"/>
                <a:ext cx="1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2" name="Line 36">
                <a:extLst>
                  <a:ext uri="{FF2B5EF4-FFF2-40B4-BE49-F238E27FC236}">
                    <a16:creationId xmlns:a16="http://schemas.microsoft.com/office/drawing/2014/main" id="{D733F41D-C745-6920-A1F0-0A44B485BF53}"/>
                  </a:ext>
                </a:extLst>
              </p:cNvPr>
              <p:cNvSpPr>
                <a:spLocks noChangeShapeType="1"/>
              </p:cNvSpPr>
              <p:nvPr/>
            </p:nvSpPr>
            <p:spPr bwMode="auto">
              <a:xfrm flipV="1">
                <a:off x="1672" y="2442"/>
                <a:ext cx="0" cy="2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3" name="Line 37">
                <a:extLst>
                  <a:ext uri="{FF2B5EF4-FFF2-40B4-BE49-F238E27FC236}">
                    <a16:creationId xmlns:a16="http://schemas.microsoft.com/office/drawing/2014/main" id="{C8237BC2-1FCC-D98E-3823-476FD5538C46}"/>
                  </a:ext>
                </a:extLst>
              </p:cNvPr>
              <p:cNvSpPr>
                <a:spLocks noChangeShapeType="1"/>
              </p:cNvSpPr>
              <p:nvPr/>
            </p:nvSpPr>
            <p:spPr bwMode="auto">
              <a:xfrm>
                <a:off x="1665" y="2441"/>
                <a:ext cx="129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4" name="Line 38">
                <a:extLst>
                  <a:ext uri="{FF2B5EF4-FFF2-40B4-BE49-F238E27FC236}">
                    <a16:creationId xmlns:a16="http://schemas.microsoft.com/office/drawing/2014/main" id="{99D7A1B6-3A56-2D8F-77C3-31882EDB6394}"/>
                  </a:ext>
                </a:extLst>
              </p:cNvPr>
              <p:cNvSpPr>
                <a:spLocks noChangeShapeType="1"/>
              </p:cNvSpPr>
              <p:nvPr/>
            </p:nvSpPr>
            <p:spPr bwMode="auto">
              <a:xfrm>
                <a:off x="2966" y="2432"/>
                <a:ext cx="0" cy="591"/>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36885" name="Line 39">
                <a:extLst>
                  <a:ext uri="{FF2B5EF4-FFF2-40B4-BE49-F238E27FC236}">
                    <a16:creationId xmlns:a16="http://schemas.microsoft.com/office/drawing/2014/main" id="{F6BCEF6E-F79A-4C89-8E38-BBD24A5289B4}"/>
                  </a:ext>
                </a:extLst>
              </p:cNvPr>
              <p:cNvSpPr>
                <a:spLocks noChangeShapeType="1"/>
              </p:cNvSpPr>
              <p:nvPr/>
            </p:nvSpPr>
            <p:spPr bwMode="auto">
              <a:xfrm>
                <a:off x="1122" y="3279"/>
                <a:ext cx="73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6" name="Line 40">
                <a:extLst>
                  <a:ext uri="{FF2B5EF4-FFF2-40B4-BE49-F238E27FC236}">
                    <a16:creationId xmlns:a16="http://schemas.microsoft.com/office/drawing/2014/main" id="{213C4B47-73A6-FD6D-C24B-EA378F258885}"/>
                  </a:ext>
                </a:extLst>
              </p:cNvPr>
              <p:cNvSpPr>
                <a:spLocks noChangeShapeType="1"/>
              </p:cNvSpPr>
              <p:nvPr/>
            </p:nvSpPr>
            <p:spPr bwMode="auto">
              <a:xfrm>
                <a:off x="1137" y="3424"/>
                <a:ext cx="73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7" name="Line 41">
                <a:extLst>
                  <a:ext uri="{FF2B5EF4-FFF2-40B4-BE49-F238E27FC236}">
                    <a16:creationId xmlns:a16="http://schemas.microsoft.com/office/drawing/2014/main" id="{46E97716-8AF8-AC0D-E388-53A94616FFA0}"/>
                  </a:ext>
                </a:extLst>
              </p:cNvPr>
              <p:cNvSpPr>
                <a:spLocks noChangeShapeType="1"/>
              </p:cNvSpPr>
              <p:nvPr/>
            </p:nvSpPr>
            <p:spPr bwMode="auto">
              <a:xfrm>
                <a:off x="1696" y="2808"/>
                <a:ext cx="15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8" name="Line 42">
                <a:extLst>
                  <a:ext uri="{FF2B5EF4-FFF2-40B4-BE49-F238E27FC236}">
                    <a16:creationId xmlns:a16="http://schemas.microsoft.com/office/drawing/2014/main" id="{6F9FF2B3-33C6-1D3E-7DF0-0F6FDF50D9C2}"/>
                  </a:ext>
                </a:extLst>
              </p:cNvPr>
              <p:cNvSpPr>
                <a:spLocks noChangeShapeType="1"/>
              </p:cNvSpPr>
              <p:nvPr/>
            </p:nvSpPr>
            <p:spPr bwMode="auto">
              <a:xfrm flipH="1">
                <a:off x="1328" y="2808"/>
                <a:ext cx="4" cy="465"/>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36889" name="Text Box 43">
                <a:extLst>
                  <a:ext uri="{FF2B5EF4-FFF2-40B4-BE49-F238E27FC236}">
                    <a16:creationId xmlns:a16="http://schemas.microsoft.com/office/drawing/2014/main" id="{B78B115B-7717-C89C-5691-A07263BE9336}"/>
                  </a:ext>
                </a:extLst>
              </p:cNvPr>
              <p:cNvSpPr txBox="1">
                <a:spLocks noChangeArrowheads="1"/>
              </p:cNvSpPr>
              <p:nvPr/>
            </p:nvSpPr>
            <p:spPr bwMode="auto">
              <a:xfrm>
                <a:off x="908" y="3297"/>
                <a:ext cx="3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p>
            </p:txBody>
          </p:sp>
          <p:sp>
            <p:nvSpPr>
              <p:cNvPr id="36890" name="Text Box 44">
                <a:extLst>
                  <a:ext uri="{FF2B5EF4-FFF2-40B4-BE49-F238E27FC236}">
                    <a16:creationId xmlns:a16="http://schemas.microsoft.com/office/drawing/2014/main" id="{740BD378-3AC0-B68E-4961-5970BF5E8E48}"/>
                  </a:ext>
                </a:extLst>
              </p:cNvPr>
              <p:cNvSpPr txBox="1">
                <a:spLocks noChangeArrowheads="1"/>
              </p:cNvSpPr>
              <p:nvPr/>
            </p:nvSpPr>
            <p:spPr bwMode="auto">
              <a:xfrm>
                <a:off x="3137" y="2895"/>
                <a:ext cx="381"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 Q</a:t>
                </a:r>
              </a:p>
            </p:txBody>
          </p:sp>
          <p:sp>
            <p:nvSpPr>
              <p:cNvPr id="36891" name="AutoShape 45">
                <a:extLst>
                  <a:ext uri="{FF2B5EF4-FFF2-40B4-BE49-F238E27FC236}">
                    <a16:creationId xmlns:a16="http://schemas.microsoft.com/office/drawing/2014/main" id="{2DA3DEF0-4BBD-6265-EF2A-61F192AA0C0D}"/>
                  </a:ext>
                </a:extLst>
              </p:cNvPr>
              <p:cNvSpPr>
                <a:spLocks noChangeArrowheads="1"/>
              </p:cNvSpPr>
              <p:nvPr/>
            </p:nvSpPr>
            <p:spPr bwMode="auto">
              <a:xfrm>
                <a:off x="1859" y="2589"/>
                <a:ext cx="286" cy="315"/>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892" name="AutoShape 46">
                <a:extLst>
                  <a:ext uri="{FF2B5EF4-FFF2-40B4-BE49-F238E27FC236}">
                    <a16:creationId xmlns:a16="http://schemas.microsoft.com/office/drawing/2014/main" id="{52D45D8F-C664-6553-C859-286A2E00BDB0}"/>
                  </a:ext>
                </a:extLst>
              </p:cNvPr>
              <p:cNvSpPr>
                <a:spLocks noChangeArrowheads="1"/>
              </p:cNvSpPr>
              <p:nvPr/>
            </p:nvSpPr>
            <p:spPr bwMode="auto">
              <a:xfrm>
                <a:off x="1872" y="3187"/>
                <a:ext cx="286" cy="31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nvGrpSpPr>
              <p:cNvPr id="36893" name="Group 47">
                <a:extLst>
                  <a:ext uri="{FF2B5EF4-FFF2-40B4-BE49-F238E27FC236}">
                    <a16:creationId xmlns:a16="http://schemas.microsoft.com/office/drawing/2014/main" id="{88D614A8-0407-E1B6-39BC-B258CB7C6977}"/>
                  </a:ext>
                </a:extLst>
              </p:cNvPr>
              <p:cNvGrpSpPr>
                <a:grpSpLocks/>
              </p:cNvGrpSpPr>
              <p:nvPr/>
            </p:nvGrpSpPr>
            <p:grpSpPr bwMode="auto">
              <a:xfrm>
                <a:off x="1495" y="2703"/>
                <a:ext cx="187" cy="218"/>
                <a:chOff x="10341" y="2934"/>
                <a:chExt cx="353" cy="374"/>
              </a:xfrm>
            </p:grpSpPr>
            <p:sp>
              <p:nvSpPr>
                <p:cNvPr id="36905" name="AutoShape 48">
                  <a:extLst>
                    <a:ext uri="{FF2B5EF4-FFF2-40B4-BE49-F238E27FC236}">
                      <a16:creationId xmlns:a16="http://schemas.microsoft.com/office/drawing/2014/main" id="{B76DBEF9-4DC2-12BB-A247-9E297F38A958}"/>
                    </a:ext>
                  </a:extLst>
                </p:cNvPr>
                <p:cNvSpPr>
                  <a:spLocks noChangeArrowheads="1"/>
                </p:cNvSpPr>
                <p:nvPr/>
              </p:nvSpPr>
              <p:spPr bwMode="auto">
                <a:xfrm rot="5435204">
                  <a:off x="10279" y="2996"/>
                  <a:ext cx="374" cy="249"/>
                </a:xfrm>
                <a:prstGeom prst="triangle">
                  <a:avLst>
                    <a:gd name="adj" fmla="val 50000"/>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906" name="Oval 49">
                  <a:extLst>
                    <a:ext uri="{FF2B5EF4-FFF2-40B4-BE49-F238E27FC236}">
                      <a16:creationId xmlns:a16="http://schemas.microsoft.com/office/drawing/2014/main" id="{84EBEAA9-8A4E-3BBD-0E7D-9AF8682D0620}"/>
                    </a:ext>
                  </a:extLst>
                </p:cNvPr>
                <p:cNvSpPr>
                  <a:spLocks noChangeArrowheads="1"/>
                </p:cNvSpPr>
                <p:nvPr/>
              </p:nvSpPr>
              <p:spPr bwMode="auto">
                <a:xfrm>
                  <a:off x="10581" y="3069"/>
                  <a:ext cx="113" cy="113"/>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36894" name="Line 50">
                <a:extLst>
                  <a:ext uri="{FF2B5EF4-FFF2-40B4-BE49-F238E27FC236}">
                    <a16:creationId xmlns:a16="http://schemas.microsoft.com/office/drawing/2014/main" id="{BCE6C445-9511-8040-02D2-281AE2776E3D}"/>
                  </a:ext>
                </a:extLst>
              </p:cNvPr>
              <p:cNvSpPr>
                <a:spLocks noChangeShapeType="1"/>
              </p:cNvSpPr>
              <p:nvPr/>
            </p:nvSpPr>
            <p:spPr bwMode="auto">
              <a:xfrm>
                <a:off x="1328" y="2808"/>
                <a:ext cx="15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5" name="Text Box 51">
                <a:extLst>
                  <a:ext uri="{FF2B5EF4-FFF2-40B4-BE49-F238E27FC236}">
                    <a16:creationId xmlns:a16="http://schemas.microsoft.com/office/drawing/2014/main" id="{7A640925-EA29-75BF-27FF-B0BEF655A56D}"/>
                  </a:ext>
                </a:extLst>
              </p:cNvPr>
              <p:cNvSpPr txBox="1">
                <a:spLocks noChangeArrowheads="1"/>
              </p:cNvSpPr>
              <p:nvPr/>
            </p:nvSpPr>
            <p:spPr bwMode="auto">
              <a:xfrm>
                <a:off x="900" y="3105"/>
                <a:ext cx="3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a:t>
                </a:r>
              </a:p>
            </p:txBody>
          </p:sp>
          <p:sp>
            <p:nvSpPr>
              <p:cNvPr id="36896" name="Text Box 52">
                <a:extLst>
                  <a:ext uri="{FF2B5EF4-FFF2-40B4-BE49-F238E27FC236}">
                    <a16:creationId xmlns:a16="http://schemas.microsoft.com/office/drawing/2014/main" id="{8559895F-3C3A-5EC4-CFFC-569A50283586}"/>
                  </a:ext>
                </a:extLst>
              </p:cNvPr>
              <p:cNvSpPr txBox="1">
                <a:spLocks noChangeArrowheads="1"/>
              </p:cNvSpPr>
              <p:nvPr/>
            </p:nvSpPr>
            <p:spPr bwMode="auto">
              <a:xfrm>
                <a:off x="2122" y="2477"/>
                <a:ext cx="47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p>
            </p:txBody>
          </p:sp>
          <p:sp>
            <p:nvSpPr>
              <p:cNvPr id="36897" name="Text Box 53">
                <a:extLst>
                  <a:ext uri="{FF2B5EF4-FFF2-40B4-BE49-F238E27FC236}">
                    <a16:creationId xmlns:a16="http://schemas.microsoft.com/office/drawing/2014/main" id="{2C38B464-B2C8-B95A-17CA-711BCD87AE4E}"/>
                  </a:ext>
                </a:extLst>
              </p:cNvPr>
              <p:cNvSpPr txBox="1">
                <a:spLocks noChangeArrowheads="1"/>
              </p:cNvSpPr>
              <p:nvPr/>
            </p:nvSpPr>
            <p:spPr bwMode="auto">
              <a:xfrm>
                <a:off x="908" y="2953"/>
                <a:ext cx="47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r>
                  <a:rPr lang="ru-RU" altLang="en-US" sz="1600">
                    <a:sym typeface="Symbol" panose="05050102010706020507" pitchFamily="18" charset="2"/>
                  </a:rPr>
                  <a:t></a:t>
                </a:r>
                <a:r>
                  <a:rPr lang="ru-RU" altLang="en-US" sz="1600"/>
                  <a:t>0</a:t>
                </a:r>
              </a:p>
            </p:txBody>
          </p:sp>
          <p:sp>
            <p:nvSpPr>
              <p:cNvPr id="36898" name="Text Box 54">
                <a:extLst>
                  <a:ext uri="{FF2B5EF4-FFF2-40B4-BE49-F238E27FC236}">
                    <a16:creationId xmlns:a16="http://schemas.microsoft.com/office/drawing/2014/main" id="{87D26A8A-C291-E1C9-D572-85AE3181B7A4}"/>
                  </a:ext>
                </a:extLst>
              </p:cNvPr>
              <p:cNvSpPr txBox="1">
                <a:spLocks noChangeArrowheads="1"/>
              </p:cNvSpPr>
              <p:nvPr/>
            </p:nvSpPr>
            <p:spPr bwMode="auto">
              <a:xfrm>
                <a:off x="1527" y="2818"/>
                <a:ext cx="47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r>
                  <a:rPr lang="ru-RU" altLang="en-US" sz="1600">
                    <a:sym typeface="Symbol" panose="05050102010706020507" pitchFamily="18" charset="2"/>
                  </a:rPr>
                  <a:t></a:t>
                </a:r>
                <a:r>
                  <a:rPr lang="ru-RU" altLang="en-US" sz="1600"/>
                  <a:t>1</a:t>
                </a:r>
              </a:p>
            </p:txBody>
          </p:sp>
          <p:sp>
            <p:nvSpPr>
              <p:cNvPr id="36899" name="Text Box 55">
                <a:extLst>
                  <a:ext uri="{FF2B5EF4-FFF2-40B4-BE49-F238E27FC236}">
                    <a16:creationId xmlns:a16="http://schemas.microsoft.com/office/drawing/2014/main" id="{6E15A8A2-2A8E-B1F6-C65D-F1FC0B943FDD}"/>
                  </a:ext>
                </a:extLst>
              </p:cNvPr>
              <p:cNvSpPr txBox="1">
                <a:spLocks noChangeArrowheads="1"/>
              </p:cNvSpPr>
              <p:nvPr/>
            </p:nvSpPr>
            <p:spPr bwMode="auto">
              <a:xfrm>
                <a:off x="2118" y="3328"/>
                <a:ext cx="47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r>
                  <a:rPr lang="ru-RU" altLang="en-US" sz="1600">
                    <a:sym typeface="Symbol" panose="05050102010706020507" pitchFamily="18" charset="2"/>
                  </a:rPr>
                  <a:t></a:t>
                </a:r>
                <a:r>
                  <a:rPr lang="ru-RU" altLang="en-US" sz="1600"/>
                  <a:t>0</a:t>
                </a:r>
              </a:p>
            </p:txBody>
          </p:sp>
          <p:sp>
            <p:nvSpPr>
              <p:cNvPr id="36900" name="Text Box 56">
                <a:extLst>
                  <a:ext uri="{FF2B5EF4-FFF2-40B4-BE49-F238E27FC236}">
                    <a16:creationId xmlns:a16="http://schemas.microsoft.com/office/drawing/2014/main" id="{BE200F77-7CFF-0A5A-48AC-103D4D050644}"/>
                  </a:ext>
                </a:extLst>
              </p:cNvPr>
              <p:cNvSpPr txBox="1">
                <a:spLocks noChangeArrowheads="1"/>
              </p:cNvSpPr>
              <p:nvPr/>
            </p:nvSpPr>
            <p:spPr bwMode="auto">
              <a:xfrm>
                <a:off x="2971" y="3105"/>
                <a:ext cx="48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r>
                  <a:rPr lang="ru-RU" altLang="en-US" sz="1600">
                    <a:sym typeface="Symbol" panose="05050102010706020507" pitchFamily="18" charset="2"/>
                  </a:rPr>
                  <a:t></a:t>
                </a:r>
                <a:r>
                  <a:rPr lang="ru-RU" altLang="en-US" sz="1600"/>
                  <a:t>0</a:t>
                </a:r>
              </a:p>
            </p:txBody>
          </p:sp>
          <p:sp>
            <p:nvSpPr>
              <p:cNvPr id="36901" name="Oval 57">
                <a:extLst>
                  <a:ext uri="{FF2B5EF4-FFF2-40B4-BE49-F238E27FC236}">
                    <a16:creationId xmlns:a16="http://schemas.microsoft.com/office/drawing/2014/main" id="{6554DD3D-B2FD-D4D7-E142-806B3FE54E3D}"/>
                  </a:ext>
                </a:extLst>
              </p:cNvPr>
              <p:cNvSpPr>
                <a:spLocks noChangeArrowheads="1"/>
              </p:cNvSpPr>
              <p:nvPr/>
            </p:nvSpPr>
            <p:spPr bwMode="auto">
              <a:xfrm>
                <a:off x="1074" y="2746"/>
                <a:ext cx="193" cy="211"/>
              </a:xfrm>
              <a:prstGeom prst="ellipse">
                <a:avLst/>
              </a:prstGeom>
              <a:solidFill>
                <a:schemeClr val="accent1"/>
              </a:solidFill>
              <a:ln w="22225">
                <a:solidFill>
                  <a:srgbClr val="000000"/>
                </a:solidFill>
                <a:prstDash val="dash"/>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0</a:t>
                </a:r>
              </a:p>
            </p:txBody>
          </p:sp>
          <p:sp>
            <p:nvSpPr>
              <p:cNvPr id="36902" name="Oval 58">
                <a:extLst>
                  <a:ext uri="{FF2B5EF4-FFF2-40B4-BE49-F238E27FC236}">
                    <a16:creationId xmlns:a16="http://schemas.microsoft.com/office/drawing/2014/main" id="{C186A32E-8D4D-0605-907F-DC013E4A69FE}"/>
                  </a:ext>
                </a:extLst>
              </p:cNvPr>
              <p:cNvSpPr>
                <a:spLocks noChangeArrowheads="1"/>
              </p:cNvSpPr>
              <p:nvPr/>
            </p:nvSpPr>
            <p:spPr bwMode="auto">
              <a:xfrm>
                <a:off x="1634" y="2989"/>
                <a:ext cx="192" cy="212"/>
              </a:xfrm>
              <a:prstGeom prst="ellipse">
                <a:avLst/>
              </a:prstGeom>
              <a:solidFill>
                <a:schemeClr val="accent1"/>
              </a:solidFill>
              <a:ln w="22225">
                <a:solidFill>
                  <a:srgbClr val="000000"/>
                </a:solidFill>
                <a:prstDash val="dash"/>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dirty="0">
                    <a:solidFill>
                      <a:schemeClr val="bg1"/>
                    </a:solidFill>
                  </a:rPr>
                  <a:t>1</a:t>
                </a:r>
              </a:p>
            </p:txBody>
          </p:sp>
          <p:sp>
            <p:nvSpPr>
              <p:cNvPr id="36903" name="Oval 59">
                <a:extLst>
                  <a:ext uri="{FF2B5EF4-FFF2-40B4-BE49-F238E27FC236}">
                    <a16:creationId xmlns:a16="http://schemas.microsoft.com/office/drawing/2014/main" id="{F2A42396-993C-2052-ECD0-5EE8C3CF4AD8}"/>
                  </a:ext>
                </a:extLst>
              </p:cNvPr>
              <p:cNvSpPr>
                <a:spLocks noChangeArrowheads="1"/>
              </p:cNvSpPr>
              <p:nvPr/>
            </p:nvSpPr>
            <p:spPr bwMode="auto">
              <a:xfrm>
                <a:off x="2217" y="3523"/>
                <a:ext cx="192" cy="211"/>
              </a:xfrm>
              <a:prstGeom prst="ellipse">
                <a:avLst/>
              </a:prstGeom>
              <a:solidFill>
                <a:schemeClr val="accent1"/>
              </a:solidFill>
              <a:ln w="22225">
                <a:solidFill>
                  <a:srgbClr val="000000"/>
                </a:solidFill>
                <a:prstDash val="dash"/>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1</a:t>
                </a:r>
              </a:p>
            </p:txBody>
          </p:sp>
          <p:sp>
            <p:nvSpPr>
              <p:cNvPr id="36904" name="Oval 60">
                <a:extLst>
                  <a:ext uri="{FF2B5EF4-FFF2-40B4-BE49-F238E27FC236}">
                    <a16:creationId xmlns:a16="http://schemas.microsoft.com/office/drawing/2014/main" id="{CD7985A7-4F50-D20E-B837-BF338933DB02}"/>
                  </a:ext>
                </a:extLst>
              </p:cNvPr>
              <p:cNvSpPr>
                <a:spLocks noChangeArrowheads="1"/>
              </p:cNvSpPr>
              <p:nvPr/>
            </p:nvSpPr>
            <p:spPr bwMode="auto">
              <a:xfrm>
                <a:off x="3075" y="3316"/>
                <a:ext cx="192" cy="211"/>
              </a:xfrm>
              <a:prstGeom prst="ellipse">
                <a:avLst/>
              </a:prstGeom>
              <a:solidFill>
                <a:schemeClr val="accent1"/>
              </a:solidFill>
              <a:ln w="22225">
                <a:solidFill>
                  <a:srgbClr val="000000"/>
                </a:solidFill>
                <a:prstDash val="dash"/>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2</a:t>
                </a:r>
              </a:p>
            </p:txBody>
          </p:sp>
        </p:grpSp>
      </p:grpSp>
      <p:sp>
        <p:nvSpPr>
          <p:cNvPr id="36868" name="Text Box 61">
            <a:extLst>
              <a:ext uri="{FF2B5EF4-FFF2-40B4-BE49-F238E27FC236}">
                <a16:creationId xmlns:a16="http://schemas.microsoft.com/office/drawing/2014/main" id="{54647727-9425-FF9B-99CF-60DE5EC7AF33}"/>
              </a:ext>
            </a:extLst>
          </p:cNvPr>
          <p:cNvSpPr txBox="1">
            <a:spLocks noChangeArrowheads="1"/>
          </p:cNvSpPr>
          <p:nvPr/>
        </p:nvSpPr>
        <p:spPr bwMode="auto">
          <a:xfrm>
            <a:off x="7262814" y="4021139"/>
            <a:ext cx="19446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Unreliable D Latch</a:t>
            </a:r>
            <a:endParaRPr lang="ru-RU" altLang="en-US" sz="2000"/>
          </a:p>
        </p:txBody>
      </p:sp>
      <p:sp>
        <p:nvSpPr>
          <p:cNvPr id="36869" name="Text Box 61">
            <a:extLst>
              <a:ext uri="{FF2B5EF4-FFF2-40B4-BE49-F238E27FC236}">
                <a16:creationId xmlns:a16="http://schemas.microsoft.com/office/drawing/2014/main" id="{95506D5C-17B4-C629-2E10-761D01D12B15}"/>
              </a:ext>
            </a:extLst>
          </p:cNvPr>
          <p:cNvSpPr txBox="1">
            <a:spLocks noChangeArrowheads="1"/>
          </p:cNvSpPr>
          <p:nvPr/>
        </p:nvSpPr>
        <p:spPr bwMode="auto">
          <a:xfrm>
            <a:off x="7315200" y="1828800"/>
            <a:ext cx="1944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RS Latch</a:t>
            </a:r>
            <a:endParaRPr lang="ru-RU"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0FF977EF-E664-718A-0814-70E4632A1449}"/>
              </a:ext>
            </a:extLst>
          </p:cNvPr>
          <p:cNvSpPr>
            <a:spLocks noGrp="1" noChangeArrowheads="1"/>
          </p:cNvSpPr>
          <p:nvPr>
            <p:ph type="title"/>
          </p:nvPr>
        </p:nvSpPr>
        <p:spPr/>
        <p:txBody>
          <a:bodyPr/>
          <a:lstStyle/>
          <a:p>
            <a:r>
              <a:rPr lang="en-US" altLang="en-US"/>
              <a:t>Hazard-Free D-Latch</a:t>
            </a:r>
            <a:endParaRPr lang="ru-RU" altLang="en-US"/>
          </a:p>
        </p:txBody>
      </p:sp>
      <p:grpSp>
        <p:nvGrpSpPr>
          <p:cNvPr id="37891" name="Group 4">
            <a:extLst>
              <a:ext uri="{FF2B5EF4-FFF2-40B4-BE49-F238E27FC236}">
                <a16:creationId xmlns:a16="http://schemas.microsoft.com/office/drawing/2014/main" id="{7158429B-B165-DD1A-1D7C-66812D671A84}"/>
              </a:ext>
            </a:extLst>
          </p:cNvPr>
          <p:cNvGrpSpPr>
            <a:grpSpLocks/>
          </p:cNvGrpSpPr>
          <p:nvPr/>
        </p:nvGrpSpPr>
        <p:grpSpPr bwMode="auto">
          <a:xfrm>
            <a:off x="5334000" y="2133601"/>
            <a:ext cx="4319588" cy="2079625"/>
            <a:chOff x="1066" y="2302"/>
            <a:chExt cx="2721" cy="1310"/>
          </a:xfrm>
        </p:grpSpPr>
        <p:sp>
          <p:nvSpPr>
            <p:cNvPr id="30753" name="AutoShape 5">
              <a:extLst>
                <a:ext uri="{FF2B5EF4-FFF2-40B4-BE49-F238E27FC236}">
                  <a16:creationId xmlns:a16="http://schemas.microsoft.com/office/drawing/2014/main" id="{07E9072B-52FE-4800-9169-D27130AE8E37}"/>
                </a:ext>
              </a:extLst>
            </p:cNvPr>
            <p:cNvSpPr>
              <a:spLocks noChangeArrowheads="1"/>
            </p:cNvSpPr>
            <p:nvPr/>
          </p:nvSpPr>
          <p:spPr bwMode="auto">
            <a:xfrm flipH="1">
              <a:off x="2890" y="2714"/>
              <a:ext cx="295" cy="349"/>
            </a:xfrm>
            <a:prstGeom prst="moon">
              <a:avLst>
                <a:gd name="adj" fmla="val 84819"/>
              </a:avLst>
            </a:prstGeom>
            <a:solidFill>
              <a:schemeClr val="accent1">
                <a:lumMod val="60000"/>
                <a:lumOff val="40000"/>
              </a:schemeClr>
            </a:solidFill>
            <a:ln w="22225">
              <a:solidFill>
                <a:srgbClr val="000000"/>
              </a:solidFill>
              <a:miter lim="800000"/>
              <a:headEnd/>
              <a:tailEnd/>
            </a:ln>
          </p:spPr>
          <p:txBody>
            <a:bodyPr anchor="ctr"/>
            <a:lstStyle/>
            <a:p>
              <a:pPr eaLnBrk="1" hangingPunct="1">
                <a:defRPr/>
              </a:pPr>
              <a:endParaRPr lang="ru-RU">
                <a:latin typeface="Arial" charset="0"/>
                <a:cs typeface="Arial" charset="0"/>
              </a:endParaRPr>
            </a:p>
          </p:txBody>
        </p:sp>
        <p:sp>
          <p:nvSpPr>
            <p:cNvPr id="37922" name="Line 6">
              <a:extLst>
                <a:ext uri="{FF2B5EF4-FFF2-40B4-BE49-F238E27FC236}">
                  <a16:creationId xmlns:a16="http://schemas.microsoft.com/office/drawing/2014/main" id="{813DF369-714C-AB39-CF8D-BF5A7C87EDA1}"/>
                </a:ext>
              </a:extLst>
            </p:cNvPr>
            <p:cNvSpPr>
              <a:spLocks noChangeShapeType="1"/>
            </p:cNvSpPr>
            <p:nvPr/>
          </p:nvSpPr>
          <p:spPr bwMode="auto">
            <a:xfrm>
              <a:off x="2523" y="2452"/>
              <a:ext cx="1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3" name="Line 7">
              <a:extLst>
                <a:ext uri="{FF2B5EF4-FFF2-40B4-BE49-F238E27FC236}">
                  <a16:creationId xmlns:a16="http://schemas.microsoft.com/office/drawing/2014/main" id="{AAA381A9-F910-0D35-63C1-29412B27B565}"/>
                </a:ext>
              </a:extLst>
            </p:cNvPr>
            <p:cNvSpPr>
              <a:spLocks noChangeShapeType="1"/>
            </p:cNvSpPr>
            <p:nvPr/>
          </p:nvSpPr>
          <p:spPr bwMode="auto">
            <a:xfrm>
              <a:off x="2719" y="2450"/>
              <a:ext cx="0" cy="34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4" name="Line 8">
              <a:extLst>
                <a:ext uri="{FF2B5EF4-FFF2-40B4-BE49-F238E27FC236}">
                  <a16:creationId xmlns:a16="http://schemas.microsoft.com/office/drawing/2014/main" id="{080190A4-F405-470A-D806-5A60E5A9147D}"/>
                </a:ext>
              </a:extLst>
            </p:cNvPr>
            <p:cNvSpPr>
              <a:spLocks noChangeShapeType="1"/>
            </p:cNvSpPr>
            <p:nvPr/>
          </p:nvSpPr>
          <p:spPr bwMode="auto">
            <a:xfrm>
              <a:off x="2719" y="2783"/>
              <a:ext cx="1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5" name="Line 9">
              <a:extLst>
                <a:ext uri="{FF2B5EF4-FFF2-40B4-BE49-F238E27FC236}">
                  <a16:creationId xmlns:a16="http://schemas.microsoft.com/office/drawing/2014/main" id="{78BBE9DD-9344-D5F3-F4FC-BC909E9975A5}"/>
                </a:ext>
              </a:extLst>
            </p:cNvPr>
            <p:cNvSpPr>
              <a:spLocks noChangeShapeType="1"/>
            </p:cNvSpPr>
            <p:nvPr/>
          </p:nvSpPr>
          <p:spPr bwMode="auto">
            <a:xfrm>
              <a:off x="2724" y="2979"/>
              <a:ext cx="1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6" name="Line 10">
              <a:extLst>
                <a:ext uri="{FF2B5EF4-FFF2-40B4-BE49-F238E27FC236}">
                  <a16:creationId xmlns:a16="http://schemas.microsoft.com/office/drawing/2014/main" id="{00A35D8E-A247-343C-8128-513E64D83ECA}"/>
                </a:ext>
              </a:extLst>
            </p:cNvPr>
            <p:cNvSpPr>
              <a:spLocks noChangeShapeType="1"/>
            </p:cNvSpPr>
            <p:nvPr/>
          </p:nvSpPr>
          <p:spPr bwMode="auto">
            <a:xfrm>
              <a:off x="2724" y="2977"/>
              <a:ext cx="0" cy="3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7" name="Line 11">
              <a:extLst>
                <a:ext uri="{FF2B5EF4-FFF2-40B4-BE49-F238E27FC236}">
                  <a16:creationId xmlns:a16="http://schemas.microsoft.com/office/drawing/2014/main" id="{F3E1C1B5-6D78-F61B-5E00-E8511C4A4833}"/>
                </a:ext>
              </a:extLst>
            </p:cNvPr>
            <p:cNvSpPr>
              <a:spLocks noChangeShapeType="1"/>
            </p:cNvSpPr>
            <p:nvPr/>
          </p:nvSpPr>
          <p:spPr bwMode="auto">
            <a:xfrm>
              <a:off x="2528" y="3302"/>
              <a:ext cx="1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8" name="Line 12">
              <a:extLst>
                <a:ext uri="{FF2B5EF4-FFF2-40B4-BE49-F238E27FC236}">
                  <a16:creationId xmlns:a16="http://schemas.microsoft.com/office/drawing/2014/main" id="{95623194-49EC-D0C6-96C4-8DA7F6D72042}"/>
                </a:ext>
              </a:extLst>
            </p:cNvPr>
            <p:cNvSpPr>
              <a:spLocks noChangeShapeType="1"/>
            </p:cNvSpPr>
            <p:nvPr/>
          </p:nvSpPr>
          <p:spPr bwMode="auto">
            <a:xfrm>
              <a:off x="3185" y="2881"/>
              <a:ext cx="42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9" name="Line 13">
              <a:extLst>
                <a:ext uri="{FF2B5EF4-FFF2-40B4-BE49-F238E27FC236}">
                  <a16:creationId xmlns:a16="http://schemas.microsoft.com/office/drawing/2014/main" id="{8C195A92-92DF-69CB-786A-7E91D7792194}"/>
                </a:ext>
              </a:extLst>
            </p:cNvPr>
            <p:cNvSpPr>
              <a:spLocks noChangeShapeType="1"/>
            </p:cNvSpPr>
            <p:nvPr/>
          </p:nvSpPr>
          <p:spPr bwMode="auto">
            <a:xfrm>
              <a:off x="1934" y="3377"/>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0" name="Line 14">
              <a:extLst>
                <a:ext uri="{FF2B5EF4-FFF2-40B4-BE49-F238E27FC236}">
                  <a16:creationId xmlns:a16="http://schemas.microsoft.com/office/drawing/2014/main" id="{0B78678A-D10E-F40A-F318-BC3062127CFB}"/>
                </a:ext>
              </a:extLst>
            </p:cNvPr>
            <p:cNvSpPr>
              <a:spLocks noChangeShapeType="1"/>
            </p:cNvSpPr>
            <p:nvPr/>
          </p:nvSpPr>
          <p:spPr bwMode="auto">
            <a:xfrm flipV="1">
              <a:off x="2071" y="2818"/>
              <a:ext cx="0" cy="79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1" name="Line 15">
              <a:extLst>
                <a:ext uri="{FF2B5EF4-FFF2-40B4-BE49-F238E27FC236}">
                  <a16:creationId xmlns:a16="http://schemas.microsoft.com/office/drawing/2014/main" id="{0BE44B29-392A-DAE6-C4A1-4200CC78D32B}"/>
                </a:ext>
              </a:extLst>
            </p:cNvPr>
            <p:cNvSpPr>
              <a:spLocks noChangeShapeType="1"/>
            </p:cNvSpPr>
            <p:nvPr/>
          </p:nvSpPr>
          <p:spPr bwMode="auto">
            <a:xfrm>
              <a:off x="3395" y="2890"/>
              <a:ext cx="0" cy="722"/>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932" name="Line 16">
              <a:extLst>
                <a:ext uri="{FF2B5EF4-FFF2-40B4-BE49-F238E27FC236}">
                  <a16:creationId xmlns:a16="http://schemas.microsoft.com/office/drawing/2014/main" id="{C907C367-FE50-C506-9739-2BEBAD03BD09}"/>
                </a:ext>
              </a:extLst>
            </p:cNvPr>
            <p:cNvSpPr>
              <a:spLocks noChangeShapeType="1"/>
            </p:cNvSpPr>
            <p:nvPr/>
          </p:nvSpPr>
          <p:spPr bwMode="auto">
            <a:xfrm>
              <a:off x="1865" y="2946"/>
              <a:ext cx="35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3" name="Line 17">
              <a:extLst>
                <a:ext uri="{FF2B5EF4-FFF2-40B4-BE49-F238E27FC236}">
                  <a16:creationId xmlns:a16="http://schemas.microsoft.com/office/drawing/2014/main" id="{9B25C066-5AD4-4491-5626-0F7DCCD02FF9}"/>
                </a:ext>
              </a:extLst>
            </p:cNvPr>
            <p:cNvSpPr>
              <a:spLocks noChangeShapeType="1"/>
            </p:cNvSpPr>
            <p:nvPr/>
          </p:nvSpPr>
          <p:spPr bwMode="auto">
            <a:xfrm>
              <a:off x="1261" y="3387"/>
              <a:ext cx="97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4" name="Text Box 18">
              <a:extLst>
                <a:ext uri="{FF2B5EF4-FFF2-40B4-BE49-F238E27FC236}">
                  <a16:creationId xmlns:a16="http://schemas.microsoft.com/office/drawing/2014/main" id="{4BEA48A6-9771-AB60-9541-7D9DDD401C71}"/>
                </a:ext>
              </a:extLst>
            </p:cNvPr>
            <p:cNvSpPr txBox="1">
              <a:spLocks noChangeArrowheads="1"/>
            </p:cNvSpPr>
            <p:nvPr/>
          </p:nvSpPr>
          <p:spPr bwMode="auto">
            <a:xfrm>
              <a:off x="1074" y="3254"/>
              <a:ext cx="37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D</a:t>
              </a:r>
            </a:p>
          </p:txBody>
        </p:sp>
        <p:sp>
          <p:nvSpPr>
            <p:cNvPr id="37935" name="Text Box 19">
              <a:extLst>
                <a:ext uri="{FF2B5EF4-FFF2-40B4-BE49-F238E27FC236}">
                  <a16:creationId xmlns:a16="http://schemas.microsoft.com/office/drawing/2014/main" id="{BFA1E268-94B1-EDA7-5579-59E72EC45FB4}"/>
                </a:ext>
              </a:extLst>
            </p:cNvPr>
            <p:cNvSpPr txBox="1">
              <a:spLocks noChangeArrowheads="1"/>
            </p:cNvSpPr>
            <p:nvPr/>
          </p:nvSpPr>
          <p:spPr bwMode="auto">
            <a:xfrm>
              <a:off x="3395" y="2677"/>
              <a:ext cx="39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 Q</a:t>
              </a:r>
            </a:p>
          </p:txBody>
        </p:sp>
        <p:sp>
          <p:nvSpPr>
            <p:cNvPr id="30768" name="AutoShape 20">
              <a:extLst>
                <a:ext uri="{FF2B5EF4-FFF2-40B4-BE49-F238E27FC236}">
                  <a16:creationId xmlns:a16="http://schemas.microsoft.com/office/drawing/2014/main" id="{819F8CD8-D25A-46E2-A656-CD9C0A8D857C}"/>
                </a:ext>
              </a:extLst>
            </p:cNvPr>
            <p:cNvSpPr>
              <a:spLocks noChangeArrowheads="1"/>
            </p:cNvSpPr>
            <p:nvPr/>
          </p:nvSpPr>
          <p:spPr bwMode="auto">
            <a:xfrm>
              <a:off x="2225" y="2302"/>
              <a:ext cx="295" cy="314"/>
            </a:xfrm>
            <a:prstGeom prst="flowChartDelay">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30769" name="AutoShape 21">
              <a:extLst>
                <a:ext uri="{FF2B5EF4-FFF2-40B4-BE49-F238E27FC236}">
                  <a16:creationId xmlns:a16="http://schemas.microsoft.com/office/drawing/2014/main" id="{59EF08B3-E012-432D-B785-C8EC92D25233}"/>
                </a:ext>
              </a:extLst>
            </p:cNvPr>
            <p:cNvSpPr>
              <a:spLocks noChangeArrowheads="1"/>
            </p:cNvSpPr>
            <p:nvPr/>
          </p:nvSpPr>
          <p:spPr bwMode="auto">
            <a:xfrm>
              <a:off x="2238" y="3143"/>
              <a:ext cx="295" cy="314"/>
            </a:xfrm>
            <a:prstGeom prst="flowChartDelay">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a:latin typeface="Arial" charset="0"/>
                <a:cs typeface="Arial" charset="0"/>
              </a:endParaRPr>
            </a:p>
          </p:txBody>
        </p:sp>
        <p:grpSp>
          <p:nvGrpSpPr>
            <p:cNvPr id="37938" name="Group 22">
              <a:extLst>
                <a:ext uri="{FF2B5EF4-FFF2-40B4-BE49-F238E27FC236}">
                  <a16:creationId xmlns:a16="http://schemas.microsoft.com/office/drawing/2014/main" id="{41BA03E5-1F35-7055-DF95-F6782BC525E8}"/>
                </a:ext>
              </a:extLst>
            </p:cNvPr>
            <p:cNvGrpSpPr>
              <a:grpSpLocks/>
            </p:cNvGrpSpPr>
            <p:nvPr/>
          </p:nvGrpSpPr>
          <p:grpSpPr bwMode="auto">
            <a:xfrm>
              <a:off x="1744" y="2844"/>
              <a:ext cx="193" cy="218"/>
              <a:chOff x="10341" y="2934"/>
              <a:chExt cx="353" cy="374"/>
            </a:xfrm>
          </p:grpSpPr>
          <p:sp>
            <p:nvSpPr>
              <p:cNvPr id="30782" name="AutoShape 23">
                <a:extLst>
                  <a:ext uri="{FF2B5EF4-FFF2-40B4-BE49-F238E27FC236}">
                    <a16:creationId xmlns:a16="http://schemas.microsoft.com/office/drawing/2014/main" id="{E337C2D7-4111-4F34-A387-1A0C5AC30EC4}"/>
                  </a:ext>
                </a:extLst>
              </p:cNvPr>
              <p:cNvSpPr>
                <a:spLocks noChangeArrowheads="1"/>
              </p:cNvSpPr>
              <p:nvPr/>
            </p:nvSpPr>
            <p:spPr bwMode="auto">
              <a:xfrm rot="5435204">
                <a:off x="10277" y="2997"/>
                <a:ext cx="374" cy="251"/>
              </a:xfrm>
              <a:prstGeom prst="triangle">
                <a:avLst>
                  <a:gd name="adj" fmla="val 50000"/>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37951" name="Oval 24">
                <a:extLst>
                  <a:ext uri="{FF2B5EF4-FFF2-40B4-BE49-F238E27FC236}">
                    <a16:creationId xmlns:a16="http://schemas.microsoft.com/office/drawing/2014/main" id="{9F6B44FC-A59B-C472-CC53-86C5B9344C45}"/>
                  </a:ext>
                </a:extLst>
              </p:cNvPr>
              <p:cNvSpPr>
                <a:spLocks noChangeArrowheads="1"/>
              </p:cNvSpPr>
              <p:nvPr/>
            </p:nvSpPr>
            <p:spPr bwMode="auto">
              <a:xfrm>
                <a:off x="10581" y="3069"/>
                <a:ext cx="113" cy="113"/>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37939" name="Line 25">
              <a:extLst>
                <a:ext uri="{FF2B5EF4-FFF2-40B4-BE49-F238E27FC236}">
                  <a16:creationId xmlns:a16="http://schemas.microsoft.com/office/drawing/2014/main" id="{BD3C448C-2683-32EA-2C8A-5F2776F78CD0}"/>
                </a:ext>
              </a:extLst>
            </p:cNvPr>
            <p:cNvSpPr>
              <a:spLocks noChangeShapeType="1"/>
            </p:cNvSpPr>
            <p:nvPr/>
          </p:nvSpPr>
          <p:spPr bwMode="auto">
            <a:xfrm>
              <a:off x="1631" y="2531"/>
              <a:ext cx="5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0" name="Text Box 26">
              <a:extLst>
                <a:ext uri="{FF2B5EF4-FFF2-40B4-BE49-F238E27FC236}">
                  <a16:creationId xmlns:a16="http://schemas.microsoft.com/office/drawing/2014/main" id="{18560019-B399-3CDA-D82D-372AD706789E}"/>
                </a:ext>
              </a:extLst>
            </p:cNvPr>
            <p:cNvSpPr txBox="1">
              <a:spLocks noChangeArrowheads="1"/>
            </p:cNvSpPr>
            <p:nvPr/>
          </p:nvSpPr>
          <p:spPr bwMode="auto">
            <a:xfrm>
              <a:off x="1066" y="2836"/>
              <a:ext cx="29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C</a:t>
              </a:r>
            </a:p>
          </p:txBody>
        </p:sp>
        <p:sp>
          <p:nvSpPr>
            <p:cNvPr id="30773" name="AutoShape 27">
              <a:extLst>
                <a:ext uri="{FF2B5EF4-FFF2-40B4-BE49-F238E27FC236}">
                  <a16:creationId xmlns:a16="http://schemas.microsoft.com/office/drawing/2014/main" id="{411AC5DF-FD9E-41BF-BDE8-69FEA575399A}"/>
                </a:ext>
              </a:extLst>
            </p:cNvPr>
            <p:cNvSpPr>
              <a:spLocks noChangeArrowheads="1"/>
            </p:cNvSpPr>
            <p:nvPr/>
          </p:nvSpPr>
          <p:spPr bwMode="auto">
            <a:xfrm>
              <a:off x="2229" y="2724"/>
              <a:ext cx="295" cy="314"/>
            </a:xfrm>
            <a:prstGeom prst="flowChartDelay">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37942" name="Line 28">
              <a:extLst>
                <a:ext uri="{FF2B5EF4-FFF2-40B4-BE49-F238E27FC236}">
                  <a16:creationId xmlns:a16="http://schemas.microsoft.com/office/drawing/2014/main" id="{7352F496-CD64-200B-A8CB-2FEB49421730}"/>
                </a:ext>
              </a:extLst>
            </p:cNvPr>
            <p:cNvSpPr>
              <a:spLocks noChangeShapeType="1"/>
            </p:cNvSpPr>
            <p:nvPr/>
          </p:nvSpPr>
          <p:spPr bwMode="auto">
            <a:xfrm>
              <a:off x="2529" y="2886"/>
              <a:ext cx="4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3" name="Line 29">
              <a:extLst>
                <a:ext uri="{FF2B5EF4-FFF2-40B4-BE49-F238E27FC236}">
                  <a16:creationId xmlns:a16="http://schemas.microsoft.com/office/drawing/2014/main" id="{88A35453-9E27-8E5D-4806-4D40FEB3211B}"/>
                </a:ext>
              </a:extLst>
            </p:cNvPr>
            <p:cNvSpPr>
              <a:spLocks noChangeShapeType="1"/>
            </p:cNvSpPr>
            <p:nvPr/>
          </p:nvSpPr>
          <p:spPr bwMode="auto">
            <a:xfrm>
              <a:off x="2071" y="2815"/>
              <a:ext cx="151" cy="0"/>
            </a:xfrm>
            <a:prstGeom prst="line">
              <a:avLst/>
            </a:prstGeom>
            <a:noFill/>
            <a:ln w="2222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37944" name="Line 30">
              <a:extLst>
                <a:ext uri="{FF2B5EF4-FFF2-40B4-BE49-F238E27FC236}">
                  <a16:creationId xmlns:a16="http://schemas.microsoft.com/office/drawing/2014/main" id="{2BDC93FE-01E3-7A37-643C-59BCD2D65C58}"/>
                </a:ext>
              </a:extLst>
            </p:cNvPr>
            <p:cNvSpPr>
              <a:spLocks noChangeShapeType="1"/>
            </p:cNvSpPr>
            <p:nvPr/>
          </p:nvSpPr>
          <p:spPr bwMode="auto">
            <a:xfrm>
              <a:off x="2073" y="3227"/>
              <a:ext cx="163"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7945" name="Line 31">
              <a:extLst>
                <a:ext uri="{FF2B5EF4-FFF2-40B4-BE49-F238E27FC236}">
                  <a16:creationId xmlns:a16="http://schemas.microsoft.com/office/drawing/2014/main" id="{04C8DDDA-30CF-5F7C-B14C-4828A378E0CD}"/>
                </a:ext>
              </a:extLst>
            </p:cNvPr>
            <p:cNvSpPr>
              <a:spLocks noChangeShapeType="1"/>
            </p:cNvSpPr>
            <p:nvPr/>
          </p:nvSpPr>
          <p:spPr bwMode="auto">
            <a:xfrm flipH="1">
              <a:off x="2078" y="3610"/>
              <a:ext cx="13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6" name="Line 32">
              <a:extLst>
                <a:ext uri="{FF2B5EF4-FFF2-40B4-BE49-F238E27FC236}">
                  <a16:creationId xmlns:a16="http://schemas.microsoft.com/office/drawing/2014/main" id="{1081CC8A-6ECA-879E-00FE-56688C6A2A7B}"/>
                </a:ext>
              </a:extLst>
            </p:cNvPr>
            <p:cNvSpPr>
              <a:spLocks noChangeShapeType="1"/>
            </p:cNvSpPr>
            <p:nvPr/>
          </p:nvSpPr>
          <p:spPr bwMode="auto">
            <a:xfrm>
              <a:off x="1262" y="2949"/>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7" name="Line 33">
              <a:extLst>
                <a:ext uri="{FF2B5EF4-FFF2-40B4-BE49-F238E27FC236}">
                  <a16:creationId xmlns:a16="http://schemas.microsoft.com/office/drawing/2014/main" id="{ED97F298-BC5A-1E78-D063-81FC78E61861}"/>
                </a:ext>
              </a:extLst>
            </p:cNvPr>
            <p:cNvSpPr>
              <a:spLocks noChangeShapeType="1"/>
            </p:cNvSpPr>
            <p:nvPr/>
          </p:nvSpPr>
          <p:spPr bwMode="auto">
            <a:xfrm>
              <a:off x="1475" y="2400"/>
              <a:ext cx="74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8" name="Line 34">
              <a:extLst>
                <a:ext uri="{FF2B5EF4-FFF2-40B4-BE49-F238E27FC236}">
                  <a16:creationId xmlns:a16="http://schemas.microsoft.com/office/drawing/2014/main" id="{6AFBC07A-8D65-4402-84A0-CB6BCD057506}"/>
                </a:ext>
              </a:extLst>
            </p:cNvPr>
            <p:cNvSpPr>
              <a:spLocks noChangeShapeType="1"/>
            </p:cNvSpPr>
            <p:nvPr/>
          </p:nvSpPr>
          <p:spPr bwMode="auto">
            <a:xfrm>
              <a:off x="1630" y="2531"/>
              <a:ext cx="0" cy="418"/>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37949" name="Line 35">
              <a:extLst>
                <a:ext uri="{FF2B5EF4-FFF2-40B4-BE49-F238E27FC236}">
                  <a16:creationId xmlns:a16="http://schemas.microsoft.com/office/drawing/2014/main" id="{E7446097-2F8D-685E-8C73-6DB2C0C16A58}"/>
                </a:ext>
              </a:extLst>
            </p:cNvPr>
            <p:cNvSpPr>
              <a:spLocks noChangeShapeType="1"/>
            </p:cNvSpPr>
            <p:nvPr/>
          </p:nvSpPr>
          <p:spPr bwMode="auto">
            <a:xfrm flipV="1">
              <a:off x="1473" y="2400"/>
              <a:ext cx="0" cy="982"/>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grpSp>
      <p:grpSp>
        <p:nvGrpSpPr>
          <p:cNvPr id="37892" name="Group 63">
            <a:extLst>
              <a:ext uri="{FF2B5EF4-FFF2-40B4-BE49-F238E27FC236}">
                <a16:creationId xmlns:a16="http://schemas.microsoft.com/office/drawing/2014/main" id="{189EC4C5-5027-2566-B516-89CDE15B9A65}"/>
              </a:ext>
            </a:extLst>
          </p:cNvPr>
          <p:cNvGrpSpPr>
            <a:grpSpLocks/>
          </p:cNvGrpSpPr>
          <p:nvPr/>
        </p:nvGrpSpPr>
        <p:grpSpPr bwMode="auto">
          <a:xfrm>
            <a:off x="2247900" y="2244725"/>
            <a:ext cx="3276600" cy="2209800"/>
            <a:chOff x="914400" y="2209800"/>
            <a:chExt cx="3276600" cy="2209800"/>
          </a:xfrm>
        </p:grpSpPr>
        <p:sp>
          <p:nvSpPr>
            <p:cNvPr id="37893" name="Text Box 37">
              <a:extLst>
                <a:ext uri="{FF2B5EF4-FFF2-40B4-BE49-F238E27FC236}">
                  <a16:creationId xmlns:a16="http://schemas.microsoft.com/office/drawing/2014/main" id="{44E7864F-75E9-148B-6CDB-BE9D3F83EE5C}"/>
                </a:ext>
              </a:extLst>
            </p:cNvPr>
            <p:cNvSpPr txBox="1">
              <a:spLocks noChangeArrowheads="1"/>
            </p:cNvSpPr>
            <p:nvPr/>
          </p:nvSpPr>
          <p:spPr bwMode="auto">
            <a:xfrm>
              <a:off x="914400" y="3365229"/>
              <a:ext cx="508891" cy="577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p>
          </p:txBody>
        </p:sp>
        <p:sp>
          <p:nvSpPr>
            <p:cNvPr id="37894" name="AutoShape 38">
              <a:extLst>
                <a:ext uri="{FF2B5EF4-FFF2-40B4-BE49-F238E27FC236}">
                  <a16:creationId xmlns:a16="http://schemas.microsoft.com/office/drawing/2014/main" id="{15E77A36-51FE-B7BD-3F07-1E814ADE9CDA}"/>
                </a:ext>
              </a:extLst>
            </p:cNvPr>
            <p:cNvSpPr>
              <a:spLocks/>
            </p:cNvSpPr>
            <p:nvPr/>
          </p:nvSpPr>
          <p:spPr bwMode="auto">
            <a:xfrm rot="-5426008">
              <a:off x="2856964" y="2257149"/>
              <a:ext cx="213906" cy="791243"/>
            </a:xfrm>
            <a:prstGeom prst="rightBrace">
              <a:avLst>
                <a:gd name="adj1" fmla="val 31630"/>
                <a:gd name="adj2" fmla="val 45278"/>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895" name="AutoShape 39">
              <a:extLst>
                <a:ext uri="{FF2B5EF4-FFF2-40B4-BE49-F238E27FC236}">
                  <a16:creationId xmlns:a16="http://schemas.microsoft.com/office/drawing/2014/main" id="{DAA8D091-AEED-83AB-BB17-1BFE3816E606}"/>
                </a:ext>
              </a:extLst>
            </p:cNvPr>
            <p:cNvSpPr>
              <a:spLocks/>
            </p:cNvSpPr>
            <p:nvPr/>
          </p:nvSpPr>
          <p:spPr bwMode="auto">
            <a:xfrm rot="5400000">
              <a:off x="2471960" y="3531931"/>
              <a:ext cx="153271" cy="902871"/>
            </a:xfrm>
            <a:prstGeom prst="rightBrace">
              <a:avLst>
                <a:gd name="adj1" fmla="val 50371"/>
                <a:gd name="adj2" fmla="val 45278"/>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0728" name="Rectangle 40">
              <a:extLst>
                <a:ext uri="{FF2B5EF4-FFF2-40B4-BE49-F238E27FC236}">
                  <a16:creationId xmlns:a16="http://schemas.microsoft.com/office/drawing/2014/main" id="{FFA9D12E-D432-48D4-8B11-9338628560E3}"/>
                </a:ext>
              </a:extLst>
            </p:cNvPr>
            <p:cNvSpPr>
              <a:spLocks noChangeArrowheads="1"/>
            </p:cNvSpPr>
            <p:nvPr/>
          </p:nvSpPr>
          <p:spPr bwMode="auto">
            <a:xfrm>
              <a:off x="1649413" y="2951163"/>
              <a:ext cx="1743075" cy="879475"/>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37897" name="Line 41">
              <a:extLst>
                <a:ext uri="{FF2B5EF4-FFF2-40B4-BE49-F238E27FC236}">
                  <a16:creationId xmlns:a16="http://schemas.microsoft.com/office/drawing/2014/main" id="{1B4FA118-FD70-B600-66A9-A30F2BEFA0C9}"/>
                </a:ext>
              </a:extLst>
            </p:cNvPr>
            <p:cNvSpPr>
              <a:spLocks noChangeShapeType="1"/>
            </p:cNvSpPr>
            <p:nvPr/>
          </p:nvSpPr>
          <p:spPr bwMode="auto">
            <a:xfrm>
              <a:off x="2523152" y="2950891"/>
              <a:ext cx="0" cy="8792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Line 42">
              <a:extLst>
                <a:ext uri="{FF2B5EF4-FFF2-40B4-BE49-F238E27FC236}">
                  <a16:creationId xmlns:a16="http://schemas.microsoft.com/office/drawing/2014/main" id="{56BD3541-0FDE-D7C9-0C85-B0526FEA1424}"/>
                </a:ext>
              </a:extLst>
            </p:cNvPr>
            <p:cNvSpPr>
              <a:spLocks noChangeShapeType="1"/>
            </p:cNvSpPr>
            <p:nvPr/>
          </p:nvSpPr>
          <p:spPr bwMode="auto">
            <a:xfrm>
              <a:off x="2061867" y="2955944"/>
              <a:ext cx="0" cy="8792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43">
              <a:extLst>
                <a:ext uri="{FF2B5EF4-FFF2-40B4-BE49-F238E27FC236}">
                  <a16:creationId xmlns:a16="http://schemas.microsoft.com/office/drawing/2014/main" id="{09F085D8-7434-1532-93F4-6675ADCAA70C}"/>
                </a:ext>
              </a:extLst>
            </p:cNvPr>
            <p:cNvSpPr>
              <a:spLocks noChangeShapeType="1"/>
            </p:cNvSpPr>
            <p:nvPr/>
          </p:nvSpPr>
          <p:spPr bwMode="auto">
            <a:xfrm>
              <a:off x="2984436" y="2960997"/>
              <a:ext cx="0" cy="8792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0" name="Line 44">
              <a:extLst>
                <a:ext uri="{FF2B5EF4-FFF2-40B4-BE49-F238E27FC236}">
                  <a16:creationId xmlns:a16="http://schemas.microsoft.com/office/drawing/2014/main" id="{0E4E6477-1A8C-CEAC-31AE-1279530B228D}"/>
                </a:ext>
              </a:extLst>
            </p:cNvPr>
            <p:cNvSpPr>
              <a:spLocks noChangeShapeType="1"/>
            </p:cNvSpPr>
            <p:nvPr/>
          </p:nvSpPr>
          <p:spPr bwMode="auto">
            <a:xfrm>
              <a:off x="1649829" y="3387125"/>
              <a:ext cx="1728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1" name="Line 45">
              <a:extLst>
                <a:ext uri="{FF2B5EF4-FFF2-40B4-BE49-F238E27FC236}">
                  <a16:creationId xmlns:a16="http://schemas.microsoft.com/office/drawing/2014/main" id="{3A73CE6A-C8F1-7684-6930-854779405945}"/>
                </a:ext>
              </a:extLst>
            </p:cNvPr>
            <p:cNvSpPr>
              <a:spLocks noChangeShapeType="1"/>
            </p:cNvSpPr>
            <p:nvPr/>
          </p:nvSpPr>
          <p:spPr bwMode="auto">
            <a:xfrm flipH="1" flipV="1">
              <a:off x="1336287" y="2659508"/>
              <a:ext cx="313542" cy="29138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Text Box 46">
              <a:extLst>
                <a:ext uri="{FF2B5EF4-FFF2-40B4-BE49-F238E27FC236}">
                  <a16:creationId xmlns:a16="http://schemas.microsoft.com/office/drawing/2014/main" id="{157941FE-99FC-B18C-378F-C3DDD4742333}"/>
                </a:ext>
              </a:extLst>
            </p:cNvPr>
            <p:cNvSpPr txBox="1">
              <a:spLocks noChangeArrowheads="1"/>
            </p:cNvSpPr>
            <p:nvPr/>
          </p:nvSpPr>
          <p:spPr bwMode="auto">
            <a:xfrm>
              <a:off x="1621922" y="2642665"/>
              <a:ext cx="484267" cy="4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00</a:t>
              </a:r>
            </a:p>
          </p:txBody>
        </p:sp>
        <p:sp>
          <p:nvSpPr>
            <p:cNvPr id="37903" name="Text Box 47">
              <a:extLst>
                <a:ext uri="{FF2B5EF4-FFF2-40B4-BE49-F238E27FC236}">
                  <a16:creationId xmlns:a16="http://schemas.microsoft.com/office/drawing/2014/main" id="{0C4302FA-FB0B-12EB-C240-CDE8E6246BE5}"/>
                </a:ext>
              </a:extLst>
            </p:cNvPr>
            <p:cNvSpPr txBox="1">
              <a:spLocks noChangeArrowheads="1"/>
            </p:cNvSpPr>
            <p:nvPr/>
          </p:nvSpPr>
          <p:spPr bwMode="auto">
            <a:xfrm>
              <a:off x="2066791" y="2642665"/>
              <a:ext cx="484267" cy="4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01</a:t>
              </a:r>
            </a:p>
          </p:txBody>
        </p:sp>
        <p:sp>
          <p:nvSpPr>
            <p:cNvPr id="37904" name="Text Box 48">
              <a:extLst>
                <a:ext uri="{FF2B5EF4-FFF2-40B4-BE49-F238E27FC236}">
                  <a16:creationId xmlns:a16="http://schemas.microsoft.com/office/drawing/2014/main" id="{81D1B215-A80F-0051-0CB8-23DE6C783F6C}"/>
                </a:ext>
              </a:extLst>
            </p:cNvPr>
            <p:cNvSpPr txBox="1">
              <a:spLocks noChangeArrowheads="1"/>
            </p:cNvSpPr>
            <p:nvPr/>
          </p:nvSpPr>
          <p:spPr bwMode="auto">
            <a:xfrm>
              <a:off x="2523152" y="2642665"/>
              <a:ext cx="484267" cy="4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11</a:t>
              </a:r>
            </a:p>
          </p:txBody>
        </p:sp>
        <p:sp>
          <p:nvSpPr>
            <p:cNvPr id="37905" name="Text Box 49">
              <a:extLst>
                <a:ext uri="{FF2B5EF4-FFF2-40B4-BE49-F238E27FC236}">
                  <a16:creationId xmlns:a16="http://schemas.microsoft.com/office/drawing/2014/main" id="{FB608431-7E77-C4C3-8A6F-214893C294A1}"/>
                </a:ext>
              </a:extLst>
            </p:cNvPr>
            <p:cNvSpPr txBox="1">
              <a:spLocks noChangeArrowheads="1"/>
            </p:cNvSpPr>
            <p:nvPr/>
          </p:nvSpPr>
          <p:spPr bwMode="auto">
            <a:xfrm>
              <a:off x="2953246" y="2629190"/>
              <a:ext cx="484267" cy="46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10</a:t>
              </a:r>
            </a:p>
          </p:txBody>
        </p:sp>
        <p:sp>
          <p:nvSpPr>
            <p:cNvPr id="37906" name="Text Box 50">
              <a:extLst>
                <a:ext uri="{FF2B5EF4-FFF2-40B4-BE49-F238E27FC236}">
                  <a16:creationId xmlns:a16="http://schemas.microsoft.com/office/drawing/2014/main" id="{525A145E-E210-A89D-ADFD-CCE91280026B}"/>
                </a:ext>
              </a:extLst>
            </p:cNvPr>
            <p:cNvSpPr txBox="1">
              <a:spLocks noChangeArrowheads="1"/>
            </p:cNvSpPr>
            <p:nvPr/>
          </p:nvSpPr>
          <p:spPr bwMode="auto">
            <a:xfrm>
              <a:off x="1295247" y="2969419"/>
              <a:ext cx="484267" cy="4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p>
          </p:txBody>
        </p:sp>
        <p:sp>
          <p:nvSpPr>
            <p:cNvPr id="37907" name="Text Box 51">
              <a:extLst>
                <a:ext uri="{FF2B5EF4-FFF2-40B4-BE49-F238E27FC236}">
                  <a16:creationId xmlns:a16="http://schemas.microsoft.com/office/drawing/2014/main" id="{E6CEAB5F-83DF-99EC-013C-C6CDB3AC436E}"/>
                </a:ext>
              </a:extLst>
            </p:cNvPr>
            <p:cNvSpPr txBox="1">
              <a:spLocks noChangeArrowheads="1"/>
            </p:cNvSpPr>
            <p:nvPr/>
          </p:nvSpPr>
          <p:spPr bwMode="auto">
            <a:xfrm>
              <a:off x="1305097" y="3398915"/>
              <a:ext cx="482625" cy="4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37908" name="Text Box 52">
              <a:extLst>
                <a:ext uri="{FF2B5EF4-FFF2-40B4-BE49-F238E27FC236}">
                  <a16:creationId xmlns:a16="http://schemas.microsoft.com/office/drawing/2014/main" id="{8DA681A6-B59B-A161-3952-5963A8704767}"/>
                </a:ext>
              </a:extLst>
            </p:cNvPr>
            <p:cNvSpPr txBox="1">
              <a:spLocks noChangeArrowheads="1"/>
            </p:cNvSpPr>
            <p:nvPr/>
          </p:nvSpPr>
          <p:spPr bwMode="auto">
            <a:xfrm>
              <a:off x="1075275" y="2639296"/>
              <a:ext cx="696031" cy="46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p>
          </p:txBody>
        </p:sp>
        <p:sp>
          <p:nvSpPr>
            <p:cNvPr id="37909" name="Text Box 53">
              <a:extLst>
                <a:ext uri="{FF2B5EF4-FFF2-40B4-BE49-F238E27FC236}">
                  <a16:creationId xmlns:a16="http://schemas.microsoft.com/office/drawing/2014/main" id="{5AA57190-D292-1D01-DEA4-E0D83423DC93}"/>
                </a:ext>
              </a:extLst>
            </p:cNvPr>
            <p:cNvSpPr txBox="1">
              <a:spLocks noChangeArrowheads="1"/>
            </p:cNvSpPr>
            <p:nvPr/>
          </p:nvSpPr>
          <p:spPr bwMode="auto">
            <a:xfrm>
              <a:off x="1313305" y="2438865"/>
              <a:ext cx="694390" cy="46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CQ</a:t>
              </a:r>
            </a:p>
          </p:txBody>
        </p:sp>
        <p:sp>
          <p:nvSpPr>
            <p:cNvPr id="37910" name="Text Box 54">
              <a:extLst>
                <a:ext uri="{FF2B5EF4-FFF2-40B4-BE49-F238E27FC236}">
                  <a16:creationId xmlns:a16="http://schemas.microsoft.com/office/drawing/2014/main" id="{B9CC9430-A4C8-26DA-6F92-D88914D8D155}"/>
                </a:ext>
              </a:extLst>
            </p:cNvPr>
            <p:cNvSpPr txBox="1">
              <a:spLocks noChangeArrowheads="1"/>
            </p:cNvSpPr>
            <p:nvPr/>
          </p:nvSpPr>
          <p:spPr bwMode="auto">
            <a:xfrm>
              <a:off x="3496610" y="2516342"/>
              <a:ext cx="694390" cy="46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Q*</a:t>
              </a:r>
            </a:p>
          </p:txBody>
        </p:sp>
        <p:sp>
          <p:nvSpPr>
            <p:cNvPr id="37911" name="Text Box 55">
              <a:extLst>
                <a:ext uri="{FF2B5EF4-FFF2-40B4-BE49-F238E27FC236}">
                  <a16:creationId xmlns:a16="http://schemas.microsoft.com/office/drawing/2014/main" id="{9A3E8C7E-08F4-4699-B3D8-713CDC080FAD}"/>
                </a:ext>
              </a:extLst>
            </p:cNvPr>
            <p:cNvSpPr txBox="1">
              <a:spLocks noChangeArrowheads="1"/>
            </p:cNvSpPr>
            <p:nvPr/>
          </p:nvSpPr>
          <p:spPr bwMode="auto">
            <a:xfrm>
              <a:off x="2554342" y="3403968"/>
              <a:ext cx="433378" cy="41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37912" name="Text Box 56">
              <a:extLst>
                <a:ext uri="{FF2B5EF4-FFF2-40B4-BE49-F238E27FC236}">
                  <a16:creationId xmlns:a16="http://schemas.microsoft.com/office/drawing/2014/main" id="{D6B6C3C4-1679-B65D-CCE0-90CAA5B1FF15}"/>
                </a:ext>
              </a:extLst>
            </p:cNvPr>
            <p:cNvSpPr txBox="1">
              <a:spLocks noChangeArrowheads="1"/>
            </p:cNvSpPr>
            <p:nvPr/>
          </p:nvSpPr>
          <p:spPr bwMode="auto">
            <a:xfrm>
              <a:off x="2124247" y="3392178"/>
              <a:ext cx="431736"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37913" name="AutoShape 57">
              <a:extLst>
                <a:ext uri="{FF2B5EF4-FFF2-40B4-BE49-F238E27FC236}">
                  <a16:creationId xmlns:a16="http://schemas.microsoft.com/office/drawing/2014/main" id="{D528DF0D-BFEC-9F5F-17E5-D3BDEE10D3C4}"/>
                </a:ext>
              </a:extLst>
            </p:cNvPr>
            <p:cNvSpPr>
              <a:spLocks/>
            </p:cNvSpPr>
            <p:nvPr/>
          </p:nvSpPr>
          <p:spPr bwMode="auto">
            <a:xfrm>
              <a:off x="1290323" y="3452813"/>
              <a:ext cx="128043" cy="281278"/>
            </a:xfrm>
            <a:prstGeom prst="leftBrace">
              <a:avLst>
                <a:gd name="adj1" fmla="val 17838"/>
                <a:gd name="adj2"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14" name="Text Box 58">
              <a:extLst>
                <a:ext uri="{FF2B5EF4-FFF2-40B4-BE49-F238E27FC236}">
                  <a16:creationId xmlns:a16="http://schemas.microsoft.com/office/drawing/2014/main" id="{0369201B-87C5-BB57-6A7E-29C0C9C962E3}"/>
                </a:ext>
              </a:extLst>
            </p:cNvPr>
            <p:cNvSpPr txBox="1">
              <a:spLocks noChangeArrowheads="1"/>
            </p:cNvSpPr>
            <p:nvPr/>
          </p:nvSpPr>
          <p:spPr bwMode="auto">
            <a:xfrm>
              <a:off x="2111114" y="3019948"/>
              <a:ext cx="431736" cy="41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37915" name="Text Box 59">
              <a:extLst>
                <a:ext uri="{FF2B5EF4-FFF2-40B4-BE49-F238E27FC236}">
                  <a16:creationId xmlns:a16="http://schemas.microsoft.com/office/drawing/2014/main" id="{74C78AAE-A463-5F8A-E941-235E5AD88AF6}"/>
                </a:ext>
              </a:extLst>
            </p:cNvPr>
            <p:cNvSpPr txBox="1">
              <a:spLocks noChangeArrowheads="1"/>
            </p:cNvSpPr>
            <p:nvPr/>
          </p:nvSpPr>
          <p:spPr bwMode="auto">
            <a:xfrm>
              <a:off x="2688951" y="2209800"/>
              <a:ext cx="508891" cy="37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a:t>
              </a:r>
            </a:p>
          </p:txBody>
        </p:sp>
        <p:sp>
          <p:nvSpPr>
            <p:cNvPr id="37916" name="Text Box 60">
              <a:extLst>
                <a:ext uri="{FF2B5EF4-FFF2-40B4-BE49-F238E27FC236}">
                  <a16:creationId xmlns:a16="http://schemas.microsoft.com/office/drawing/2014/main" id="{280EDD74-2D59-0F76-43DF-65F194DB92FA}"/>
                </a:ext>
              </a:extLst>
            </p:cNvPr>
            <p:cNvSpPr txBox="1">
              <a:spLocks noChangeArrowheads="1"/>
            </p:cNvSpPr>
            <p:nvPr/>
          </p:nvSpPr>
          <p:spPr bwMode="auto">
            <a:xfrm>
              <a:off x="3012343" y="3430917"/>
              <a:ext cx="431736"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37917" name="AutoShape 61">
              <a:extLst>
                <a:ext uri="{FF2B5EF4-FFF2-40B4-BE49-F238E27FC236}">
                  <a16:creationId xmlns:a16="http://schemas.microsoft.com/office/drawing/2014/main" id="{92E9F74B-E57B-C3F4-46A7-9C4608CA6941}"/>
                </a:ext>
              </a:extLst>
            </p:cNvPr>
            <p:cNvSpPr>
              <a:spLocks noChangeArrowheads="1"/>
            </p:cNvSpPr>
            <p:nvPr/>
          </p:nvSpPr>
          <p:spPr bwMode="auto">
            <a:xfrm>
              <a:off x="2528076" y="3419127"/>
              <a:ext cx="791243" cy="340228"/>
            </a:xfrm>
            <a:prstGeom prst="roundRect">
              <a:avLst>
                <a:gd name="adj" fmla="val 16667"/>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18" name="AutoShape 62">
              <a:extLst>
                <a:ext uri="{FF2B5EF4-FFF2-40B4-BE49-F238E27FC236}">
                  <a16:creationId xmlns:a16="http://schemas.microsoft.com/office/drawing/2014/main" id="{9DF11EF0-83F8-60F9-334C-B4EE4D07E665}"/>
                </a:ext>
              </a:extLst>
            </p:cNvPr>
            <p:cNvSpPr>
              <a:spLocks noChangeArrowheads="1"/>
            </p:cNvSpPr>
            <p:nvPr/>
          </p:nvSpPr>
          <p:spPr bwMode="auto">
            <a:xfrm rot="5400000">
              <a:off x="1926003" y="3243477"/>
              <a:ext cx="746144" cy="351299"/>
            </a:xfrm>
            <a:prstGeom prst="roundRect">
              <a:avLst>
                <a:gd name="adj" fmla="val 16667"/>
              </a:avLst>
            </a:prstGeom>
            <a:noFill/>
            <a:ln w="2222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19" name="AutoShape 63">
              <a:extLst>
                <a:ext uri="{FF2B5EF4-FFF2-40B4-BE49-F238E27FC236}">
                  <a16:creationId xmlns:a16="http://schemas.microsoft.com/office/drawing/2014/main" id="{EAACED39-AAAE-B778-4F15-C79D5764B56C}"/>
                </a:ext>
              </a:extLst>
            </p:cNvPr>
            <p:cNvSpPr>
              <a:spLocks noChangeArrowheads="1"/>
            </p:cNvSpPr>
            <p:nvPr/>
          </p:nvSpPr>
          <p:spPr bwMode="auto">
            <a:xfrm>
              <a:off x="2183834" y="3469655"/>
              <a:ext cx="731520" cy="237486"/>
            </a:xfrm>
            <a:prstGeom prst="roundRect">
              <a:avLst>
                <a:gd name="adj" fmla="val 16667"/>
              </a:avLst>
            </a:prstGeom>
            <a:noFill/>
            <a:ln w="19050">
              <a:solidFill>
                <a:srgbClr val="500093"/>
              </a:solidFill>
              <a:prstDash val="sysDot"/>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20" name="Text Box 64">
              <a:extLst>
                <a:ext uri="{FF2B5EF4-FFF2-40B4-BE49-F238E27FC236}">
                  <a16:creationId xmlns:a16="http://schemas.microsoft.com/office/drawing/2014/main" id="{EA930D6B-C9C6-03E0-24AD-3FBF400190E5}"/>
                </a:ext>
              </a:extLst>
            </p:cNvPr>
            <p:cNvSpPr txBox="1">
              <a:spLocks noChangeArrowheads="1"/>
            </p:cNvSpPr>
            <p:nvPr/>
          </p:nvSpPr>
          <p:spPr bwMode="auto">
            <a:xfrm>
              <a:off x="2395108" y="4044001"/>
              <a:ext cx="508891" cy="37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endParaRPr lang="ru-RU" altLang="en-US" sz="160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5">
            <a:extLst>
              <a:ext uri="{FF2B5EF4-FFF2-40B4-BE49-F238E27FC236}">
                <a16:creationId xmlns:a16="http://schemas.microsoft.com/office/drawing/2014/main" id="{54DB160B-B06E-D234-C236-63F9D2EEE958}"/>
              </a:ext>
            </a:extLst>
          </p:cNvPr>
          <p:cNvSpPr txBox="1">
            <a:spLocks noChangeArrowheads="1"/>
          </p:cNvSpPr>
          <p:nvPr/>
        </p:nvSpPr>
        <p:spPr bwMode="auto">
          <a:xfrm>
            <a:off x="7113588" y="2514600"/>
            <a:ext cx="330041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a:t>The unit-distance assignment is not possible since graph contains cycles of odd length. </a:t>
            </a:r>
          </a:p>
        </p:txBody>
      </p:sp>
      <p:sp>
        <p:nvSpPr>
          <p:cNvPr id="38915" name="Text Box 6">
            <a:extLst>
              <a:ext uri="{FF2B5EF4-FFF2-40B4-BE49-F238E27FC236}">
                <a16:creationId xmlns:a16="http://schemas.microsoft.com/office/drawing/2014/main" id="{55E52D3B-972C-DD9A-757C-B6E644B7EDE0}"/>
              </a:ext>
            </a:extLst>
          </p:cNvPr>
          <p:cNvSpPr txBox="1">
            <a:spLocks noChangeArrowheads="1"/>
          </p:cNvSpPr>
          <p:nvPr/>
        </p:nvSpPr>
        <p:spPr bwMode="auto">
          <a:xfrm>
            <a:off x="2006600" y="1295400"/>
            <a:ext cx="500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Example: given transition graph </a:t>
            </a:r>
          </a:p>
        </p:txBody>
      </p:sp>
      <p:sp>
        <p:nvSpPr>
          <p:cNvPr id="39" name="Rectangle 4">
            <a:extLst>
              <a:ext uri="{FF2B5EF4-FFF2-40B4-BE49-F238E27FC236}">
                <a16:creationId xmlns:a16="http://schemas.microsoft.com/office/drawing/2014/main" id="{2EF86BE8-3E08-4955-9992-3A2F97BE35A3}"/>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38917" name="Group 45">
            <a:extLst>
              <a:ext uri="{FF2B5EF4-FFF2-40B4-BE49-F238E27FC236}">
                <a16:creationId xmlns:a16="http://schemas.microsoft.com/office/drawing/2014/main" id="{B6D0BD2D-E2BC-0473-7BD7-D650B4FA378E}"/>
              </a:ext>
            </a:extLst>
          </p:cNvPr>
          <p:cNvGrpSpPr>
            <a:grpSpLocks/>
          </p:cNvGrpSpPr>
          <p:nvPr/>
        </p:nvGrpSpPr>
        <p:grpSpPr bwMode="auto">
          <a:xfrm>
            <a:off x="1855789" y="1931988"/>
            <a:ext cx="5246687" cy="3632200"/>
            <a:chOff x="331525" y="1931426"/>
            <a:chExt cx="5247526" cy="3632564"/>
          </a:xfrm>
        </p:grpSpPr>
        <p:sp>
          <p:nvSpPr>
            <p:cNvPr id="36870" name="Oval 8">
              <a:extLst>
                <a:ext uri="{FF2B5EF4-FFF2-40B4-BE49-F238E27FC236}">
                  <a16:creationId xmlns:a16="http://schemas.microsoft.com/office/drawing/2014/main" id="{1AA9A703-1B7F-4A61-AC98-2AFE75A78C1B}"/>
                </a:ext>
              </a:extLst>
            </p:cNvPr>
            <p:cNvSpPr>
              <a:spLocks noChangeArrowheads="1"/>
            </p:cNvSpPr>
            <p:nvPr/>
          </p:nvSpPr>
          <p:spPr bwMode="auto">
            <a:xfrm>
              <a:off x="904704" y="2601418"/>
              <a:ext cx="787526" cy="787479"/>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36871" name="Oval 9">
              <a:extLst>
                <a:ext uri="{FF2B5EF4-FFF2-40B4-BE49-F238E27FC236}">
                  <a16:creationId xmlns:a16="http://schemas.microsoft.com/office/drawing/2014/main" id="{3AE1940A-2CE3-458D-8312-1BC003768F08}"/>
                </a:ext>
              </a:extLst>
            </p:cNvPr>
            <p:cNvSpPr>
              <a:spLocks noChangeArrowheads="1"/>
            </p:cNvSpPr>
            <p:nvPr/>
          </p:nvSpPr>
          <p:spPr bwMode="auto">
            <a:xfrm>
              <a:off x="1019022" y="4425638"/>
              <a:ext cx="787526" cy="787479"/>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36872" name="Line 10">
              <a:extLst>
                <a:ext uri="{FF2B5EF4-FFF2-40B4-BE49-F238E27FC236}">
                  <a16:creationId xmlns:a16="http://schemas.microsoft.com/office/drawing/2014/main" id="{CE9B977B-0D3A-49C7-99F4-398279244F6B}"/>
                </a:ext>
              </a:extLst>
            </p:cNvPr>
            <p:cNvSpPr>
              <a:spLocks noChangeShapeType="1"/>
            </p:cNvSpPr>
            <p:nvPr/>
          </p:nvSpPr>
          <p:spPr bwMode="auto">
            <a:xfrm>
              <a:off x="1314344" y="3393660"/>
              <a:ext cx="0" cy="1057381"/>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36873" name="Line 11">
              <a:extLst>
                <a:ext uri="{FF2B5EF4-FFF2-40B4-BE49-F238E27FC236}">
                  <a16:creationId xmlns:a16="http://schemas.microsoft.com/office/drawing/2014/main" id="{82D58046-E50B-477F-951F-D6E9DADF6F8D}"/>
                </a:ext>
              </a:extLst>
            </p:cNvPr>
            <p:cNvSpPr>
              <a:spLocks noChangeShapeType="1"/>
            </p:cNvSpPr>
            <p:nvPr/>
          </p:nvSpPr>
          <p:spPr bwMode="auto">
            <a:xfrm flipV="1">
              <a:off x="1779557" y="4273223"/>
              <a:ext cx="736718" cy="420730"/>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36874" name="Line 12">
              <a:extLst>
                <a:ext uri="{FF2B5EF4-FFF2-40B4-BE49-F238E27FC236}">
                  <a16:creationId xmlns:a16="http://schemas.microsoft.com/office/drawing/2014/main" id="{0CBB4E1F-5912-49A8-8E87-DBA1FC46EC09}"/>
                </a:ext>
              </a:extLst>
            </p:cNvPr>
            <p:cNvSpPr>
              <a:spLocks noChangeShapeType="1"/>
            </p:cNvSpPr>
            <p:nvPr/>
          </p:nvSpPr>
          <p:spPr bwMode="auto">
            <a:xfrm flipH="1" flipV="1">
              <a:off x="1628719" y="3141222"/>
              <a:ext cx="852624" cy="760488"/>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36875" name="Line 13">
              <a:extLst>
                <a:ext uri="{FF2B5EF4-FFF2-40B4-BE49-F238E27FC236}">
                  <a16:creationId xmlns:a16="http://schemas.microsoft.com/office/drawing/2014/main" id="{A36116C0-4929-4E33-9075-E179902A73E5}"/>
                </a:ext>
              </a:extLst>
            </p:cNvPr>
            <p:cNvSpPr>
              <a:spLocks noChangeShapeType="1"/>
            </p:cNvSpPr>
            <p:nvPr/>
          </p:nvSpPr>
          <p:spPr bwMode="auto">
            <a:xfrm flipV="1">
              <a:off x="3200596" y="3342854"/>
              <a:ext cx="946301" cy="625538"/>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36876" name="Text Box 14">
              <a:extLst>
                <a:ext uri="{FF2B5EF4-FFF2-40B4-BE49-F238E27FC236}">
                  <a16:creationId xmlns:a16="http://schemas.microsoft.com/office/drawing/2014/main" id="{8E8F57DA-8DB6-4833-9A9F-95A9F9D06AA9}"/>
                </a:ext>
              </a:extLst>
            </p:cNvPr>
            <p:cNvSpPr txBox="1">
              <a:spLocks noChangeArrowheads="1"/>
            </p:cNvSpPr>
            <p:nvPr/>
          </p:nvSpPr>
          <p:spPr bwMode="auto">
            <a:xfrm>
              <a:off x="1290528" y="3650860"/>
              <a:ext cx="566828" cy="384213"/>
            </a:xfrm>
            <a:prstGeom prst="rect">
              <a:avLst/>
            </a:prstGeom>
            <a:noFill/>
            <a:ln w="9525">
              <a:noFill/>
              <a:miter lim="800000"/>
              <a:headEnd/>
              <a:tailEnd/>
            </a:ln>
          </p:spPr>
          <p:txBody>
            <a:bodyPr/>
            <a:lstStyle/>
            <a:p>
              <a:pPr>
                <a:defRPr/>
              </a:pPr>
              <a:r>
                <a:rPr lang="en-US" sz="1600" dirty="0"/>
                <a:t>11</a:t>
              </a:r>
            </a:p>
          </p:txBody>
        </p:sp>
        <p:sp>
          <p:nvSpPr>
            <p:cNvPr id="36877" name="Text Box 15">
              <a:extLst>
                <a:ext uri="{FF2B5EF4-FFF2-40B4-BE49-F238E27FC236}">
                  <a16:creationId xmlns:a16="http://schemas.microsoft.com/office/drawing/2014/main" id="{41FB0A1E-2D6E-47E3-94FE-700FBF843F8C}"/>
                </a:ext>
              </a:extLst>
            </p:cNvPr>
            <p:cNvSpPr txBox="1">
              <a:spLocks noChangeArrowheads="1"/>
            </p:cNvSpPr>
            <p:nvPr/>
          </p:nvSpPr>
          <p:spPr bwMode="auto">
            <a:xfrm>
              <a:off x="4200881" y="1945714"/>
              <a:ext cx="533485" cy="384213"/>
            </a:xfrm>
            <a:prstGeom prst="rect">
              <a:avLst/>
            </a:prstGeom>
            <a:noFill/>
            <a:ln w="9525">
              <a:noFill/>
              <a:miter lim="800000"/>
              <a:headEnd/>
              <a:tailEnd/>
            </a:ln>
          </p:spPr>
          <p:txBody>
            <a:bodyPr/>
            <a:lstStyle/>
            <a:p>
              <a:pPr>
                <a:defRPr/>
              </a:pPr>
              <a:r>
                <a:rPr lang="en-US" sz="1600" dirty="0"/>
                <a:t>10</a:t>
              </a:r>
            </a:p>
          </p:txBody>
        </p:sp>
        <p:sp>
          <p:nvSpPr>
            <p:cNvPr id="36878" name="Text Box 16">
              <a:extLst>
                <a:ext uri="{FF2B5EF4-FFF2-40B4-BE49-F238E27FC236}">
                  <a16:creationId xmlns:a16="http://schemas.microsoft.com/office/drawing/2014/main" id="{A562FA09-35ED-43BB-9F64-9936FB11D779}"/>
                </a:ext>
              </a:extLst>
            </p:cNvPr>
            <p:cNvSpPr txBox="1">
              <a:spLocks noChangeArrowheads="1"/>
            </p:cNvSpPr>
            <p:nvPr/>
          </p:nvSpPr>
          <p:spPr bwMode="auto">
            <a:xfrm>
              <a:off x="331525" y="4987669"/>
              <a:ext cx="495379" cy="500113"/>
            </a:xfrm>
            <a:prstGeom prst="rect">
              <a:avLst/>
            </a:prstGeom>
            <a:noFill/>
            <a:ln w="9525">
              <a:noFill/>
              <a:miter lim="800000"/>
              <a:headEnd/>
              <a:tailEnd/>
            </a:ln>
          </p:spPr>
          <p:txBody>
            <a:bodyPr/>
            <a:lstStyle/>
            <a:p>
              <a:pPr>
                <a:defRPr/>
              </a:pPr>
              <a:r>
                <a:rPr lang="en-US" sz="1600" dirty="0"/>
                <a:t>11</a:t>
              </a:r>
            </a:p>
          </p:txBody>
        </p:sp>
        <p:sp>
          <p:nvSpPr>
            <p:cNvPr id="36879" name="Text Box 17">
              <a:extLst>
                <a:ext uri="{FF2B5EF4-FFF2-40B4-BE49-F238E27FC236}">
                  <a16:creationId xmlns:a16="http://schemas.microsoft.com/office/drawing/2014/main" id="{F64E891D-2442-43E9-93CB-DDBB35DEBCE9}"/>
                </a:ext>
              </a:extLst>
            </p:cNvPr>
            <p:cNvSpPr txBox="1">
              <a:spLocks noChangeArrowheads="1"/>
            </p:cNvSpPr>
            <p:nvPr/>
          </p:nvSpPr>
          <p:spPr bwMode="auto">
            <a:xfrm>
              <a:off x="1123814" y="1931426"/>
              <a:ext cx="647804" cy="503287"/>
            </a:xfrm>
            <a:prstGeom prst="rect">
              <a:avLst/>
            </a:prstGeom>
            <a:noFill/>
            <a:ln w="9525">
              <a:noFill/>
              <a:miter lim="800000"/>
              <a:headEnd/>
              <a:tailEnd/>
            </a:ln>
          </p:spPr>
          <p:txBody>
            <a:bodyPr/>
            <a:lstStyle/>
            <a:p>
              <a:pPr>
                <a:defRPr/>
              </a:pPr>
              <a:r>
                <a:rPr lang="en-US" sz="1600" dirty="0"/>
                <a:t>01</a:t>
              </a:r>
            </a:p>
          </p:txBody>
        </p:sp>
        <p:sp>
          <p:nvSpPr>
            <p:cNvPr id="36880" name="Text Box 18">
              <a:extLst>
                <a:ext uri="{FF2B5EF4-FFF2-40B4-BE49-F238E27FC236}">
                  <a16:creationId xmlns:a16="http://schemas.microsoft.com/office/drawing/2014/main" id="{CDB5AF2B-B87B-48C6-80F2-919725851320}"/>
                </a:ext>
              </a:extLst>
            </p:cNvPr>
            <p:cNvSpPr txBox="1">
              <a:spLocks noChangeArrowheads="1"/>
            </p:cNvSpPr>
            <p:nvPr/>
          </p:nvSpPr>
          <p:spPr bwMode="auto">
            <a:xfrm>
              <a:off x="2003429" y="3241244"/>
              <a:ext cx="446159" cy="322295"/>
            </a:xfrm>
            <a:prstGeom prst="rect">
              <a:avLst/>
            </a:prstGeom>
            <a:noFill/>
            <a:ln w="9525">
              <a:noFill/>
              <a:miter lim="800000"/>
              <a:headEnd/>
              <a:tailEnd/>
            </a:ln>
          </p:spPr>
          <p:txBody>
            <a:bodyPr/>
            <a:lstStyle/>
            <a:p>
              <a:pPr>
                <a:defRPr/>
              </a:pPr>
              <a:r>
                <a:rPr lang="en-US" sz="1600" dirty="0"/>
                <a:t>01</a:t>
              </a:r>
            </a:p>
          </p:txBody>
        </p:sp>
        <p:sp>
          <p:nvSpPr>
            <p:cNvPr id="36881" name="Oval 19">
              <a:extLst>
                <a:ext uri="{FF2B5EF4-FFF2-40B4-BE49-F238E27FC236}">
                  <a16:creationId xmlns:a16="http://schemas.microsoft.com/office/drawing/2014/main" id="{B9A0BEC5-502B-4DE5-967C-67F8890DCDF9}"/>
                </a:ext>
              </a:extLst>
            </p:cNvPr>
            <p:cNvSpPr>
              <a:spLocks noChangeArrowheads="1"/>
            </p:cNvSpPr>
            <p:nvPr/>
          </p:nvSpPr>
          <p:spPr bwMode="auto">
            <a:xfrm>
              <a:off x="2438474" y="3682613"/>
              <a:ext cx="787526" cy="787479"/>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36882" name="Text Box 20">
              <a:extLst>
                <a:ext uri="{FF2B5EF4-FFF2-40B4-BE49-F238E27FC236}">
                  <a16:creationId xmlns:a16="http://schemas.microsoft.com/office/drawing/2014/main" id="{82F695A0-980C-4FB9-AEF2-267E23136C24}"/>
                </a:ext>
              </a:extLst>
            </p:cNvPr>
            <p:cNvSpPr txBox="1">
              <a:spLocks noChangeArrowheads="1"/>
            </p:cNvSpPr>
            <p:nvPr/>
          </p:nvSpPr>
          <p:spPr bwMode="auto">
            <a:xfrm>
              <a:off x="2114572" y="5025773"/>
              <a:ext cx="533485" cy="538217"/>
            </a:xfrm>
            <a:prstGeom prst="rect">
              <a:avLst/>
            </a:prstGeom>
            <a:noFill/>
            <a:ln w="9525">
              <a:noFill/>
              <a:miter lim="800000"/>
              <a:headEnd/>
              <a:tailEnd/>
            </a:ln>
          </p:spPr>
          <p:txBody>
            <a:bodyPr/>
            <a:lstStyle/>
            <a:p>
              <a:pPr>
                <a:defRPr/>
              </a:pPr>
              <a:r>
                <a:rPr lang="en-US" sz="1600" dirty="0"/>
                <a:t>10</a:t>
              </a:r>
            </a:p>
          </p:txBody>
        </p:sp>
        <p:sp>
          <p:nvSpPr>
            <p:cNvPr id="36883" name="Text Box 21">
              <a:extLst>
                <a:ext uri="{FF2B5EF4-FFF2-40B4-BE49-F238E27FC236}">
                  <a16:creationId xmlns:a16="http://schemas.microsoft.com/office/drawing/2014/main" id="{2F63E3D3-C208-47BD-AF52-161E6D3D72AD}"/>
                </a:ext>
              </a:extLst>
            </p:cNvPr>
            <p:cNvSpPr txBox="1">
              <a:spLocks noChangeArrowheads="1"/>
            </p:cNvSpPr>
            <p:nvPr/>
          </p:nvSpPr>
          <p:spPr bwMode="auto">
            <a:xfrm>
              <a:off x="2624242" y="2958641"/>
              <a:ext cx="647804" cy="504876"/>
            </a:xfrm>
            <a:prstGeom prst="rect">
              <a:avLst/>
            </a:prstGeom>
            <a:noFill/>
            <a:ln w="9525">
              <a:noFill/>
              <a:miter lim="800000"/>
              <a:headEnd/>
              <a:tailEnd/>
            </a:ln>
          </p:spPr>
          <p:txBody>
            <a:bodyPr/>
            <a:lstStyle/>
            <a:p>
              <a:pPr>
                <a:defRPr/>
              </a:pPr>
              <a:r>
                <a:rPr lang="en-US" sz="1600" dirty="0"/>
                <a:t>00</a:t>
              </a:r>
            </a:p>
          </p:txBody>
        </p:sp>
        <p:sp>
          <p:nvSpPr>
            <p:cNvPr id="36884" name="Oval 22">
              <a:extLst>
                <a:ext uri="{FF2B5EF4-FFF2-40B4-BE49-F238E27FC236}">
                  <a16:creationId xmlns:a16="http://schemas.microsoft.com/office/drawing/2014/main" id="{ACD19D64-84BE-46EA-A5A6-6FDA08C24DD5}"/>
                </a:ext>
              </a:extLst>
            </p:cNvPr>
            <p:cNvSpPr>
              <a:spLocks noChangeArrowheads="1"/>
            </p:cNvSpPr>
            <p:nvPr/>
          </p:nvSpPr>
          <p:spPr bwMode="auto">
            <a:xfrm>
              <a:off x="3969069" y="2612531"/>
              <a:ext cx="787526" cy="785892"/>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36885" name="Oval 23">
              <a:extLst>
                <a:ext uri="{FF2B5EF4-FFF2-40B4-BE49-F238E27FC236}">
                  <a16:creationId xmlns:a16="http://schemas.microsoft.com/office/drawing/2014/main" id="{E992FB6C-063B-4227-90C7-4237BAD57957}"/>
                </a:ext>
              </a:extLst>
            </p:cNvPr>
            <p:cNvSpPr>
              <a:spLocks noChangeArrowheads="1"/>
            </p:cNvSpPr>
            <p:nvPr/>
          </p:nvSpPr>
          <p:spPr bwMode="auto">
            <a:xfrm>
              <a:off x="3892856" y="4436752"/>
              <a:ext cx="787526" cy="787479"/>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36886" name="Line 24">
              <a:extLst>
                <a:ext uri="{FF2B5EF4-FFF2-40B4-BE49-F238E27FC236}">
                  <a16:creationId xmlns:a16="http://schemas.microsoft.com/office/drawing/2014/main" id="{62DA7676-ACE4-4E5D-802E-BFEE93E13F02}"/>
                </a:ext>
              </a:extLst>
            </p:cNvPr>
            <p:cNvSpPr>
              <a:spLocks noChangeShapeType="1"/>
            </p:cNvSpPr>
            <p:nvPr/>
          </p:nvSpPr>
          <p:spPr bwMode="auto">
            <a:xfrm flipH="1" flipV="1">
              <a:off x="3178367" y="4200190"/>
              <a:ext cx="743069" cy="500113"/>
            </a:xfrm>
            <a:prstGeom prst="line">
              <a:avLst/>
            </a:prstGeom>
            <a:noFill/>
            <a:ln w="25400">
              <a:solidFill>
                <a:schemeClr val="tx1"/>
              </a:solidFill>
              <a:round/>
              <a:headEnd/>
              <a:tailEnd type="triangle" w="lg" len="lg"/>
            </a:ln>
          </p:spPr>
          <p:txBody>
            <a:bodyPr/>
            <a:lstStyle/>
            <a:p>
              <a:pPr eaLnBrk="1" hangingPunct="1">
                <a:defRPr/>
              </a:pPr>
              <a:endParaRPr lang="en-US" sz="1400" dirty="0"/>
            </a:p>
          </p:txBody>
        </p:sp>
        <p:sp>
          <p:nvSpPr>
            <p:cNvPr id="36887" name="Line 25">
              <a:extLst>
                <a:ext uri="{FF2B5EF4-FFF2-40B4-BE49-F238E27FC236}">
                  <a16:creationId xmlns:a16="http://schemas.microsoft.com/office/drawing/2014/main" id="{7D345BB4-C980-4BF4-8F9C-68F2D1833D90}"/>
                </a:ext>
              </a:extLst>
            </p:cNvPr>
            <p:cNvSpPr>
              <a:spLocks noChangeShapeType="1"/>
            </p:cNvSpPr>
            <p:nvPr/>
          </p:nvSpPr>
          <p:spPr bwMode="auto">
            <a:xfrm>
              <a:off x="4324725" y="3379371"/>
              <a:ext cx="0" cy="1076433"/>
            </a:xfrm>
            <a:prstGeom prst="line">
              <a:avLst/>
            </a:prstGeom>
            <a:noFill/>
            <a:ln w="25400">
              <a:solidFill>
                <a:schemeClr val="tx1"/>
              </a:solidFill>
              <a:round/>
              <a:headEnd/>
              <a:tailEnd type="triangle" w="lg" len="lg"/>
            </a:ln>
          </p:spPr>
          <p:txBody>
            <a:bodyPr/>
            <a:lstStyle/>
            <a:p>
              <a:pPr eaLnBrk="1" hangingPunct="1">
                <a:defRPr/>
              </a:pPr>
              <a:endParaRPr lang="en-US" sz="1400" dirty="0"/>
            </a:p>
          </p:txBody>
        </p:sp>
        <p:sp>
          <p:nvSpPr>
            <p:cNvPr id="36888" name="Text Box 26">
              <a:extLst>
                <a:ext uri="{FF2B5EF4-FFF2-40B4-BE49-F238E27FC236}">
                  <a16:creationId xmlns:a16="http://schemas.microsoft.com/office/drawing/2014/main" id="{A3E28692-E93F-4BB0-8CF9-3842EA67A8D8}"/>
                </a:ext>
              </a:extLst>
            </p:cNvPr>
            <p:cNvSpPr txBox="1">
              <a:spLocks noChangeArrowheads="1"/>
            </p:cNvSpPr>
            <p:nvPr/>
          </p:nvSpPr>
          <p:spPr bwMode="auto">
            <a:xfrm>
              <a:off x="5032864" y="4981319"/>
              <a:ext cx="495379" cy="498525"/>
            </a:xfrm>
            <a:prstGeom prst="rect">
              <a:avLst/>
            </a:prstGeom>
            <a:noFill/>
            <a:ln w="9525">
              <a:noFill/>
              <a:miter lim="800000"/>
              <a:headEnd/>
              <a:tailEnd/>
            </a:ln>
          </p:spPr>
          <p:txBody>
            <a:bodyPr/>
            <a:lstStyle/>
            <a:p>
              <a:pPr>
                <a:defRPr/>
              </a:pPr>
              <a:r>
                <a:rPr lang="en-US" sz="1600" dirty="0"/>
                <a:t>11</a:t>
              </a:r>
            </a:p>
          </p:txBody>
        </p:sp>
        <p:sp>
          <p:nvSpPr>
            <p:cNvPr id="36889" name="Text Box 27">
              <a:extLst>
                <a:ext uri="{FF2B5EF4-FFF2-40B4-BE49-F238E27FC236}">
                  <a16:creationId xmlns:a16="http://schemas.microsoft.com/office/drawing/2014/main" id="{D23CFF1F-02E8-4127-8ACC-D8AE537EB211}"/>
                </a:ext>
              </a:extLst>
            </p:cNvPr>
            <p:cNvSpPr txBox="1">
              <a:spLocks noChangeArrowheads="1"/>
            </p:cNvSpPr>
            <p:nvPr/>
          </p:nvSpPr>
          <p:spPr bwMode="auto">
            <a:xfrm>
              <a:off x="3237115" y="4986082"/>
              <a:ext cx="447747" cy="322294"/>
            </a:xfrm>
            <a:prstGeom prst="rect">
              <a:avLst/>
            </a:prstGeom>
            <a:noFill/>
            <a:ln w="9525">
              <a:noFill/>
              <a:miter lim="800000"/>
              <a:headEnd/>
              <a:tailEnd/>
            </a:ln>
          </p:spPr>
          <p:txBody>
            <a:bodyPr/>
            <a:lstStyle/>
            <a:p>
              <a:pPr>
                <a:defRPr/>
              </a:pPr>
              <a:r>
                <a:rPr lang="en-US" sz="1600" dirty="0"/>
                <a:t>01</a:t>
              </a:r>
            </a:p>
          </p:txBody>
        </p:sp>
        <p:sp>
          <p:nvSpPr>
            <p:cNvPr id="36890" name="Text Box 28">
              <a:extLst>
                <a:ext uri="{FF2B5EF4-FFF2-40B4-BE49-F238E27FC236}">
                  <a16:creationId xmlns:a16="http://schemas.microsoft.com/office/drawing/2014/main" id="{5D0CC41E-BE48-42C4-846D-E3677F4BD521}"/>
                </a:ext>
              </a:extLst>
            </p:cNvPr>
            <p:cNvSpPr txBox="1">
              <a:spLocks noChangeArrowheads="1"/>
            </p:cNvSpPr>
            <p:nvPr/>
          </p:nvSpPr>
          <p:spPr bwMode="auto">
            <a:xfrm>
              <a:off x="4291383" y="3668325"/>
              <a:ext cx="495379" cy="498525"/>
            </a:xfrm>
            <a:prstGeom prst="rect">
              <a:avLst/>
            </a:prstGeom>
            <a:noFill/>
            <a:ln w="9525">
              <a:noFill/>
              <a:miter lim="800000"/>
              <a:headEnd/>
              <a:tailEnd/>
            </a:ln>
          </p:spPr>
          <p:txBody>
            <a:bodyPr/>
            <a:lstStyle/>
            <a:p>
              <a:pPr>
                <a:defRPr/>
              </a:pPr>
              <a:r>
                <a:rPr lang="en-US" sz="1600" dirty="0"/>
                <a:t>11</a:t>
              </a:r>
            </a:p>
          </p:txBody>
        </p:sp>
        <p:sp>
          <p:nvSpPr>
            <p:cNvPr id="36891" name="Text Box 29">
              <a:extLst>
                <a:ext uri="{FF2B5EF4-FFF2-40B4-BE49-F238E27FC236}">
                  <a16:creationId xmlns:a16="http://schemas.microsoft.com/office/drawing/2014/main" id="{1BAE3E46-9BF6-4F5A-8FC7-DD10B00B890E}"/>
                </a:ext>
              </a:extLst>
            </p:cNvPr>
            <p:cNvSpPr txBox="1">
              <a:spLocks noChangeArrowheads="1"/>
            </p:cNvSpPr>
            <p:nvPr/>
          </p:nvSpPr>
          <p:spPr bwMode="auto">
            <a:xfrm>
              <a:off x="1781144" y="4195428"/>
              <a:ext cx="566829" cy="374688"/>
            </a:xfrm>
            <a:prstGeom prst="rect">
              <a:avLst/>
            </a:prstGeom>
            <a:noFill/>
            <a:ln w="9525">
              <a:noFill/>
              <a:miter lim="800000"/>
              <a:headEnd/>
              <a:tailEnd/>
            </a:ln>
          </p:spPr>
          <p:txBody>
            <a:bodyPr/>
            <a:lstStyle/>
            <a:p>
              <a:pPr>
                <a:defRPr/>
              </a:pPr>
              <a:r>
                <a:rPr lang="en-US" sz="1600" dirty="0"/>
                <a:t>00</a:t>
              </a:r>
            </a:p>
          </p:txBody>
        </p:sp>
        <p:sp>
          <p:nvSpPr>
            <p:cNvPr id="36892" name="Text Box 30">
              <a:extLst>
                <a:ext uri="{FF2B5EF4-FFF2-40B4-BE49-F238E27FC236}">
                  <a16:creationId xmlns:a16="http://schemas.microsoft.com/office/drawing/2014/main" id="{E83974F0-E7C5-4420-AA5E-C893BA7CFB58}"/>
                </a:ext>
              </a:extLst>
            </p:cNvPr>
            <p:cNvSpPr txBox="1">
              <a:spLocks noChangeArrowheads="1"/>
            </p:cNvSpPr>
            <p:nvPr/>
          </p:nvSpPr>
          <p:spPr bwMode="auto">
            <a:xfrm>
              <a:off x="3473689" y="4162087"/>
              <a:ext cx="566829" cy="373100"/>
            </a:xfrm>
            <a:prstGeom prst="rect">
              <a:avLst/>
            </a:prstGeom>
            <a:noFill/>
            <a:ln w="9525">
              <a:noFill/>
              <a:miter lim="800000"/>
              <a:headEnd/>
              <a:tailEnd/>
            </a:ln>
          </p:spPr>
          <p:txBody>
            <a:bodyPr/>
            <a:lstStyle/>
            <a:p>
              <a:pPr>
                <a:defRPr/>
              </a:pPr>
              <a:r>
                <a:rPr lang="en-US" sz="1600" dirty="0"/>
                <a:t>00</a:t>
              </a:r>
            </a:p>
          </p:txBody>
        </p:sp>
        <p:sp>
          <p:nvSpPr>
            <p:cNvPr id="36893" name="Text Box 31">
              <a:extLst>
                <a:ext uri="{FF2B5EF4-FFF2-40B4-BE49-F238E27FC236}">
                  <a16:creationId xmlns:a16="http://schemas.microsoft.com/office/drawing/2014/main" id="{E09E2B7F-9324-465C-83E4-D4B8E2C27C58}"/>
                </a:ext>
              </a:extLst>
            </p:cNvPr>
            <p:cNvSpPr txBox="1">
              <a:spLocks noChangeArrowheads="1"/>
            </p:cNvSpPr>
            <p:nvPr/>
          </p:nvSpPr>
          <p:spPr bwMode="auto">
            <a:xfrm>
              <a:off x="5012223" y="2622057"/>
              <a:ext cx="566828" cy="382626"/>
            </a:xfrm>
            <a:prstGeom prst="rect">
              <a:avLst/>
            </a:prstGeom>
            <a:noFill/>
            <a:ln w="9525">
              <a:noFill/>
              <a:miter lim="800000"/>
              <a:headEnd/>
              <a:tailEnd/>
            </a:ln>
          </p:spPr>
          <p:txBody>
            <a:bodyPr/>
            <a:lstStyle/>
            <a:p>
              <a:pPr>
                <a:defRPr/>
              </a:pPr>
              <a:r>
                <a:rPr lang="en-US" sz="1600" dirty="0"/>
                <a:t>00</a:t>
              </a:r>
            </a:p>
          </p:txBody>
        </p:sp>
        <p:sp>
          <p:nvSpPr>
            <p:cNvPr id="36894" name="Text Box 32">
              <a:extLst>
                <a:ext uri="{FF2B5EF4-FFF2-40B4-BE49-F238E27FC236}">
                  <a16:creationId xmlns:a16="http://schemas.microsoft.com/office/drawing/2014/main" id="{7653D026-2A57-4F59-8AC9-9365D85F2FB7}"/>
                </a:ext>
              </a:extLst>
            </p:cNvPr>
            <p:cNvSpPr txBox="1">
              <a:spLocks noChangeArrowheads="1"/>
            </p:cNvSpPr>
            <p:nvPr/>
          </p:nvSpPr>
          <p:spPr bwMode="auto">
            <a:xfrm>
              <a:off x="3484804" y="3255534"/>
              <a:ext cx="533485" cy="538216"/>
            </a:xfrm>
            <a:prstGeom prst="rect">
              <a:avLst/>
            </a:prstGeom>
            <a:noFill/>
            <a:ln w="9525">
              <a:noFill/>
              <a:miter lim="800000"/>
              <a:headEnd/>
              <a:tailEnd/>
            </a:ln>
          </p:spPr>
          <p:txBody>
            <a:bodyPr/>
            <a:lstStyle/>
            <a:p>
              <a:pPr>
                <a:defRPr/>
              </a:pPr>
              <a:r>
                <a:rPr lang="en-US" sz="1600" dirty="0"/>
                <a:t>10</a:t>
              </a:r>
            </a:p>
          </p:txBody>
        </p:sp>
        <p:sp>
          <p:nvSpPr>
            <p:cNvPr id="36895" name="Arc 41">
              <a:extLst>
                <a:ext uri="{FF2B5EF4-FFF2-40B4-BE49-F238E27FC236}">
                  <a16:creationId xmlns:a16="http://schemas.microsoft.com/office/drawing/2014/main" id="{5ED02FC4-3520-4DF7-8505-D4250352205D}"/>
                </a:ext>
              </a:extLst>
            </p:cNvPr>
            <p:cNvSpPr>
              <a:spLocks/>
            </p:cNvSpPr>
            <p:nvPr/>
          </p:nvSpPr>
          <p:spPr bwMode="auto">
            <a:xfrm rot="21537389" flipV="1">
              <a:off x="1001557" y="2258484"/>
              <a:ext cx="614460" cy="449307"/>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896" name="Arc 42">
              <a:extLst>
                <a:ext uri="{FF2B5EF4-FFF2-40B4-BE49-F238E27FC236}">
                  <a16:creationId xmlns:a16="http://schemas.microsoft.com/office/drawing/2014/main" id="{A2368F1D-441A-4E81-BA67-058446565C97}"/>
                </a:ext>
              </a:extLst>
            </p:cNvPr>
            <p:cNvSpPr>
              <a:spLocks/>
            </p:cNvSpPr>
            <p:nvPr/>
          </p:nvSpPr>
          <p:spPr bwMode="auto">
            <a:xfrm rot="21537389" flipV="1">
              <a:off x="2538503" y="3307926"/>
              <a:ext cx="614460" cy="446133"/>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897" name="Arc 43">
              <a:extLst>
                <a:ext uri="{FF2B5EF4-FFF2-40B4-BE49-F238E27FC236}">
                  <a16:creationId xmlns:a16="http://schemas.microsoft.com/office/drawing/2014/main" id="{E0C52858-166A-47F3-9DB9-B83E131869EA}"/>
                </a:ext>
              </a:extLst>
            </p:cNvPr>
            <p:cNvSpPr>
              <a:spLocks/>
            </p:cNvSpPr>
            <p:nvPr/>
          </p:nvSpPr>
          <p:spPr bwMode="auto">
            <a:xfrm rot="21537389" flipV="1">
              <a:off x="4075449" y="2245783"/>
              <a:ext cx="614460" cy="449307"/>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898" name="Arc 44">
              <a:extLst>
                <a:ext uri="{FF2B5EF4-FFF2-40B4-BE49-F238E27FC236}">
                  <a16:creationId xmlns:a16="http://schemas.microsoft.com/office/drawing/2014/main" id="{A1738785-16AE-4815-A7EA-9F76CD19119E}"/>
                </a:ext>
              </a:extLst>
            </p:cNvPr>
            <p:cNvSpPr>
              <a:spLocks/>
            </p:cNvSpPr>
            <p:nvPr/>
          </p:nvSpPr>
          <p:spPr bwMode="auto">
            <a:xfrm rot="5557787" flipV="1">
              <a:off x="4572434" y="2912584"/>
              <a:ext cx="625538" cy="514432"/>
            </a:xfrm>
            <a:custGeom>
              <a:avLst/>
              <a:gdLst>
                <a:gd name="T0" fmla="*/ 0 w 43200"/>
                <a:gd name="T1" fmla="*/ 0 h 41180"/>
                <a:gd name="T2" fmla="*/ 0 w 43200"/>
                <a:gd name="T3" fmla="*/ 0 h 41180"/>
                <a:gd name="T4" fmla="*/ 0 w 43200"/>
                <a:gd name="T5" fmla="*/ 0 h 41180"/>
                <a:gd name="T6" fmla="*/ 0 60000 65536"/>
                <a:gd name="T7" fmla="*/ 0 60000 65536"/>
                <a:gd name="T8" fmla="*/ 0 60000 65536"/>
                <a:gd name="T9" fmla="*/ 0 w 43200"/>
                <a:gd name="T10" fmla="*/ 0 h 41180"/>
                <a:gd name="T11" fmla="*/ 43200 w 43200"/>
                <a:gd name="T12" fmla="*/ 41180 h 41180"/>
              </a:gdLst>
              <a:ahLst/>
              <a:cxnLst>
                <a:cxn ang="T6">
                  <a:pos x="T0" y="T1"/>
                </a:cxn>
                <a:cxn ang="T7">
                  <a:pos x="T2" y="T3"/>
                </a:cxn>
                <a:cxn ang="T8">
                  <a:pos x="T4" y="T5"/>
                </a:cxn>
              </a:cxnLst>
              <a:rect l="T9" t="T10" r="T11" b="T12"/>
              <a:pathLst>
                <a:path w="43200" h="41180" fill="none"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path>
                <a:path w="43200" h="41180" stroke="0"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lnTo>
                    <a:pt x="21600" y="195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899" name="Arc 45">
              <a:extLst>
                <a:ext uri="{FF2B5EF4-FFF2-40B4-BE49-F238E27FC236}">
                  <a16:creationId xmlns:a16="http://schemas.microsoft.com/office/drawing/2014/main" id="{645AC15F-906E-4C86-B2B5-185D143C2AA3}"/>
                </a:ext>
              </a:extLst>
            </p:cNvPr>
            <p:cNvSpPr>
              <a:spLocks/>
            </p:cNvSpPr>
            <p:nvPr/>
          </p:nvSpPr>
          <p:spPr bwMode="auto">
            <a:xfrm rot="5557787" flipV="1">
              <a:off x="4526388" y="4752681"/>
              <a:ext cx="619187" cy="514432"/>
            </a:xfrm>
            <a:custGeom>
              <a:avLst/>
              <a:gdLst>
                <a:gd name="T0" fmla="*/ 0 w 43200"/>
                <a:gd name="T1" fmla="*/ 0 h 41180"/>
                <a:gd name="T2" fmla="*/ 0 w 43200"/>
                <a:gd name="T3" fmla="*/ 0 h 41180"/>
                <a:gd name="T4" fmla="*/ 0 w 43200"/>
                <a:gd name="T5" fmla="*/ 0 h 41180"/>
                <a:gd name="T6" fmla="*/ 0 60000 65536"/>
                <a:gd name="T7" fmla="*/ 0 60000 65536"/>
                <a:gd name="T8" fmla="*/ 0 60000 65536"/>
                <a:gd name="T9" fmla="*/ 0 w 43200"/>
                <a:gd name="T10" fmla="*/ 0 h 41180"/>
                <a:gd name="T11" fmla="*/ 43200 w 43200"/>
                <a:gd name="T12" fmla="*/ 41180 h 41180"/>
              </a:gdLst>
              <a:ahLst/>
              <a:cxnLst>
                <a:cxn ang="T6">
                  <a:pos x="T0" y="T1"/>
                </a:cxn>
                <a:cxn ang="T7">
                  <a:pos x="T2" y="T3"/>
                </a:cxn>
                <a:cxn ang="T8">
                  <a:pos x="T4" y="T5"/>
                </a:cxn>
              </a:cxnLst>
              <a:rect l="T9" t="T10" r="T11" b="T12"/>
              <a:pathLst>
                <a:path w="43200" h="41180" fill="none"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path>
                <a:path w="43200" h="41180" stroke="0"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lnTo>
                    <a:pt x="21600" y="195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900" name="Arc 46">
              <a:extLst>
                <a:ext uri="{FF2B5EF4-FFF2-40B4-BE49-F238E27FC236}">
                  <a16:creationId xmlns:a16="http://schemas.microsoft.com/office/drawing/2014/main" id="{D14F3195-E12F-42EB-8D39-7681A588D2E1}"/>
                </a:ext>
              </a:extLst>
            </p:cNvPr>
            <p:cNvSpPr>
              <a:spLocks/>
            </p:cNvSpPr>
            <p:nvPr/>
          </p:nvSpPr>
          <p:spPr bwMode="auto">
            <a:xfrm rot="13402608" flipV="1">
              <a:off x="3567367" y="4938452"/>
              <a:ext cx="614460" cy="458833"/>
            </a:xfrm>
            <a:custGeom>
              <a:avLst/>
              <a:gdLst>
                <a:gd name="T0" fmla="*/ 0 w 43200"/>
                <a:gd name="T1" fmla="*/ 0 h 36482"/>
                <a:gd name="T2" fmla="*/ 0 w 43200"/>
                <a:gd name="T3" fmla="*/ 0 h 36482"/>
                <a:gd name="T4" fmla="*/ 0 w 43200"/>
                <a:gd name="T5" fmla="*/ 0 h 36482"/>
                <a:gd name="T6" fmla="*/ 0 60000 65536"/>
                <a:gd name="T7" fmla="*/ 0 60000 65536"/>
                <a:gd name="T8" fmla="*/ 0 60000 65536"/>
                <a:gd name="T9" fmla="*/ 0 w 43200"/>
                <a:gd name="T10" fmla="*/ 0 h 36482"/>
                <a:gd name="T11" fmla="*/ 43200 w 43200"/>
                <a:gd name="T12" fmla="*/ 36482 h 36482"/>
              </a:gdLst>
              <a:ahLst/>
              <a:cxnLst>
                <a:cxn ang="T6">
                  <a:pos x="T0" y="T1"/>
                </a:cxn>
                <a:cxn ang="T7">
                  <a:pos x="T2" y="T3"/>
                </a:cxn>
                <a:cxn ang="T8">
                  <a:pos x="T4" y="T5"/>
                </a:cxn>
              </a:cxnLst>
              <a:rect l="T9" t="T10" r="T11" b="T12"/>
              <a:pathLst>
                <a:path w="43200" h="36482" fill="none" extrusionOk="0">
                  <a:moveTo>
                    <a:pt x="37255" y="0"/>
                  </a:moveTo>
                  <a:cubicBezTo>
                    <a:pt x="41071" y="4015"/>
                    <a:pt x="43200" y="9342"/>
                    <a:pt x="43200" y="14882"/>
                  </a:cubicBezTo>
                  <a:cubicBezTo>
                    <a:pt x="43200" y="26811"/>
                    <a:pt x="33529" y="36482"/>
                    <a:pt x="21600" y="36482"/>
                  </a:cubicBezTo>
                  <a:cubicBezTo>
                    <a:pt x="9670" y="36482"/>
                    <a:pt x="0" y="26811"/>
                    <a:pt x="0" y="14882"/>
                  </a:cubicBezTo>
                  <a:cubicBezTo>
                    <a:pt x="-1" y="10558"/>
                    <a:pt x="1297" y="6334"/>
                    <a:pt x="3724" y="2757"/>
                  </a:cubicBezTo>
                </a:path>
                <a:path w="43200" h="36482" stroke="0" extrusionOk="0">
                  <a:moveTo>
                    <a:pt x="37255" y="0"/>
                  </a:moveTo>
                  <a:cubicBezTo>
                    <a:pt x="41071" y="4015"/>
                    <a:pt x="43200" y="9342"/>
                    <a:pt x="43200" y="14882"/>
                  </a:cubicBezTo>
                  <a:cubicBezTo>
                    <a:pt x="43200" y="26811"/>
                    <a:pt x="33529" y="36482"/>
                    <a:pt x="21600" y="36482"/>
                  </a:cubicBezTo>
                  <a:cubicBezTo>
                    <a:pt x="9670" y="36482"/>
                    <a:pt x="0" y="26811"/>
                    <a:pt x="0" y="14882"/>
                  </a:cubicBezTo>
                  <a:cubicBezTo>
                    <a:pt x="-1" y="10558"/>
                    <a:pt x="1297" y="6334"/>
                    <a:pt x="3724" y="2757"/>
                  </a:cubicBezTo>
                  <a:lnTo>
                    <a:pt x="21600" y="14882"/>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901" name="Arc 51">
              <a:extLst>
                <a:ext uri="{FF2B5EF4-FFF2-40B4-BE49-F238E27FC236}">
                  <a16:creationId xmlns:a16="http://schemas.microsoft.com/office/drawing/2014/main" id="{BCEE359C-BB74-4E63-9149-6C1450F9C4D1}"/>
                </a:ext>
              </a:extLst>
            </p:cNvPr>
            <p:cNvSpPr>
              <a:spLocks/>
            </p:cNvSpPr>
            <p:nvPr/>
          </p:nvSpPr>
          <p:spPr bwMode="auto">
            <a:xfrm rot="6014165" flipV="1">
              <a:off x="1597777" y="4837620"/>
              <a:ext cx="625538" cy="525547"/>
            </a:xfrm>
            <a:custGeom>
              <a:avLst/>
              <a:gdLst>
                <a:gd name="T0" fmla="*/ 0 w 43200"/>
                <a:gd name="T1" fmla="*/ 0 h 42007"/>
                <a:gd name="T2" fmla="*/ 0 w 43200"/>
                <a:gd name="T3" fmla="*/ 0 h 42007"/>
                <a:gd name="T4" fmla="*/ 0 w 43200"/>
                <a:gd name="T5" fmla="*/ 0 h 42007"/>
                <a:gd name="T6" fmla="*/ 0 60000 65536"/>
                <a:gd name="T7" fmla="*/ 0 60000 65536"/>
                <a:gd name="T8" fmla="*/ 0 60000 65536"/>
                <a:gd name="T9" fmla="*/ 0 w 43200"/>
                <a:gd name="T10" fmla="*/ 0 h 42007"/>
                <a:gd name="T11" fmla="*/ 43200 w 43200"/>
                <a:gd name="T12" fmla="*/ 42007 h 42007"/>
              </a:gdLst>
              <a:ahLst/>
              <a:cxnLst>
                <a:cxn ang="T6">
                  <a:pos x="T0" y="T1"/>
                </a:cxn>
                <a:cxn ang="T7">
                  <a:pos x="T2" y="T3"/>
                </a:cxn>
                <a:cxn ang="T8">
                  <a:pos x="T4" y="T5"/>
                </a:cxn>
              </a:cxnLst>
              <a:rect l="T9" t="T10" r="T11" b="T12"/>
              <a:pathLst>
                <a:path w="43200" h="42007" fill="none" extrusionOk="0">
                  <a:moveTo>
                    <a:pt x="28679" y="0"/>
                  </a:moveTo>
                  <a:cubicBezTo>
                    <a:pt x="37372" y="3015"/>
                    <a:pt x="43200" y="11206"/>
                    <a:pt x="43200" y="20407"/>
                  </a:cubicBezTo>
                  <a:cubicBezTo>
                    <a:pt x="43200" y="32336"/>
                    <a:pt x="33529" y="42007"/>
                    <a:pt x="21600" y="42007"/>
                  </a:cubicBezTo>
                  <a:cubicBezTo>
                    <a:pt x="9670" y="42007"/>
                    <a:pt x="0" y="32336"/>
                    <a:pt x="0" y="20407"/>
                  </a:cubicBezTo>
                  <a:cubicBezTo>
                    <a:pt x="-1" y="16083"/>
                    <a:pt x="1297" y="11859"/>
                    <a:pt x="3724" y="8282"/>
                  </a:cubicBezTo>
                </a:path>
                <a:path w="43200" h="42007" stroke="0" extrusionOk="0">
                  <a:moveTo>
                    <a:pt x="28679" y="0"/>
                  </a:moveTo>
                  <a:cubicBezTo>
                    <a:pt x="37372" y="3015"/>
                    <a:pt x="43200" y="11206"/>
                    <a:pt x="43200" y="20407"/>
                  </a:cubicBezTo>
                  <a:cubicBezTo>
                    <a:pt x="43200" y="32336"/>
                    <a:pt x="33529" y="42007"/>
                    <a:pt x="21600" y="42007"/>
                  </a:cubicBezTo>
                  <a:cubicBezTo>
                    <a:pt x="9670" y="42007"/>
                    <a:pt x="0" y="32336"/>
                    <a:pt x="0" y="20407"/>
                  </a:cubicBezTo>
                  <a:cubicBezTo>
                    <a:pt x="-1" y="16083"/>
                    <a:pt x="1297" y="11859"/>
                    <a:pt x="3724" y="8282"/>
                  </a:cubicBezTo>
                  <a:lnTo>
                    <a:pt x="21600" y="20407"/>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6902" name="Arc 52">
              <a:extLst>
                <a:ext uri="{FF2B5EF4-FFF2-40B4-BE49-F238E27FC236}">
                  <a16:creationId xmlns:a16="http://schemas.microsoft.com/office/drawing/2014/main" id="{949885BB-64D9-4916-98BF-DF8F19FC3D05}"/>
                </a:ext>
              </a:extLst>
            </p:cNvPr>
            <p:cNvSpPr>
              <a:spLocks/>
            </p:cNvSpPr>
            <p:nvPr/>
          </p:nvSpPr>
          <p:spPr bwMode="auto">
            <a:xfrm rot="13402608" flipV="1">
              <a:off x="679243" y="4920988"/>
              <a:ext cx="614461" cy="484237"/>
            </a:xfrm>
            <a:custGeom>
              <a:avLst/>
              <a:gdLst>
                <a:gd name="T0" fmla="*/ 0 w 43200"/>
                <a:gd name="T1" fmla="*/ 0 h 38454"/>
                <a:gd name="T2" fmla="*/ 0 w 43200"/>
                <a:gd name="T3" fmla="*/ 0 h 38454"/>
                <a:gd name="T4" fmla="*/ 0 w 43200"/>
                <a:gd name="T5" fmla="*/ 0 h 38454"/>
                <a:gd name="T6" fmla="*/ 0 60000 65536"/>
                <a:gd name="T7" fmla="*/ 0 60000 65536"/>
                <a:gd name="T8" fmla="*/ 0 60000 65536"/>
                <a:gd name="T9" fmla="*/ 0 w 43200"/>
                <a:gd name="T10" fmla="*/ 0 h 38454"/>
                <a:gd name="T11" fmla="*/ 43200 w 43200"/>
                <a:gd name="T12" fmla="*/ 38454 h 38454"/>
              </a:gdLst>
              <a:ahLst/>
              <a:cxnLst>
                <a:cxn ang="T6">
                  <a:pos x="T0" y="T1"/>
                </a:cxn>
                <a:cxn ang="T7">
                  <a:pos x="T2" y="T3"/>
                </a:cxn>
                <a:cxn ang="T8">
                  <a:pos x="T4" y="T5"/>
                </a:cxn>
              </a:cxnLst>
              <a:rect l="T9" t="T10" r="T11" b="T12"/>
              <a:pathLst>
                <a:path w="43200" h="38454" fill="none" extrusionOk="0">
                  <a:moveTo>
                    <a:pt x="35109" y="-1"/>
                  </a:moveTo>
                  <a:cubicBezTo>
                    <a:pt x="40223" y="4099"/>
                    <a:pt x="43200" y="10299"/>
                    <a:pt x="43200" y="16854"/>
                  </a:cubicBezTo>
                  <a:cubicBezTo>
                    <a:pt x="43200" y="28783"/>
                    <a:pt x="33529" y="38454"/>
                    <a:pt x="21600" y="38454"/>
                  </a:cubicBezTo>
                  <a:cubicBezTo>
                    <a:pt x="9670" y="38454"/>
                    <a:pt x="0" y="28783"/>
                    <a:pt x="0" y="16854"/>
                  </a:cubicBezTo>
                  <a:cubicBezTo>
                    <a:pt x="-1" y="12530"/>
                    <a:pt x="1297" y="8306"/>
                    <a:pt x="3724" y="4729"/>
                  </a:cubicBezTo>
                </a:path>
                <a:path w="43200" h="38454" stroke="0" extrusionOk="0">
                  <a:moveTo>
                    <a:pt x="35109" y="-1"/>
                  </a:moveTo>
                  <a:cubicBezTo>
                    <a:pt x="40223" y="4099"/>
                    <a:pt x="43200" y="10299"/>
                    <a:pt x="43200" y="16854"/>
                  </a:cubicBezTo>
                  <a:cubicBezTo>
                    <a:pt x="43200" y="28783"/>
                    <a:pt x="33529" y="38454"/>
                    <a:pt x="21600" y="38454"/>
                  </a:cubicBezTo>
                  <a:cubicBezTo>
                    <a:pt x="9670" y="38454"/>
                    <a:pt x="0" y="28783"/>
                    <a:pt x="0" y="16854"/>
                  </a:cubicBezTo>
                  <a:cubicBezTo>
                    <a:pt x="-1" y="12530"/>
                    <a:pt x="1297" y="8306"/>
                    <a:pt x="3724" y="4729"/>
                  </a:cubicBezTo>
                  <a:lnTo>
                    <a:pt x="21600" y="1685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38951" name="TextBox 40">
              <a:extLst>
                <a:ext uri="{FF2B5EF4-FFF2-40B4-BE49-F238E27FC236}">
                  <a16:creationId xmlns:a16="http://schemas.microsoft.com/office/drawing/2014/main" id="{132F6B8A-CE7B-21F7-CDF3-05DE2A4B176F}"/>
                </a:ext>
              </a:extLst>
            </p:cNvPr>
            <p:cNvSpPr txBox="1">
              <a:spLocks noChangeArrowheads="1"/>
            </p:cNvSpPr>
            <p:nvPr/>
          </p:nvSpPr>
          <p:spPr bwMode="auto">
            <a:xfrm>
              <a:off x="966850" y="279565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S1/1</a:t>
              </a:r>
              <a:endParaRPr lang="en-GB" altLang="en-US"/>
            </a:p>
          </p:txBody>
        </p:sp>
        <p:sp>
          <p:nvSpPr>
            <p:cNvPr id="38952" name="TextBox 41">
              <a:extLst>
                <a:ext uri="{FF2B5EF4-FFF2-40B4-BE49-F238E27FC236}">
                  <a16:creationId xmlns:a16="http://schemas.microsoft.com/office/drawing/2014/main" id="{EEB34C37-56F6-281F-2720-76449C28245A}"/>
                </a:ext>
              </a:extLst>
            </p:cNvPr>
            <p:cNvSpPr txBox="1">
              <a:spLocks noChangeArrowheads="1"/>
            </p:cNvSpPr>
            <p:nvPr/>
          </p:nvSpPr>
          <p:spPr bwMode="auto">
            <a:xfrm>
              <a:off x="2514600" y="38862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S0/0</a:t>
              </a:r>
              <a:endParaRPr lang="en-GB" altLang="en-US"/>
            </a:p>
          </p:txBody>
        </p:sp>
        <p:sp>
          <p:nvSpPr>
            <p:cNvPr id="38953" name="TextBox 42">
              <a:extLst>
                <a:ext uri="{FF2B5EF4-FFF2-40B4-BE49-F238E27FC236}">
                  <a16:creationId xmlns:a16="http://schemas.microsoft.com/office/drawing/2014/main" id="{B1DCEB3B-18BE-17C6-8F32-57A8280F8D91}"/>
                </a:ext>
              </a:extLst>
            </p:cNvPr>
            <p:cNvSpPr txBox="1">
              <a:spLocks noChangeArrowheads="1"/>
            </p:cNvSpPr>
            <p:nvPr/>
          </p:nvSpPr>
          <p:spPr bwMode="auto">
            <a:xfrm>
              <a:off x="4038600" y="2802575"/>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S3/1</a:t>
              </a:r>
              <a:endParaRPr lang="en-GB" altLang="en-US"/>
            </a:p>
          </p:txBody>
        </p:sp>
        <p:sp>
          <p:nvSpPr>
            <p:cNvPr id="38954" name="TextBox 43">
              <a:extLst>
                <a:ext uri="{FF2B5EF4-FFF2-40B4-BE49-F238E27FC236}">
                  <a16:creationId xmlns:a16="http://schemas.microsoft.com/office/drawing/2014/main" id="{D3D2F7AD-D651-B93E-767C-6B9F96BF4BCE}"/>
                </a:ext>
              </a:extLst>
            </p:cNvPr>
            <p:cNvSpPr txBox="1">
              <a:spLocks noChangeArrowheads="1"/>
            </p:cNvSpPr>
            <p:nvPr/>
          </p:nvSpPr>
          <p:spPr bwMode="auto">
            <a:xfrm>
              <a:off x="3962400" y="46482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S4/0</a:t>
              </a:r>
              <a:endParaRPr lang="en-GB" altLang="en-US"/>
            </a:p>
          </p:txBody>
        </p:sp>
        <p:sp>
          <p:nvSpPr>
            <p:cNvPr id="38955" name="TextBox 44">
              <a:extLst>
                <a:ext uri="{FF2B5EF4-FFF2-40B4-BE49-F238E27FC236}">
                  <a16:creationId xmlns:a16="http://schemas.microsoft.com/office/drawing/2014/main" id="{BD397D55-E0F9-4D15-2C93-ED2D99846DE1}"/>
                </a:ext>
              </a:extLst>
            </p:cNvPr>
            <p:cNvSpPr txBox="1">
              <a:spLocks noChangeArrowheads="1"/>
            </p:cNvSpPr>
            <p:nvPr/>
          </p:nvSpPr>
          <p:spPr bwMode="auto">
            <a:xfrm>
              <a:off x="1066800" y="46482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S2/0</a:t>
              </a:r>
              <a:endParaRPr lang="en-GB" altLang="en-US"/>
            </a:p>
          </p:txBody>
        </p:sp>
      </p:grpSp>
      <p:sp>
        <p:nvSpPr>
          <p:cNvPr id="3" name="Title 2">
            <a:extLst>
              <a:ext uri="{FF2B5EF4-FFF2-40B4-BE49-F238E27FC236}">
                <a16:creationId xmlns:a16="http://schemas.microsoft.com/office/drawing/2014/main" id="{7DE0A1A3-E634-EB54-03A1-BF80BDB412D8}"/>
              </a:ext>
            </a:extLst>
          </p:cNvPr>
          <p:cNvSpPr>
            <a:spLocks noGrp="1"/>
          </p:cNvSpPr>
          <p:nvPr>
            <p:ph type="title"/>
          </p:nvPr>
        </p:nvSpPr>
        <p:spPr/>
        <p:txBody>
          <a:bodyPr>
            <a:normAutofit/>
          </a:bodyPr>
          <a:lstStyle/>
          <a:p>
            <a:r>
              <a:rPr lang="en-US" dirty="0"/>
              <a:t>Anti-Race State Assignment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D0D162B-016F-13ED-29AA-4499D8112A8F}"/>
              </a:ext>
            </a:extLst>
          </p:cNvPr>
          <p:cNvSpPr>
            <a:spLocks noGrp="1"/>
          </p:cNvSpPr>
          <p:nvPr>
            <p:ph type="body" sz="quarter" idx="10"/>
          </p:nvPr>
        </p:nvSpPr>
        <p:spPr/>
        <p:txBody>
          <a:bodyPr/>
          <a:lstStyle/>
          <a:p>
            <a:r>
              <a:rPr lang="en-US" altLang="en-US" sz="2400" dirty="0"/>
              <a:t>To remove odd length cycles, include extra state into transitions S2 </a:t>
            </a:r>
            <a:r>
              <a:rPr lang="en-US" altLang="en-US" sz="2400" dirty="0">
                <a:sym typeface="Symbol" panose="05050102010706020507" pitchFamily="18" charset="2"/>
              </a:rPr>
              <a:t>S0 and S4 S0.</a:t>
            </a:r>
          </a:p>
          <a:p>
            <a:endParaRPr lang="en-US" dirty="0"/>
          </a:p>
        </p:txBody>
      </p:sp>
      <p:sp>
        <p:nvSpPr>
          <p:cNvPr id="27653" name="Text Box 42">
            <a:extLst>
              <a:ext uri="{FF2B5EF4-FFF2-40B4-BE49-F238E27FC236}">
                <a16:creationId xmlns:a16="http://schemas.microsoft.com/office/drawing/2014/main" id="{1C8A7F44-BA1A-4BCF-B4AB-5A68A7A5B83E}"/>
              </a:ext>
            </a:extLst>
          </p:cNvPr>
          <p:cNvSpPr txBox="1">
            <a:spLocks noChangeArrowheads="1"/>
          </p:cNvSpPr>
          <p:nvPr/>
        </p:nvSpPr>
        <p:spPr bwMode="auto">
          <a:xfrm>
            <a:off x="4702176" y="5473700"/>
            <a:ext cx="561975" cy="469900"/>
          </a:xfrm>
          <a:prstGeom prst="rect">
            <a:avLst/>
          </a:prstGeom>
          <a:noFill/>
          <a:ln w="9525">
            <a:noFill/>
            <a:miter lim="800000"/>
            <a:headEnd/>
            <a:tailEnd/>
          </a:ln>
        </p:spPr>
        <p:txBody>
          <a:bodyPr/>
          <a:lstStyle/>
          <a:p>
            <a:pPr>
              <a:defRPr/>
            </a:pPr>
            <a:r>
              <a:rPr lang="en-US" sz="1600" dirty="0">
                <a:cs typeface="Arial" charset="0"/>
              </a:rPr>
              <a:t>10</a:t>
            </a:r>
          </a:p>
        </p:txBody>
      </p:sp>
      <p:sp>
        <p:nvSpPr>
          <p:cNvPr id="43" name="Rectangle 4">
            <a:extLst>
              <a:ext uri="{FF2B5EF4-FFF2-40B4-BE49-F238E27FC236}">
                <a16:creationId xmlns:a16="http://schemas.microsoft.com/office/drawing/2014/main" id="{4735A775-F06A-407A-9CEB-77A3BE020B2E}"/>
              </a:ext>
            </a:extLst>
          </p:cNvPr>
          <p:cNvSpPr txBox="1">
            <a:spLocks noChangeArrowheads="1"/>
          </p:cNvSpPr>
          <p:nvPr/>
        </p:nvSpPr>
        <p:spPr bwMode="auto">
          <a:xfrm>
            <a:off x="1620838" y="703263"/>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39941" name="Group 50">
            <a:extLst>
              <a:ext uri="{FF2B5EF4-FFF2-40B4-BE49-F238E27FC236}">
                <a16:creationId xmlns:a16="http://schemas.microsoft.com/office/drawing/2014/main" id="{32A33AC4-0E04-D2F8-3B1F-2C5210F8201C}"/>
              </a:ext>
            </a:extLst>
          </p:cNvPr>
          <p:cNvGrpSpPr>
            <a:grpSpLocks/>
          </p:cNvGrpSpPr>
          <p:nvPr/>
        </p:nvGrpSpPr>
        <p:grpSpPr bwMode="auto">
          <a:xfrm>
            <a:off x="3286125" y="2286000"/>
            <a:ext cx="5892800" cy="3455988"/>
            <a:chOff x="1762125" y="2286000"/>
            <a:chExt cx="5892334" cy="3456264"/>
          </a:xfrm>
        </p:grpSpPr>
        <p:sp>
          <p:nvSpPr>
            <p:cNvPr id="27655" name="Oval 7">
              <a:extLst>
                <a:ext uri="{FF2B5EF4-FFF2-40B4-BE49-F238E27FC236}">
                  <a16:creationId xmlns:a16="http://schemas.microsoft.com/office/drawing/2014/main" id="{DB1B8421-8187-4EFD-9AC5-E1EC40397509}"/>
                </a:ext>
              </a:extLst>
            </p:cNvPr>
            <p:cNvSpPr>
              <a:spLocks noChangeArrowheads="1"/>
            </p:cNvSpPr>
            <p:nvPr/>
          </p:nvSpPr>
          <p:spPr bwMode="auto">
            <a:xfrm>
              <a:off x="2268498" y="3041710"/>
              <a:ext cx="820672" cy="687443"/>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56" name="Oval 8">
              <a:extLst>
                <a:ext uri="{FF2B5EF4-FFF2-40B4-BE49-F238E27FC236}">
                  <a16:creationId xmlns:a16="http://schemas.microsoft.com/office/drawing/2014/main" id="{BE8FC23B-118C-422C-B8D9-BDA14A91A126}"/>
                </a:ext>
              </a:extLst>
            </p:cNvPr>
            <p:cNvSpPr>
              <a:spLocks noChangeArrowheads="1"/>
            </p:cNvSpPr>
            <p:nvPr/>
          </p:nvSpPr>
          <p:spPr bwMode="auto">
            <a:xfrm>
              <a:off x="2352628" y="4657914"/>
              <a:ext cx="820673" cy="689030"/>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57" name="Line 9">
              <a:extLst>
                <a:ext uri="{FF2B5EF4-FFF2-40B4-BE49-F238E27FC236}">
                  <a16:creationId xmlns:a16="http://schemas.microsoft.com/office/drawing/2014/main" id="{C3BA9B24-0CC3-4C37-87AF-15BF60C79939}"/>
                </a:ext>
              </a:extLst>
            </p:cNvPr>
            <p:cNvSpPr>
              <a:spLocks noChangeShapeType="1"/>
            </p:cNvSpPr>
            <p:nvPr/>
          </p:nvSpPr>
          <p:spPr bwMode="auto">
            <a:xfrm>
              <a:off x="2695501" y="3732328"/>
              <a:ext cx="0" cy="923999"/>
            </a:xfrm>
            <a:prstGeom prst="line">
              <a:avLst/>
            </a:prstGeom>
            <a:noFill/>
            <a:ln w="25400">
              <a:solidFill>
                <a:srgbClr val="000000"/>
              </a:solidFill>
              <a:round/>
              <a:headEnd/>
              <a:tailEnd type="triangle" w="lg" len="lg"/>
            </a:ln>
          </p:spPr>
          <p:txBody>
            <a:bodyPr/>
            <a:lstStyle/>
            <a:p>
              <a:pPr eaLnBrk="1" hangingPunct="1">
                <a:defRPr/>
              </a:pPr>
              <a:endParaRPr lang="en-US" dirty="0">
                <a:cs typeface="Arial" charset="0"/>
              </a:endParaRPr>
            </a:p>
          </p:txBody>
        </p:sp>
        <p:sp>
          <p:nvSpPr>
            <p:cNvPr id="27658" name="Line 10">
              <a:extLst>
                <a:ext uri="{FF2B5EF4-FFF2-40B4-BE49-F238E27FC236}">
                  <a16:creationId xmlns:a16="http://schemas.microsoft.com/office/drawing/2014/main" id="{0BE8C9EF-2405-44F5-A745-13409F8BFC24}"/>
                </a:ext>
              </a:extLst>
            </p:cNvPr>
            <p:cNvSpPr>
              <a:spLocks noChangeShapeType="1"/>
            </p:cNvSpPr>
            <p:nvPr/>
          </p:nvSpPr>
          <p:spPr bwMode="auto">
            <a:xfrm>
              <a:off x="3159015" y="5010368"/>
              <a:ext cx="1052430" cy="0"/>
            </a:xfrm>
            <a:prstGeom prst="line">
              <a:avLst/>
            </a:prstGeom>
            <a:noFill/>
            <a:ln w="25400">
              <a:solidFill>
                <a:srgbClr val="000000"/>
              </a:solidFill>
              <a:round/>
              <a:headEnd/>
              <a:tailEnd type="triangle" w="lg" len="lg"/>
            </a:ln>
          </p:spPr>
          <p:txBody>
            <a:bodyPr/>
            <a:lstStyle/>
            <a:p>
              <a:pPr eaLnBrk="1" hangingPunct="1">
                <a:defRPr/>
              </a:pPr>
              <a:endParaRPr lang="en-US" dirty="0">
                <a:cs typeface="Arial" charset="0"/>
              </a:endParaRPr>
            </a:p>
          </p:txBody>
        </p:sp>
        <p:sp>
          <p:nvSpPr>
            <p:cNvPr id="27659" name="Line 11">
              <a:extLst>
                <a:ext uri="{FF2B5EF4-FFF2-40B4-BE49-F238E27FC236}">
                  <a16:creationId xmlns:a16="http://schemas.microsoft.com/office/drawing/2014/main" id="{DD15FA90-977F-47ED-88FC-D4AD37984BC4}"/>
                </a:ext>
              </a:extLst>
            </p:cNvPr>
            <p:cNvSpPr>
              <a:spLocks noChangeShapeType="1"/>
            </p:cNvSpPr>
            <p:nvPr/>
          </p:nvSpPr>
          <p:spPr bwMode="auto">
            <a:xfrm flipH="1" flipV="1">
              <a:off x="3066947" y="3373525"/>
              <a:ext cx="1209579" cy="0"/>
            </a:xfrm>
            <a:prstGeom prst="line">
              <a:avLst/>
            </a:prstGeom>
            <a:noFill/>
            <a:ln w="25400">
              <a:solidFill>
                <a:srgbClr val="000000"/>
              </a:solidFill>
              <a:round/>
              <a:headEnd/>
              <a:tailEnd type="triangle" w="lg" len="lg"/>
            </a:ln>
          </p:spPr>
          <p:txBody>
            <a:bodyPr/>
            <a:lstStyle/>
            <a:p>
              <a:pPr eaLnBrk="1" hangingPunct="1">
                <a:defRPr/>
              </a:pPr>
              <a:endParaRPr lang="en-US" dirty="0">
                <a:cs typeface="Arial" charset="0"/>
              </a:endParaRPr>
            </a:p>
          </p:txBody>
        </p:sp>
        <p:sp>
          <p:nvSpPr>
            <p:cNvPr id="27660" name="Line 12">
              <a:extLst>
                <a:ext uri="{FF2B5EF4-FFF2-40B4-BE49-F238E27FC236}">
                  <a16:creationId xmlns:a16="http://schemas.microsoft.com/office/drawing/2014/main" id="{8314BD37-13DB-49B2-AB94-49A76A9F61A3}"/>
                </a:ext>
              </a:extLst>
            </p:cNvPr>
            <p:cNvSpPr>
              <a:spLocks noChangeShapeType="1"/>
            </p:cNvSpPr>
            <p:nvPr/>
          </p:nvSpPr>
          <p:spPr bwMode="auto">
            <a:xfrm flipV="1">
              <a:off x="5086087" y="3381462"/>
              <a:ext cx="1019094" cy="0"/>
            </a:xfrm>
            <a:prstGeom prst="line">
              <a:avLst/>
            </a:prstGeom>
            <a:noFill/>
            <a:ln w="25400">
              <a:solidFill>
                <a:srgbClr val="000000"/>
              </a:solidFill>
              <a:round/>
              <a:headEnd/>
              <a:tailEnd type="triangle" w="lg" len="lg"/>
            </a:ln>
          </p:spPr>
          <p:txBody>
            <a:bodyPr/>
            <a:lstStyle/>
            <a:p>
              <a:pPr eaLnBrk="1" hangingPunct="1">
                <a:defRPr/>
              </a:pPr>
              <a:endParaRPr lang="en-US" dirty="0">
                <a:cs typeface="Arial" charset="0"/>
              </a:endParaRPr>
            </a:p>
          </p:txBody>
        </p:sp>
        <p:sp>
          <p:nvSpPr>
            <p:cNvPr id="27661" name="Text Box 13">
              <a:extLst>
                <a:ext uri="{FF2B5EF4-FFF2-40B4-BE49-F238E27FC236}">
                  <a16:creationId xmlns:a16="http://schemas.microsoft.com/office/drawing/2014/main" id="{44801507-A9BB-4AD0-A235-CBA6746E3747}"/>
                </a:ext>
              </a:extLst>
            </p:cNvPr>
            <p:cNvSpPr txBox="1">
              <a:spLocks noChangeArrowheads="1"/>
            </p:cNvSpPr>
            <p:nvPr/>
          </p:nvSpPr>
          <p:spPr bwMode="auto">
            <a:xfrm>
              <a:off x="2744710" y="3879977"/>
              <a:ext cx="590503" cy="334990"/>
            </a:xfrm>
            <a:prstGeom prst="rect">
              <a:avLst/>
            </a:prstGeom>
            <a:noFill/>
            <a:ln w="9525">
              <a:noFill/>
              <a:miter lim="800000"/>
              <a:headEnd/>
              <a:tailEnd/>
            </a:ln>
          </p:spPr>
          <p:txBody>
            <a:bodyPr/>
            <a:lstStyle/>
            <a:p>
              <a:pPr>
                <a:defRPr/>
              </a:pPr>
              <a:r>
                <a:rPr lang="en-US" dirty="0">
                  <a:cs typeface="Arial" charset="0"/>
                </a:rPr>
                <a:t>11</a:t>
              </a:r>
            </a:p>
          </p:txBody>
        </p:sp>
        <p:sp>
          <p:nvSpPr>
            <p:cNvPr id="27662" name="Text Box 14">
              <a:extLst>
                <a:ext uri="{FF2B5EF4-FFF2-40B4-BE49-F238E27FC236}">
                  <a16:creationId xmlns:a16="http://schemas.microsoft.com/office/drawing/2014/main" id="{46D1A554-8594-4522-8372-543C910C1FF6}"/>
                </a:ext>
              </a:extLst>
            </p:cNvPr>
            <p:cNvSpPr txBox="1">
              <a:spLocks noChangeArrowheads="1"/>
            </p:cNvSpPr>
            <p:nvPr/>
          </p:nvSpPr>
          <p:spPr bwMode="auto">
            <a:xfrm>
              <a:off x="6255983" y="2352680"/>
              <a:ext cx="555581" cy="338165"/>
            </a:xfrm>
            <a:prstGeom prst="rect">
              <a:avLst/>
            </a:prstGeom>
            <a:noFill/>
            <a:ln w="9525">
              <a:noFill/>
              <a:miter lim="800000"/>
              <a:headEnd/>
              <a:tailEnd/>
            </a:ln>
          </p:spPr>
          <p:txBody>
            <a:bodyPr/>
            <a:lstStyle/>
            <a:p>
              <a:pPr>
                <a:defRPr/>
              </a:pPr>
              <a:r>
                <a:rPr lang="en-US" dirty="0">
                  <a:cs typeface="Arial" charset="0"/>
                </a:rPr>
                <a:t>10</a:t>
              </a:r>
            </a:p>
          </p:txBody>
        </p:sp>
        <p:sp>
          <p:nvSpPr>
            <p:cNvPr id="27663" name="Text Box 15">
              <a:extLst>
                <a:ext uri="{FF2B5EF4-FFF2-40B4-BE49-F238E27FC236}">
                  <a16:creationId xmlns:a16="http://schemas.microsoft.com/office/drawing/2014/main" id="{C7A111E9-B7CC-4044-8527-2E2E3580492F}"/>
                </a:ext>
              </a:extLst>
            </p:cNvPr>
            <p:cNvSpPr txBox="1">
              <a:spLocks noChangeArrowheads="1"/>
            </p:cNvSpPr>
            <p:nvPr/>
          </p:nvSpPr>
          <p:spPr bwMode="auto">
            <a:xfrm>
              <a:off x="1762125" y="4769048"/>
              <a:ext cx="515897" cy="436598"/>
            </a:xfrm>
            <a:prstGeom prst="rect">
              <a:avLst/>
            </a:prstGeom>
            <a:noFill/>
            <a:ln w="9525">
              <a:noFill/>
              <a:miter lim="800000"/>
              <a:headEnd/>
              <a:tailEnd/>
            </a:ln>
          </p:spPr>
          <p:txBody>
            <a:bodyPr/>
            <a:lstStyle/>
            <a:p>
              <a:pPr>
                <a:defRPr/>
              </a:pPr>
              <a:r>
                <a:rPr lang="en-US" dirty="0">
                  <a:cs typeface="Arial" charset="0"/>
                </a:rPr>
                <a:t>11</a:t>
              </a:r>
            </a:p>
          </p:txBody>
        </p:sp>
        <p:sp>
          <p:nvSpPr>
            <p:cNvPr id="27664" name="Text Box 16">
              <a:extLst>
                <a:ext uri="{FF2B5EF4-FFF2-40B4-BE49-F238E27FC236}">
                  <a16:creationId xmlns:a16="http://schemas.microsoft.com/office/drawing/2014/main" id="{911E3943-EDFB-4C53-8E32-BE612C73ABD2}"/>
                </a:ext>
              </a:extLst>
            </p:cNvPr>
            <p:cNvSpPr txBox="1">
              <a:spLocks noChangeArrowheads="1"/>
            </p:cNvSpPr>
            <p:nvPr/>
          </p:nvSpPr>
          <p:spPr bwMode="auto">
            <a:xfrm>
              <a:off x="2476444" y="2398722"/>
              <a:ext cx="674635" cy="444535"/>
            </a:xfrm>
            <a:prstGeom prst="rect">
              <a:avLst/>
            </a:prstGeom>
            <a:noFill/>
            <a:ln w="9525">
              <a:noFill/>
              <a:miter lim="800000"/>
              <a:headEnd/>
              <a:tailEnd/>
            </a:ln>
          </p:spPr>
          <p:txBody>
            <a:bodyPr/>
            <a:lstStyle/>
            <a:p>
              <a:pPr>
                <a:defRPr/>
              </a:pPr>
              <a:r>
                <a:rPr lang="en-US" dirty="0">
                  <a:cs typeface="Arial" charset="0"/>
                </a:rPr>
                <a:t>01</a:t>
              </a:r>
            </a:p>
          </p:txBody>
        </p:sp>
        <p:sp>
          <p:nvSpPr>
            <p:cNvPr id="27665" name="Text Box 17">
              <a:extLst>
                <a:ext uri="{FF2B5EF4-FFF2-40B4-BE49-F238E27FC236}">
                  <a16:creationId xmlns:a16="http://schemas.microsoft.com/office/drawing/2014/main" id="{BB056BFC-0AC4-4D7D-A6E9-245E2388EFDA}"/>
                </a:ext>
              </a:extLst>
            </p:cNvPr>
            <p:cNvSpPr txBox="1">
              <a:spLocks noChangeArrowheads="1"/>
            </p:cNvSpPr>
            <p:nvPr/>
          </p:nvSpPr>
          <p:spPr bwMode="auto">
            <a:xfrm>
              <a:off x="3424107" y="3070288"/>
              <a:ext cx="466688" cy="281010"/>
            </a:xfrm>
            <a:prstGeom prst="rect">
              <a:avLst/>
            </a:prstGeom>
            <a:noFill/>
            <a:ln w="9525">
              <a:noFill/>
              <a:miter lim="800000"/>
              <a:headEnd/>
              <a:tailEnd/>
            </a:ln>
          </p:spPr>
          <p:txBody>
            <a:bodyPr/>
            <a:lstStyle/>
            <a:p>
              <a:pPr>
                <a:defRPr/>
              </a:pPr>
              <a:r>
                <a:rPr lang="en-US" dirty="0">
                  <a:cs typeface="Arial" charset="0"/>
                </a:rPr>
                <a:t>01</a:t>
              </a:r>
            </a:p>
          </p:txBody>
        </p:sp>
        <p:sp>
          <p:nvSpPr>
            <p:cNvPr id="27666" name="Oval 18">
              <a:extLst>
                <a:ext uri="{FF2B5EF4-FFF2-40B4-BE49-F238E27FC236}">
                  <a16:creationId xmlns:a16="http://schemas.microsoft.com/office/drawing/2014/main" id="{4E8B6056-ECE7-4FFE-B9AF-AB3261BFEB84}"/>
                </a:ext>
              </a:extLst>
            </p:cNvPr>
            <p:cNvSpPr>
              <a:spLocks noChangeArrowheads="1"/>
            </p:cNvSpPr>
            <p:nvPr/>
          </p:nvSpPr>
          <p:spPr bwMode="auto">
            <a:xfrm>
              <a:off x="4282876" y="2971855"/>
              <a:ext cx="819085" cy="690618"/>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67" name="Text Box 19">
              <a:extLst>
                <a:ext uri="{FF2B5EF4-FFF2-40B4-BE49-F238E27FC236}">
                  <a16:creationId xmlns:a16="http://schemas.microsoft.com/office/drawing/2014/main" id="{E94AFAA1-E832-474A-AB58-5577398532E0}"/>
                </a:ext>
              </a:extLst>
            </p:cNvPr>
            <p:cNvSpPr txBox="1">
              <a:spLocks noChangeArrowheads="1"/>
            </p:cNvSpPr>
            <p:nvPr/>
          </p:nvSpPr>
          <p:spPr bwMode="auto">
            <a:xfrm>
              <a:off x="4484473" y="2286000"/>
              <a:ext cx="674634" cy="439773"/>
            </a:xfrm>
            <a:prstGeom prst="rect">
              <a:avLst/>
            </a:prstGeom>
            <a:noFill/>
            <a:ln w="9525">
              <a:noFill/>
              <a:miter lim="800000"/>
              <a:headEnd/>
              <a:tailEnd/>
            </a:ln>
          </p:spPr>
          <p:txBody>
            <a:bodyPr/>
            <a:lstStyle/>
            <a:p>
              <a:pPr>
                <a:defRPr/>
              </a:pPr>
              <a:r>
                <a:rPr lang="en-US" dirty="0">
                  <a:cs typeface="Arial" charset="0"/>
                </a:rPr>
                <a:t>00</a:t>
              </a:r>
            </a:p>
          </p:txBody>
        </p:sp>
        <p:sp>
          <p:nvSpPr>
            <p:cNvPr id="27668" name="Oval 20">
              <a:extLst>
                <a:ext uri="{FF2B5EF4-FFF2-40B4-BE49-F238E27FC236}">
                  <a16:creationId xmlns:a16="http://schemas.microsoft.com/office/drawing/2014/main" id="{A4910371-106E-4030-8739-862A059D079D}"/>
                </a:ext>
              </a:extLst>
            </p:cNvPr>
            <p:cNvSpPr>
              <a:spLocks noChangeArrowheads="1"/>
            </p:cNvSpPr>
            <p:nvPr/>
          </p:nvSpPr>
          <p:spPr bwMode="auto">
            <a:xfrm>
              <a:off x="6117881" y="3006783"/>
              <a:ext cx="820673" cy="689030"/>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69" name="Oval 21">
              <a:extLst>
                <a:ext uri="{FF2B5EF4-FFF2-40B4-BE49-F238E27FC236}">
                  <a16:creationId xmlns:a16="http://schemas.microsoft.com/office/drawing/2014/main" id="{CA41F80A-739D-4C45-A01F-CC175842902C}"/>
                </a:ext>
              </a:extLst>
            </p:cNvPr>
            <p:cNvSpPr>
              <a:spLocks noChangeArrowheads="1"/>
            </p:cNvSpPr>
            <p:nvPr/>
          </p:nvSpPr>
          <p:spPr bwMode="auto">
            <a:xfrm>
              <a:off x="5940095" y="4635688"/>
              <a:ext cx="819085" cy="687443"/>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70" name="Line 22">
              <a:extLst>
                <a:ext uri="{FF2B5EF4-FFF2-40B4-BE49-F238E27FC236}">
                  <a16:creationId xmlns:a16="http://schemas.microsoft.com/office/drawing/2014/main" id="{5B0B99BC-DA69-4AA1-AE77-D9AECF448E9F}"/>
                </a:ext>
              </a:extLst>
            </p:cNvPr>
            <p:cNvSpPr>
              <a:spLocks noChangeShapeType="1"/>
            </p:cNvSpPr>
            <p:nvPr/>
          </p:nvSpPr>
          <p:spPr bwMode="auto">
            <a:xfrm>
              <a:off x="6398846" y="3683112"/>
              <a:ext cx="0" cy="957339"/>
            </a:xfrm>
            <a:prstGeom prst="line">
              <a:avLst/>
            </a:prstGeom>
            <a:noFill/>
            <a:ln w="25400">
              <a:solidFill>
                <a:schemeClr val="tx1"/>
              </a:solidFill>
              <a:round/>
              <a:headEnd/>
              <a:tailEnd type="triangle" w="lg" len="lg"/>
            </a:ln>
          </p:spPr>
          <p:txBody>
            <a:bodyPr/>
            <a:lstStyle/>
            <a:p>
              <a:pPr eaLnBrk="1" hangingPunct="1">
                <a:defRPr/>
              </a:pPr>
              <a:endParaRPr lang="en-US" dirty="0">
                <a:cs typeface="Arial" charset="0"/>
              </a:endParaRPr>
            </a:p>
          </p:txBody>
        </p:sp>
        <p:sp>
          <p:nvSpPr>
            <p:cNvPr id="27671" name="Text Box 23">
              <a:extLst>
                <a:ext uri="{FF2B5EF4-FFF2-40B4-BE49-F238E27FC236}">
                  <a16:creationId xmlns:a16="http://schemas.microsoft.com/office/drawing/2014/main" id="{3BA9A134-B4E3-4158-B8AD-A1F9E3D34B85}"/>
                </a:ext>
              </a:extLst>
            </p:cNvPr>
            <p:cNvSpPr txBox="1">
              <a:spLocks noChangeArrowheads="1"/>
            </p:cNvSpPr>
            <p:nvPr/>
          </p:nvSpPr>
          <p:spPr bwMode="auto">
            <a:xfrm>
              <a:off x="7000461" y="5150079"/>
              <a:ext cx="515897" cy="433423"/>
            </a:xfrm>
            <a:prstGeom prst="rect">
              <a:avLst/>
            </a:prstGeom>
            <a:noFill/>
            <a:ln w="9525">
              <a:noFill/>
              <a:miter lim="800000"/>
              <a:headEnd/>
              <a:tailEnd/>
            </a:ln>
          </p:spPr>
          <p:txBody>
            <a:bodyPr/>
            <a:lstStyle/>
            <a:p>
              <a:pPr>
                <a:defRPr/>
              </a:pPr>
              <a:r>
                <a:rPr lang="en-US" dirty="0">
                  <a:cs typeface="Arial" charset="0"/>
                </a:rPr>
                <a:t>11</a:t>
              </a:r>
            </a:p>
          </p:txBody>
        </p:sp>
        <p:sp>
          <p:nvSpPr>
            <p:cNvPr id="27672" name="Text Box 24">
              <a:extLst>
                <a:ext uri="{FF2B5EF4-FFF2-40B4-BE49-F238E27FC236}">
                  <a16:creationId xmlns:a16="http://schemas.microsoft.com/office/drawing/2014/main" id="{212A471E-232C-4998-B621-24ED62F231CE}"/>
                </a:ext>
              </a:extLst>
            </p:cNvPr>
            <p:cNvSpPr txBox="1">
              <a:spLocks noChangeArrowheads="1"/>
            </p:cNvSpPr>
            <p:nvPr/>
          </p:nvSpPr>
          <p:spPr bwMode="auto">
            <a:xfrm>
              <a:off x="5594047" y="5461254"/>
              <a:ext cx="466688" cy="281010"/>
            </a:xfrm>
            <a:prstGeom prst="rect">
              <a:avLst/>
            </a:prstGeom>
            <a:noFill/>
            <a:ln w="9525">
              <a:noFill/>
              <a:miter lim="800000"/>
              <a:headEnd/>
              <a:tailEnd/>
            </a:ln>
          </p:spPr>
          <p:txBody>
            <a:bodyPr/>
            <a:lstStyle/>
            <a:p>
              <a:pPr>
                <a:defRPr/>
              </a:pPr>
              <a:r>
                <a:rPr lang="en-US" dirty="0">
                  <a:cs typeface="Arial" charset="0"/>
                </a:rPr>
                <a:t>01</a:t>
              </a:r>
            </a:p>
          </p:txBody>
        </p:sp>
        <p:sp>
          <p:nvSpPr>
            <p:cNvPr id="27673" name="Text Box 25">
              <a:extLst>
                <a:ext uri="{FF2B5EF4-FFF2-40B4-BE49-F238E27FC236}">
                  <a16:creationId xmlns:a16="http://schemas.microsoft.com/office/drawing/2014/main" id="{2AB4D98D-B9E2-40D1-ABB9-C0D6C8BCAFCA}"/>
                </a:ext>
              </a:extLst>
            </p:cNvPr>
            <p:cNvSpPr txBox="1">
              <a:spLocks noChangeArrowheads="1"/>
            </p:cNvSpPr>
            <p:nvPr/>
          </p:nvSpPr>
          <p:spPr bwMode="auto">
            <a:xfrm>
              <a:off x="6413132" y="3951421"/>
              <a:ext cx="515897" cy="436597"/>
            </a:xfrm>
            <a:prstGeom prst="rect">
              <a:avLst/>
            </a:prstGeom>
            <a:noFill/>
            <a:ln w="9525">
              <a:noFill/>
              <a:miter lim="800000"/>
              <a:headEnd/>
              <a:tailEnd/>
            </a:ln>
          </p:spPr>
          <p:txBody>
            <a:bodyPr/>
            <a:lstStyle/>
            <a:p>
              <a:pPr>
                <a:defRPr/>
              </a:pPr>
              <a:r>
                <a:rPr lang="en-US" dirty="0">
                  <a:cs typeface="Arial" charset="0"/>
                </a:rPr>
                <a:t>11</a:t>
              </a:r>
            </a:p>
          </p:txBody>
        </p:sp>
        <p:sp>
          <p:nvSpPr>
            <p:cNvPr id="27674" name="Text Box 26">
              <a:extLst>
                <a:ext uri="{FF2B5EF4-FFF2-40B4-BE49-F238E27FC236}">
                  <a16:creationId xmlns:a16="http://schemas.microsoft.com/office/drawing/2014/main" id="{1478614C-E146-4B1C-A15F-AA2D657AEB79}"/>
                </a:ext>
              </a:extLst>
            </p:cNvPr>
            <p:cNvSpPr txBox="1">
              <a:spLocks noChangeArrowheads="1"/>
            </p:cNvSpPr>
            <p:nvPr/>
          </p:nvSpPr>
          <p:spPr bwMode="auto">
            <a:xfrm>
              <a:off x="3268544" y="4649977"/>
              <a:ext cx="590503" cy="336577"/>
            </a:xfrm>
            <a:prstGeom prst="rect">
              <a:avLst/>
            </a:prstGeom>
            <a:noFill/>
            <a:ln w="9525">
              <a:noFill/>
              <a:miter lim="800000"/>
              <a:headEnd/>
              <a:tailEnd/>
            </a:ln>
          </p:spPr>
          <p:txBody>
            <a:bodyPr/>
            <a:lstStyle/>
            <a:p>
              <a:pPr>
                <a:defRPr/>
              </a:pPr>
              <a:r>
                <a:rPr lang="en-US" dirty="0">
                  <a:cs typeface="Arial" charset="0"/>
                </a:rPr>
                <a:t>00</a:t>
              </a:r>
            </a:p>
          </p:txBody>
        </p:sp>
        <p:sp>
          <p:nvSpPr>
            <p:cNvPr id="27675" name="Text Box 27">
              <a:extLst>
                <a:ext uri="{FF2B5EF4-FFF2-40B4-BE49-F238E27FC236}">
                  <a16:creationId xmlns:a16="http://schemas.microsoft.com/office/drawing/2014/main" id="{B181B2FC-A498-4C36-8317-A6AABF6CAB27}"/>
                </a:ext>
              </a:extLst>
            </p:cNvPr>
            <p:cNvSpPr txBox="1">
              <a:spLocks noChangeArrowheads="1"/>
            </p:cNvSpPr>
            <p:nvPr/>
          </p:nvSpPr>
          <p:spPr bwMode="auto">
            <a:xfrm>
              <a:off x="5294034" y="4681729"/>
              <a:ext cx="590503" cy="334989"/>
            </a:xfrm>
            <a:prstGeom prst="rect">
              <a:avLst/>
            </a:prstGeom>
            <a:noFill/>
            <a:ln w="9525">
              <a:noFill/>
              <a:miter lim="800000"/>
              <a:headEnd/>
              <a:tailEnd/>
            </a:ln>
          </p:spPr>
          <p:txBody>
            <a:bodyPr/>
            <a:lstStyle/>
            <a:p>
              <a:pPr>
                <a:defRPr/>
              </a:pPr>
              <a:r>
                <a:rPr lang="en-US" dirty="0">
                  <a:cs typeface="Arial" charset="0"/>
                </a:rPr>
                <a:t>00</a:t>
              </a:r>
            </a:p>
          </p:txBody>
        </p:sp>
        <p:sp>
          <p:nvSpPr>
            <p:cNvPr id="27676" name="Text Box 28">
              <a:extLst>
                <a:ext uri="{FF2B5EF4-FFF2-40B4-BE49-F238E27FC236}">
                  <a16:creationId xmlns:a16="http://schemas.microsoft.com/office/drawing/2014/main" id="{CCACF155-AEA8-44F7-AF11-0C911452D450}"/>
                </a:ext>
              </a:extLst>
            </p:cNvPr>
            <p:cNvSpPr txBox="1">
              <a:spLocks noChangeArrowheads="1"/>
            </p:cNvSpPr>
            <p:nvPr/>
          </p:nvSpPr>
          <p:spPr bwMode="auto">
            <a:xfrm>
              <a:off x="7063956" y="2906763"/>
              <a:ext cx="590503" cy="334989"/>
            </a:xfrm>
            <a:prstGeom prst="rect">
              <a:avLst/>
            </a:prstGeom>
            <a:noFill/>
            <a:ln w="9525">
              <a:noFill/>
              <a:miter lim="800000"/>
              <a:headEnd/>
              <a:tailEnd/>
            </a:ln>
          </p:spPr>
          <p:txBody>
            <a:bodyPr/>
            <a:lstStyle/>
            <a:p>
              <a:pPr>
                <a:defRPr/>
              </a:pPr>
              <a:r>
                <a:rPr lang="en-US" dirty="0">
                  <a:cs typeface="Arial" charset="0"/>
                </a:rPr>
                <a:t>00</a:t>
              </a:r>
            </a:p>
          </p:txBody>
        </p:sp>
        <p:sp>
          <p:nvSpPr>
            <p:cNvPr id="27677" name="Text Box 29">
              <a:extLst>
                <a:ext uri="{FF2B5EF4-FFF2-40B4-BE49-F238E27FC236}">
                  <a16:creationId xmlns:a16="http://schemas.microsoft.com/office/drawing/2014/main" id="{88D53A99-A115-4FFB-A240-27806774DD3E}"/>
                </a:ext>
              </a:extLst>
            </p:cNvPr>
            <p:cNvSpPr txBox="1">
              <a:spLocks noChangeArrowheads="1"/>
            </p:cNvSpPr>
            <p:nvPr/>
          </p:nvSpPr>
          <p:spPr bwMode="auto">
            <a:xfrm>
              <a:off x="5373402" y="3060762"/>
              <a:ext cx="555581" cy="469938"/>
            </a:xfrm>
            <a:prstGeom prst="rect">
              <a:avLst/>
            </a:prstGeom>
            <a:noFill/>
            <a:ln w="9525">
              <a:noFill/>
              <a:miter lim="800000"/>
              <a:headEnd/>
              <a:tailEnd/>
            </a:ln>
          </p:spPr>
          <p:txBody>
            <a:bodyPr/>
            <a:lstStyle/>
            <a:p>
              <a:pPr>
                <a:defRPr/>
              </a:pPr>
              <a:r>
                <a:rPr lang="en-US" dirty="0">
                  <a:cs typeface="Arial" charset="0"/>
                </a:rPr>
                <a:t>10</a:t>
              </a:r>
            </a:p>
          </p:txBody>
        </p:sp>
        <p:sp>
          <p:nvSpPr>
            <p:cNvPr id="32798" name="Oval 30">
              <a:extLst>
                <a:ext uri="{FF2B5EF4-FFF2-40B4-BE49-F238E27FC236}">
                  <a16:creationId xmlns:a16="http://schemas.microsoft.com/office/drawing/2014/main" id="{9D52EE4A-E690-40F9-91DA-1C96130917F2}"/>
                </a:ext>
              </a:extLst>
            </p:cNvPr>
            <p:cNvSpPr>
              <a:spLocks noChangeArrowheads="1"/>
            </p:cNvSpPr>
            <p:nvPr/>
          </p:nvSpPr>
          <p:spPr bwMode="auto">
            <a:xfrm>
              <a:off x="4247953" y="4702368"/>
              <a:ext cx="823848" cy="687443"/>
            </a:xfrm>
            <a:prstGeom prst="ellipse">
              <a:avLst/>
            </a:prstGeom>
            <a:solidFill>
              <a:schemeClr val="accent1"/>
            </a:solidFill>
            <a:ln w="28575">
              <a:solidFill>
                <a:srgbClr val="000000"/>
              </a:solidFill>
              <a:round/>
              <a:headEnd/>
              <a:tailEnd/>
            </a:ln>
          </p:spPr>
          <p:txBody>
            <a:bodyPr/>
            <a:lstStyle/>
            <a:p>
              <a:pPr>
                <a:defRPr/>
              </a:pPr>
              <a:endParaRPr lang="en-US" dirty="0">
                <a:cs typeface="Arial" charset="0"/>
              </a:endParaRPr>
            </a:p>
          </p:txBody>
        </p:sp>
        <p:sp>
          <p:nvSpPr>
            <p:cNvPr id="27679" name="Line 31">
              <a:extLst>
                <a:ext uri="{FF2B5EF4-FFF2-40B4-BE49-F238E27FC236}">
                  <a16:creationId xmlns:a16="http://schemas.microsoft.com/office/drawing/2014/main" id="{AA00B425-8502-4864-958D-23717CDD9EEC}"/>
                </a:ext>
              </a:extLst>
            </p:cNvPr>
            <p:cNvSpPr>
              <a:spLocks noChangeShapeType="1"/>
            </p:cNvSpPr>
            <p:nvPr/>
          </p:nvSpPr>
          <p:spPr bwMode="auto">
            <a:xfrm>
              <a:off x="5076563" y="5010368"/>
              <a:ext cx="855595" cy="0"/>
            </a:xfrm>
            <a:prstGeom prst="line">
              <a:avLst/>
            </a:prstGeom>
            <a:noFill/>
            <a:ln w="25400">
              <a:solidFill>
                <a:srgbClr val="000000"/>
              </a:solidFill>
              <a:round/>
              <a:headEnd type="triangle" w="lg" len="lg"/>
              <a:tailEnd/>
            </a:ln>
          </p:spPr>
          <p:txBody>
            <a:bodyPr/>
            <a:lstStyle/>
            <a:p>
              <a:pPr eaLnBrk="1" hangingPunct="1">
                <a:defRPr/>
              </a:pPr>
              <a:endParaRPr lang="en-US" dirty="0">
                <a:cs typeface="Arial" charset="0"/>
              </a:endParaRPr>
            </a:p>
          </p:txBody>
        </p:sp>
        <p:sp>
          <p:nvSpPr>
            <p:cNvPr id="27680" name="Line 32">
              <a:extLst>
                <a:ext uri="{FF2B5EF4-FFF2-40B4-BE49-F238E27FC236}">
                  <a16:creationId xmlns:a16="http://schemas.microsoft.com/office/drawing/2014/main" id="{9E951DCA-A610-4466-AC77-AFAC4C7A09E5}"/>
                </a:ext>
              </a:extLst>
            </p:cNvPr>
            <p:cNvSpPr>
              <a:spLocks noChangeShapeType="1"/>
            </p:cNvSpPr>
            <p:nvPr/>
          </p:nvSpPr>
          <p:spPr bwMode="auto">
            <a:xfrm flipH="1" flipV="1">
              <a:off x="4684482" y="3643421"/>
              <a:ext cx="0" cy="1058947"/>
            </a:xfrm>
            <a:prstGeom prst="line">
              <a:avLst/>
            </a:prstGeom>
            <a:noFill/>
            <a:ln w="25400">
              <a:solidFill>
                <a:schemeClr val="tx1"/>
              </a:solidFill>
              <a:round/>
              <a:headEnd/>
              <a:tailEnd type="triangle" w="lg" len="lg"/>
            </a:ln>
          </p:spPr>
          <p:txBody>
            <a:bodyPr/>
            <a:lstStyle/>
            <a:p>
              <a:pPr eaLnBrk="1" hangingPunct="1">
                <a:defRPr/>
              </a:pPr>
              <a:endParaRPr lang="en-US" dirty="0">
                <a:cs typeface="Arial" charset="0"/>
              </a:endParaRPr>
            </a:p>
          </p:txBody>
        </p:sp>
        <p:sp>
          <p:nvSpPr>
            <p:cNvPr id="27681" name="Text Box 33">
              <a:extLst>
                <a:ext uri="{FF2B5EF4-FFF2-40B4-BE49-F238E27FC236}">
                  <a16:creationId xmlns:a16="http://schemas.microsoft.com/office/drawing/2014/main" id="{52C8E306-16A1-41DB-8F3E-D4E60904B200}"/>
                </a:ext>
              </a:extLst>
            </p:cNvPr>
            <p:cNvSpPr txBox="1">
              <a:spLocks noChangeArrowheads="1"/>
            </p:cNvSpPr>
            <p:nvPr/>
          </p:nvSpPr>
          <p:spPr bwMode="auto">
            <a:xfrm>
              <a:off x="4709880" y="3891091"/>
              <a:ext cx="588915" cy="334989"/>
            </a:xfrm>
            <a:prstGeom prst="rect">
              <a:avLst/>
            </a:prstGeom>
            <a:noFill/>
            <a:ln w="9525">
              <a:noFill/>
              <a:miter lim="800000"/>
              <a:headEnd/>
              <a:tailEnd/>
            </a:ln>
          </p:spPr>
          <p:txBody>
            <a:bodyPr/>
            <a:lstStyle/>
            <a:p>
              <a:pPr>
                <a:defRPr/>
              </a:pPr>
              <a:r>
                <a:rPr lang="en-US" dirty="0">
                  <a:cs typeface="Arial" charset="0"/>
                </a:rPr>
                <a:t>00</a:t>
              </a:r>
            </a:p>
          </p:txBody>
        </p:sp>
        <p:sp>
          <p:nvSpPr>
            <p:cNvPr id="27682" name="Arc 42">
              <a:extLst>
                <a:ext uri="{FF2B5EF4-FFF2-40B4-BE49-F238E27FC236}">
                  <a16:creationId xmlns:a16="http://schemas.microsoft.com/office/drawing/2014/main" id="{08928BCF-E8B7-4630-AED7-FBDC047F25AF}"/>
                </a:ext>
              </a:extLst>
            </p:cNvPr>
            <p:cNvSpPr>
              <a:spLocks/>
            </p:cNvSpPr>
            <p:nvPr/>
          </p:nvSpPr>
          <p:spPr bwMode="auto">
            <a:xfrm rot="21537389" flipV="1">
              <a:off x="2366915" y="2721010"/>
              <a:ext cx="634950" cy="390556"/>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dirty="0">
                <a:cs typeface="Arial" charset="0"/>
              </a:endParaRPr>
            </a:p>
          </p:txBody>
        </p:sp>
        <p:sp>
          <p:nvSpPr>
            <p:cNvPr id="27683" name="Arc 43">
              <a:extLst>
                <a:ext uri="{FF2B5EF4-FFF2-40B4-BE49-F238E27FC236}">
                  <a16:creationId xmlns:a16="http://schemas.microsoft.com/office/drawing/2014/main" id="{D8663AB8-6A68-4729-B4DC-DE6390018601}"/>
                </a:ext>
              </a:extLst>
            </p:cNvPr>
            <p:cNvSpPr>
              <a:spLocks/>
            </p:cNvSpPr>
            <p:nvPr/>
          </p:nvSpPr>
          <p:spPr bwMode="auto">
            <a:xfrm rot="21537389" flipV="1">
              <a:off x="4390817" y="2654329"/>
              <a:ext cx="641299" cy="387381"/>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dirty="0">
                <a:cs typeface="Arial" charset="0"/>
              </a:endParaRPr>
            </a:p>
          </p:txBody>
        </p:sp>
        <p:sp>
          <p:nvSpPr>
            <p:cNvPr id="27684" name="Arc 44">
              <a:extLst>
                <a:ext uri="{FF2B5EF4-FFF2-40B4-BE49-F238E27FC236}">
                  <a16:creationId xmlns:a16="http://schemas.microsoft.com/office/drawing/2014/main" id="{67B10D9E-7A94-4C9B-9D4B-9859B56DF83F}"/>
                </a:ext>
              </a:extLst>
            </p:cNvPr>
            <p:cNvSpPr>
              <a:spLocks/>
            </p:cNvSpPr>
            <p:nvPr/>
          </p:nvSpPr>
          <p:spPr bwMode="auto">
            <a:xfrm rot="21537389" flipV="1">
              <a:off x="6243284" y="2698783"/>
              <a:ext cx="634950" cy="390556"/>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dirty="0">
                <a:cs typeface="Arial" charset="0"/>
              </a:endParaRPr>
            </a:p>
          </p:txBody>
        </p:sp>
        <p:sp>
          <p:nvSpPr>
            <p:cNvPr id="27685" name="Arc 45">
              <a:extLst>
                <a:ext uri="{FF2B5EF4-FFF2-40B4-BE49-F238E27FC236}">
                  <a16:creationId xmlns:a16="http://schemas.microsoft.com/office/drawing/2014/main" id="{871695FA-AD4B-4A19-B195-F4E455C06B11}"/>
                </a:ext>
              </a:extLst>
            </p:cNvPr>
            <p:cNvSpPr>
              <a:spLocks/>
            </p:cNvSpPr>
            <p:nvPr/>
          </p:nvSpPr>
          <p:spPr bwMode="auto">
            <a:xfrm rot="6645042" flipV="1">
              <a:off x="6731358" y="3299740"/>
              <a:ext cx="541380" cy="504785"/>
            </a:xfrm>
            <a:custGeom>
              <a:avLst/>
              <a:gdLst>
                <a:gd name="T0" fmla="*/ 0 w 43200"/>
                <a:gd name="T1" fmla="*/ 0 h 38842"/>
                <a:gd name="T2" fmla="*/ 0 w 43200"/>
                <a:gd name="T3" fmla="*/ 0 h 38842"/>
                <a:gd name="T4" fmla="*/ 0 w 43200"/>
                <a:gd name="T5" fmla="*/ 0 h 38842"/>
                <a:gd name="T6" fmla="*/ 0 60000 65536"/>
                <a:gd name="T7" fmla="*/ 0 60000 65536"/>
                <a:gd name="T8" fmla="*/ 0 60000 65536"/>
                <a:gd name="T9" fmla="*/ 0 w 43200"/>
                <a:gd name="T10" fmla="*/ 0 h 38842"/>
                <a:gd name="T11" fmla="*/ 43200 w 43200"/>
                <a:gd name="T12" fmla="*/ 38842 h 38842"/>
              </a:gdLst>
              <a:ahLst/>
              <a:cxnLst>
                <a:cxn ang="T6">
                  <a:pos x="T0" y="T1"/>
                </a:cxn>
                <a:cxn ang="T7">
                  <a:pos x="T2" y="T3"/>
                </a:cxn>
                <a:cxn ang="T8">
                  <a:pos x="T4" y="T5"/>
                </a:cxn>
              </a:cxnLst>
              <a:rect l="T9" t="T10" r="T11" b="T12"/>
              <a:pathLst>
                <a:path w="43200" h="38842" fill="none"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2918"/>
                    <a:pt x="1297" y="8694"/>
                    <a:pt x="3724" y="5117"/>
                  </a:cubicBezTo>
                </a:path>
                <a:path w="43200" h="38842" stroke="0"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2918"/>
                    <a:pt x="1297" y="8694"/>
                    <a:pt x="3724" y="5117"/>
                  </a:cubicBezTo>
                  <a:lnTo>
                    <a:pt x="21600" y="17242"/>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dirty="0">
                <a:cs typeface="Arial" charset="0"/>
              </a:endParaRPr>
            </a:p>
          </p:txBody>
        </p:sp>
        <p:sp>
          <p:nvSpPr>
            <p:cNvPr id="27686" name="Arc 46">
              <a:extLst>
                <a:ext uri="{FF2B5EF4-FFF2-40B4-BE49-F238E27FC236}">
                  <a16:creationId xmlns:a16="http://schemas.microsoft.com/office/drawing/2014/main" id="{0C696522-D29F-4556-92E6-4FB53EB5877C}"/>
                </a:ext>
              </a:extLst>
            </p:cNvPr>
            <p:cNvSpPr>
              <a:spLocks/>
            </p:cNvSpPr>
            <p:nvPr/>
          </p:nvSpPr>
          <p:spPr bwMode="auto">
            <a:xfrm rot="6645042" flipV="1">
              <a:off x="6564690" y="4974687"/>
              <a:ext cx="469938" cy="515896"/>
            </a:xfrm>
            <a:custGeom>
              <a:avLst/>
              <a:gdLst>
                <a:gd name="T0" fmla="*/ 0 w 43200"/>
                <a:gd name="T1" fmla="*/ 0 h 38842"/>
                <a:gd name="T2" fmla="*/ 0 w 43200"/>
                <a:gd name="T3" fmla="*/ 0 h 38842"/>
                <a:gd name="T4" fmla="*/ 0 w 43200"/>
                <a:gd name="T5" fmla="*/ 0 h 38842"/>
                <a:gd name="T6" fmla="*/ 0 60000 65536"/>
                <a:gd name="T7" fmla="*/ 0 60000 65536"/>
                <a:gd name="T8" fmla="*/ 0 60000 65536"/>
                <a:gd name="T9" fmla="*/ 0 w 43200"/>
                <a:gd name="T10" fmla="*/ 0 h 38842"/>
                <a:gd name="T11" fmla="*/ 43200 w 43200"/>
                <a:gd name="T12" fmla="*/ 38842 h 38842"/>
              </a:gdLst>
              <a:ahLst/>
              <a:cxnLst>
                <a:cxn ang="T6">
                  <a:pos x="T0" y="T1"/>
                </a:cxn>
                <a:cxn ang="T7">
                  <a:pos x="T2" y="T3"/>
                </a:cxn>
                <a:cxn ang="T8">
                  <a:pos x="T4" y="T5"/>
                </a:cxn>
              </a:cxnLst>
              <a:rect l="T9" t="T10" r="T11" b="T12"/>
              <a:pathLst>
                <a:path w="43200" h="38842" fill="none"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5151"/>
                    <a:pt x="303" y="13071"/>
                    <a:pt x="901" y="11068"/>
                  </a:cubicBezTo>
                </a:path>
                <a:path w="43200" h="38842" stroke="0"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5151"/>
                    <a:pt x="303" y="13071"/>
                    <a:pt x="901" y="11068"/>
                  </a:cubicBezTo>
                  <a:lnTo>
                    <a:pt x="21600" y="17242"/>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dirty="0">
                <a:cs typeface="Arial" charset="0"/>
              </a:endParaRPr>
            </a:p>
          </p:txBody>
        </p:sp>
        <p:sp>
          <p:nvSpPr>
            <p:cNvPr id="27687" name="Arc 47">
              <a:extLst>
                <a:ext uri="{FF2B5EF4-FFF2-40B4-BE49-F238E27FC236}">
                  <a16:creationId xmlns:a16="http://schemas.microsoft.com/office/drawing/2014/main" id="{82793ABB-D883-4835-8AAE-7C27B3EFAB7B}"/>
                </a:ext>
              </a:extLst>
            </p:cNvPr>
            <p:cNvSpPr>
              <a:spLocks/>
            </p:cNvSpPr>
            <p:nvPr/>
          </p:nvSpPr>
          <p:spPr bwMode="auto">
            <a:xfrm rot="7404882" flipV="1">
              <a:off x="2978017" y="5094551"/>
              <a:ext cx="462000" cy="490498"/>
            </a:xfrm>
            <a:custGeom>
              <a:avLst/>
              <a:gdLst>
                <a:gd name="T0" fmla="*/ 0 w 43200"/>
                <a:gd name="T1" fmla="*/ 0 h 42936"/>
                <a:gd name="T2" fmla="*/ 0 w 43200"/>
                <a:gd name="T3" fmla="*/ 0 h 42936"/>
                <a:gd name="T4" fmla="*/ 0 w 43200"/>
                <a:gd name="T5" fmla="*/ 0 h 42936"/>
                <a:gd name="T6" fmla="*/ 0 60000 65536"/>
                <a:gd name="T7" fmla="*/ 0 60000 65536"/>
                <a:gd name="T8" fmla="*/ 0 60000 65536"/>
                <a:gd name="T9" fmla="*/ 0 w 43200"/>
                <a:gd name="T10" fmla="*/ 0 h 42936"/>
                <a:gd name="T11" fmla="*/ 43200 w 43200"/>
                <a:gd name="T12" fmla="*/ 42936 h 42936"/>
              </a:gdLst>
              <a:ahLst/>
              <a:cxnLst>
                <a:cxn ang="T6">
                  <a:pos x="T0" y="T1"/>
                </a:cxn>
                <a:cxn ang="T7">
                  <a:pos x="T2" y="T3"/>
                </a:cxn>
                <a:cxn ang="T8">
                  <a:pos x="T4" y="T5"/>
                </a:cxn>
              </a:cxnLst>
              <a:rect l="T9" t="T10" r="T11" b="T12"/>
              <a:pathLst>
                <a:path w="43200" h="42936" fill="none" extrusionOk="0">
                  <a:moveTo>
                    <a:pt x="24969" y="0"/>
                  </a:moveTo>
                  <a:cubicBezTo>
                    <a:pt x="35468" y="1658"/>
                    <a:pt x="43200" y="10707"/>
                    <a:pt x="43200" y="21336"/>
                  </a:cubicBezTo>
                  <a:cubicBezTo>
                    <a:pt x="43200" y="33265"/>
                    <a:pt x="33529" y="42936"/>
                    <a:pt x="21600" y="42936"/>
                  </a:cubicBezTo>
                  <a:cubicBezTo>
                    <a:pt x="9670" y="42936"/>
                    <a:pt x="0" y="33265"/>
                    <a:pt x="0" y="21336"/>
                  </a:cubicBezTo>
                  <a:cubicBezTo>
                    <a:pt x="-1" y="15785"/>
                    <a:pt x="2137" y="10447"/>
                    <a:pt x="5967" y="6429"/>
                  </a:cubicBezTo>
                </a:path>
                <a:path w="43200" h="42936" stroke="0" extrusionOk="0">
                  <a:moveTo>
                    <a:pt x="24969" y="0"/>
                  </a:moveTo>
                  <a:cubicBezTo>
                    <a:pt x="35468" y="1658"/>
                    <a:pt x="43200" y="10707"/>
                    <a:pt x="43200" y="21336"/>
                  </a:cubicBezTo>
                  <a:cubicBezTo>
                    <a:pt x="43200" y="33265"/>
                    <a:pt x="33529" y="42936"/>
                    <a:pt x="21600" y="42936"/>
                  </a:cubicBezTo>
                  <a:cubicBezTo>
                    <a:pt x="9670" y="42936"/>
                    <a:pt x="0" y="33265"/>
                    <a:pt x="0" y="21336"/>
                  </a:cubicBezTo>
                  <a:cubicBezTo>
                    <a:pt x="-1" y="15785"/>
                    <a:pt x="2137" y="10447"/>
                    <a:pt x="5967" y="6429"/>
                  </a:cubicBezTo>
                  <a:lnTo>
                    <a:pt x="21600" y="21336"/>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dirty="0">
                <a:cs typeface="Arial" charset="0"/>
              </a:endParaRPr>
            </a:p>
          </p:txBody>
        </p:sp>
        <p:sp>
          <p:nvSpPr>
            <p:cNvPr id="27688" name="Arc 48">
              <a:extLst>
                <a:ext uri="{FF2B5EF4-FFF2-40B4-BE49-F238E27FC236}">
                  <a16:creationId xmlns:a16="http://schemas.microsoft.com/office/drawing/2014/main" id="{2ED9D95D-AE72-4C23-B4C1-B86CDAB746E0}"/>
                </a:ext>
              </a:extLst>
            </p:cNvPr>
            <p:cNvSpPr>
              <a:spLocks/>
            </p:cNvSpPr>
            <p:nvPr/>
          </p:nvSpPr>
          <p:spPr bwMode="auto">
            <a:xfrm rot="13000880" flipV="1">
              <a:off x="5733736" y="5173894"/>
              <a:ext cx="568280" cy="387381"/>
            </a:xfrm>
            <a:custGeom>
              <a:avLst/>
              <a:gdLst>
                <a:gd name="T0" fmla="*/ 0 w 43200"/>
                <a:gd name="T1" fmla="*/ 0 h 35376"/>
                <a:gd name="T2" fmla="*/ 0 w 43200"/>
                <a:gd name="T3" fmla="*/ 0 h 35376"/>
                <a:gd name="T4" fmla="*/ 0 w 43200"/>
                <a:gd name="T5" fmla="*/ 0 h 35376"/>
                <a:gd name="T6" fmla="*/ 0 60000 65536"/>
                <a:gd name="T7" fmla="*/ 0 60000 65536"/>
                <a:gd name="T8" fmla="*/ 0 60000 65536"/>
                <a:gd name="T9" fmla="*/ 0 w 43200"/>
                <a:gd name="T10" fmla="*/ 0 h 35376"/>
                <a:gd name="T11" fmla="*/ 43200 w 43200"/>
                <a:gd name="T12" fmla="*/ 35376 h 35376"/>
              </a:gdLst>
              <a:ahLst/>
              <a:cxnLst>
                <a:cxn ang="T6">
                  <a:pos x="T0" y="T1"/>
                </a:cxn>
                <a:cxn ang="T7">
                  <a:pos x="T2" y="T3"/>
                </a:cxn>
                <a:cxn ang="T8">
                  <a:pos x="T4" y="T5"/>
                </a:cxn>
              </a:cxnLst>
              <a:rect l="T9" t="T10" r="T11" b="T12"/>
              <a:pathLst>
                <a:path w="43200" h="35376" fill="none" extrusionOk="0">
                  <a:moveTo>
                    <a:pt x="38236" y="0"/>
                  </a:moveTo>
                  <a:cubicBezTo>
                    <a:pt x="41444" y="3874"/>
                    <a:pt x="43200" y="8746"/>
                    <a:pt x="43200" y="13776"/>
                  </a:cubicBezTo>
                  <a:cubicBezTo>
                    <a:pt x="43200" y="25705"/>
                    <a:pt x="33529" y="35376"/>
                    <a:pt x="21600" y="35376"/>
                  </a:cubicBezTo>
                  <a:cubicBezTo>
                    <a:pt x="9670" y="35376"/>
                    <a:pt x="0" y="25705"/>
                    <a:pt x="0" y="13776"/>
                  </a:cubicBezTo>
                  <a:cubicBezTo>
                    <a:pt x="-1" y="8917"/>
                    <a:pt x="1637" y="4201"/>
                    <a:pt x="4648" y="388"/>
                  </a:cubicBezTo>
                </a:path>
                <a:path w="43200" h="35376" stroke="0" extrusionOk="0">
                  <a:moveTo>
                    <a:pt x="38236" y="0"/>
                  </a:moveTo>
                  <a:cubicBezTo>
                    <a:pt x="41444" y="3874"/>
                    <a:pt x="43200" y="8746"/>
                    <a:pt x="43200" y="13776"/>
                  </a:cubicBezTo>
                  <a:cubicBezTo>
                    <a:pt x="43200" y="25705"/>
                    <a:pt x="33529" y="35376"/>
                    <a:pt x="21600" y="35376"/>
                  </a:cubicBezTo>
                  <a:cubicBezTo>
                    <a:pt x="9670" y="35376"/>
                    <a:pt x="0" y="25705"/>
                    <a:pt x="0" y="13776"/>
                  </a:cubicBezTo>
                  <a:cubicBezTo>
                    <a:pt x="-1" y="8917"/>
                    <a:pt x="1637" y="4201"/>
                    <a:pt x="4648" y="388"/>
                  </a:cubicBezTo>
                  <a:lnTo>
                    <a:pt x="21600" y="1377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cs typeface="Arial" charset="0"/>
              </a:endParaRPr>
            </a:p>
          </p:txBody>
        </p:sp>
        <p:sp>
          <p:nvSpPr>
            <p:cNvPr id="27689" name="Arc 49">
              <a:extLst>
                <a:ext uri="{FF2B5EF4-FFF2-40B4-BE49-F238E27FC236}">
                  <a16:creationId xmlns:a16="http://schemas.microsoft.com/office/drawing/2014/main" id="{BD6C6C90-5470-44BF-93A6-0673D8ED77E2}"/>
                </a:ext>
              </a:extLst>
            </p:cNvPr>
            <p:cNvSpPr>
              <a:spLocks/>
            </p:cNvSpPr>
            <p:nvPr/>
          </p:nvSpPr>
          <p:spPr bwMode="auto">
            <a:xfrm rot="13000880" flipV="1">
              <a:off x="2117697" y="5094512"/>
              <a:ext cx="542882" cy="408020"/>
            </a:xfrm>
            <a:custGeom>
              <a:avLst/>
              <a:gdLst>
                <a:gd name="T0" fmla="*/ 0 w 43200"/>
                <a:gd name="T1" fmla="*/ 0 h 38842"/>
                <a:gd name="T2" fmla="*/ 0 w 43200"/>
                <a:gd name="T3" fmla="*/ 0 h 38842"/>
                <a:gd name="T4" fmla="*/ 0 w 43200"/>
                <a:gd name="T5" fmla="*/ 0 h 38842"/>
                <a:gd name="T6" fmla="*/ 0 60000 65536"/>
                <a:gd name="T7" fmla="*/ 0 60000 65536"/>
                <a:gd name="T8" fmla="*/ 0 60000 65536"/>
                <a:gd name="T9" fmla="*/ 0 w 43200"/>
                <a:gd name="T10" fmla="*/ 0 h 38842"/>
                <a:gd name="T11" fmla="*/ 43200 w 43200"/>
                <a:gd name="T12" fmla="*/ 38842 h 38842"/>
              </a:gdLst>
              <a:ahLst/>
              <a:cxnLst>
                <a:cxn ang="T6">
                  <a:pos x="T0" y="T1"/>
                </a:cxn>
                <a:cxn ang="T7">
                  <a:pos x="T2" y="T3"/>
                </a:cxn>
                <a:cxn ang="T8">
                  <a:pos x="T4" y="T5"/>
                </a:cxn>
              </a:cxnLst>
              <a:rect l="T9" t="T10" r="T11" b="T12"/>
              <a:pathLst>
                <a:path w="43200" h="38842" fill="none"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2918"/>
                    <a:pt x="1297" y="8694"/>
                    <a:pt x="3724" y="5117"/>
                  </a:cubicBezTo>
                </a:path>
                <a:path w="43200" h="38842" stroke="0" extrusionOk="0">
                  <a:moveTo>
                    <a:pt x="34610" y="0"/>
                  </a:moveTo>
                  <a:cubicBezTo>
                    <a:pt x="40019" y="4082"/>
                    <a:pt x="43200" y="10465"/>
                    <a:pt x="43200" y="17242"/>
                  </a:cubicBezTo>
                  <a:cubicBezTo>
                    <a:pt x="43200" y="29171"/>
                    <a:pt x="33529" y="38842"/>
                    <a:pt x="21600" y="38842"/>
                  </a:cubicBezTo>
                  <a:cubicBezTo>
                    <a:pt x="9670" y="38842"/>
                    <a:pt x="0" y="29171"/>
                    <a:pt x="0" y="17242"/>
                  </a:cubicBezTo>
                  <a:cubicBezTo>
                    <a:pt x="-1" y="12918"/>
                    <a:pt x="1297" y="8694"/>
                    <a:pt x="3724" y="5117"/>
                  </a:cubicBezTo>
                  <a:lnTo>
                    <a:pt x="21600" y="17242"/>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dirty="0">
                <a:cs typeface="Arial" charset="0"/>
              </a:endParaRPr>
            </a:p>
          </p:txBody>
        </p:sp>
        <p:sp>
          <p:nvSpPr>
            <p:cNvPr id="42" name="TextBox 41">
              <a:extLst>
                <a:ext uri="{FF2B5EF4-FFF2-40B4-BE49-F238E27FC236}">
                  <a16:creationId xmlns:a16="http://schemas.microsoft.com/office/drawing/2014/main" id="{1990D398-2812-41C0-8E60-4A2592B67124}"/>
                </a:ext>
              </a:extLst>
            </p:cNvPr>
            <p:cNvSpPr txBox="1"/>
            <p:nvPr/>
          </p:nvSpPr>
          <p:spPr>
            <a:xfrm>
              <a:off x="2362153" y="3165545"/>
              <a:ext cx="685746" cy="368329"/>
            </a:xfrm>
            <a:prstGeom prst="rect">
              <a:avLst/>
            </a:prstGeom>
            <a:noFill/>
          </p:spPr>
          <p:txBody>
            <a:bodyPr>
              <a:spAutoFit/>
            </a:bodyPr>
            <a:lstStyle/>
            <a:p>
              <a:pPr eaLnBrk="1" hangingPunct="1">
                <a:defRPr/>
              </a:pPr>
              <a:r>
                <a:rPr lang="en-US" dirty="0">
                  <a:solidFill>
                    <a:schemeClr val="bg1"/>
                  </a:solidFill>
                  <a:cs typeface="Arial" charset="0"/>
                </a:rPr>
                <a:t>S1/1</a:t>
              </a:r>
              <a:endParaRPr lang="en-GB" dirty="0">
                <a:solidFill>
                  <a:schemeClr val="bg1"/>
                </a:solidFill>
                <a:cs typeface="Arial" charset="0"/>
              </a:endParaRPr>
            </a:p>
          </p:txBody>
        </p:sp>
        <p:sp>
          <p:nvSpPr>
            <p:cNvPr id="45" name="TextBox 44">
              <a:extLst>
                <a:ext uri="{FF2B5EF4-FFF2-40B4-BE49-F238E27FC236}">
                  <a16:creationId xmlns:a16="http://schemas.microsoft.com/office/drawing/2014/main" id="{ED9A3FD3-0CD5-4D8B-9B95-960459ACB507}"/>
                </a:ext>
              </a:extLst>
            </p:cNvPr>
            <p:cNvSpPr txBox="1"/>
            <p:nvPr/>
          </p:nvSpPr>
          <p:spPr>
            <a:xfrm>
              <a:off x="4379706" y="3124267"/>
              <a:ext cx="761940" cy="369918"/>
            </a:xfrm>
            <a:prstGeom prst="rect">
              <a:avLst/>
            </a:prstGeom>
            <a:noFill/>
          </p:spPr>
          <p:txBody>
            <a:bodyPr>
              <a:spAutoFit/>
            </a:bodyPr>
            <a:lstStyle/>
            <a:p>
              <a:pPr eaLnBrk="1" hangingPunct="1">
                <a:defRPr/>
              </a:pPr>
              <a:r>
                <a:rPr lang="en-US" dirty="0">
                  <a:solidFill>
                    <a:schemeClr val="bg1"/>
                  </a:solidFill>
                  <a:cs typeface="Arial" charset="0"/>
                </a:rPr>
                <a:t>S0’/0</a:t>
              </a:r>
              <a:endParaRPr lang="en-GB" dirty="0">
                <a:solidFill>
                  <a:schemeClr val="bg1"/>
                </a:solidFill>
                <a:cs typeface="Arial" charset="0"/>
              </a:endParaRPr>
            </a:p>
          </p:txBody>
        </p:sp>
        <p:sp>
          <p:nvSpPr>
            <p:cNvPr id="46" name="TextBox 45">
              <a:extLst>
                <a:ext uri="{FF2B5EF4-FFF2-40B4-BE49-F238E27FC236}">
                  <a16:creationId xmlns:a16="http://schemas.microsoft.com/office/drawing/2014/main" id="{CA8C4166-9CD9-4741-9CCC-DAAD69887405}"/>
                </a:ext>
              </a:extLst>
            </p:cNvPr>
            <p:cNvSpPr txBox="1"/>
            <p:nvPr/>
          </p:nvSpPr>
          <p:spPr>
            <a:xfrm>
              <a:off x="4271765" y="4816677"/>
              <a:ext cx="761940" cy="369918"/>
            </a:xfrm>
            <a:prstGeom prst="rect">
              <a:avLst/>
            </a:prstGeom>
            <a:noFill/>
          </p:spPr>
          <p:txBody>
            <a:bodyPr>
              <a:spAutoFit/>
            </a:bodyPr>
            <a:lstStyle/>
            <a:p>
              <a:pPr eaLnBrk="1" hangingPunct="1">
                <a:defRPr/>
              </a:pPr>
              <a:r>
                <a:rPr lang="en-US" dirty="0">
                  <a:solidFill>
                    <a:schemeClr val="bg1"/>
                  </a:solidFill>
                  <a:cs typeface="Arial" charset="0"/>
                </a:rPr>
                <a:t>S0’’/0</a:t>
              </a:r>
              <a:endParaRPr lang="en-GB" dirty="0">
                <a:solidFill>
                  <a:schemeClr val="bg1"/>
                </a:solidFill>
                <a:cs typeface="Arial" charset="0"/>
              </a:endParaRPr>
            </a:p>
          </p:txBody>
        </p:sp>
        <p:sp>
          <p:nvSpPr>
            <p:cNvPr id="47" name="TextBox 46">
              <a:extLst>
                <a:ext uri="{FF2B5EF4-FFF2-40B4-BE49-F238E27FC236}">
                  <a16:creationId xmlns:a16="http://schemas.microsoft.com/office/drawing/2014/main" id="{107D9BBC-6AA1-4D8A-A286-9FDEEEE7944D}"/>
                </a:ext>
              </a:extLst>
            </p:cNvPr>
            <p:cNvSpPr txBox="1"/>
            <p:nvPr/>
          </p:nvSpPr>
          <p:spPr>
            <a:xfrm>
              <a:off x="2438347" y="4796038"/>
              <a:ext cx="761940" cy="368329"/>
            </a:xfrm>
            <a:prstGeom prst="rect">
              <a:avLst/>
            </a:prstGeom>
            <a:noFill/>
          </p:spPr>
          <p:txBody>
            <a:bodyPr>
              <a:spAutoFit/>
            </a:bodyPr>
            <a:lstStyle/>
            <a:p>
              <a:pPr eaLnBrk="1" hangingPunct="1">
                <a:defRPr/>
              </a:pPr>
              <a:r>
                <a:rPr lang="en-US" dirty="0">
                  <a:solidFill>
                    <a:schemeClr val="bg1"/>
                  </a:solidFill>
                  <a:cs typeface="Arial" charset="0"/>
                </a:rPr>
                <a:t>S2/0</a:t>
              </a:r>
              <a:endParaRPr lang="en-GB" dirty="0">
                <a:solidFill>
                  <a:schemeClr val="bg1"/>
                </a:solidFill>
                <a:cs typeface="Arial" charset="0"/>
              </a:endParaRPr>
            </a:p>
          </p:txBody>
        </p:sp>
        <p:sp>
          <p:nvSpPr>
            <p:cNvPr id="48" name="TextBox 47">
              <a:extLst>
                <a:ext uri="{FF2B5EF4-FFF2-40B4-BE49-F238E27FC236}">
                  <a16:creationId xmlns:a16="http://schemas.microsoft.com/office/drawing/2014/main" id="{F289056F-EB4B-4718-B60E-FB016B0FA216}"/>
                </a:ext>
              </a:extLst>
            </p:cNvPr>
            <p:cNvSpPr txBox="1"/>
            <p:nvPr/>
          </p:nvSpPr>
          <p:spPr>
            <a:xfrm>
              <a:off x="6171851" y="3148082"/>
              <a:ext cx="761940" cy="369917"/>
            </a:xfrm>
            <a:prstGeom prst="rect">
              <a:avLst/>
            </a:prstGeom>
            <a:noFill/>
          </p:spPr>
          <p:txBody>
            <a:bodyPr>
              <a:spAutoFit/>
            </a:bodyPr>
            <a:lstStyle/>
            <a:p>
              <a:pPr eaLnBrk="1" hangingPunct="1">
                <a:defRPr/>
              </a:pPr>
              <a:r>
                <a:rPr lang="en-US" dirty="0">
                  <a:solidFill>
                    <a:schemeClr val="bg1"/>
                  </a:solidFill>
                  <a:cs typeface="Arial" charset="0"/>
                </a:rPr>
                <a:t>S3/1</a:t>
              </a:r>
              <a:endParaRPr lang="en-GB" dirty="0">
                <a:solidFill>
                  <a:schemeClr val="bg1"/>
                </a:solidFill>
                <a:cs typeface="Arial" charset="0"/>
              </a:endParaRPr>
            </a:p>
          </p:txBody>
        </p:sp>
        <p:sp>
          <p:nvSpPr>
            <p:cNvPr id="49" name="TextBox 48">
              <a:extLst>
                <a:ext uri="{FF2B5EF4-FFF2-40B4-BE49-F238E27FC236}">
                  <a16:creationId xmlns:a16="http://schemas.microsoft.com/office/drawing/2014/main" id="{A3BCE08E-07E9-4AE3-93DB-155E748A1111}"/>
                </a:ext>
              </a:extLst>
            </p:cNvPr>
            <p:cNvSpPr txBox="1"/>
            <p:nvPr/>
          </p:nvSpPr>
          <p:spPr>
            <a:xfrm>
              <a:off x="6043274" y="4788100"/>
              <a:ext cx="761940" cy="369918"/>
            </a:xfrm>
            <a:prstGeom prst="rect">
              <a:avLst/>
            </a:prstGeom>
            <a:noFill/>
          </p:spPr>
          <p:txBody>
            <a:bodyPr>
              <a:spAutoFit/>
            </a:bodyPr>
            <a:lstStyle/>
            <a:p>
              <a:pPr eaLnBrk="1" hangingPunct="1">
                <a:defRPr/>
              </a:pPr>
              <a:r>
                <a:rPr lang="en-US" dirty="0">
                  <a:solidFill>
                    <a:schemeClr val="bg1"/>
                  </a:solidFill>
                  <a:cs typeface="Arial" charset="0"/>
                </a:rPr>
                <a:t>S4/0</a:t>
              </a:r>
              <a:endParaRPr lang="en-GB" dirty="0">
                <a:solidFill>
                  <a:schemeClr val="bg1"/>
                </a:solidFill>
                <a:cs typeface="Arial" charset="0"/>
              </a:endParaRPr>
            </a:p>
          </p:txBody>
        </p:sp>
      </p:grpSp>
      <p:sp>
        <p:nvSpPr>
          <p:cNvPr id="3" name="Title 2">
            <a:extLst>
              <a:ext uri="{FF2B5EF4-FFF2-40B4-BE49-F238E27FC236}">
                <a16:creationId xmlns:a16="http://schemas.microsoft.com/office/drawing/2014/main" id="{CA231EA3-8B0B-2743-431B-9298731A94BB}"/>
              </a:ext>
            </a:extLst>
          </p:cNvPr>
          <p:cNvSpPr>
            <a:spLocks noGrp="1"/>
          </p:cNvSpPr>
          <p:nvPr>
            <p:ph type="title"/>
          </p:nvPr>
        </p:nvSpPr>
        <p:spPr/>
        <p:txBody>
          <a:bodyPr>
            <a:normAutofit/>
          </a:bodyPr>
          <a:lstStyle/>
          <a:p>
            <a:r>
              <a:rPr lang="en-US" dirty="0"/>
              <a:t>Anti-Race State Assignment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87">
            <a:extLst>
              <a:ext uri="{FF2B5EF4-FFF2-40B4-BE49-F238E27FC236}">
                <a16:creationId xmlns:a16="http://schemas.microsoft.com/office/drawing/2014/main" id="{8DF6BD2F-5743-D9FC-87EC-5B8C0782BC2B}"/>
              </a:ext>
            </a:extLst>
          </p:cNvPr>
          <p:cNvGrpSpPr>
            <a:grpSpLocks/>
          </p:cNvGrpSpPr>
          <p:nvPr/>
        </p:nvGrpSpPr>
        <p:grpSpPr bwMode="auto">
          <a:xfrm>
            <a:off x="2062164" y="5181600"/>
            <a:ext cx="4935537" cy="433388"/>
            <a:chOff x="113" y="3836"/>
            <a:chExt cx="2540" cy="273"/>
          </a:xfrm>
        </p:grpSpPr>
        <p:sp>
          <p:nvSpPr>
            <p:cNvPr id="41047" name="Text Box 86">
              <a:extLst>
                <a:ext uri="{FF2B5EF4-FFF2-40B4-BE49-F238E27FC236}">
                  <a16:creationId xmlns:a16="http://schemas.microsoft.com/office/drawing/2014/main" id="{BBECE50F-DECA-A38D-DCDF-2161F99A94B1}"/>
                </a:ext>
              </a:extLst>
            </p:cNvPr>
            <p:cNvSpPr txBox="1">
              <a:spLocks noChangeArrowheads="1"/>
            </p:cNvSpPr>
            <p:nvPr/>
          </p:nvSpPr>
          <p:spPr bwMode="auto">
            <a:xfrm>
              <a:off x="113" y="3849"/>
              <a:ext cx="25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Stable states have been marked</a:t>
              </a:r>
              <a:endParaRPr lang="ru-RU" altLang="en-US" sz="2000"/>
            </a:p>
          </p:txBody>
        </p:sp>
        <p:sp>
          <p:nvSpPr>
            <p:cNvPr id="41048" name="Oval 58">
              <a:extLst>
                <a:ext uri="{FF2B5EF4-FFF2-40B4-BE49-F238E27FC236}">
                  <a16:creationId xmlns:a16="http://schemas.microsoft.com/office/drawing/2014/main" id="{77686F9D-B15C-703C-4386-D1A070FCDAFE}"/>
                </a:ext>
              </a:extLst>
            </p:cNvPr>
            <p:cNvSpPr>
              <a:spLocks noChangeArrowheads="1"/>
            </p:cNvSpPr>
            <p:nvPr/>
          </p:nvSpPr>
          <p:spPr bwMode="auto">
            <a:xfrm>
              <a:off x="2071" y="3836"/>
              <a:ext cx="363"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
        <p:nvSpPr>
          <p:cNvPr id="40963" name="Rectangle 4">
            <a:extLst>
              <a:ext uri="{FF2B5EF4-FFF2-40B4-BE49-F238E27FC236}">
                <a16:creationId xmlns:a16="http://schemas.microsoft.com/office/drawing/2014/main" id="{FDC68B28-76EC-BBDB-4E47-7650C61A3DC2}"/>
              </a:ext>
            </a:extLst>
          </p:cNvPr>
          <p:cNvSpPr txBox="1">
            <a:spLocks noChangeArrowheads="1"/>
          </p:cNvSpPr>
          <p:nvPr/>
        </p:nvSpPr>
        <p:spPr bwMode="auto">
          <a:xfrm>
            <a:off x="1752002" y="604914"/>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3600" b="1" dirty="0"/>
          </a:p>
        </p:txBody>
      </p:sp>
      <p:graphicFrame>
        <p:nvGraphicFramePr>
          <p:cNvPr id="20" name="Table 19">
            <a:extLst>
              <a:ext uri="{FF2B5EF4-FFF2-40B4-BE49-F238E27FC236}">
                <a16:creationId xmlns:a16="http://schemas.microsoft.com/office/drawing/2014/main" id="{D0FCC610-1541-4D9F-9246-639AD7C68685}"/>
              </a:ext>
            </a:extLst>
          </p:cNvPr>
          <p:cNvGraphicFramePr>
            <a:graphicFrameLocks noGrp="1"/>
          </p:cNvGraphicFramePr>
          <p:nvPr>
            <p:extLst>
              <p:ext uri="{D42A27DB-BD31-4B8C-83A1-F6EECF244321}">
                <p14:modId xmlns:p14="http://schemas.microsoft.com/office/powerpoint/2010/main" val="1195009694"/>
              </p:ext>
            </p:extLst>
          </p:nvPr>
        </p:nvGraphicFramePr>
        <p:xfrm>
          <a:off x="2743200" y="1524001"/>
          <a:ext cx="6324598" cy="3336921"/>
        </p:xfrm>
        <a:graphic>
          <a:graphicData uri="http://schemas.openxmlformats.org/drawingml/2006/table">
            <a:tbl>
              <a:tblPr firstRow="1" bandRow="1">
                <a:tableStyleId>{5C22544A-7EE6-4342-B048-85BDC9FD1C3A}</a:tableStyleId>
              </a:tblPr>
              <a:tblGrid>
                <a:gridCol w="903514">
                  <a:extLst>
                    <a:ext uri="{9D8B030D-6E8A-4147-A177-3AD203B41FA5}">
                      <a16:colId xmlns:a16="http://schemas.microsoft.com/office/drawing/2014/main" val="20000"/>
                    </a:ext>
                  </a:extLst>
                </a:gridCol>
                <a:gridCol w="903514">
                  <a:extLst>
                    <a:ext uri="{9D8B030D-6E8A-4147-A177-3AD203B41FA5}">
                      <a16:colId xmlns:a16="http://schemas.microsoft.com/office/drawing/2014/main" val="20001"/>
                    </a:ext>
                  </a:extLst>
                </a:gridCol>
                <a:gridCol w="903514">
                  <a:extLst>
                    <a:ext uri="{9D8B030D-6E8A-4147-A177-3AD203B41FA5}">
                      <a16:colId xmlns:a16="http://schemas.microsoft.com/office/drawing/2014/main" val="20002"/>
                    </a:ext>
                  </a:extLst>
                </a:gridCol>
                <a:gridCol w="903514">
                  <a:extLst>
                    <a:ext uri="{9D8B030D-6E8A-4147-A177-3AD203B41FA5}">
                      <a16:colId xmlns:a16="http://schemas.microsoft.com/office/drawing/2014/main" val="20003"/>
                    </a:ext>
                  </a:extLst>
                </a:gridCol>
                <a:gridCol w="903514">
                  <a:extLst>
                    <a:ext uri="{9D8B030D-6E8A-4147-A177-3AD203B41FA5}">
                      <a16:colId xmlns:a16="http://schemas.microsoft.com/office/drawing/2014/main" val="20004"/>
                    </a:ext>
                  </a:extLst>
                </a:gridCol>
                <a:gridCol w="903514">
                  <a:extLst>
                    <a:ext uri="{9D8B030D-6E8A-4147-A177-3AD203B41FA5}">
                      <a16:colId xmlns:a16="http://schemas.microsoft.com/office/drawing/2014/main" val="20005"/>
                    </a:ext>
                  </a:extLst>
                </a:gridCol>
                <a:gridCol w="903514">
                  <a:extLst>
                    <a:ext uri="{9D8B030D-6E8A-4147-A177-3AD203B41FA5}">
                      <a16:colId xmlns:a16="http://schemas.microsoft.com/office/drawing/2014/main" val="20006"/>
                    </a:ext>
                  </a:extLst>
                </a:gridCol>
              </a:tblGrid>
              <a:tr h="370769">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Present State</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1" marB="45711" horzOverflow="overflow"/>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Code</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1" marB="45711" horzOverflow="overflow"/>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Next State</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1" marB="45711" horzOverflow="overflow"/>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0"/>
                  </a:ext>
                </a:extLst>
              </a:tr>
              <a:tr h="370769">
                <a:tc vMerge="1">
                  <a:txBody>
                    <a:bodyPr/>
                    <a:lstStyle/>
                    <a:p>
                      <a:endParaRPr lang="ru-RU"/>
                    </a:p>
                  </a:txBody>
                  <a:tcPr/>
                </a:tc>
                <a:tc vMerge="1">
                  <a:txBody>
                    <a:bodyPr/>
                    <a:lstStyle/>
                    <a:p>
                      <a:endParaRPr lang="ru-RU"/>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Inputs</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Output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1"/>
                  </a:ext>
                </a:extLst>
              </a:tr>
              <a:tr h="370769">
                <a:tc vMerge="1">
                  <a:txBody>
                    <a:bodyPr/>
                    <a:lstStyle/>
                    <a:p>
                      <a:endParaRPr lang="ru-RU"/>
                    </a:p>
                  </a:txBody>
                  <a:tcPr/>
                </a:tc>
                <a:tc vMerge="1">
                  <a:txBody>
                    <a:bodyPr/>
                    <a:lstStyle/>
                    <a:p>
                      <a:endParaRPr lang="ru-RU"/>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2"/>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0</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0 0 0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Arial" pitchFamily="34" charset="0"/>
                          <a:cs typeface="Arial" pitchFamily="34" charset="0"/>
                        </a:rPr>
                        <a:t>000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010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100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3"/>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0</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000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4"/>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0 1 0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Arial" pitchFamily="34" charset="0"/>
                          <a:cs typeface="Arial" pitchFamily="34" charset="0"/>
                        </a:rPr>
                        <a:t>010</a:t>
                      </a:r>
                      <a:endParaRPr kumimoji="0" lang="ru-RU" sz="1600" b="1"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011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5"/>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2</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001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Arial" pitchFamily="34" charset="0"/>
                          <a:cs typeface="Arial" pitchFamily="34" charset="0"/>
                        </a:rPr>
                        <a:t>011</a:t>
                      </a:r>
                      <a:endParaRPr kumimoji="0" lang="ru-RU" sz="1600" b="1"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rPr>
                        <a:t>011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6"/>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3</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rPr>
                        <a:t>100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rPr>
                        <a:t>100</a:t>
                      </a:r>
                      <a:endParaRPr kumimoji="0" lang="ru-RU" sz="1600" b="1"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101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7"/>
                  </a:ext>
                </a:extLst>
              </a:tr>
              <a:tr h="3707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a:t>
                      </a:r>
                      <a:r>
                        <a:rPr kumimoji="0" lang="en-US" sz="1600" b="0" i="0" u="none" strike="noStrike" cap="none" normalizeH="0" baseline="-25000">
                          <a:ln>
                            <a:noFill/>
                          </a:ln>
                          <a:solidFill>
                            <a:schemeClr val="tx1"/>
                          </a:solidFill>
                          <a:effectLst/>
                          <a:latin typeface="Arial" pitchFamily="34" charset="0"/>
                          <a:cs typeface="Arial" pitchFamily="34" charset="0"/>
                        </a:rPr>
                        <a:t>4</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001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rPr>
                        <a:t>101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rPr>
                        <a:t>101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1" marB="45711" horzOverflow="overflow"/>
                </a:tc>
                <a:extLst>
                  <a:ext uri="{0D108BD9-81ED-4DB2-BD59-A6C34878D82A}">
                    <a16:rowId xmlns:a16="http://schemas.microsoft.com/office/drawing/2014/main" val="10008"/>
                  </a:ext>
                </a:extLst>
              </a:tr>
            </a:tbl>
          </a:graphicData>
        </a:graphic>
      </p:graphicFrame>
      <p:sp>
        <p:nvSpPr>
          <p:cNvPr id="41039" name="Oval 58">
            <a:extLst>
              <a:ext uri="{FF2B5EF4-FFF2-40B4-BE49-F238E27FC236}">
                <a16:creationId xmlns:a16="http://schemas.microsoft.com/office/drawing/2014/main" id="{DF502364-277D-6094-7521-E130A8F13681}"/>
              </a:ext>
            </a:extLst>
          </p:cNvPr>
          <p:cNvSpPr>
            <a:spLocks noChangeArrowheads="1"/>
          </p:cNvSpPr>
          <p:nvPr/>
        </p:nvSpPr>
        <p:spPr bwMode="auto">
          <a:xfrm>
            <a:off x="4648200" y="2590800"/>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0" name="Oval 58">
            <a:extLst>
              <a:ext uri="{FF2B5EF4-FFF2-40B4-BE49-F238E27FC236}">
                <a16:creationId xmlns:a16="http://schemas.microsoft.com/office/drawing/2014/main" id="{F4BD056E-499C-7E21-6BD9-0A1ECB984608}"/>
              </a:ext>
            </a:extLst>
          </p:cNvPr>
          <p:cNvSpPr>
            <a:spLocks noChangeArrowheads="1"/>
          </p:cNvSpPr>
          <p:nvPr/>
        </p:nvSpPr>
        <p:spPr bwMode="auto">
          <a:xfrm>
            <a:off x="4683125" y="4073525"/>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1" name="Oval 58">
            <a:extLst>
              <a:ext uri="{FF2B5EF4-FFF2-40B4-BE49-F238E27FC236}">
                <a16:creationId xmlns:a16="http://schemas.microsoft.com/office/drawing/2014/main" id="{FF5BDD0A-2715-E9E1-1716-F218C3C2F44E}"/>
              </a:ext>
            </a:extLst>
          </p:cNvPr>
          <p:cNvSpPr>
            <a:spLocks noChangeArrowheads="1"/>
          </p:cNvSpPr>
          <p:nvPr/>
        </p:nvSpPr>
        <p:spPr bwMode="auto">
          <a:xfrm>
            <a:off x="5568950" y="3352800"/>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2" name="Oval 58">
            <a:extLst>
              <a:ext uri="{FF2B5EF4-FFF2-40B4-BE49-F238E27FC236}">
                <a16:creationId xmlns:a16="http://schemas.microsoft.com/office/drawing/2014/main" id="{6030AEF8-C025-FEED-8934-2852A6426DF1}"/>
              </a:ext>
            </a:extLst>
          </p:cNvPr>
          <p:cNvSpPr>
            <a:spLocks noChangeArrowheads="1"/>
          </p:cNvSpPr>
          <p:nvPr/>
        </p:nvSpPr>
        <p:spPr bwMode="auto">
          <a:xfrm>
            <a:off x="6448425" y="3692525"/>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3" name="Oval 58">
            <a:extLst>
              <a:ext uri="{FF2B5EF4-FFF2-40B4-BE49-F238E27FC236}">
                <a16:creationId xmlns:a16="http://schemas.microsoft.com/office/drawing/2014/main" id="{53C51A8E-EE2E-DBA4-99ED-117BF3A45C73}"/>
              </a:ext>
            </a:extLst>
          </p:cNvPr>
          <p:cNvSpPr>
            <a:spLocks noChangeArrowheads="1"/>
          </p:cNvSpPr>
          <p:nvPr/>
        </p:nvSpPr>
        <p:spPr bwMode="auto">
          <a:xfrm>
            <a:off x="6459538" y="4114800"/>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4" name="Oval 58">
            <a:extLst>
              <a:ext uri="{FF2B5EF4-FFF2-40B4-BE49-F238E27FC236}">
                <a16:creationId xmlns:a16="http://schemas.microsoft.com/office/drawing/2014/main" id="{20A4B361-CBD2-A31C-0E49-34A32EBBBDEF}"/>
              </a:ext>
            </a:extLst>
          </p:cNvPr>
          <p:cNvSpPr>
            <a:spLocks noChangeArrowheads="1"/>
          </p:cNvSpPr>
          <p:nvPr/>
        </p:nvSpPr>
        <p:spPr bwMode="auto">
          <a:xfrm>
            <a:off x="7345363" y="3733800"/>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5" name="Oval 58">
            <a:extLst>
              <a:ext uri="{FF2B5EF4-FFF2-40B4-BE49-F238E27FC236}">
                <a16:creationId xmlns:a16="http://schemas.microsoft.com/office/drawing/2014/main" id="{2124D14E-37C3-D8BD-D5F8-7D726CC83CD1}"/>
              </a:ext>
            </a:extLst>
          </p:cNvPr>
          <p:cNvSpPr>
            <a:spLocks noChangeArrowheads="1"/>
          </p:cNvSpPr>
          <p:nvPr/>
        </p:nvSpPr>
        <p:spPr bwMode="auto">
          <a:xfrm>
            <a:off x="7391400" y="4419600"/>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1046" name="Oval 58">
            <a:extLst>
              <a:ext uri="{FF2B5EF4-FFF2-40B4-BE49-F238E27FC236}">
                <a16:creationId xmlns:a16="http://schemas.microsoft.com/office/drawing/2014/main" id="{327CF02D-520F-2112-725E-FD04B3C6F0C8}"/>
              </a:ext>
            </a:extLst>
          </p:cNvPr>
          <p:cNvSpPr>
            <a:spLocks noChangeArrowheads="1"/>
          </p:cNvSpPr>
          <p:nvPr/>
        </p:nvSpPr>
        <p:spPr bwMode="auto">
          <a:xfrm>
            <a:off x="5603875" y="4460875"/>
            <a:ext cx="609600"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 name="Title 3">
            <a:extLst>
              <a:ext uri="{FF2B5EF4-FFF2-40B4-BE49-F238E27FC236}">
                <a16:creationId xmlns:a16="http://schemas.microsoft.com/office/drawing/2014/main" id="{E83B55CF-A21F-AAD3-9E33-36A904990454}"/>
              </a:ext>
            </a:extLst>
          </p:cNvPr>
          <p:cNvSpPr>
            <a:spLocks noGrp="1"/>
          </p:cNvSpPr>
          <p:nvPr>
            <p:ph type="title"/>
          </p:nvPr>
        </p:nvSpPr>
        <p:spPr/>
        <p:txBody>
          <a:bodyPr>
            <a:normAutofit/>
          </a:bodyPr>
          <a:lstStyle/>
          <a:p>
            <a:r>
              <a:rPr lang="en-US" dirty="0"/>
              <a:t>Flow-Table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5">
            <a:extLst>
              <a:ext uri="{FF2B5EF4-FFF2-40B4-BE49-F238E27FC236}">
                <a16:creationId xmlns:a16="http://schemas.microsoft.com/office/drawing/2014/main" id="{6F487283-4065-5DB0-61E0-F0A00EB515E5}"/>
              </a:ext>
            </a:extLst>
          </p:cNvPr>
          <p:cNvSpPr txBox="1">
            <a:spLocks noChangeArrowheads="1"/>
          </p:cNvSpPr>
          <p:nvPr/>
        </p:nvSpPr>
        <p:spPr bwMode="auto">
          <a:xfrm>
            <a:off x="2047876" y="1143000"/>
            <a:ext cx="7593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This method use one state variable for each state</a:t>
            </a:r>
            <a:endParaRPr lang="ru-RU" altLang="en-US" sz="2400"/>
          </a:p>
        </p:txBody>
      </p:sp>
      <p:grpSp>
        <p:nvGrpSpPr>
          <p:cNvPr id="41987" name="Group 74">
            <a:extLst>
              <a:ext uri="{FF2B5EF4-FFF2-40B4-BE49-F238E27FC236}">
                <a16:creationId xmlns:a16="http://schemas.microsoft.com/office/drawing/2014/main" id="{B9C789BC-96F6-649C-9EF2-272AF9F8F6E6}"/>
              </a:ext>
            </a:extLst>
          </p:cNvPr>
          <p:cNvGrpSpPr>
            <a:grpSpLocks/>
          </p:cNvGrpSpPr>
          <p:nvPr/>
        </p:nvGrpSpPr>
        <p:grpSpPr bwMode="auto">
          <a:xfrm>
            <a:off x="2438400" y="2111828"/>
            <a:ext cx="4953000" cy="3716338"/>
            <a:chOff x="269" y="1298"/>
            <a:chExt cx="3065" cy="2485"/>
          </a:xfrm>
        </p:grpSpPr>
        <p:sp>
          <p:nvSpPr>
            <p:cNvPr id="29702" name="Oval 7">
              <a:extLst>
                <a:ext uri="{FF2B5EF4-FFF2-40B4-BE49-F238E27FC236}">
                  <a16:creationId xmlns:a16="http://schemas.microsoft.com/office/drawing/2014/main" id="{5B937703-2DF1-4C7C-A3E3-0F6C8B7493CB}"/>
                </a:ext>
              </a:extLst>
            </p:cNvPr>
            <p:cNvSpPr>
              <a:spLocks noChangeArrowheads="1"/>
            </p:cNvSpPr>
            <p:nvPr/>
          </p:nvSpPr>
          <p:spPr bwMode="auto">
            <a:xfrm>
              <a:off x="442" y="1789"/>
              <a:ext cx="496" cy="493"/>
            </a:xfrm>
            <a:prstGeom prst="ellipse">
              <a:avLst/>
            </a:prstGeom>
            <a:solidFill>
              <a:schemeClr val="accent1"/>
            </a:solidFill>
            <a:ln w="9525">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1</a:t>
              </a:r>
              <a:r>
                <a:rPr lang="en-US" sz="1600" dirty="0">
                  <a:solidFill>
                    <a:schemeClr val="bg1"/>
                  </a:solidFill>
                  <a:cs typeface="Arial" charset="0"/>
                </a:rPr>
                <a:t>/1</a:t>
              </a:r>
            </a:p>
          </p:txBody>
        </p:sp>
        <p:sp>
          <p:nvSpPr>
            <p:cNvPr id="29703" name="Oval 8">
              <a:extLst>
                <a:ext uri="{FF2B5EF4-FFF2-40B4-BE49-F238E27FC236}">
                  <a16:creationId xmlns:a16="http://schemas.microsoft.com/office/drawing/2014/main" id="{5233182B-AE86-4EE0-850F-3FC80B525ED5}"/>
                </a:ext>
              </a:extLst>
            </p:cNvPr>
            <p:cNvSpPr>
              <a:spLocks noChangeArrowheads="1"/>
            </p:cNvSpPr>
            <p:nvPr/>
          </p:nvSpPr>
          <p:spPr bwMode="auto">
            <a:xfrm>
              <a:off x="474" y="2978"/>
              <a:ext cx="497" cy="485"/>
            </a:xfrm>
            <a:prstGeom prst="ellipse">
              <a:avLst/>
            </a:prstGeom>
            <a:solidFill>
              <a:schemeClr val="accent1"/>
            </a:solidFill>
            <a:ln w="9525">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2</a:t>
              </a:r>
              <a:r>
                <a:rPr lang="en-US" sz="1600" dirty="0">
                  <a:solidFill>
                    <a:schemeClr val="bg1"/>
                  </a:solidFill>
                  <a:cs typeface="Arial" charset="0"/>
                </a:rPr>
                <a:t>/0</a:t>
              </a:r>
            </a:p>
          </p:txBody>
        </p:sp>
        <p:sp>
          <p:nvSpPr>
            <p:cNvPr id="29704" name="Line 9">
              <a:extLst>
                <a:ext uri="{FF2B5EF4-FFF2-40B4-BE49-F238E27FC236}">
                  <a16:creationId xmlns:a16="http://schemas.microsoft.com/office/drawing/2014/main" id="{11E78598-2738-471A-BE04-3B3F00CC48A7}"/>
                </a:ext>
              </a:extLst>
            </p:cNvPr>
            <p:cNvSpPr>
              <a:spLocks noChangeShapeType="1"/>
            </p:cNvSpPr>
            <p:nvPr/>
          </p:nvSpPr>
          <p:spPr bwMode="auto">
            <a:xfrm flipH="1">
              <a:off x="699" y="2285"/>
              <a:ext cx="0" cy="227"/>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05" name="Line 10">
              <a:extLst>
                <a:ext uri="{FF2B5EF4-FFF2-40B4-BE49-F238E27FC236}">
                  <a16:creationId xmlns:a16="http://schemas.microsoft.com/office/drawing/2014/main" id="{E238B2D6-CBC4-4042-8EB9-8EC2B3124138}"/>
                </a:ext>
              </a:extLst>
            </p:cNvPr>
            <p:cNvSpPr>
              <a:spLocks noChangeShapeType="1"/>
            </p:cNvSpPr>
            <p:nvPr/>
          </p:nvSpPr>
          <p:spPr bwMode="auto">
            <a:xfrm flipV="1">
              <a:off x="961" y="3010"/>
              <a:ext cx="168" cy="87"/>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06" name="Line 11">
              <a:extLst>
                <a:ext uri="{FF2B5EF4-FFF2-40B4-BE49-F238E27FC236}">
                  <a16:creationId xmlns:a16="http://schemas.microsoft.com/office/drawing/2014/main" id="{743EA4F6-A8FC-4DEC-B6FA-A6BCE3C4C67A}"/>
                </a:ext>
              </a:extLst>
            </p:cNvPr>
            <p:cNvSpPr>
              <a:spLocks noChangeShapeType="1"/>
            </p:cNvSpPr>
            <p:nvPr/>
          </p:nvSpPr>
          <p:spPr bwMode="auto">
            <a:xfrm flipH="1" flipV="1">
              <a:off x="1231" y="2439"/>
              <a:ext cx="204" cy="161"/>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07" name="Line 12">
              <a:extLst>
                <a:ext uri="{FF2B5EF4-FFF2-40B4-BE49-F238E27FC236}">
                  <a16:creationId xmlns:a16="http://schemas.microsoft.com/office/drawing/2014/main" id="{5F8A45B2-9E75-48A8-961A-ED93A9B2D331}"/>
                </a:ext>
              </a:extLst>
            </p:cNvPr>
            <p:cNvSpPr>
              <a:spLocks noChangeShapeType="1"/>
            </p:cNvSpPr>
            <p:nvPr/>
          </p:nvSpPr>
          <p:spPr bwMode="auto">
            <a:xfrm flipV="1">
              <a:off x="1888" y="2512"/>
              <a:ext cx="182" cy="136"/>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08" name="Text Box 14">
              <a:extLst>
                <a:ext uri="{FF2B5EF4-FFF2-40B4-BE49-F238E27FC236}">
                  <a16:creationId xmlns:a16="http://schemas.microsoft.com/office/drawing/2014/main" id="{594CDAA8-4E62-4B20-9239-51052D89B986}"/>
                </a:ext>
              </a:extLst>
            </p:cNvPr>
            <p:cNvSpPr txBox="1">
              <a:spLocks noChangeArrowheads="1"/>
            </p:cNvSpPr>
            <p:nvPr/>
          </p:nvSpPr>
          <p:spPr bwMode="auto">
            <a:xfrm>
              <a:off x="2473" y="1298"/>
              <a:ext cx="335" cy="240"/>
            </a:xfrm>
            <a:prstGeom prst="rect">
              <a:avLst/>
            </a:prstGeom>
            <a:noFill/>
            <a:ln w="9525">
              <a:noFill/>
              <a:miter lim="800000"/>
              <a:headEnd/>
              <a:tailEnd/>
            </a:ln>
          </p:spPr>
          <p:txBody>
            <a:bodyPr/>
            <a:lstStyle/>
            <a:p>
              <a:pPr>
                <a:defRPr/>
              </a:pPr>
              <a:r>
                <a:rPr lang="en-US" sz="1600" dirty="0">
                  <a:cs typeface="Arial" charset="0"/>
                </a:rPr>
                <a:t>10</a:t>
              </a:r>
            </a:p>
          </p:txBody>
        </p:sp>
        <p:sp>
          <p:nvSpPr>
            <p:cNvPr id="29709" name="Text Box 15">
              <a:extLst>
                <a:ext uri="{FF2B5EF4-FFF2-40B4-BE49-F238E27FC236}">
                  <a16:creationId xmlns:a16="http://schemas.microsoft.com/office/drawing/2014/main" id="{C4583BE8-B956-40D0-A515-338304CF288C}"/>
                </a:ext>
              </a:extLst>
            </p:cNvPr>
            <p:cNvSpPr txBox="1">
              <a:spLocks noChangeArrowheads="1"/>
            </p:cNvSpPr>
            <p:nvPr/>
          </p:nvSpPr>
          <p:spPr bwMode="auto">
            <a:xfrm>
              <a:off x="346" y="3471"/>
              <a:ext cx="312" cy="312"/>
            </a:xfrm>
            <a:prstGeom prst="rect">
              <a:avLst/>
            </a:prstGeom>
            <a:noFill/>
            <a:ln w="9525">
              <a:noFill/>
              <a:miter lim="800000"/>
              <a:headEnd/>
              <a:tailEnd/>
            </a:ln>
          </p:spPr>
          <p:txBody>
            <a:bodyPr/>
            <a:lstStyle/>
            <a:p>
              <a:pPr>
                <a:defRPr/>
              </a:pPr>
              <a:r>
                <a:rPr lang="en-US" sz="1600" dirty="0">
                  <a:cs typeface="Arial" charset="0"/>
                </a:rPr>
                <a:t>11</a:t>
              </a:r>
            </a:p>
          </p:txBody>
        </p:sp>
        <p:sp>
          <p:nvSpPr>
            <p:cNvPr id="29710" name="Text Box 16">
              <a:extLst>
                <a:ext uri="{FF2B5EF4-FFF2-40B4-BE49-F238E27FC236}">
                  <a16:creationId xmlns:a16="http://schemas.microsoft.com/office/drawing/2014/main" id="{D55D0C60-27AE-4B7A-831A-BD4C1C4A3A0D}"/>
                </a:ext>
              </a:extLst>
            </p:cNvPr>
            <p:cNvSpPr txBox="1">
              <a:spLocks noChangeArrowheads="1"/>
            </p:cNvSpPr>
            <p:nvPr/>
          </p:nvSpPr>
          <p:spPr bwMode="auto">
            <a:xfrm>
              <a:off x="550" y="1304"/>
              <a:ext cx="408" cy="313"/>
            </a:xfrm>
            <a:prstGeom prst="rect">
              <a:avLst/>
            </a:prstGeom>
            <a:noFill/>
            <a:ln w="9525">
              <a:noFill/>
              <a:miter lim="800000"/>
              <a:headEnd/>
              <a:tailEnd/>
            </a:ln>
          </p:spPr>
          <p:txBody>
            <a:bodyPr/>
            <a:lstStyle/>
            <a:p>
              <a:pPr>
                <a:defRPr/>
              </a:pPr>
              <a:r>
                <a:rPr lang="en-US" sz="1600" dirty="0">
                  <a:cs typeface="Arial" charset="0"/>
                </a:rPr>
                <a:t>01</a:t>
              </a:r>
            </a:p>
          </p:txBody>
        </p:sp>
        <p:sp>
          <p:nvSpPr>
            <p:cNvPr id="29711" name="Text Box 17">
              <a:extLst>
                <a:ext uri="{FF2B5EF4-FFF2-40B4-BE49-F238E27FC236}">
                  <a16:creationId xmlns:a16="http://schemas.microsoft.com/office/drawing/2014/main" id="{F459C017-BD63-466F-8367-DA1E107C2C30}"/>
                </a:ext>
              </a:extLst>
            </p:cNvPr>
            <p:cNvSpPr txBox="1">
              <a:spLocks noChangeArrowheads="1"/>
            </p:cNvSpPr>
            <p:nvPr/>
          </p:nvSpPr>
          <p:spPr bwMode="auto">
            <a:xfrm>
              <a:off x="1253" y="2330"/>
              <a:ext cx="282" cy="202"/>
            </a:xfrm>
            <a:prstGeom prst="rect">
              <a:avLst/>
            </a:prstGeom>
            <a:noFill/>
            <a:ln w="9525">
              <a:noFill/>
              <a:miter lim="800000"/>
              <a:headEnd/>
              <a:tailEnd/>
            </a:ln>
          </p:spPr>
          <p:txBody>
            <a:bodyPr/>
            <a:lstStyle/>
            <a:p>
              <a:pPr>
                <a:defRPr/>
              </a:pPr>
              <a:r>
                <a:rPr lang="en-US" sz="1600" dirty="0">
                  <a:cs typeface="Arial" charset="0"/>
                </a:rPr>
                <a:t>01</a:t>
              </a:r>
            </a:p>
          </p:txBody>
        </p:sp>
        <p:sp>
          <p:nvSpPr>
            <p:cNvPr id="29712" name="Oval 18">
              <a:extLst>
                <a:ext uri="{FF2B5EF4-FFF2-40B4-BE49-F238E27FC236}">
                  <a16:creationId xmlns:a16="http://schemas.microsoft.com/office/drawing/2014/main" id="{D4E8344D-97EC-4380-9F7B-D2C30C7A2EEB}"/>
                </a:ext>
              </a:extLst>
            </p:cNvPr>
            <p:cNvSpPr>
              <a:spLocks noChangeArrowheads="1"/>
            </p:cNvSpPr>
            <p:nvPr/>
          </p:nvSpPr>
          <p:spPr bwMode="auto">
            <a:xfrm>
              <a:off x="1408" y="2465"/>
              <a:ext cx="496" cy="499"/>
            </a:xfrm>
            <a:prstGeom prst="ellipse">
              <a:avLst/>
            </a:prstGeom>
            <a:solidFill>
              <a:schemeClr val="accent1"/>
            </a:solidFill>
            <a:ln w="9525">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0</a:t>
              </a:r>
              <a:r>
                <a:rPr lang="en-US" sz="1600" dirty="0">
                  <a:solidFill>
                    <a:schemeClr val="bg1"/>
                  </a:solidFill>
                  <a:cs typeface="Arial" charset="0"/>
                </a:rPr>
                <a:t>/0</a:t>
              </a:r>
            </a:p>
          </p:txBody>
        </p:sp>
        <p:sp>
          <p:nvSpPr>
            <p:cNvPr id="29713" name="Text Box 19">
              <a:extLst>
                <a:ext uri="{FF2B5EF4-FFF2-40B4-BE49-F238E27FC236}">
                  <a16:creationId xmlns:a16="http://schemas.microsoft.com/office/drawing/2014/main" id="{565DA916-B295-47BA-8D50-94C5E4DEACC1}"/>
                </a:ext>
              </a:extLst>
            </p:cNvPr>
            <p:cNvSpPr txBox="1">
              <a:spLocks noChangeArrowheads="1"/>
            </p:cNvSpPr>
            <p:nvPr/>
          </p:nvSpPr>
          <p:spPr bwMode="auto">
            <a:xfrm>
              <a:off x="1117" y="3431"/>
              <a:ext cx="335" cy="336"/>
            </a:xfrm>
            <a:prstGeom prst="rect">
              <a:avLst/>
            </a:prstGeom>
            <a:noFill/>
            <a:ln w="9525">
              <a:noFill/>
              <a:miter lim="800000"/>
              <a:headEnd/>
              <a:tailEnd/>
            </a:ln>
          </p:spPr>
          <p:txBody>
            <a:bodyPr/>
            <a:lstStyle/>
            <a:p>
              <a:pPr>
                <a:defRPr/>
              </a:pPr>
              <a:r>
                <a:rPr lang="en-US" sz="1600" dirty="0">
                  <a:cs typeface="Arial" charset="0"/>
                </a:rPr>
                <a:t>10</a:t>
              </a:r>
            </a:p>
          </p:txBody>
        </p:sp>
        <p:sp>
          <p:nvSpPr>
            <p:cNvPr id="29714" name="Text Box 20">
              <a:extLst>
                <a:ext uri="{FF2B5EF4-FFF2-40B4-BE49-F238E27FC236}">
                  <a16:creationId xmlns:a16="http://schemas.microsoft.com/office/drawing/2014/main" id="{69D7DB9B-76CC-4832-9BAD-3D5E57D556F8}"/>
                </a:ext>
              </a:extLst>
            </p:cNvPr>
            <p:cNvSpPr txBox="1">
              <a:spLocks noChangeArrowheads="1"/>
            </p:cNvSpPr>
            <p:nvPr/>
          </p:nvSpPr>
          <p:spPr bwMode="auto">
            <a:xfrm>
              <a:off x="1525" y="2013"/>
              <a:ext cx="408" cy="311"/>
            </a:xfrm>
            <a:prstGeom prst="rect">
              <a:avLst/>
            </a:prstGeom>
            <a:noFill/>
            <a:ln w="9525">
              <a:noFill/>
              <a:miter lim="800000"/>
              <a:headEnd/>
              <a:tailEnd/>
            </a:ln>
          </p:spPr>
          <p:txBody>
            <a:bodyPr/>
            <a:lstStyle/>
            <a:p>
              <a:pPr>
                <a:defRPr/>
              </a:pPr>
              <a:r>
                <a:rPr lang="en-US" sz="1600" dirty="0">
                  <a:cs typeface="Arial" charset="0"/>
                </a:rPr>
                <a:t>00</a:t>
              </a:r>
            </a:p>
          </p:txBody>
        </p:sp>
        <p:sp>
          <p:nvSpPr>
            <p:cNvPr id="29715" name="Oval 21">
              <a:extLst>
                <a:ext uri="{FF2B5EF4-FFF2-40B4-BE49-F238E27FC236}">
                  <a16:creationId xmlns:a16="http://schemas.microsoft.com/office/drawing/2014/main" id="{A368396D-6068-4108-91C6-420BE0BC7C78}"/>
                </a:ext>
              </a:extLst>
            </p:cNvPr>
            <p:cNvSpPr>
              <a:spLocks noChangeArrowheads="1"/>
            </p:cNvSpPr>
            <p:nvPr/>
          </p:nvSpPr>
          <p:spPr bwMode="auto">
            <a:xfrm>
              <a:off x="2372" y="1796"/>
              <a:ext cx="496" cy="495"/>
            </a:xfrm>
            <a:prstGeom prst="ellipse">
              <a:avLst/>
            </a:prstGeom>
            <a:solidFill>
              <a:schemeClr val="accent1"/>
            </a:solidFill>
            <a:ln w="9525">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3</a:t>
              </a:r>
              <a:r>
                <a:rPr lang="en-US" sz="1600" dirty="0">
                  <a:solidFill>
                    <a:schemeClr val="bg1"/>
                  </a:solidFill>
                  <a:cs typeface="Arial" charset="0"/>
                </a:rPr>
                <a:t>/1</a:t>
              </a:r>
            </a:p>
          </p:txBody>
        </p:sp>
        <p:sp>
          <p:nvSpPr>
            <p:cNvPr id="29716" name="Oval 22">
              <a:extLst>
                <a:ext uri="{FF2B5EF4-FFF2-40B4-BE49-F238E27FC236}">
                  <a16:creationId xmlns:a16="http://schemas.microsoft.com/office/drawing/2014/main" id="{B28CC83D-1289-41A3-8644-1EA9B5A8F77A}"/>
                </a:ext>
              </a:extLst>
            </p:cNvPr>
            <p:cNvSpPr>
              <a:spLocks noChangeArrowheads="1"/>
            </p:cNvSpPr>
            <p:nvPr/>
          </p:nvSpPr>
          <p:spPr bwMode="auto">
            <a:xfrm>
              <a:off x="2324" y="2937"/>
              <a:ext cx="496" cy="493"/>
            </a:xfrm>
            <a:prstGeom prst="ellipse">
              <a:avLst/>
            </a:prstGeom>
            <a:solidFill>
              <a:schemeClr val="accent1"/>
            </a:solidFill>
            <a:ln w="9525">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4</a:t>
              </a:r>
              <a:r>
                <a:rPr lang="en-US" sz="1600" dirty="0">
                  <a:solidFill>
                    <a:schemeClr val="bg1"/>
                  </a:solidFill>
                  <a:cs typeface="Arial" charset="0"/>
                </a:rPr>
                <a:t>/0</a:t>
              </a:r>
            </a:p>
          </p:txBody>
        </p:sp>
        <p:sp>
          <p:nvSpPr>
            <p:cNvPr id="29717" name="Line 23">
              <a:extLst>
                <a:ext uri="{FF2B5EF4-FFF2-40B4-BE49-F238E27FC236}">
                  <a16:creationId xmlns:a16="http://schemas.microsoft.com/office/drawing/2014/main" id="{DD16E65A-2998-42E1-86FD-809028218F46}"/>
                </a:ext>
              </a:extLst>
            </p:cNvPr>
            <p:cNvSpPr>
              <a:spLocks noChangeShapeType="1"/>
            </p:cNvSpPr>
            <p:nvPr/>
          </p:nvSpPr>
          <p:spPr bwMode="auto">
            <a:xfrm flipH="1" flipV="1">
              <a:off x="2169" y="3019"/>
              <a:ext cx="158" cy="91"/>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29718" name="Line 24">
              <a:extLst>
                <a:ext uri="{FF2B5EF4-FFF2-40B4-BE49-F238E27FC236}">
                  <a16:creationId xmlns:a16="http://schemas.microsoft.com/office/drawing/2014/main" id="{4EA7DB4A-E320-40F2-98E4-F394B4A88D73}"/>
                </a:ext>
              </a:extLst>
            </p:cNvPr>
            <p:cNvSpPr>
              <a:spLocks noChangeShapeType="1"/>
            </p:cNvSpPr>
            <p:nvPr/>
          </p:nvSpPr>
          <p:spPr bwMode="auto">
            <a:xfrm flipH="1">
              <a:off x="2594" y="2276"/>
              <a:ext cx="2" cy="240"/>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29719" name="Text Box 25">
              <a:extLst>
                <a:ext uri="{FF2B5EF4-FFF2-40B4-BE49-F238E27FC236}">
                  <a16:creationId xmlns:a16="http://schemas.microsoft.com/office/drawing/2014/main" id="{0E1CE83C-22A1-4DE5-B2F1-7F7CFC988BE3}"/>
                </a:ext>
              </a:extLst>
            </p:cNvPr>
            <p:cNvSpPr txBox="1">
              <a:spLocks noChangeArrowheads="1"/>
            </p:cNvSpPr>
            <p:nvPr/>
          </p:nvSpPr>
          <p:spPr bwMode="auto">
            <a:xfrm>
              <a:off x="2841" y="3463"/>
              <a:ext cx="311" cy="311"/>
            </a:xfrm>
            <a:prstGeom prst="rect">
              <a:avLst/>
            </a:prstGeom>
            <a:noFill/>
            <a:ln w="9525">
              <a:noFill/>
              <a:miter lim="800000"/>
              <a:headEnd/>
              <a:tailEnd/>
            </a:ln>
          </p:spPr>
          <p:txBody>
            <a:bodyPr/>
            <a:lstStyle/>
            <a:p>
              <a:pPr>
                <a:defRPr/>
              </a:pPr>
              <a:r>
                <a:rPr lang="en-US" sz="1600" dirty="0">
                  <a:cs typeface="Arial" charset="0"/>
                </a:rPr>
                <a:t>11</a:t>
              </a:r>
            </a:p>
          </p:txBody>
        </p:sp>
        <p:sp>
          <p:nvSpPr>
            <p:cNvPr id="29720" name="Text Box 26">
              <a:extLst>
                <a:ext uri="{FF2B5EF4-FFF2-40B4-BE49-F238E27FC236}">
                  <a16:creationId xmlns:a16="http://schemas.microsoft.com/office/drawing/2014/main" id="{05B9F8B6-3E69-45C9-A14F-9C2986D7C608}"/>
                </a:ext>
              </a:extLst>
            </p:cNvPr>
            <p:cNvSpPr txBox="1">
              <a:spLocks noChangeArrowheads="1"/>
            </p:cNvSpPr>
            <p:nvPr/>
          </p:nvSpPr>
          <p:spPr bwMode="auto">
            <a:xfrm>
              <a:off x="2160" y="3509"/>
              <a:ext cx="282" cy="201"/>
            </a:xfrm>
            <a:prstGeom prst="rect">
              <a:avLst/>
            </a:prstGeom>
            <a:noFill/>
            <a:ln w="9525">
              <a:noFill/>
              <a:miter lim="800000"/>
              <a:headEnd/>
              <a:tailEnd/>
            </a:ln>
          </p:spPr>
          <p:txBody>
            <a:bodyPr/>
            <a:lstStyle/>
            <a:p>
              <a:pPr>
                <a:defRPr/>
              </a:pPr>
              <a:r>
                <a:rPr lang="en-US" sz="1600" dirty="0">
                  <a:cs typeface="Arial" charset="0"/>
                </a:rPr>
                <a:t>01</a:t>
              </a:r>
            </a:p>
          </p:txBody>
        </p:sp>
        <p:sp>
          <p:nvSpPr>
            <p:cNvPr id="29721" name="Text Box 27">
              <a:extLst>
                <a:ext uri="{FF2B5EF4-FFF2-40B4-BE49-F238E27FC236}">
                  <a16:creationId xmlns:a16="http://schemas.microsoft.com/office/drawing/2014/main" id="{5F48624E-1AD3-4E88-8425-B7E6D0D34C61}"/>
                </a:ext>
              </a:extLst>
            </p:cNvPr>
            <p:cNvSpPr txBox="1">
              <a:spLocks noChangeArrowheads="1"/>
            </p:cNvSpPr>
            <p:nvPr/>
          </p:nvSpPr>
          <p:spPr bwMode="auto">
            <a:xfrm>
              <a:off x="2578" y="2285"/>
              <a:ext cx="312" cy="227"/>
            </a:xfrm>
            <a:prstGeom prst="rect">
              <a:avLst/>
            </a:prstGeom>
            <a:noFill/>
            <a:ln w="9525">
              <a:noFill/>
              <a:miter lim="800000"/>
              <a:headEnd/>
              <a:tailEnd/>
            </a:ln>
          </p:spPr>
          <p:txBody>
            <a:bodyPr/>
            <a:lstStyle/>
            <a:p>
              <a:pPr>
                <a:defRPr/>
              </a:pPr>
              <a:r>
                <a:rPr lang="en-US" sz="1600" dirty="0">
                  <a:cs typeface="Arial" charset="0"/>
                </a:rPr>
                <a:t>11</a:t>
              </a:r>
            </a:p>
          </p:txBody>
        </p:sp>
        <p:sp>
          <p:nvSpPr>
            <p:cNvPr id="29722" name="Text Box 28">
              <a:extLst>
                <a:ext uri="{FF2B5EF4-FFF2-40B4-BE49-F238E27FC236}">
                  <a16:creationId xmlns:a16="http://schemas.microsoft.com/office/drawing/2014/main" id="{9E90E775-57E2-43B3-A533-C723994E2BB5}"/>
                </a:ext>
              </a:extLst>
            </p:cNvPr>
            <p:cNvSpPr txBox="1">
              <a:spLocks noChangeArrowheads="1"/>
            </p:cNvSpPr>
            <p:nvPr/>
          </p:nvSpPr>
          <p:spPr bwMode="auto">
            <a:xfrm>
              <a:off x="890" y="2838"/>
              <a:ext cx="362" cy="240"/>
            </a:xfrm>
            <a:prstGeom prst="rect">
              <a:avLst/>
            </a:prstGeom>
            <a:noFill/>
            <a:ln w="9525">
              <a:noFill/>
              <a:miter lim="800000"/>
              <a:headEnd/>
              <a:tailEnd/>
            </a:ln>
          </p:spPr>
          <p:txBody>
            <a:bodyPr/>
            <a:lstStyle/>
            <a:p>
              <a:pPr>
                <a:defRPr/>
              </a:pPr>
              <a:r>
                <a:rPr lang="en-US" sz="1600" dirty="0">
                  <a:cs typeface="Arial" charset="0"/>
                </a:rPr>
                <a:t>00</a:t>
              </a:r>
            </a:p>
          </p:txBody>
        </p:sp>
        <p:sp>
          <p:nvSpPr>
            <p:cNvPr id="29723" name="Text Box 30">
              <a:extLst>
                <a:ext uri="{FF2B5EF4-FFF2-40B4-BE49-F238E27FC236}">
                  <a16:creationId xmlns:a16="http://schemas.microsoft.com/office/drawing/2014/main" id="{A6CDF759-8EF0-4E63-8441-979180675911}"/>
                </a:ext>
              </a:extLst>
            </p:cNvPr>
            <p:cNvSpPr txBox="1">
              <a:spLocks noChangeArrowheads="1"/>
            </p:cNvSpPr>
            <p:nvPr/>
          </p:nvSpPr>
          <p:spPr bwMode="auto">
            <a:xfrm>
              <a:off x="2977" y="1718"/>
              <a:ext cx="357" cy="240"/>
            </a:xfrm>
            <a:prstGeom prst="rect">
              <a:avLst/>
            </a:prstGeom>
            <a:noFill/>
            <a:ln w="9525">
              <a:noFill/>
              <a:miter lim="800000"/>
              <a:headEnd/>
              <a:tailEnd/>
            </a:ln>
          </p:spPr>
          <p:txBody>
            <a:bodyPr/>
            <a:lstStyle/>
            <a:p>
              <a:pPr>
                <a:defRPr/>
              </a:pPr>
              <a:r>
                <a:rPr lang="en-US" sz="1600" dirty="0">
                  <a:cs typeface="Arial" charset="0"/>
                </a:rPr>
                <a:t>00</a:t>
              </a:r>
            </a:p>
          </p:txBody>
        </p:sp>
        <p:sp>
          <p:nvSpPr>
            <p:cNvPr id="29724" name="Text Box 31">
              <a:extLst>
                <a:ext uri="{FF2B5EF4-FFF2-40B4-BE49-F238E27FC236}">
                  <a16:creationId xmlns:a16="http://schemas.microsoft.com/office/drawing/2014/main" id="{6A738DF9-6DEA-4C4E-A2EB-892E54075A6C}"/>
                </a:ext>
              </a:extLst>
            </p:cNvPr>
            <p:cNvSpPr txBox="1">
              <a:spLocks noChangeArrowheads="1"/>
            </p:cNvSpPr>
            <p:nvPr/>
          </p:nvSpPr>
          <p:spPr bwMode="auto">
            <a:xfrm>
              <a:off x="2057" y="2137"/>
              <a:ext cx="337" cy="240"/>
            </a:xfrm>
            <a:prstGeom prst="rect">
              <a:avLst/>
            </a:prstGeom>
            <a:noFill/>
            <a:ln w="9525">
              <a:noFill/>
              <a:miter lim="800000"/>
              <a:headEnd/>
              <a:tailEnd/>
            </a:ln>
          </p:spPr>
          <p:txBody>
            <a:bodyPr/>
            <a:lstStyle/>
            <a:p>
              <a:pPr>
                <a:defRPr/>
              </a:pPr>
              <a:r>
                <a:rPr lang="en-US" sz="1600" dirty="0">
                  <a:cs typeface="Arial" charset="0"/>
                </a:rPr>
                <a:t>10</a:t>
              </a:r>
            </a:p>
          </p:txBody>
        </p:sp>
        <p:sp>
          <p:nvSpPr>
            <p:cNvPr id="29725" name="Oval 41">
              <a:extLst>
                <a:ext uri="{FF2B5EF4-FFF2-40B4-BE49-F238E27FC236}">
                  <a16:creationId xmlns:a16="http://schemas.microsoft.com/office/drawing/2014/main" id="{84F732EB-3BC5-45D0-B9FC-89F9DA0B24EA}"/>
                </a:ext>
              </a:extLst>
            </p:cNvPr>
            <p:cNvSpPr>
              <a:spLocks noChangeArrowheads="1"/>
            </p:cNvSpPr>
            <p:nvPr/>
          </p:nvSpPr>
          <p:spPr bwMode="auto">
            <a:xfrm>
              <a:off x="609" y="2511"/>
              <a:ext cx="195"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26" name="Text Box 42">
              <a:extLst>
                <a:ext uri="{FF2B5EF4-FFF2-40B4-BE49-F238E27FC236}">
                  <a16:creationId xmlns:a16="http://schemas.microsoft.com/office/drawing/2014/main" id="{5FEC07B5-523C-41F3-A03A-08EEBA2D032B}"/>
                </a:ext>
              </a:extLst>
            </p:cNvPr>
            <p:cNvSpPr txBox="1">
              <a:spLocks noChangeArrowheads="1"/>
            </p:cNvSpPr>
            <p:nvPr/>
          </p:nvSpPr>
          <p:spPr bwMode="auto">
            <a:xfrm>
              <a:off x="745" y="2330"/>
              <a:ext cx="357" cy="240"/>
            </a:xfrm>
            <a:prstGeom prst="rect">
              <a:avLst/>
            </a:prstGeom>
            <a:noFill/>
            <a:ln w="9525">
              <a:noFill/>
              <a:miter lim="800000"/>
              <a:headEnd/>
              <a:tailEnd/>
            </a:ln>
          </p:spPr>
          <p:txBody>
            <a:bodyPr/>
            <a:lstStyle/>
            <a:p>
              <a:pPr>
                <a:defRPr/>
              </a:pPr>
              <a:r>
                <a:rPr lang="en-US" sz="1600" dirty="0">
                  <a:cs typeface="Arial" charset="0"/>
                </a:rPr>
                <a:t>11</a:t>
              </a:r>
            </a:p>
          </p:txBody>
        </p:sp>
        <p:sp>
          <p:nvSpPr>
            <p:cNvPr id="29727" name="Line 43">
              <a:extLst>
                <a:ext uri="{FF2B5EF4-FFF2-40B4-BE49-F238E27FC236}">
                  <a16:creationId xmlns:a16="http://schemas.microsoft.com/office/drawing/2014/main" id="{5AD94B4F-71EB-4AD7-937E-51243C1F7392}"/>
                </a:ext>
              </a:extLst>
            </p:cNvPr>
            <p:cNvSpPr>
              <a:spLocks noChangeShapeType="1"/>
            </p:cNvSpPr>
            <p:nvPr/>
          </p:nvSpPr>
          <p:spPr bwMode="auto">
            <a:xfrm flipH="1">
              <a:off x="709" y="2701"/>
              <a:ext cx="0" cy="272"/>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28" name="Text Box 44">
              <a:extLst>
                <a:ext uri="{FF2B5EF4-FFF2-40B4-BE49-F238E27FC236}">
                  <a16:creationId xmlns:a16="http://schemas.microsoft.com/office/drawing/2014/main" id="{4E859082-439B-4E7C-AE75-930A25FF2029}"/>
                </a:ext>
              </a:extLst>
            </p:cNvPr>
            <p:cNvSpPr txBox="1">
              <a:spLocks noChangeArrowheads="1"/>
            </p:cNvSpPr>
            <p:nvPr/>
          </p:nvSpPr>
          <p:spPr bwMode="auto">
            <a:xfrm>
              <a:off x="745" y="2666"/>
              <a:ext cx="357" cy="240"/>
            </a:xfrm>
            <a:prstGeom prst="rect">
              <a:avLst/>
            </a:prstGeom>
            <a:noFill/>
            <a:ln w="9525">
              <a:noFill/>
              <a:miter lim="800000"/>
              <a:headEnd/>
              <a:tailEnd/>
            </a:ln>
          </p:spPr>
          <p:txBody>
            <a:bodyPr/>
            <a:lstStyle/>
            <a:p>
              <a:pPr>
                <a:defRPr/>
              </a:pPr>
              <a:r>
                <a:rPr lang="en-US" sz="1600" dirty="0">
                  <a:cs typeface="Arial" charset="0"/>
                </a:rPr>
                <a:t>11</a:t>
              </a:r>
            </a:p>
          </p:txBody>
        </p:sp>
        <p:sp>
          <p:nvSpPr>
            <p:cNvPr id="29729" name="Text Box 45">
              <a:extLst>
                <a:ext uri="{FF2B5EF4-FFF2-40B4-BE49-F238E27FC236}">
                  <a16:creationId xmlns:a16="http://schemas.microsoft.com/office/drawing/2014/main" id="{B47FECCC-4587-41D2-A7EE-A8DA6DCB3908}"/>
                </a:ext>
              </a:extLst>
            </p:cNvPr>
            <p:cNvSpPr txBox="1">
              <a:spLocks noChangeArrowheads="1"/>
            </p:cNvSpPr>
            <p:nvPr/>
          </p:nvSpPr>
          <p:spPr bwMode="auto">
            <a:xfrm>
              <a:off x="307" y="2449"/>
              <a:ext cx="357"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12</a:t>
              </a:r>
              <a:endParaRPr lang="en-US" dirty="0">
                <a:cs typeface="Arial" charset="0"/>
              </a:endParaRPr>
            </a:p>
          </p:txBody>
        </p:sp>
        <p:sp>
          <p:nvSpPr>
            <p:cNvPr id="29730" name="Oval 46">
              <a:extLst>
                <a:ext uri="{FF2B5EF4-FFF2-40B4-BE49-F238E27FC236}">
                  <a16:creationId xmlns:a16="http://schemas.microsoft.com/office/drawing/2014/main" id="{BC275A2D-11F3-4870-AB68-19EFE93C63CD}"/>
                </a:ext>
              </a:extLst>
            </p:cNvPr>
            <p:cNvSpPr>
              <a:spLocks noChangeArrowheads="1"/>
            </p:cNvSpPr>
            <p:nvPr/>
          </p:nvSpPr>
          <p:spPr bwMode="auto">
            <a:xfrm>
              <a:off x="1130" y="2868"/>
              <a:ext cx="195"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31" name="Oval 48">
              <a:extLst>
                <a:ext uri="{FF2B5EF4-FFF2-40B4-BE49-F238E27FC236}">
                  <a16:creationId xmlns:a16="http://schemas.microsoft.com/office/drawing/2014/main" id="{F46A26E3-EC30-432E-A3FA-92FEF84725B2}"/>
                </a:ext>
              </a:extLst>
            </p:cNvPr>
            <p:cNvSpPr>
              <a:spLocks noChangeArrowheads="1"/>
            </p:cNvSpPr>
            <p:nvPr/>
          </p:nvSpPr>
          <p:spPr bwMode="auto">
            <a:xfrm>
              <a:off x="1998" y="2874"/>
              <a:ext cx="190"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32" name="Line 49">
              <a:extLst>
                <a:ext uri="{FF2B5EF4-FFF2-40B4-BE49-F238E27FC236}">
                  <a16:creationId xmlns:a16="http://schemas.microsoft.com/office/drawing/2014/main" id="{D2F8D53F-073A-4CBF-846F-E6BFF904C9C7}"/>
                </a:ext>
              </a:extLst>
            </p:cNvPr>
            <p:cNvSpPr>
              <a:spLocks noChangeShapeType="1"/>
            </p:cNvSpPr>
            <p:nvPr/>
          </p:nvSpPr>
          <p:spPr bwMode="auto">
            <a:xfrm flipV="1">
              <a:off x="1304" y="2836"/>
              <a:ext cx="169" cy="87"/>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33" name="Text Box 50">
              <a:extLst>
                <a:ext uri="{FF2B5EF4-FFF2-40B4-BE49-F238E27FC236}">
                  <a16:creationId xmlns:a16="http://schemas.microsoft.com/office/drawing/2014/main" id="{3CB0E1CA-38D8-4513-8DC2-3BAFD9A21B09}"/>
                </a:ext>
              </a:extLst>
            </p:cNvPr>
            <p:cNvSpPr txBox="1">
              <a:spLocks noChangeArrowheads="1"/>
            </p:cNvSpPr>
            <p:nvPr/>
          </p:nvSpPr>
          <p:spPr bwMode="auto">
            <a:xfrm>
              <a:off x="1180" y="2693"/>
              <a:ext cx="362" cy="240"/>
            </a:xfrm>
            <a:prstGeom prst="rect">
              <a:avLst/>
            </a:prstGeom>
            <a:noFill/>
            <a:ln w="9525">
              <a:noFill/>
              <a:miter lim="800000"/>
              <a:headEnd/>
              <a:tailEnd/>
            </a:ln>
          </p:spPr>
          <p:txBody>
            <a:bodyPr/>
            <a:lstStyle/>
            <a:p>
              <a:pPr>
                <a:defRPr/>
              </a:pPr>
              <a:r>
                <a:rPr lang="en-US" sz="1600" dirty="0">
                  <a:cs typeface="Arial" charset="0"/>
                </a:rPr>
                <a:t>00</a:t>
              </a:r>
            </a:p>
          </p:txBody>
        </p:sp>
        <p:sp>
          <p:nvSpPr>
            <p:cNvPr id="29734" name="Text Box 51">
              <a:extLst>
                <a:ext uri="{FF2B5EF4-FFF2-40B4-BE49-F238E27FC236}">
                  <a16:creationId xmlns:a16="http://schemas.microsoft.com/office/drawing/2014/main" id="{A70ABFDB-3B82-4507-ABF0-FA2D747E8FCF}"/>
                </a:ext>
              </a:extLst>
            </p:cNvPr>
            <p:cNvSpPr txBox="1">
              <a:spLocks noChangeArrowheads="1"/>
            </p:cNvSpPr>
            <p:nvPr/>
          </p:nvSpPr>
          <p:spPr bwMode="auto">
            <a:xfrm>
              <a:off x="1253" y="2965"/>
              <a:ext cx="357"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20</a:t>
              </a:r>
              <a:endParaRPr lang="en-US" dirty="0">
                <a:cs typeface="Arial" charset="0"/>
              </a:endParaRPr>
            </a:p>
          </p:txBody>
        </p:sp>
        <p:sp>
          <p:nvSpPr>
            <p:cNvPr id="29735" name="Oval 56">
              <a:extLst>
                <a:ext uri="{FF2B5EF4-FFF2-40B4-BE49-F238E27FC236}">
                  <a16:creationId xmlns:a16="http://schemas.microsoft.com/office/drawing/2014/main" id="{D58103EA-2F84-4A3B-8A22-E1FCE5330486}"/>
                </a:ext>
              </a:extLst>
            </p:cNvPr>
            <p:cNvSpPr>
              <a:spLocks noChangeArrowheads="1"/>
            </p:cNvSpPr>
            <p:nvPr/>
          </p:nvSpPr>
          <p:spPr bwMode="auto">
            <a:xfrm>
              <a:off x="1066" y="2301"/>
              <a:ext cx="195"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36" name="Line 57">
              <a:extLst>
                <a:ext uri="{FF2B5EF4-FFF2-40B4-BE49-F238E27FC236}">
                  <a16:creationId xmlns:a16="http://schemas.microsoft.com/office/drawing/2014/main" id="{7B6CB88A-7AF6-4777-B0ED-02726A2B7D77}"/>
                </a:ext>
              </a:extLst>
            </p:cNvPr>
            <p:cNvSpPr>
              <a:spLocks noChangeShapeType="1"/>
            </p:cNvSpPr>
            <p:nvPr/>
          </p:nvSpPr>
          <p:spPr bwMode="auto">
            <a:xfrm flipH="1" flipV="1">
              <a:off x="890" y="2149"/>
              <a:ext cx="204" cy="158"/>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37" name="Text Box 58">
              <a:extLst>
                <a:ext uri="{FF2B5EF4-FFF2-40B4-BE49-F238E27FC236}">
                  <a16:creationId xmlns:a16="http://schemas.microsoft.com/office/drawing/2014/main" id="{135F9874-601B-4988-A433-A328DCDBD700}"/>
                </a:ext>
              </a:extLst>
            </p:cNvPr>
            <p:cNvSpPr txBox="1">
              <a:spLocks noChangeArrowheads="1"/>
            </p:cNvSpPr>
            <p:nvPr/>
          </p:nvSpPr>
          <p:spPr bwMode="auto">
            <a:xfrm>
              <a:off x="981" y="2103"/>
              <a:ext cx="283" cy="205"/>
            </a:xfrm>
            <a:prstGeom prst="rect">
              <a:avLst/>
            </a:prstGeom>
            <a:noFill/>
            <a:ln w="9525">
              <a:noFill/>
              <a:miter lim="800000"/>
              <a:headEnd/>
              <a:tailEnd/>
            </a:ln>
          </p:spPr>
          <p:txBody>
            <a:bodyPr/>
            <a:lstStyle/>
            <a:p>
              <a:pPr>
                <a:defRPr/>
              </a:pPr>
              <a:r>
                <a:rPr lang="en-US" sz="1600" dirty="0">
                  <a:cs typeface="Arial" charset="0"/>
                </a:rPr>
                <a:t>01</a:t>
              </a:r>
            </a:p>
          </p:txBody>
        </p:sp>
        <p:sp>
          <p:nvSpPr>
            <p:cNvPr id="29738" name="Text Box 59">
              <a:extLst>
                <a:ext uri="{FF2B5EF4-FFF2-40B4-BE49-F238E27FC236}">
                  <a16:creationId xmlns:a16="http://schemas.microsoft.com/office/drawing/2014/main" id="{504AD3C1-0E3D-47A4-8101-8DBDCC93ED15}"/>
                </a:ext>
              </a:extLst>
            </p:cNvPr>
            <p:cNvSpPr txBox="1">
              <a:spLocks noChangeArrowheads="1"/>
            </p:cNvSpPr>
            <p:nvPr/>
          </p:nvSpPr>
          <p:spPr bwMode="auto">
            <a:xfrm>
              <a:off x="1162" y="2113"/>
              <a:ext cx="357"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01</a:t>
              </a:r>
              <a:endParaRPr lang="en-US" dirty="0">
                <a:cs typeface="Arial" charset="0"/>
              </a:endParaRPr>
            </a:p>
          </p:txBody>
        </p:sp>
        <p:sp>
          <p:nvSpPr>
            <p:cNvPr id="29739" name="Line 60">
              <a:extLst>
                <a:ext uri="{FF2B5EF4-FFF2-40B4-BE49-F238E27FC236}">
                  <a16:creationId xmlns:a16="http://schemas.microsoft.com/office/drawing/2014/main" id="{30110050-6522-4D3F-A3E2-2872CCB9C6E7}"/>
                </a:ext>
              </a:extLst>
            </p:cNvPr>
            <p:cNvSpPr>
              <a:spLocks noChangeShapeType="1"/>
            </p:cNvSpPr>
            <p:nvPr/>
          </p:nvSpPr>
          <p:spPr bwMode="auto">
            <a:xfrm flipV="1">
              <a:off x="2232" y="2222"/>
              <a:ext cx="210" cy="172"/>
            </a:xfrm>
            <a:prstGeom prst="line">
              <a:avLst/>
            </a:prstGeom>
            <a:noFill/>
            <a:ln w="25400">
              <a:solidFill>
                <a:srgbClr val="000000"/>
              </a:solidFill>
              <a:round/>
              <a:headEnd/>
              <a:tailEnd type="triangle" w="lg" len="lg"/>
            </a:ln>
          </p:spPr>
          <p:txBody>
            <a:bodyPr/>
            <a:lstStyle/>
            <a:p>
              <a:pPr eaLnBrk="1" hangingPunct="1">
                <a:defRPr/>
              </a:pPr>
              <a:endParaRPr lang="en-US" sz="1600" dirty="0">
                <a:cs typeface="Arial" charset="0"/>
              </a:endParaRPr>
            </a:p>
          </p:txBody>
        </p:sp>
        <p:sp>
          <p:nvSpPr>
            <p:cNvPr id="29740" name="Oval 61">
              <a:extLst>
                <a:ext uri="{FF2B5EF4-FFF2-40B4-BE49-F238E27FC236}">
                  <a16:creationId xmlns:a16="http://schemas.microsoft.com/office/drawing/2014/main" id="{DA5EEA24-4885-4EAA-83FA-387EB8089E7C}"/>
                </a:ext>
              </a:extLst>
            </p:cNvPr>
            <p:cNvSpPr>
              <a:spLocks noChangeArrowheads="1"/>
            </p:cNvSpPr>
            <p:nvPr/>
          </p:nvSpPr>
          <p:spPr bwMode="auto">
            <a:xfrm>
              <a:off x="2070" y="2352"/>
              <a:ext cx="195"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41" name="Text Box 62">
              <a:extLst>
                <a:ext uri="{FF2B5EF4-FFF2-40B4-BE49-F238E27FC236}">
                  <a16:creationId xmlns:a16="http://schemas.microsoft.com/office/drawing/2014/main" id="{6034FD3C-AF5F-45EC-BC45-79021B3E669C}"/>
                </a:ext>
              </a:extLst>
            </p:cNvPr>
            <p:cNvSpPr txBox="1">
              <a:spLocks noChangeArrowheads="1"/>
            </p:cNvSpPr>
            <p:nvPr/>
          </p:nvSpPr>
          <p:spPr bwMode="auto">
            <a:xfrm>
              <a:off x="1888" y="2557"/>
              <a:ext cx="337" cy="238"/>
            </a:xfrm>
            <a:prstGeom prst="rect">
              <a:avLst/>
            </a:prstGeom>
            <a:noFill/>
            <a:ln w="9525">
              <a:noFill/>
              <a:miter lim="800000"/>
              <a:headEnd/>
              <a:tailEnd/>
            </a:ln>
          </p:spPr>
          <p:txBody>
            <a:bodyPr/>
            <a:lstStyle/>
            <a:p>
              <a:pPr>
                <a:defRPr/>
              </a:pPr>
              <a:r>
                <a:rPr lang="en-US" sz="1600" dirty="0">
                  <a:cs typeface="Arial" charset="0"/>
                </a:rPr>
                <a:t>10</a:t>
              </a:r>
            </a:p>
          </p:txBody>
        </p:sp>
        <p:sp>
          <p:nvSpPr>
            <p:cNvPr id="29742" name="Text Box 63">
              <a:extLst>
                <a:ext uri="{FF2B5EF4-FFF2-40B4-BE49-F238E27FC236}">
                  <a16:creationId xmlns:a16="http://schemas.microsoft.com/office/drawing/2014/main" id="{9E78A549-5E0A-4B60-8D2C-10C8556C192D}"/>
                </a:ext>
              </a:extLst>
            </p:cNvPr>
            <p:cNvSpPr txBox="1">
              <a:spLocks noChangeArrowheads="1"/>
            </p:cNvSpPr>
            <p:nvPr/>
          </p:nvSpPr>
          <p:spPr bwMode="auto">
            <a:xfrm>
              <a:off x="1789" y="2211"/>
              <a:ext cx="362"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03</a:t>
              </a:r>
              <a:endParaRPr lang="en-US" dirty="0">
                <a:cs typeface="Arial" charset="0"/>
              </a:endParaRPr>
            </a:p>
          </p:txBody>
        </p:sp>
        <p:sp>
          <p:nvSpPr>
            <p:cNvPr id="29743" name="Oval 64">
              <a:extLst>
                <a:ext uri="{FF2B5EF4-FFF2-40B4-BE49-F238E27FC236}">
                  <a16:creationId xmlns:a16="http://schemas.microsoft.com/office/drawing/2014/main" id="{974F99F6-8E6C-4378-BAFF-F6CB5FB38448}"/>
                </a:ext>
              </a:extLst>
            </p:cNvPr>
            <p:cNvSpPr>
              <a:spLocks noChangeArrowheads="1"/>
            </p:cNvSpPr>
            <p:nvPr/>
          </p:nvSpPr>
          <p:spPr bwMode="auto">
            <a:xfrm>
              <a:off x="2496" y="2520"/>
              <a:ext cx="191" cy="190"/>
            </a:xfrm>
            <a:prstGeom prst="ellipse">
              <a:avLst/>
            </a:prstGeom>
            <a:noFill/>
            <a:ln w="25400">
              <a:solidFill>
                <a:srgbClr val="FF0000"/>
              </a:solidFill>
              <a:prstDash val="dash"/>
              <a:round/>
              <a:headEnd/>
              <a:tailEnd/>
            </a:ln>
          </p:spPr>
          <p:txBody>
            <a:bodyPr wrap="none" anchor="ctr"/>
            <a:lstStyle/>
            <a:p>
              <a:pPr eaLnBrk="1" hangingPunct="1">
                <a:defRPr/>
              </a:pPr>
              <a:endParaRPr lang="en-US" sz="1600" dirty="0">
                <a:cs typeface="Arial" charset="0"/>
              </a:endParaRPr>
            </a:p>
          </p:txBody>
        </p:sp>
        <p:sp>
          <p:nvSpPr>
            <p:cNvPr id="29744" name="Line 65">
              <a:extLst>
                <a:ext uri="{FF2B5EF4-FFF2-40B4-BE49-F238E27FC236}">
                  <a16:creationId xmlns:a16="http://schemas.microsoft.com/office/drawing/2014/main" id="{D1DC44D6-62F0-4353-A8C3-34C9508F0D83}"/>
                </a:ext>
              </a:extLst>
            </p:cNvPr>
            <p:cNvSpPr>
              <a:spLocks noChangeShapeType="1"/>
            </p:cNvSpPr>
            <p:nvPr/>
          </p:nvSpPr>
          <p:spPr bwMode="auto">
            <a:xfrm flipH="1">
              <a:off x="2586" y="2702"/>
              <a:ext cx="2" cy="240"/>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29745" name="Text Box 66">
              <a:extLst>
                <a:ext uri="{FF2B5EF4-FFF2-40B4-BE49-F238E27FC236}">
                  <a16:creationId xmlns:a16="http://schemas.microsoft.com/office/drawing/2014/main" id="{DA61BD28-FB03-4B16-B36C-7B16DF25A4CA}"/>
                </a:ext>
              </a:extLst>
            </p:cNvPr>
            <p:cNvSpPr txBox="1">
              <a:spLocks noChangeArrowheads="1"/>
            </p:cNvSpPr>
            <p:nvPr/>
          </p:nvSpPr>
          <p:spPr bwMode="auto">
            <a:xfrm>
              <a:off x="2568" y="2693"/>
              <a:ext cx="312" cy="227"/>
            </a:xfrm>
            <a:prstGeom prst="rect">
              <a:avLst/>
            </a:prstGeom>
            <a:noFill/>
            <a:ln w="9525">
              <a:noFill/>
              <a:miter lim="800000"/>
              <a:headEnd/>
              <a:tailEnd/>
            </a:ln>
          </p:spPr>
          <p:txBody>
            <a:bodyPr/>
            <a:lstStyle/>
            <a:p>
              <a:pPr>
                <a:defRPr/>
              </a:pPr>
              <a:r>
                <a:rPr lang="en-US" sz="1600" dirty="0">
                  <a:cs typeface="Arial" charset="0"/>
                </a:rPr>
                <a:t>11</a:t>
              </a:r>
            </a:p>
          </p:txBody>
        </p:sp>
        <p:sp>
          <p:nvSpPr>
            <p:cNvPr id="29746" name="Text Box 67">
              <a:extLst>
                <a:ext uri="{FF2B5EF4-FFF2-40B4-BE49-F238E27FC236}">
                  <a16:creationId xmlns:a16="http://schemas.microsoft.com/office/drawing/2014/main" id="{4CA9EC10-664C-4EFE-8141-32ED1F3C6DD0}"/>
                </a:ext>
              </a:extLst>
            </p:cNvPr>
            <p:cNvSpPr txBox="1">
              <a:spLocks noChangeArrowheads="1"/>
            </p:cNvSpPr>
            <p:nvPr/>
          </p:nvSpPr>
          <p:spPr bwMode="auto">
            <a:xfrm>
              <a:off x="2686" y="2475"/>
              <a:ext cx="362"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34</a:t>
              </a:r>
              <a:endParaRPr lang="en-US" dirty="0">
                <a:cs typeface="Arial" charset="0"/>
              </a:endParaRPr>
            </a:p>
          </p:txBody>
        </p:sp>
        <p:sp>
          <p:nvSpPr>
            <p:cNvPr id="29747" name="Line 68">
              <a:extLst>
                <a:ext uri="{FF2B5EF4-FFF2-40B4-BE49-F238E27FC236}">
                  <a16:creationId xmlns:a16="http://schemas.microsoft.com/office/drawing/2014/main" id="{CE181715-00CC-425B-9148-C0ACA7855B4A}"/>
                </a:ext>
              </a:extLst>
            </p:cNvPr>
            <p:cNvSpPr>
              <a:spLocks noChangeShapeType="1"/>
            </p:cNvSpPr>
            <p:nvPr/>
          </p:nvSpPr>
          <p:spPr bwMode="auto">
            <a:xfrm flipH="1" flipV="1">
              <a:off x="1834" y="2838"/>
              <a:ext cx="159" cy="90"/>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29748" name="Text Box 69">
              <a:extLst>
                <a:ext uri="{FF2B5EF4-FFF2-40B4-BE49-F238E27FC236}">
                  <a16:creationId xmlns:a16="http://schemas.microsoft.com/office/drawing/2014/main" id="{CC55F4CA-908A-4B6A-8AEE-6737DC7ECE42}"/>
                </a:ext>
              </a:extLst>
            </p:cNvPr>
            <p:cNvSpPr txBox="1">
              <a:spLocks noChangeArrowheads="1"/>
            </p:cNvSpPr>
            <p:nvPr/>
          </p:nvSpPr>
          <p:spPr bwMode="auto">
            <a:xfrm>
              <a:off x="2079" y="2693"/>
              <a:ext cx="362" cy="240"/>
            </a:xfrm>
            <a:prstGeom prst="rect">
              <a:avLst/>
            </a:prstGeom>
            <a:noFill/>
            <a:ln w="9525">
              <a:noFill/>
              <a:miter lim="800000"/>
              <a:headEnd/>
              <a:tailEnd/>
            </a:ln>
          </p:spPr>
          <p:txBody>
            <a:bodyPr/>
            <a:lstStyle/>
            <a:p>
              <a:pPr>
                <a:defRPr/>
              </a:pPr>
              <a:r>
                <a:rPr lang="en-US" dirty="0">
                  <a:cs typeface="Arial" charset="0"/>
                </a:rPr>
                <a:t>S</a:t>
              </a:r>
              <a:r>
                <a:rPr lang="en-US" baseline="-25000" dirty="0">
                  <a:cs typeface="Arial" charset="0"/>
                </a:rPr>
                <a:t>40</a:t>
              </a:r>
              <a:endParaRPr lang="en-US" dirty="0">
                <a:cs typeface="Arial" charset="0"/>
              </a:endParaRPr>
            </a:p>
          </p:txBody>
        </p:sp>
        <p:sp>
          <p:nvSpPr>
            <p:cNvPr id="29749" name="Text Box 70">
              <a:extLst>
                <a:ext uri="{FF2B5EF4-FFF2-40B4-BE49-F238E27FC236}">
                  <a16:creationId xmlns:a16="http://schemas.microsoft.com/office/drawing/2014/main" id="{A325BE7E-8448-4649-A091-01935BF2FFCB}"/>
                </a:ext>
              </a:extLst>
            </p:cNvPr>
            <p:cNvSpPr txBox="1">
              <a:spLocks noChangeArrowheads="1"/>
            </p:cNvSpPr>
            <p:nvPr/>
          </p:nvSpPr>
          <p:spPr bwMode="auto">
            <a:xfrm>
              <a:off x="1743" y="2865"/>
              <a:ext cx="362" cy="240"/>
            </a:xfrm>
            <a:prstGeom prst="rect">
              <a:avLst/>
            </a:prstGeom>
            <a:noFill/>
            <a:ln w="9525">
              <a:noFill/>
              <a:miter lim="800000"/>
              <a:headEnd/>
              <a:tailEnd/>
            </a:ln>
          </p:spPr>
          <p:txBody>
            <a:bodyPr/>
            <a:lstStyle/>
            <a:p>
              <a:pPr>
                <a:defRPr/>
              </a:pPr>
              <a:r>
                <a:rPr lang="en-US" sz="1600" dirty="0">
                  <a:cs typeface="Arial" charset="0"/>
                </a:rPr>
                <a:t>00</a:t>
              </a:r>
            </a:p>
          </p:txBody>
        </p:sp>
        <p:sp>
          <p:nvSpPr>
            <p:cNvPr id="29750" name="Text Box 71">
              <a:extLst>
                <a:ext uri="{FF2B5EF4-FFF2-40B4-BE49-F238E27FC236}">
                  <a16:creationId xmlns:a16="http://schemas.microsoft.com/office/drawing/2014/main" id="{1190C1E9-DC44-4930-85FD-451E733900A1}"/>
                </a:ext>
              </a:extLst>
            </p:cNvPr>
            <p:cNvSpPr txBox="1">
              <a:spLocks noChangeArrowheads="1"/>
            </p:cNvSpPr>
            <p:nvPr/>
          </p:nvSpPr>
          <p:spPr bwMode="auto">
            <a:xfrm>
              <a:off x="2015" y="3019"/>
              <a:ext cx="362" cy="240"/>
            </a:xfrm>
            <a:prstGeom prst="rect">
              <a:avLst/>
            </a:prstGeom>
            <a:noFill/>
            <a:ln w="9525">
              <a:noFill/>
              <a:miter lim="800000"/>
              <a:headEnd/>
              <a:tailEnd/>
            </a:ln>
          </p:spPr>
          <p:txBody>
            <a:bodyPr/>
            <a:lstStyle/>
            <a:p>
              <a:pPr>
                <a:defRPr/>
              </a:pPr>
              <a:r>
                <a:rPr lang="en-US" sz="1600" dirty="0">
                  <a:cs typeface="Arial" charset="0"/>
                </a:rPr>
                <a:t>00</a:t>
              </a:r>
            </a:p>
          </p:txBody>
        </p:sp>
        <p:sp>
          <p:nvSpPr>
            <p:cNvPr id="29751" name="Arc 64">
              <a:extLst>
                <a:ext uri="{FF2B5EF4-FFF2-40B4-BE49-F238E27FC236}">
                  <a16:creationId xmlns:a16="http://schemas.microsoft.com/office/drawing/2014/main" id="{5227998F-7778-4943-87A8-808B995E5E95}"/>
                </a:ext>
              </a:extLst>
            </p:cNvPr>
            <p:cNvSpPr>
              <a:spLocks/>
            </p:cNvSpPr>
            <p:nvPr/>
          </p:nvSpPr>
          <p:spPr bwMode="auto">
            <a:xfrm rot="21537389" flipV="1">
              <a:off x="512" y="1558"/>
              <a:ext cx="387" cy="281"/>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sz="1600" dirty="0">
                <a:cs typeface="Arial" charset="0"/>
              </a:endParaRPr>
            </a:p>
          </p:txBody>
        </p:sp>
        <p:sp>
          <p:nvSpPr>
            <p:cNvPr id="29752" name="Arc 66">
              <a:extLst>
                <a:ext uri="{FF2B5EF4-FFF2-40B4-BE49-F238E27FC236}">
                  <a16:creationId xmlns:a16="http://schemas.microsoft.com/office/drawing/2014/main" id="{750F3853-2763-4B9D-A3C3-6093C3AFAC27}"/>
                </a:ext>
              </a:extLst>
            </p:cNvPr>
            <p:cNvSpPr>
              <a:spLocks/>
            </p:cNvSpPr>
            <p:nvPr/>
          </p:nvSpPr>
          <p:spPr bwMode="auto">
            <a:xfrm rot="21537389" flipV="1">
              <a:off x="1481" y="2231"/>
              <a:ext cx="387" cy="290"/>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972"/>
                    <a:pt x="1297" y="6748"/>
                    <a:pt x="3724" y="3171"/>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972"/>
                    <a:pt x="1297" y="6748"/>
                    <a:pt x="3724" y="3171"/>
                  </a:cubicBezTo>
                  <a:lnTo>
                    <a:pt x="21600" y="15296"/>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sz="1600" dirty="0">
                <a:cs typeface="Arial" charset="0"/>
              </a:endParaRPr>
            </a:p>
          </p:txBody>
        </p:sp>
        <p:sp>
          <p:nvSpPr>
            <p:cNvPr id="29753" name="Arc 67">
              <a:extLst>
                <a:ext uri="{FF2B5EF4-FFF2-40B4-BE49-F238E27FC236}">
                  <a16:creationId xmlns:a16="http://schemas.microsoft.com/office/drawing/2014/main" id="{ABDDF570-44B2-4F1A-AC5A-2D42EAFE6799}"/>
                </a:ext>
              </a:extLst>
            </p:cNvPr>
            <p:cNvSpPr>
              <a:spLocks/>
            </p:cNvSpPr>
            <p:nvPr/>
          </p:nvSpPr>
          <p:spPr bwMode="auto">
            <a:xfrm rot="21537389" flipV="1">
              <a:off x="2433" y="1571"/>
              <a:ext cx="387" cy="290"/>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972"/>
                    <a:pt x="1297" y="6748"/>
                    <a:pt x="3724" y="3171"/>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972"/>
                    <a:pt x="1297" y="6748"/>
                    <a:pt x="3724" y="3171"/>
                  </a:cubicBezTo>
                  <a:lnTo>
                    <a:pt x="21600" y="15296"/>
                  </a:lnTo>
                  <a:close/>
                </a:path>
              </a:pathLst>
            </a:custGeom>
            <a:noFill/>
            <a:ln w="25400">
              <a:solidFill>
                <a:schemeClr val="tx1"/>
              </a:solidFill>
              <a:round/>
              <a:headEnd type="triangle" w="lg" len="lg"/>
              <a:tailEnd type="none" w="lg" len="lg"/>
            </a:ln>
          </p:spPr>
          <p:txBody>
            <a:bodyPr rot="10800000" wrap="none" anchor="ctr"/>
            <a:lstStyle/>
            <a:p>
              <a:pPr eaLnBrk="1" hangingPunct="1">
                <a:defRPr/>
              </a:pPr>
              <a:endParaRPr lang="en-US" sz="1600" dirty="0">
                <a:cs typeface="Arial" charset="0"/>
              </a:endParaRPr>
            </a:p>
          </p:txBody>
        </p:sp>
        <p:sp>
          <p:nvSpPr>
            <p:cNvPr id="29754" name="Arc 68">
              <a:extLst>
                <a:ext uri="{FF2B5EF4-FFF2-40B4-BE49-F238E27FC236}">
                  <a16:creationId xmlns:a16="http://schemas.microsoft.com/office/drawing/2014/main" id="{BFF5382D-3BB4-413B-A214-C0ABF4150FDD}"/>
                </a:ext>
              </a:extLst>
            </p:cNvPr>
            <p:cNvSpPr>
              <a:spLocks/>
            </p:cNvSpPr>
            <p:nvPr/>
          </p:nvSpPr>
          <p:spPr bwMode="auto">
            <a:xfrm rot="5277118" flipV="1">
              <a:off x="2781" y="1928"/>
              <a:ext cx="347" cy="314"/>
            </a:xfrm>
            <a:custGeom>
              <a:avLst/>
              <a:gdLst>
                <a:gd name="T0" fmla="*/ 0 w 43200"/>
                <a:gd name="T1" fmla="*/ 0 h 39995"/>
                <a:gd name="T2" fmla="*/ 0 w 43200"/>
                <a:gd name="T3" fmla="*/ 0 h 39995"/>
                <a:gd name="T4" fmla="*/ 0 w 43200"/>
                <a:gd name="T5" fmla="*/ 0 h 39995"/>
                <a:gd name="T6" fmla="*/ 0 60000 65536"/>
                <a:gd name="T7" fmla="*/ 0 60000 65536"/>
                <a:gd name="T8" fmla="*/ 0 60000 65536"/>
                <a:gd name="T9" fmla="*/ 0 w 43200"/>
                <a:gd name="T10" fmla="*/ 0 h 39995"/>
                <a:gd name="T11" fmla="*/ 43200 w 43200"/>
                <a:gd name="T12" fmla="*/ 39995 h 39995"/>
              </a:gdLst>
              <a:ahLst/>
              <a:cxnLst>
                <a:cxn ang="T6">
                  <a:pos x="T0" y="T1"/>
                </a:cxn>
                <a:cxn ang="T7">
                  <a:pos x="T2" y="T3"/>
                </a:cxn>
                <a:cxn ang="T8">
                  <a:pos x="T4" y="T5"/>
                </a:cxn>
              </a:cxnLst>
              <a:rect l="T9" t="T10" r="T11" b="T12"/>
              <a:pathLst>
                <a:path w="43200" h="39995" fill="none" extrusionOk="0">
                  <a:moveTo>
                    <a:pt x="32921" y="0"/>
                  </a:moveTo>
                  <a:cubicBezTo>
                    <a:pt x="39309" y="3931"/>
                    <a:pt x="43200" y="10894"/>
                    <a:pt x="43200" y="18395"/>
                  </a:cubicBezTo>
                  <a:cubicBezTo>
                    <a:pt x="43200" y="30324"/>
                    <a:pt x="33529" y="39995"/>
                    <a:pt x="21600" y="39995"/>
                  </a:cubicBezTo>
                  <a:cubicBezTo>
                    <a:pt x="9670" y="39995"/>
                    <a:pt x="0" y="30324"/>
                    <a:pt x="0" y="18395"/>
                  </a:cubicBezTo>
                  <a:cubicBezTo>
                    <a:pt x="-1" y="14071"/>
                    <a:pt x="1297" y="9847"/>
                    <a:pt x="3724" y="6270"/>
                  </a:cubicBezTo>
                </a:path>
                <a:path w="43200" h="39995" stroke="0" extrusionOk="0">
                  <a:moveTo>
                    <a:pt x="32921" y="0"/>
                  </a:moveTo>
                  <a:cubicBezTo>
                    <a:pt x="39309" y="3931"/>
                    <a:pt x="43200" y="10894"/>
                    <a:pt x="43200" y="18395"/>
                  </a:cubicBezTo>
                  <a:cubicBezTo>
                    <a:pt x="43200" y="30324"/>
                    <a:pt x="33529" y="39995"/>
                    <a:pt x="21600" y="39995"/>
                  </a:cubicBezTo>
                  <a:cubicBezTo>
                    <a:pt x="9670" y="39995"/>
                    <a:pt x="0" y="30324"/>
                    <a:pt x="0" y="18395"/>
                  </a:cubicBezTo>
                  <a:cubicBezTo>
                    <a:pt x="-1" y="14071"/>
                    <a:pt x="1297" y="9847"/>
                    <a:pt x="3724" y="6270"/>
                  </a:cubicBezTo>
                  <a:lnTo>
                    <a:pt x="21600" y="18395"/>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sz="1600" dirty="0">
                <a:cs typeface="Arial" charset="0"/>
              </a:endParaRPr>
            </a:p>
          </p:txBody>
        </p:sp>
        <p:sp>
          <p:nvSpPr>
            <p:cNvPr id="29755" name="Arc 69">
              <a:extLst>
                <a:ext uri="{FF2B5EF4-FFF2-40B4-BE49-F238E27FC236}">
                  <a16:creationId xmlns:a16="http://schemas.microsoft.com/office/drawing/2014/main" id="{3618C250-B40D-4F8A-9F75-A35B3EBA4B69}"/>
                </a:ext>
              </a:extLst>
            </p:cNvPr>
            <p:cNvSpPr>
              <a:spLocks/>
            </p:cNvSpPr>
            <p:nvPr/>
          </p:nvSpPr>
          <p:spPr bwMode="auto">
            <a:xfrm rot="5277118" flipV="1">
              <a:off x="2739" y="3087"/>
              <a:ext cx="346" cy="306"/>
            </a:xfrm>
            <a:custGeom>
              <a:avLst/>
              <a:gdLst>
                <a:gd name="T0" fmla="*/ 0 w 43200"/>
                <a:gd name="T1" fmla="*/ 0 h 39995"/>
                <a:gd name="T2" fmla="*/ 0 w 43200"/>
                <a:gd name="T3" fmla="*/ 0 h 39995"/>
                <a:gd name="T4" fmla="*/ 0 w 43200"/>
                <a:gd name="T5" fmla="*/ 0 h 39995"/>
                <a:gd name="T6" fmla="*/ 0 60000 65536"/>
                <a:gd name="T7" fmla="*/ 0 60000 65536"/>
                <a:gd name="T8" fmla="*/ 0 60000 65536"/>
                <a:gd name="T9" fmla="*/ 0 w 43200"/>
                <a:gd name="T10" fmla="*/ 0 h 39995"/>
                <a:gd name="T11" fmla="*/ 43200 w 43200"/>
                <a:gd name="T12" fmla="*/ 39995 h 39995"/>
              </a:gdLst>
              <a:ahLst/>
              <a:cxnLst>
                <a:cxn ang="T6">
                  <a:pos x="T0" y="T1"/>
                </a:cxn>
                <a:cxn ang="T7">
                  <a:pos x="T2" y="T3"/>
                </a:cxn>
                <a:cxn ang="T8">
                  <a:pos x="T4" y="T5"/>
                </a:cxn>
              </a:cxnLst>
              <a:rect l="T9" t="T10" r="T11" b="T12"/>
              <a:pathLst>
                <a:path w="43200" h="39995" fill="none" extrusionOk="0">
                  <a:moveTo>
                    <a:pt x="32921" y="0"/>
                  </a:moveTo>
                  <a:cubicBezTo>
                    <a:pt x="39309" y="3931"/>
                    <a:pt x="43200" y="10894"/>
                    <a:pt x="43200" y="18395"/>
                  </a:cubicBezTo>
                  <a:cubicBezTo>
                    <a:pt x="43200" y="30324"/>
                    <a:pt x="33529" y="39995"/>
                    <a:pt x="21600" y="39995"/>
                  </a:cubicBezTo>
                  <a:cubicBezTo>
                    <a:pt x="9670" y="39995"/>
                    <a:pt x="0" y="30324"/>
                    <a:pt x="0" y="18395"/>
                  </a:cubicBezTo>
                  <a:cubicBezTo>
                    <a:pt x="-1" y="14071"/>
                    <a:pt x="1297" y="9847"/>
                    <a:pt x="3724" y="6270"/>
                  </a:cubicBezTo>
                </a:path>
                <a:path w="43200" h="39995" stroke="0" extrusionOk="0">
                  <a:moveTo>
                    <a:pt x="32921" y="0"/>
                  </a:moveTo>
                  <a:cubicBezTo>
                    <a:pt x="39309" y="3931"/>
                    <a:pt x="43200" y="10894"/>
                    <a:pt x="43200" y="18395"/>
                  </a:cubicBezTo>
                  <a:cubicBezTo>
                    <a:pt x="43200" y="30324"/>
                    <a:pt x="33529" y="39995"/>
                    <a:pt x="21600" y="39995"/>
                  </a:cubicBezTo>
                  <a:cubicBezTo>
                    <a:pt x="9670" y="39995"/>
                    <a:pt x="0" y="30324"/>
                    <a:pt x="0" y="18395"/>
                  </a:cubicBezTo>
                  <a:cubicBezTo>
                    <a:pt x="-1" y="14071"/>
                    <a:pt x="1297" y="9847"/>
                    <a:pt x="3724" y="6270"/>
                  </a:cubicBezTo>
                  <a:lnTo>
                    <a:pt x="21600" y="18395"/>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sz="1600" dirty="0">
                <a:cs typeface="Arial" charset="0"/>
              </a:endParaRPr>
            </a:p>
          </p:txBody>
        </p:sp>
        <p:sp>
          <p:nvSpPr>
            <p:cNvPr id="29756" name="Arc 70">
              <a:extLst>
                <a:ext uri="{FF2B5EF4-FFF2-40B4-BE49-F238E27FC236}">
                  <a16:creationId xmlns:a16="http://schemas.microsoft.com/office/drawing/2014/main" id="{B30E5502-BB1F-4146-8A5B-EC4E533F942D}"/>
                </a:ext>
              </a:extLst>
            </p:cNvPr>
            <p:cNvSpPr>
              <a:spLocks/>
            </p:cNvSpPr>
            <p:nvPr/>
          </p:nvSpPr>
          <p:spPr bwMode="auto">
            <a:xfrm rot="14059944" flipV="1">
              <a:off x="2178" y="3259"/>
              <a:ext cx="347" cy="293"/>
            </a:xfrm>
            <a:custGeom>
              <a:avLst/>
              <a:gdLst>
                <a:gd name="T0" fmla="*/ 0 w 43200"/>
                <a:gd name="T1" fmla="*/ 0 h 37237"/>
                <a:gd name="T2" fmla="*/ 0 w 43200"/>
                <a:gd name="T3" fmla="*/ 0 h 37237"/>
                <a:gd name="T4" fmla="*/ 0 w 43200"/>
                <a:gd name="T5" fmla="*/ 0 h 37237"/>
                <a:gd name="T6" fmla="*/ 0 60000 65536"/>
                <a:gd name="T7" fmla="*/ 0 60000 65536"/>
                <a:gd name="T8" fmla="*/ 0 60000 65536"/>
                <a:gd name="T9" fmla="*/ 0 w 43200"/>
                <a:gd name="T10" fmla="*/ 0 h 37237"/>
                <a:gd name="T11" fmla="*/ 43200 w 43200"/>
                <a:gd name="T12" fmla="*/ 37237 h 37237"/>
              </a:gdLst>
              <a:ahLst/>
              <a:cxnLst>
                <a:cxn ang="T6">
                  <a:pos x="T0" y="T1"/>
                </a:cxn>
                <a:cxn ang="T7">
                  <a:pos x="T2" y="T3"/>
                </a:cxn>
                <a:cxn ang="T8">
                  <a:pos x="T4" y="T5"/>
                </a:cxn>
              </a:cxnLst>
              <a:rect l="T9" t="T10" r="T11" b="T12"/>
              <a:pathLst>
                <a:path w="43200" h="37237" fill="none" extrusionOk="0">
                  <a:moveTo>
                    <a:pt x="40402" y="5006"/>
                  </a:moveTo>
                  <a:cubicBezTo>
                    <a:pt x="42236" y="8249"/>
                    <a:pt x="43200" y="11911"/>
                    <a:pt x="43200" y="15637"/>
                  </a:cubicBezTo>
                  <a:cubicBezTo>
                    <a:pt x="43200" y="27566"/>
                    <a:pt x="33529" y="37237"/>
                    <a:pt x="21600" y="37237"/>
                  </a:cubicBezTo>
                  <a:cubicBezTo>
                    <a:pt x="9670" y="37237"/>
                    <a:pt x="0" y="27566"/>
                    <a:pt x="0" y="15637"/>
                  </a:cubicBezTo>
                  <a:cubicBezTo>
                    <a:pt x="-1" y="9727"/>
                    <a:pt x="2420" y="4076"/>
                    <a:pt x="6698" y="-1"/>
                  </a:cubicBezTo>
                </a:path>
                <a:path w="43200" h="37237" stroke="0" extrusionOk="0">
                  <a:moveTo>
                    <a:pt x="40402" y="5006"/>
                  </a:moveTo>
                  <a:cubicBezTo>
                    <a:pt x="42236" y="8249"/>
                    <a:pt x="43200" y="11911"/>
                    <a:pt x="43200" y="15637"/>
                  </a:cubicBezTo>
                  <a:cubicBezTo>
                    <a:pt x="43200" y="27566"/>
                    <a:pt x="33529" y="37237"/>
                    <a:pt x="21600" y="37237"/>
                  </a:cubicBezTo>
                  <a:cubicBezTo>
                    <a:pt x="9670" y="37237"/>
                    <a:pt x="0" y="27566"/>
                    <a:pt x="0" y="15637"/>
                  </a:cubicBezTo>
                  <a:cubicBezTo>
                    <a:pt x="-1" y="9727"/>
                    <a:pt x="2420" y="4076"/>
                    <a:pt x="6698" y="-1"/>
                  </a:cubicBezTo>
                  <a:lnTo>
                    <a:pt x="21600" y="15637"/>
                  </a:lnTo>
                  <a:close/>
                </a:path>
              </a:pathLst>
            </a:custGeom>
            <a:noFill/>
            <a:ln w="25400">
              <a:solidFill>
                <a:schemeClr val="tx1"/>
              </a:solidFill>
              <a:round/>
              <a:headEnd type="triangle" w="lg" len="lg"/>
              <a:tailEnd type="none" w="lg" len="lg"/>
            </a:ln>
          </p:spPr>
          <p:txBody>
            <a:bodyPr rot="10800000" vert="eaVert" wrap="none" anchor="ctr"/>
            <a:lstStyle/>
            <a:p>
              <a:pPr eaLnBrk="1" hangingPunct="1">
                <a:defRPr/>
              </a:pPr>
              <a:endParaRPr lang="en-US" sz="1600" dirty="0">
                <a:cs typeface="Arial" charset="0"/>
              </a:endParaRPr>
            </a:p>
          </p:txBody>
        </p:sp>
        <p:sp>
          <p:nvSpPr>
            <p:cNvPr id="29757" name="Arc 71">
              <a:extLst>
                <a:ext uri="{FF2B5EF4-FFF2-40B4-BE49-F238E27FC236}">
                  <a16:creationId xmlns:a16="http://schemas.microsoft.com/office/drawing/2014/main" id="{1996719E-BF9B-40A1-B588-5D9AFB80C6DD}"/>
                </a:ext>
              </a:extLst>
            </p:cNvPr>
            <p:cNvSpPr>
              <a:spLocks/>
            </p:cNvSpPr>
            <p:nvPr/>
          </p:nvSpPr>
          <p:spPr bwMode="auto">
            <a:xfrm rot="6388931" flipV="1">
              <a:off x="939" y="3187"/>
              <a:ext cx="323" cy="320"/>
            </a:xfrm>
            <a:custGeom>
              <a:avLst/>
              <a:gdLst>
                <a:gd name="T0" fmla="*/ 0 w 43200"/>
                <a:gd name="T1" fmla="*/ 0 h 40819"/>
                <a:gd name="T2" fmla="*/ 0 w 43200"/>
                <a:gd name="T3" fmla="*/ 0 h 40819"/>
                <a:gd name="T4" fmla="*/ 0 w 43200"/>
                <a:gd name="T5" fmla="*/ 0 h 40819"/>
                <a:gd name="T6" fmla="*/ 0 60000 65536"/>
                <a:gd name="T7" fmla="*/ 0 60000 65536"/>
                <a:gd name="T8" fmla="*/ 0 60000 65536"/>
                <a:gd name="T9" fmla="*/ 0 w 43200"/>
                <a:gd name="T10" fmla="*/ 0 h 40819"/>
                <a:gd name="T11" fmla="*/ 43200 w 43200"/>
                <a:gd name="T12" fmla="*/ 40819 h 40819"/>
              </a:gdLst>
              <a:ahLst/>
              <a:cxnLst>
                <a:cxn ang="T6">
                  <a:pos x="T0" y="T1"/>
                </a:cxn>
                <a:cxn ang="T7">
                  <a:pos x="T2" y="T3"/>
                </a:cxn>
                <a:cxn ang="T8">
                  <a:pos x="T4" y="T5"/>
                </a:cxn>
              </a:cxnLst>
              <a:rect l="T9" t="T10" r="T11" b="T12"/>
              <a:pathLst>
                <a:path w="43200" h="40819" fill="none" extrusionOk="0">
                  <a:moveTo>
                    <a:pt x="32921" y="824"/>
                  </a:moveTo>
                  <a:cubicBezTo>
                    <a:pt x="39309" y="4755"/>
                    <a:pt x="43200" y="11718"/>
                    <a:pt x="43200" y="19219"/>
                  </a:cubicBezTo>
                  <a:cubicBezTo>
                    <a:pt x="43200" y="31148"/>
                    <a:pt x="33529" y="40819"/>
                    <a:pt x="21600" y="40819"/>
                  </a:cubicBezTo>
                  <a:cubicBezTo>
                    <a:pt x="9670" y="40819"/>
                    <a:pt x="0" y="31148"/>
                    <a:pt x="0" y="19219"/>
                  </a:cubicBezTo>
                  <a:cubicBezTo>
                    <a:pt x="-1" y="11117"/>
                    <a:pt x="4533" y="3697"/>
                    <a:pt x="11741" y="-1"/>
                  </a:cubicBezTo>
                </a:path>
                <a:path w="43200" h="40819" stroke="0" extrusionOk="0">
                  <a:moveTo>
                    <a:pt x="32921" y="824"/>
                  </a:moveTo>
                  <a:cubicBezTo>
                    <a:pt x="39309" y="4755"/>
                    <a:pt x="43200" y="11718"/>
                    <a:pt x="43200" y="19219"/>
                  </a:cubicBezTo>
                  <a:cubicBezTo>
                    <a:pt x="43200" y="31148"/>
                    <a:pt x="33529" y="40819"/>
                    <a:pt x="21600" y="40819"/>
                  </a:cubicBezTo>
                  <a:cubicBezTo>
                    <a:pt x="9670" y="40819"/>
                    <a:pt x="0" y="31148"/>
                    <a:pt x="0" y="19219"/>
                  </a:cubicBezTo>
                  <a:cubicBezTo>
                    <a:pt x="-1" y="11117"/>
                    <a:pt x="4533" y="3697"/>
                    <a:pt x="11741" y="-1"/>
                  </a:cubicBezTo>
                  <a:lnTo>
                    <a:pt x="21600" y="19219"/>
                  </a:lnTo>
                  <a:close/>
                </a:path>
              </a:pathLst>
            </a:custGeom>
            <a:noFill/>
            <a:ln w="25400">
              <a:solidFill>
                <a:schemeClr val="tx1"/>
              </a:solidFill>
              <a:round/>
              <a:headEnd type="triangle" w="lg" len="lg"/>
              <a:tailEnd type="none" w="lg" len="lg"/>
            </a:ln>
          </p:spPr>
          <p:txBody>
            <a:bodyPr vert="eaVert" wrap="none" anchor="ctr"/>
            <a:lstStyle/>
            <a:p>
              <a:pPr eaLnBrk="1" hangingPunct="1">
                <a:defRPr/>
              </a:pPr>
              <a:endParaRPr lang="en-US" sz="1600" dirty="0">
                <a:cs typeface="Arial" charset="0"/>
              </a:endParaRPr>
            </a:p>
          </p:txBody>
        </p:sp>
        <p:sp>
          <p:nvSpPr>
            <p:cNvPr id="29758" name="Arc 72">
              <a:extLst>
                <a:ext uri="{FF2B5EF4-FFF2-40B4-BE49-F238E27FC236}">
                  <a16:creationId xmlns:a16="http://schemas.microsoft.com/office/drawing/2014/main" id="{7517967A-232D-4B84-9293-2D2ECDF45F02}"/>
                </a:ext>
              </a:extLst>
            </p:cNvPr>
            <p:cNvSpPr>
              <a:spLocks/>
            </p:cNvSpPr>
            <p:nvPr/>
          </p:nvSpPr>
          <p:spPr bwMode="auto">
            <a:xfrm rot="15219304" flipV="1">
              <a:off x="242" y="3203"/>
              <a:ext cx="347" cy="293"/>
            </a:xfrm>
            <a:custGeom>
              <a:avLst/>
              <a:gdLst>
                <a:gd name="T0" fmla="*/ 0 w 43200"/>
                <a:gd name="T1" fmla="*/ 0 h 37237"/>
                <a:gd name="T2" fmla="*/ 0 w 43200"/>
                <a:gd name="T3" fmla="*/ 0 h 37237"/>
                <a:gd name="T4" fmla="*/ 0 w 43200"/>
                <a:gd name="T5" fmla="*/ 0 h 37237"/>
                <a:gd name="T6" fmla="*/ 0 60000 65536"/>
                <a:gd name="T7" fmla="*/ 0 60000 65536"/>
                <a:gd name="T8" fmla="*/ 0 60000 65536"/>
                <a:gd name="T9" fmla="*/ 0 w 43200"/>
                <a:gd name="T10" fmla="*/ 0 h 37237"/>
                <a:gd name="T11" fmla="*/ 43200 w 43200"/>
                <a:gd name="T12" fmla="*/ 37237 h 37237"/>
              </a:gdLst>
              <a:ahLst/>
              <a:cxnLst>
                <a:cxn ang="T6">
                  <a:pos x="T0" y="T1"/>
                </a:cxn>
                <a:cxn ang="T7">
                  <a:pos x="T2" y="T3"/>
                </a:cxn>
                <a:cxn ang="T8">
                  <a:pos x="T4" y="T5"/>
                </a:cxn>
              </a:cxnLst>
              <a:rect l="T9" t="T10" r="T11" b="T12"/>
              <a:pathLst>
                <a:path w="43200" h="37237" fill="none" extrusionOk="0">
                  <a:moveTo>
                    <a:pt x="40402" y="5006"/>
                  </a:moveTo>
                  <a:cubicBezTo>
                    <a:pt x="42236" y="8249"/>
                    <a:pt x="43200" y="11911"/>
                    <a:pt x="43200" y="15637"/>
                  </a:cubicBezTo>
                  <a:cubicBezTo>
                    <a:pt x="43200" y="27566"/>
                    <a:pt x="33529" y="37237"/>
                    <a:pt x="21600" y="37237"/>
                  </a:cubicBezTo>
                  <a:cubicBezTo>
                    <a:pt x="9670" y="37237"/>
                    <a:pt x="0" y="27566"/>
                    <a:pt x="0" y="15637"/>
                  </a:cubicBezTo>
                  <a:cubicBezTo>
                    <a:pt x="-1" y="9727"/>
                    <a:pt x="2420" y="4076"/>
                    <a:pt x="6698" y="-1"/>
                  </a:cubicBezTo>
                </a:path>
                <a:path w="43200" h="37237" stroke="0" extrusionOk="0">
                  <a:moveTo>
                    <a:pt x="40402" y="5006"/>
                  </a:moveTo>
                  <a:cubicBezTo>
                    <a:pt x="42236" y="8249"/>
                    <a:pt x="43200" y="11911"/>
                    <a:pt x="43200" y="15637"/>
                  </a:cubicBezTo>
                  <a:cubicBezTo>
                    <a:pt x="43200" y="27566"/>
                    <a:pt x="33529" y="37237"/>
                    <a:pt x="21600" y="37237"/>
                  </a:cubicBezTo>
                  <a:cubicBezTo>
                    <a:pt x="9670" y="37237"/>
                    <a:pt x="0" y="27566"/>
                    <a:pt x="0" y="15637"/>
                  </a:cubicBezTo>
                  <a:cubicBezTo>
                    <a:pt x="-1" y="9727"/>
                    <a:pt x="2420" y="4076"/>
                    <a:pt x="6698" y="-1"/>
                  </a:cubicBezTo>
                  <a:lnTo>
                    <a:pt x="21600" y="15637"/>
                  </a:lnTo>
                  <a:close/>
                </a:path>
              </a:pathLst>
            </a:custGeom>
            <a:noFill/>
            <a:ln w="25400">
              <a:solidFill>
                <a:schemeClr val="tx1"/>
              </a:solidFill>
              <a:round/>
              <a:headEnd type="triangle" w="lg" len="lg"/>
              <a:tailEnd type="none" w="lg" len="lg"/>
            </a:ln>
          </p:spPr>
          <p:txBody>
            <a:bodyPr rot="10800000" vert="eaVert" wrap="none" anchor="ctr"/>
            <a:lstStyle/>
            <a:p>
              <a:pPr eaLnBrk="1" hangingPunct="1">
                <a:defRPr/>
              </a:pPr>
              <a:endParaRPr lang="en-US" sz="1600" dirty="0">
                <a:cs typeface="Arial" charset="0"/>
              </a:endParaRPr>
            </a:p>
          </p:txBody>
        </p:sp>
      </p:grpSp>
      <p:graphicFrame>
        <p:nvGraphicFramePr>
          <p:cNvPr id="64" name="Table 63">
            <a:extLst>
              <a:ext uri="{FF2B5EF4-FFF2-40B4-BE49-F238E27FC236}">
                <a16:creationId xmlns:a16="http://schemas.microsoft.com/office/drawing/2014/main" id="{59DE69B0-749D-409C-939B-7303DF91FC0D}"/>
              </a:ext>
            </a:extLst>
          </p:cNvPr>
          <p:cNvGraphicFramePr>
            <a:graphicFrameLocks noGrp="1"/>
          </p:cNvGraphicFramePr>
          <p:nvPr>
            <p:extLst>
              <p:ext uri="{D42A27DB-BD31-4B8C-83A1-F6EECF244321}">
                <p14:modId xmlns:p14="http://schemas.microsoft.com/office/powerpoint/2010/main" val="2513955751"/>
              </p:ext>
            </p:extLst>
          </p:nvPr>
        </p:nvGraphicFramePr>
        <p:xfrm>
          <a:off x="7467600" y="1998664"/>
          <a:ext cx="2286000" cy="3571875"/>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tblGrid>
              <a:tr h="370906">
                <a:tc>
                  <a:txBody>
                    <a:bodyPr/>
                    <a:lstStyle/>
                    <a:p>
                      <a:endParaRPr lang="en-US" sz="1800" b="0" dirty="0">
                        <a:solidFill>
                          <a:schemeClr val="tx1"/>
                        </a:solidFill>
                      </a:endParaRPr>
                    </a:p>
                  </a:txBody>
                  <a:tcPr marT="45728" marB="45728"/>
                </a:tc>
                <a:tc>
                  <a:txBody>
                    <a:bodyPr/>
                    <a:lstStyle/>
                    <a:p>
                      <a:r>
                        <a:rPr lang="en-US" sz="1800" b="0" dirty="0">
                          <a:solidFill>
                            <a:schemeClr val="bg1"/>
                          </a:solidFill>
                        </a:rPr>
                        <a:t>q</a:t>
                      </a:r>
                      <a:r>
                        <a:rPr lang="en-US" sz="1800" b="0" baseline="-25000" dirty="0">
                          <a:solidFill>
                            <a:schemeClr val="bg1"/>
                          </a:solidFill>
                        </a:rPr>
                        <a:t>0</a:t>
                      </a:r>
                      <a:r>
                        <a:rPr lang="en-US" sz="1800" b="0" dirty="0">
                          <a:solidFill>
                            <a:schemeClr val="bg1"/>
                          </a:solidFill>
                        </a:rPr>
                        <a:t> q</a:t>
                      </a:r>
                      <a:r>
                        <a:rPr lang="en-US" sz="1800" b="0" baseline="-25000" dirty="0">
                          <a:solidFill>
                            <a:schemeClr val="bg1"/>
                          </a:solidFill>
                        </a:rPr>
                        <a:t>1</a:t>
                      </a:r>
                      <a:r>
                        <a:rPr lang="en-US" sz="1800" b="0" dirty="0">
                          <a:solidFill>
                            <a:schemeClr val="bg1"/>
                          </a:solidFill>
                        </a:rPr>
                        <a:t> q</a:t>
                      </a:r>
                      <a:r>
                        <a:rPr lang="en-US" sz="1800" b="0" baseline="-25000" dirty="0">
                          <a:solidFill>
                            <a:schemeClr val="bg1"/>
                          </a:solidFill>
                        </a:rPr>
                        <a:t>2</a:t>
                      </a:r>
                      <a:r>
                        <a:rPr lang="en-US" sz="1800" b="0" dirty="0">
                          <a:solidFill>
                            <a:schemeClr val="bg1"/>
                          </a:solidFill>
                        </a:rPr>
                        <a:t> q</a:t>
                      </a:r>
                      <a:r>
                        <a:rPr lang="en-US" sz="1800" b="0" baseline="-25000" dirty="0">
                          <a:solidFill>
                            <a:schemeClr val="bg1"/>
                          </a:solidFill>
                        </a:rPr>
                        <a:t>3</a:t>
                      </a:r>
                      <a:r>
                        <a:rPr lang="en-US" sz="1800" b="0" dirty="0">
                          <a:solidFill>
                            <a:schemeClr val="bg1"/>
                          </a:solidFill>
                        </a:rPr>
                        <a:t> q</a:t>
                      </a:r>
                      <a:r>
                        <a:rPr lang="en-US" sz="1800" b="0" baseline="-25000" dirty="0">
                          <a:solidFill>
                            <a:schemeClr val="bg1"/>
                          </a:solidFill>
                        </a:rPr>
                        <a:t>4</a:t>
                      </a:r>
                      <a:endParaRPr lang="en-US" sz="1800" b="0" dirty="0">
                        <a:solidFill>
                          <a:schemeClr val="bg1"/>
                        </a:solidFill>
                      </a:endParaRPr>
                    </a:p>
                  </a:txBody>
                  <a:tcPr marT="45728" marB="45728"/>
                </a:tc>
                <a:extLst>
                  <a:ext uri="{0D108BD9-81ED-4DB2-BD59-A6C34878D82A}">
                    <a16:rowId xmlns:a16="http://schemas.microsoft.com/office/drawing/2014/main" val="10000"/>
                  </a:ext>
                </a:extLst>
              </a:tr>
              <a:tr h="1463300">
                <a:tc>
                  <a:txBody>
                    <a:bodyPr/>
                    <a:lstStyle/>
                    <a:p>
                      <a:r>
                        <a:rPr lang="en-US" sz="1800" b="0" dirty="0">
                          <a:solidFill>
                            <a:schemeClr val="tx1"/>
                          </a:solidFill>
                        </a:rPr>
                        <a:t>S</a:t>
                      </a:r>
                      <a:r>
                        <a:rPr lang="en-US" sz="1800" b="0" baseline="-25000" dirty="0">
                          <a:solidFill>
                            <a:schemeClr val="tx1"/>
                          </a:solidFill>
                        </a:rPr>
                        <a:t>4</a:t>
                      </a:r>
                    </a:p>
                    <a:p>
                      <a:r>
                        <a:rPr lang="en-US" sz="1800" b="0">
                          <a:solidFill>
                            <a:schemeClr val="tx1"/>
                          </a:solidFill>
                        </a:rPr>
                        <a:t>S</a:t>
                      </a:r>
                      <a:r>
                        <a:rPr lang="en-US" sz="1800" b="0" baseline="-25000">
                          <a:solidFill>
                            <a:schemeClr val="tx1"/>
                          </a:solidFill>
                        </a:rPr>
                        <a:t>3</a:t>
                      </a:r>
                      <a:endParaRPr lang="en-US" sz="1800" b="0" baseline="-25000" dirty="0">
                        <a:solidFill>
                          <a:schemeClr val="tx1"/>
                        </a:solidFill>
                      </a:endParaRPr>
                    </a:p>
                    <a:p>
                      <a:r>
                        <a:rPr lang="en-US" sz="1800" b="0" dirty="0">
                          <a:solidFill>
                            <a:schemeClr val="tx1"/>
                          </a:solidFill>
                        </a:rPr>
                        <a:t>S</a:t>
                      </a:r>
                      <a:r>
                        <a:rPr lang="en-US" sz="1800" b="0" baseline="-25000" dirty="0">
                          <a:solidFill>
                            <a:schemeClr val="tx1"/>
                          </a:solidFill>
                        </a:rPr>
                        <a:t>2</a:t>
                      </a:r>
                    </a:p>
                    <a:p>
                      <a:r>
                        <a:rPr lang="en-US" sz="1800" b="0" dirty="0">
                          <a:solidFill>
                            <a:schemeClr val="tx1"/>
                          </a:solidFill>
                        </a:rPr>
                        <a:t>S</a:t>
                      </a:r>
                      <a:r>
                        <a:rPr lang="en-US" sz="1800" b="0" baseline="-25000" dirty="0">
                          <a:solidFill>
                            <a:schemeClr val="tx1"/>
                          </a:solidFill>
                        </a:rPr>
                        <a:t>1 </a:t>
                      </a:r>
                    </a:p>
                    <a:p>
                      <a:r>
                        <a:rPr lang="en-US" sz="1800" b="0" dirty="0">
                          <a:solidFill>
                            <a:schemeClr val="tx1"/>
                          </a:solidFill>
                        </a:rPr>
                        <a:t>S</a:t>
                      </a:r>
                      <a:r>
                        <a:rPr lang="en-US" sz="1800" b="0" baseline="-25000" dirty="0">
                          <a:solidFill>
                            <a:schemeClr val="tx1"/>
                          </a:solidFill>
                        </a:rPr>
                        <a:t>0</a:t>
                      </a:r>
                      <a:endParaRPr lang="en-US" sz="1800" b="0" dirty="0">
                        <a:solidFill>
                          <a:schemeClr val="tx1"/>
                        </a:solidFill>
                      </a:endParaRPr>
                    </a:p>
                  </a:txBody>
                  <a:tcPr marT="45728" marB="45728"/>
                </a:tc>
                <a:tc>
                  <a:txBody>
                    <a:bodyPr/>
                    <a:lstStyle/>
                    <a:p>
                      <a:r>
                        <a:rPr lang="en-US" sz="1800" b="0" dirty="0">
                          <a:solidFill>
                            <a:schemeClr val="tx1"/>
                          </a:solidFill>
                        </a:rPr>
                        <a:t>0  0  0  0  1</a:t>
                      </a:r>
                    </a:p>
                    <a:p>
                      <a:r>
                        <a:rPr lang="en-US" sz="1800" b="0" dirty="0">
                          <a:solidFill>
                            <a:schemeClr val="tx1"/>
                          </a:solidFill>
                        </a:rPr>
                        <a:t>0  0  0  1  0</a:t>
                      </a:r>
                    </a:p>
                    <a:p>
                      <a:r>
                        <a:rPr lang="en-US" sz="1800" b="0" dirty="0">
                          <a:solidFill>
                            <a:schemeClr val="tx1"/>
                          </a:solidFill>
                        </a:rPr>
                        <a:t>0  0  1  0  0</a:t>
                      </a:r>
                    </a:p>
                    <a:p>
                      <a:r>
                        <a:rPr lang="en-US" sz="1800" b="0" dirty="0">
                          <a:solidFill>
                            <a:schemeClr val="tx1"/>
                          </a:solidFill>
                        </a:rPr>
                        <a:t>0  1  0  0  0</a:t>
                      </a:r>
                    </a:p>
                    <a:p>
                      <a:r>
                        <a:rPr lang="en-US" sz="1800" b="0" dirty="0">
                          <a:solidFill>
                            <a:schemeClr val="tx1"/>
                          </a:solidFill>
                        </a:rPr>
                        <a:t>1  0  0  0  0 </a:t>
                      </a:r>
                    </a:p>
                  </a:txBody>
                  <a:tcPr marT="45728" marB="45728"/>
                </a:tc>
                <a:extLst>
                  <a:ext uri="{0D108BD9-81ED-4DB2-BD59-A6C34878D82A}">
                    <a16:rowId xmlns:a16="http://schemas.microsoft.com/office/drawing/2014/main" val="10001"/>
                  </a:ext>
                </a:extLst>
              </a:tr>
              <a:tr h="1737669">
                <a:tc>
                  <a:txBody>
                    <a:bodyPr/>
                    <a:lstStyle/>
                    <a:p>
                      <a:r>
                        <a:rPr lang="en-US" sz="1800" b="0" dirty="0">
                          <a:solidFill>
                            <a:schemeClr val="tx1"/>
                          </a:solidFill>
                        </a:rPr>
                        <a:t>S</a:t>
                      </a:r>
                      <a:r>
                        <a:rPr lang="en-US" sz="1800" b="0" baseline="-25000" dirty="0">
                          <a:solidFill>
                            <a:schemeClr val="tx1"/>
                          </a:solidFill>
                        </a:rPr>
                        <a:t>40</a:t>
                      </a:r>
                    </a:p>
                    <a:p>
                      <a:r>
                        <a:rPr lang="en-US" sz="1800" b="0" dirty="0">
                          <a:solidFill>
                            <a:schemeClr val="tx1"/>
                          </a:solidFill>
                        </a:rPr>
                        <a:t>S</a:t>
                      </a:r>
                      <a:r>
                        <a:rPr lang="en-US" sz="1800" b="0" baseline="-25000" dirty="0">
                          <a:solidFill>
                            <a:schemeClr val="tx1"/>
                          </a:solidFill>
                        </a:rPr>
                        <a:t>34</a:t>
                      </a:r>
                    </a:p>
                    <a:p>
                      <a:r>
                        <a:rPr lang="en-US" sz="1800" b="0" dirty="0">
                          <a:solidFill>
                            <a:schemeClr val="tx1"/>
                          </a:solidFill>
                        </a:rPr>
                        <a:t>S</a:t>
                      </a:r>
                      <a:r>
                        <a:rPr lang="en-US" sz="1800" b="0" baseline="-25000" dirty="0">
                          <a:solidFill>
                            <a:schemeClr val="tx1"/>
                          </a:solidFill>
                        </a:rPr>
                        <a:t>20</a:t>
                      </a:r>
                    </a:p>
                    <a:p>
                      <a:r>
                        <a:rPr lang="en-US" sz="1800" b="0" dirty="0">
                          <a:solidFill>
                            <a:schemeClr val="tx1"/>
                          </a:solidFill>
                        </a:rPr>
                        <a:t>S</a:t>
                      </a:r>
                      <a:r>
                        <a:rPr lang="en-US" sz="1800" b="0" baseline="-25000" dirty="0">
                          <a:solidFill>
                            <a:schemeClr val="tx1"/>
                          </a:solidFill>
                        </a:rPr>
                        <a:t>12</a:t>
                      </a:r>
                    </a:p>
                    <a:p>
                      <a:r>
                        <a:rPr lang="en-US" sz="1800" b="0" dirty="0">
                          <a:solidFill>
                            <a:schemeClr val="tx1"/>
                          </a:solidFill>
                        </a:rPr>
                        <a:t>S</a:t>
                      </a:r>
                      <a:r>
                        <a:rPr lang="en-US" sz="1800" b="0" baseline="-25000" dirty="0">
                          <a:solidFill>
                            <a:schemeClr val="tx1"/>
                          </a:solidFill>
                        </a:rPr>
                        <a:t>03</a:t>
                      </a:r>
                    </a:p>
                    <a:p>
                      <a:r>
                        <a:rPr lang="en-US" sz="1800" b="0" dirty="0">
                          <a:solidFill>
                            <a:schemeClr val="tx1"/>
                          </a:solidFill>
                        </a:rPr>
                        <a:t>S</a:t>
                      </a:r>
                      <a:r>
                        <a:rPr lang="en-US" sz="1800" b="0" baseline="-25000" dirty="0">
                          <a:solidFill>
                            <a:schemeClr val="tx1"/>
                          </a:solidFill>
                        </a:rPr>
                        <a:t>01</a:t>
                      </a:r>
                      <a:endParaRPr lang="en-US" sz="1800" b="0" dirty="0">
                        <a:solidFill>
                          <a:schemeClr val="tx1"/>
                        </a:solidFill>
                      </a:endParaRPr>
                    </a:p>
                  </a:txBody>
                  <a:tcPr marT="45728" marB="45728"/>
                </a:tc>
                <a:tc>
                  <a:txBody>
                    <a:bodyPr/>
                    <a:lstStyle/>
                    <a:p>
                      <a:r>
                        <a:rPr lang="en-US" sz="1800" b="0" dirty="0">
                          <a:solidFill>
                            <a:schemeClr val="tx1"/>
                          </a:solidFill>
                        </a:rPr>
                        <a:t>1  0  0  0  1</a:t>
                      </a:r>
                    </a:p>
                    <a:p>
                      <a:r>
                        <a:rPr lang="en-US" sz="1800" b="0" dirty="0">
                          <a:solidFill>
                            <a:schemeClr val="tx1"/>
                          </a:solidFill>
                        </a:rPr>
                        <a:t>0  0  0  1  1</a:t>
                      </a:r>
                    </a:p>
                    <a:p>
                      <a:r>
                        <a:rPr lang="en-US" sz="1800" b="0" dirty="0">
                          <a:solidFill>
                            <a:schemeClr val="tx1"/>
                          </a:solidFill>
                        </a:rPr>
                        <a:t>1  0  1  0  0</a:t>
                      </a:r>
                    </a:p>
                    <a:p>
                      <a:r>
                        <a:rPr lang="en-US" sz="1800" b="0" dirty="0">
                          <a:solidFill>
                            <a:schemeClr val="tx1"/>
                          </a:solidFill>
                        </a:rPr>
                        <a:t>0  1  1  0  0</a:t>
                      </a:r>
                    </a:p>
                    <a:p>
                      <a:r>
                        <a:rPr lang="en-US" sz="1800" b="0" dirty="0">
                          <a:solidFill>
                            <a:schemeClr val="tx1"/>
                          </a:solidFill>
                        </a:rPr>
                        <a:t>1  0  0  1  0</a:t>
                      </a:r>
                    </a:p>
                    <a:p>
                      <a:r>
                        <a:rPr lang="en-US" sz="1800" b="0" dirty="0">
                          <a:solidFill>
                            <a:schemeClr val="tx1"/>
                          </a:solidFill>
                        </a:rPr>
                        <a:t>1  1  0  0  0</a:t>
                      </a:r>
                    </a:p>
                  </a:txBody>
                  <a:tcPr marT="45728" marB="45728"/>
                </a:tc>
                <a:extLst>
                  <a:ext uri="{0D108BD9-81ED-4DB2-BD59-A6C34878D82A}">
                    <a16:rowId xmlns:a16="http://schemas.microsoft.com/office/drawing/2014/main" val="10002"/>
                  </a:ext>
                </a:extLst>
              </a:tr>
            </a:tbl>
          </a:graphicData>
        </a:graphic>
      </p:graphicFrame>
      <p:sp>
        <p:nvSpPr>
          <p:cNvPr id="3" name="Title 2">
            <a:extLst>
              <a:ext uri="{FF2B5EF4-FFF2-40B4-BE49-F238E27FC236}">
                <a16:creationId xmlns:a16="http://schemas.microsoft.com/office/drawing/2014/main" id="{079C3BA8-E84D-FB87-55AB-D2A9B3C7EC36}"/>
              </a:ext>
            </a:extLst>
          </p:cNvPr>
          <p:cNvSpPr>
            <a:spLocks noGrp="1"/>
          </p:cNvSpPr>
          <p:nvPr>
            <p:ph type="title"/>
          </p:nvPr>
        </p:nvSpPr>
        <p:spPr/>
        <p:txBody>
          <a:bodyPr>
            <a:normAutofit/>
          </a:bodyPr>
          <a:lstStyle/>
          <a:p>
            <a:r>
              <a:rPr lang="en-US" dirty="0"/>
              <a:t>“One-Hot” State Assignment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E7722FA4-A57C-4912-5A7E-E2154F8C375A}"/>
              </a:ext>
            </a:extLst>
          </p:cNvPr>
          <p:cNvSpPr>
            <a:spLocks noGrp="1" noChangeArrowheads="1"/>
          </p:cNvSpPr>
          <p:nvPr>
            <p:ph type="title"/>
          </p:nvPr>
        </p:nvSpPr>
        <p:spPr/>
        <p:txBody>
          <a:bodyPr>
            <a:normAutofit/>
          </a:bodyPr>
          <a:lstStyle/>
          <a:p>
            <a:r>
              <a:rPr lang="en-US" altLang="en-US" dirty="0"/>
              <a:t>“One-Hot” State Assignment</a:t>
            </a:r>
          </a:p>
        </p:txBody>
      </p:sp>
      <p:sp>
        <p:nvSpPr>
          <p:cNvPr id="43011" name="Content Placeholder 2">
            <a:extLst>
              <a:ext uri="{FF2B5EF4-FFF2-40B4-BE49-F238E27FC236}">
                <a16:creationId xmlns:a16="http://schemas.microsoft.com/office/drawing/2014/main" id="{D499A1F8-9C8A-18F3-E076-E1C2DB832ACD}"/>
              </a:ext>
            </a:extLst>
          </p:cNvPr>
          <p:cNvSpPr>
            <a:spLocks noGrp="1" noChangeArrowheads="1"/>
          </p:cNvSpPr>
          <p:nvPr>
            <p:ph type="body" sz="quarter" idx="10"/>
          </p:nvPr>
        </p:nvSpPr>
        <p:spPr/>
        <p:txBody>
          <a:bodyPr/>
          <a:lstStyle/>
          <a:p>
            <a:r>
              <a:rPr lang="en-US" altLang="en-US"/>
              <a:t>Intermediate states are represented by all zeroes except for ones corresponding two state variables associated with terminal states.</a:t>
            </a:r>
          </a:p>
          <a:p>
            <a:r>
              <a:rPr lang="en-US" altLang="en-US"/>
              <a:t>Two state variables switch at any transition.</a:t>
            </a:r>
            <a:endParaRPr lang="ru-RU" altLang="en-US"/>
          </a:p>
          <a:p>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D223B224-1B84-4346-8BCB-BB8E8829D634}"/>
              </a:ext>
            </a:extLst>
          </p:cNvPr>
          <p:cNvGraphicFramePr>
            <a:graphicFrameLocks noGrp="1"/>
          </p:cNvGraphicFramePr>
          <p:nvPr>
            <p:extLst>
              <p:ext uri="{D42A27DB-BD31-4B8C-83A1-F6EECF244321}">
                <p14:modId xmlns:p14="http://schemas.microsoft.com/office/powerpoint/2010/main" val="113292814"/>
              </p:ext>
            </p:extLst>
          </p:nvPr>
        </p:nvGraphicFramePr>
        <p:xfrm>
          <a:off x="2514600" y="1516064"/>
          <a:ext cx="7162798" cy="3970337"/>
        </p:xfrm>
        <a:graphic>
          <a:graphicData uri="http://schemas.openxmlformats.org/drawingml/2006/table">
            <a:tbl>
              <a:tblPr firstRow="1" bandRow="1">
                <a:tableStyleId>{5C22544A-7EE6-4342-B048-85BDC9FD1C3A}</a:tableStyleId>
              </a:tblPr>
              <a:tblGrid>
                <a:gridCol w="892630">
                  <a:extLst>
                    <a:ext uri="{9D8B030D-6E8A-4147-A177-3AD203B41FA5}">
                      <a16:colId xmlns:a16="http://schemas.microsoft.com/office/drawing/2014/main" val="20000"/>
                    </a:ext>
                  </a:extLst>
                </a:gridCol>
                <a:gridCol w="1045028">
                  <a:extLst>
                    <a:ext uri="{9D8B030D-6E8A-4147-A177-3AD203B41FA5}">
                      <a16:colId xmlns:a16="http://schemas.microsoft.com/office/drawing/2014/main" val="20001"/>
                    </a:ext>
                  </a:extLst>
                </a:gridCol>
                <a:gridCol w="1045028">
                  <a:extLst>
                    <a:ext uri="{9D8B030D-6E8A-4147-A177-3AD203B41FA5}">
                      <a16:colId xmlns:a16="http://schemas.microsoft.com/office/drawing/2014/main" val="20002"/>
                    </a:ext>
                  </a:extLst>
                </a:gridCol>
                <a:gridCol w="1045028">
                  <a:extLst>
                    <a:ext uri="{9D8B030D-6E8A-4147-A177-3AD203B41FA5}">
                      <a16:colId xmlns:a16="http://schemas.microsoft.com/office/drawing/2014/main" val="20003"/>
                    </a:ext>
                  </a:extLst>
                </a:gridCol>
                <a:gridCol w="1045028">
                  <a:extLst>
                    <a:ext uri="{9D8B030D-6E8A-4147-A177-3AD203B41FA5}">
                      <a16:colId xmlns:a16="http://schemas.microsoft.com/office/drawing/2014/main" val="20004"/>
                    </a:ext>
                  </a:extLst>
                </a:gridCol>
                <a:gridCol w="1045028">
                  <a:extLst>
                    <a:ext uri="{9D8B030D-6E8A-4147-A177-3AD203B41FA5}">
                      <a16:colId xmlns:a16="http://schemas.microsoft.com/office/drawing/2014/main" val="20005"/>
                    </a:ext>
                  </a:extLst>
                </a:gridCol>
                <a:gridCol w="1045028">
                  <a:extLst>
                    <a:ext uri="{9D8B030D-6E8A-4147-A177-3AD203B41FA5}">
                      <a16:colId xmlns:a16="http://schemas.microsoft.com/office/drawing/2014/main" val="20006"/>
                    </a:ext>
                  </a:extLst>
                </a:gridCol>
              </a:tblGrid>
              <a:tr h="296333">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pitchFamily="34" charset="0"/>
                          <a:cs typeface="Arial" pitchFamily="34" charset="0"/>
                        </a:rPr>
                        <a:t>Present state</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pitchFamily="34" charset="0"/>
                          <a:cs typeface="Arial" pitchFamily="34" charset="0"/>
                        </a:rPr>
                        <a:t>Code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pitchFamily="34" charset="0"/>
                          <a:cs typeface="Arial" pitchFamily="34" charset="0"/>
                        </a:rPr>
                        <a:t>q</a:t>
                      </a:r>
                      <a:r>
                        <a:rPr kumimoji="0" lang="en-US" sz="1400" b="0" i="0" u="none" strike="noStrike" cap="none" normalizeH="0" baseline="-25000" dirty="0">
                          <a:ln>
                            <a:noFill/>
                          </a:ln>
                          <a:solidFill>
                            <a:schemeClr val="bg1"/>
                          </a:solidFill>
                          <a:effectLst/>
                          <a:latin typeface="Arial" pitchFamily="34" charset="0"/>
                          <a:cs typeface="Arial" pitchFamily="34" charset="0"/>
                        </a:rPr>
                        <a:t>0</a:t>
                      </a:r>
                      <a:r>
                        <a:rPr kumimoji="0" lang="en-US" sz="1400" b="0" i="0" u="none" strike="noStrike" cap="none" normalizeH="0" baseline="0" dirty="0">
                          <a:ln>
                            <a:noFill/>
                          </a:ln>
                          <a:solidFill>
                            <a:schemeClr val="bg1"/>
                          </a:solidFill>
                          <a:effectLst/>
                          <a:latin typeface="Arial" pitchFamily="34" charset="0"/>
                          <a:cs typeface="Arial" pitchFamily="34" charset="0"/>
                        </a:rPr>
                        <a:t>q</a:t>
                      </a:r>
                      <a:r>
                        <a:rPr kumimoji="0" lang="en-US" sz="1400" b="0" i="0" u="none" strike="noStrike" cap="none" normalizeH="0" baseline="-25000" dirty="0">
                          <a:ln>
                            <a:noFill/>
                          </a:ln>
                          <a:solidFill>
                            <a:schemeClr val="bg1"/>
                          </a:solidFill>
                          <a:effectLst/>
                          <a:latin typeface="Arial" pitchFamily="34" charset="0"/>
                          <a:cs typeface="Arial" pitchFamily="34" charset="0"/>
                        </a:rPr>
                        <a:t>1</a:t>
                      </a:r>
                      <a:r>
                        <a:rPr kumimoji="0" lang="en-US" sz="1400" b="0" i="0" u="none" strike="noStrike" cap="none" normalizeH="0" baseline="0" dirty="0">
                          <a:ln>
                            <a:noFill/>
                          </a:ln>
                          <a:solidFill>
                            <a:schemeClr val="bg1"/>
                          </a:solidFill>
                          <a:effectLst/>
                          <a:latin typeface="Arial" pitchFamily="34" charset="0"/>
                          <a:cs typeface="Arial" pitchFamily="34" charset="0"/>
                        </a:rPr>
                        <a:t>q</a:t>
                      </a:r>
                      <a:r>
                        <a:rPr kumimoji="0" lang="en-US" sz="1400" b="0" i="0" u="none" strike="noStrike" cap="none" normalizeH="0" baseline="-25000" dirty="0">
                          <a:ln>
                            <a:noFill/>
                          </a:ln>
                          <a:solidFill>
                            <a:schemeClr val="bg1"/>
                          </a:solidFill>
                          <a:effectLst/>
                          <a:latin typeface="Arial" pitchFamily="34" charset="0"/>
                          <a:cs typeface="Arial" pitchFamily="34" charset="0"/>
                        </a:rPr>
                        <a:t>2</a:t>
                      </a:r>
                      <a:r>
                        <a:rPr kumimoji="0" lang="en-US" sz="1400" b="0" i="0" u="none" strike="noStrike" cap="none" normalizeH="0" baseline="0" dirty="0">
                          <a:ln>
                            <a:noFill/>
                          </a:ln>
                          <a:solidFill>
                            <a:schemeClr val="bg1"/>
                          </a:solidFill>
                          <a:effectLst/>
                          <a:latin typeface="Arial" pitchFamily="34" charset="0"/>
                          <a:cs typeface="Arial" pitchFamily="34" charset="0"/>
                        </a:rPr>
                        <a:t>q</a:t>
                      </a:r>
                      <a:r>
                        <a:rPr kumimoji="0" lang="en-US" sz="1400" b="0" i="0" u="none" strike="noStrike" cap="none" normalizeH="0" baseline="-25000" dirty="0">
                          <a:ln>
                            <a:noFill/>
                          </a:ln>
                          <a:solidFill>
                            <a:schemeClr val="bg1"/>
                          </a:solidFill>
                          <a:effectLst/>
                          <a:latin typeface="Arial" pitchFamily="34" charset="0"/>
                          <a:cs typeface="Arial" pitchFamily="34" charset="0"/>
                        </a:rPr>
                        <a:t>3</a:t>
                      </a:r>
                      <a:r>
                        <a:rPr kumimoji="0" lang="en-US" sz="1400" b="0" i="0" u="none" strike="noStrike" cap="none" normalizeH="0" baseline="0" dirty="0">
                          <a:ln>
                            <a:noFill/>
                          </a:ln>
                          <a:solidFill>
                            <a:schemeClr val="bg1"/>
                          </a:solidFill>
                          <a:effectLst/>
                          <a:latin typeface="Arial" pitchFamily="34" charset="0"/>
                          <a:cs typeface="Arial" pitchFamily="34" charset="0"/>
                        </a:rPr>
                        <a:t>q</a:t>
                      </a:r>
                      <a:r>
                        <a:rPr kumimoji="0" lang="en-US" sz="1400" b="0" i="0" u="none" strike="noStrike" cap="none" normalizeH="0" baseline="-25000" dirty="0">
                          <a:ln>
                            <a:noFill/>
                          </a:ln>
                          <a:solidFill>
                            <a:schemeClr val="bg1"/>
                          </a:solidFill>
                          <a:effectLst/>
                          <a:latin typeface="Arial" pitchFamily="34" charset="0"/>
                          <a:cs typeface="Arial" pitchFamily="34" charset="0"/>
                        </a:rPr>
                        <a:t>4</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pitchFamily="34" charset="0"/>
                          <a:cs typeface="Arial" pitchFamily="34" charset="0"/>
                        </a:rPr>
                        <a:t>Inputs</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pitchFamily="34" charset="0"/>
                          <a:cs typeface="Arial" pitchFamily="34" charset="0"/>
                        </a:rPr>
                        <a:t>Output</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312737">
                <a:tc vMerge="1">
                  <a:txBody>
                    <a:bodyPr/>
                    <a:lstStyle/>
                    <a:p>
                      <a:endParaRPr lang="ru-RU"/>
                    </a:p>
                  </a:txBody>
                  <a:tcPr/>
                </a:tc>
                <a:tc vMerge="1">
                  <a:txBody>
                    <a:bodyPr/>
                    <a:lstStyle/>
                    <a:p>
                      <a:endParaRPr lang="ru-RU"/>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1 0 0 0 0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10000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11000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10010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01</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1 1 0 0 0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01000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03</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1 0 0 1 0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00010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1</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0 1 0 0 0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01000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01100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5"/>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12</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0 1 1 0 0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00100</a:t>
                      </a:r>
                      <a:endParaRPr kumimoji="0" lang="ru-RU" sz="1400" b="1"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6"/>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2</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0 0 1 0 0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10100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00100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00100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7"/>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S</a:t>
                      </a:r>
                      <a:r>
                        <a:rPr kumimoji="0" lang="en-US" sz="1400" b="0" i="0" u="none" strike="noStrike" cap="none" normalizeH="0" baseline="-25000">
                          <a:ln>
                            <a:noFill/>
                          </a:ln>
                          <a:solidFill>
                            <a:schemeClr val="tx1"/>
                          </a:solidFill>
                          <a:effectLst/>
                          <a:latin typeface="Arial" pitchFamily="34" charset="0"/>
                          <a:cs typeface="Arial" pitchFamily="34" charset="0"/>
                        </a:rPr>
                        <a:t>20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1 0 1 0 0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10000</a:t>
                      </a:r>
                      <a:endParaRPr kumimoji="0" lang="ru-RU" sz="1400" b="1"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8"/>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3</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0 0 0 1 0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00010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00010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00011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9"/>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34</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0 0 0 1 1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00001</a:t>
                      </a:r>
                      <a:endParaRPr kumimoji="0" lang="ru-RU" sz="1400" b="1"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0"/>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S</a:t>
                      </a:r>
                      <a:r>
                        <a:rPr kumimoji="0" lang="en-US" sz="1400" b="0" i="0" u="none" strike="noStrike" cap="none" normalizeH="0" baseline="-25000">
                          <a:ln>
                            <a:noFill/>
                          </a:ln>
                          <a:solidFill>
                            <a:schemeClr val="tx1"/>
                          </a:solidFill>
                          <a:effectLst/>
                          <a:latin typeface="Arial" pitchFamily="34" charset="0"/>
                          <a:cs typeface="Arial" pitchFamily="34" charset="0"/>
                        </a:rPr>
                        <a:t>4</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0 0 0 0 1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10001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00001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00001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1"/>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a:t>
                      </a:r>
                      <a:r>
                        <a:rPr kumimoji="0" lang="en-US" sz="1400" b="0" i="0" u="none" strike="noStrike" cap="none" normalizeH="0" baseline="-25000" dirty="0">
                          <a:ln>
                            <a:noFill/>
                          </a:ln>
                          <a:solidFill>
                            <a:schemeClr val="tx1"/>
                          </a:solidFill>
                          <a:effectLst/>
                          <a:latin typeface="Arial" pitchFamily="34" charset="0"/>
                          <a:cs typeface="Arial" pitchFamily="34" charset="0"/>
                        </a:rPr>
                        <a:t>40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1 0 0 0 1</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rPr>
                        <a:t>10000</a:t>
                      </a:r>
                      <a:endParaRPr kumimoji="0" lang="ru-RU" sz="1400" b="1"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2"/>
                  </a:ext>
                </a:extLst>
              </a:tr>
            </a:tbl>
          </a:graphicData>
        </a:graphic>
      </p:graphicFrame>
      <p:sp>
        <p:nvSpPr>
          <p:cNvPr id="44146" name="Oval 121">
            <a:extLst>
              <a:ext uri="{FF2B5EF4-FFF2-40B4-BE49-F238E27FC236}">
                <a16:creationId xmlns:a16="http://schemas.microsoft.com/office/drawing/2014/main" id="{22A15794-77D0-CD30-A87E-145EDFA82B75}"/>
              </a:ext>
            </a:extLst>
          </p:cNvPr>
          <p:cNvSpPr>
            <a:spLocks noChangeArrowheads="1"/>
          </p:cNvSpPr>
          <p:nvPr/>
        </p:nvSpPr>
        <p:spPr bwMode="auto">
          <a:xfrm>
            <a:off x="4495801" y="2133600"/>
            <a:ext cx="1033463"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47" name="Oval 122">
            <a:extLst>
              <a:ext uri="{FF2B5EF4-FFF2-40B4-BE49-F238E27FC236}">
                <a16:creationId xmlns:a16="http://schemas.microsoft.com/office/drawing/2014/main" id="{8974FBC3-E8B5-CE7E-9216-FF14057EB005}"/>
              </a:ext>
            </a:extLst>
          </p:cNvPr>
          <p:cNvSpPr>
            <a:spLocks noChangeArrowheads="1"/>
          </p:cNvSpPr>
          <p:nvPr/>
        </p:nvSpPr>
        <p:spPr bwMode="auto">
          <a:xfrm>
            <a:off x="5486401" y="3048000"/>
            <a:ext cx="1033463" cy="2349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48" name="Oval 155">
            <a:extLst>
              <a:ext uri="{FF2B5EF4-FFF2-40B4-BE49-F238E27FC236}">
                <a16:creationId xmlns:a16="http://schemas.microsoft.com/office/drawing/2014/main" id="{0BE7B28A-D412-00FF-70EB-53A1E7D234AD}"/>
              </a:ext>
            </a:extLst>
          </p:cNvPr>
          <p:cNvSpPr>
            <a:spLocks noChangeArrowheads="1"/>
          </p:cNvSpPr>
          <p:nvPr/>
        </p:nvSpPr>
        <p:spPr bwMode="auto">
          <a:xfrm>
            <a:off x="4495801" y="3962400"/>
            <a:ext cx="1033463"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49" name="Oval 156">
            <a:extLst>
              <a:ext uri="{FF2B5EF4-FFF2-40B4-BE49-F238E27FC236}">
                <a16:creationId xmlns:a16="http://schemas.microsoft.com/office/drawing/2014/main" id="{F138663B-FBCF-F7A3-48D9-5BA3FD365980}"/>
              </a:ext>
            </a:extLst>
          </p:cNvPr>
          <p:cNvSpPr>
            <a:spLocks noChangeArrowheads="1"/>
          </p:cNvSpPr>
          <p:nvPr/>
        </p:nvSpPr>
        <p:spPr bwMode="auto">
          <a:xfrm>
            <a:off x="4495801" y="432435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8" name="Rectangle 4">
            <a:extLst>
              <a:ext uri="{FF2B5EF4-FFF2-40B4-BE49-F238E27FC236}">
                <a16:creationId xmlns:a16="http://schemas.microsoft.com/office/drawing/2014/main" id="{79F298D9-DA70-4979-971F-0EB3CA6860A8}"/>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44151" name="Oval 156">
            <a:extLst>
              <a:ext uri="{FF2B5EF4-FFF2-40B4-BE49-F238E27FC236}">
                <a16:creationId xmlns:a16="http://schemas.microsoft.com/office/drawing/2014/main" id="{B4EC4E4E-B452-0809-6BF0-9B9147E633FF}"/>
              </a:ext>
            </a:extLst>
          </p:cNvPr>
          <p:cNvSpPr>
            <a:spLocks noChangeArrowheads="1"/>
          </p:cNvSpPr>
          <p:nvPr/>
        </p:nvSpPr>
        <p:spPr bwMode="auto">
          <a:xfrm>
            <a:off x="4495801" y="51816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2" name="Oval 156">
            <a:extLst>
              <a:ext uri="{FF2B5EF4-FFF2-40B4-BE49-F238E27FC236}">
                <a16:creationId xmlns:a16="http://schemas.microsoft.com/office/drawing/2014/main" id="{6AC09EC4-5EDD-16D1-E0B7-1BCD85D9E4A4}"/>
              </a:ext>
            </a:extLst>
          </p:cNvPr>
          <p:cNvSpPr>
            <a:spLocks noChangeArrowheads="1"/>
          </p:cNvSpPr>
          <p:nvPr/>
        </p:nvSpPr>
        <p:spPr bwMode="auto">
          <a:xfrm>
            <a:off x="5486401" y="49530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3" name="Oval 156">
            <a:extLst>
              <a:ext uri="{FF2B5EF4-FFF2-40B4-BE49-F238E27FC236}">
                <a16:creationId xmlns:a16="http://schemas.microsoft.com/office/drawing/2014/main" id="{FA833C94-DC8D-B860-38B5-44A20A5A72C7}"/>
              </a:ext>
            </a:extLst>
          </p:cNvPr>
          <p:cNvSpPr>
            <a:spLocks noChangeArrowheads="1"/>
          </p:cNvSpPr>
          <p:nvPr/>
        </p:nvSpPr>
        <p:spPr bwMode="auto">
          <a:xfrm>
            <a:off x="6553201" y="42672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4" name="Oval 156">
            <a:extLst>
              <a:ext uri="{FF2B5EF4-FFF2-40B4-BE49-F238E27FC236}">
                <a16:creationId xmlns:a16="http://schemas.microsoft.com/office/drawing/2014/main" id="{EFBB84C9-C0D1-208F-4072-B0423E55A4DB}"/>
              </a:ext>
            </a:extLst>
          </p:cNvPr>
          <p:cNvSpPr>
            <a:spLocks noChangeArrowheads="1"/>
          </p:cNvSpPr>
          <p:nvPr/>
        </p:nvSpPr>
        <p:spPr bwMode="auto">
          <a:xfrm>
            <a:off x="6553201" y="37338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5" name="Oval 156">
            <a:extLst>
              <a:ext uri="{FF2B5EF4-FFF2-40B4-BE49-F238E27FC236}">
                <a16:creationId xmlns:a16="http://schemas.microsoft.com/office/drawing/2014/main" id="{41552BF8-D6CA-B052-E194-B5DD28C960E4}"/>
              </a:ext>
            </a:extLst>
          </p:cNvPr>
          <p:cNvSpPr>
            <a:spLocks noChangeArrowheads="1"/>
          </p:cNvSpPr>
          <p:nvPr/>
        </p:nvSpPr>
        <p:spPr bwMode="auto">
          <a:xfrm>
            <a:off x="7620001" y="34290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6" name="Oval 156">
            <a:extLst>
              <a:ext uri="{FF2B5EF4-FFF2-40B4-BE49-F238E27FC236}">
                <a16:creationId xmlns:a16="http://schemas.microsoft.com/office/drawing/2014/main" id="{99D6250F-962E-597E-2320-E75A0042E7E4}"/>
              </a:ext>
            </a:extLst>
          </p:cNvPr>
          <p:cNvSpPr>
            <a:spLocks noChangeArrowheads="1"/>
          </p:cNvSpPr>
          <p:nvPr/>
        </p:nvSpPr>
        <p:spPr bwMode="auto">
          <a:xfrm>
            <a:off x="7620001" y="36576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7" name="Oval 156">
            <a:extLst>
              <a:ext uri="{FF2B5EF4-FFF2-40B4-BE49-F238E27FC236}">
                <a16:creationId xmlns:a16="http://schemas.microsoft.com/office/drawing/2014/main" id="{B40BF040-AEB1-1ECB-8B78-18A80CF92EAB}"/>
              </a:ext>
            </a:extLst>
          </p:cNvPr>
          <p:cNvSpPr>
            <a:spLocks noChangeArrowheads="1"/>
          </p:cNvSpPr>
          <p:nvPr/>
        </p:nvSpPr>
        <p:spPr bwMode="auto">
          <a:xfrm>
            <a:off x="7620001" y="45720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4158" name="Oval 156">
            <a:extLst>
              <a:ext uri="{FF2B5EF4-FFF2-40B4-BE49-F238E27FC236}">
                <a16:creationId xmlns:a16="http://schemas.microsoft.com/office/drawing/2014/main" id="{039FEBA9-C0AA-703C-A4CB-4636AF86D671}"/>
              </a:ext>
            </a:extLst>
          </p:cNvPr>
          <p:cNvSpPr>
            <a:spLocks noChangeArrowheads="1"/>
          </p:cNvSpPr>
          <p:nvPr/>
        </p:nvSpPr>
        <p:spPr bwMode="auto">
          <a:xfrm>
            <a:off x="7620001" y="4876800"/>
            <a:ext cx="1033463" cy="2286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 name="Title 3">
            <a:extLst>
              <a:ext uri="{FF2B5EF4-FFF2-40B4-BE49-F238E27FC236}">
                <a16:creationId xmlns:a16="http://schemas.microsoft.com/office/drawing/2014/main" id="{0EAC46C1-B170-E0C1-9C8E-405CB5A5094E}"/>
              </a:ext>
            </a:extLst>
          </p:cNvPr>
          <p:cNvSpPr>
            <a:spLocks noGrp="1"/>
          </p:cNvSpPr>
          <p:nvPr>
            <p:ph type="title"/>
          </p:nvPr>
        </p:nvSpPr>
        <p:spPr/>
        <p:txBody>
          <a:bodyPr>
            <a:normAutofit/>
          </a:bodyPr>
          <a:lstStyle/>
          <a:p>
            <a:r>
              <a:rPr lang="en-US" dirty="0"/>
              <a:t>Flow Table for “One-Hot” Assignment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856D8658-7249-C3DD-8A7C-52BBC7177B64}"/>
              </a:ext>
            </a:extLst>
          </p:cNvPr>
          <p:cNvSpPr>
            <a:spLocks noGrp="1" noChangeArrowheads="1"/>
          </p:cNvSpPr>
          <p:nvPr>
            <p:ph type="title"/>
          </p:nvPr>
        </p:nvSpPr>
        <p:spPr/>
        <p:txBody>
          <a:bodyPr/>
          <a:lstStyle/>
          <a:p>
            <a:r>
              <a:rPr lang="en-US" altLang="en-US"/>
              <a:t>Steps of Desing a Feedback Sequential Circuit</a:t>
            </a:r>
          </a:p>
        </p:txBody>
      </p:sp>
      <p:sp>
        <p:nvSpPr>
          <p:cNvPr id="45059" name="Content Placeholder 2">
            <a:extLst>
              <a:ext uri="{FF2B5EF4-FFF2-40B4-BE49-F238E27FC236}">
                <a16:creationId xmlns:a16="http://schemas.microsoft.com/office/drawing/2014/main" id="{753C9F5C-9ED3-44C3-9EE2-5385A4067D1B}"/>
              </a:ext>
            </a:extLst>
          </p:cNvPr>
          <p:cNvSpPr>
            <a:spLocks noGrp="1" noChangeArrowheads="1"/>
          </p:cNvSpPr>
          <p:nvPr>
            <p:ph type="body" sz="quarter" idx="10"/>
          </p:nvPr>
        </p:nvSpPr>
        <p:spPr/>
        <p:txBody>
          <a:bodyPr/>
          <a:lstStyle/>
          <a:p>
            <a:r>
              <a:rPr lang="en-US" altLang="en-US"/>
              <a:t>Devise a state diagram for an FSM that implemented the required  functional behavior</a:t>
            </a:r>
          </a:p>
          <a:p>
            <a:r>
              <a:rPr lang="en-US" altLang="en-US"/>
              <a:t>Derive the flow table and reduce the number of states if possible</a:t>
            </a:r>
          </a:p>
          <a:p>
            <a:r>
              <a:rPr lang="en-US" altLang="en-US"/>
              <a:t>Perform the state assignment and derive the excitation table</a:t>
            </a:r>
          </a:p>
          <a:p>
            <a:r>
              <a:rPr lang="en-US" altLang="en-US"/>
              <a:t>Obtain the next-state and output expressions</a:t>
            </a:r>
          </a:p>
          <a:p>
            <a:r>
              <a:rPr lang="en-US" altLang="en-US"/>
              <a:t>Construct a circuit that implements these expressions</a:t>
            </a:r>
            <a:endParaRPr lang="ru-RU" altLang="en-US"/>
          </a:p>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57">
            <a:extLst>
              <a:ext uri="{FF2B5EF4-FFF2-40B4-BE49-F238E27FC236}">
                <a16:creationId xmlns:a16="http://schemas.microsoft.com/office/drawing/2014/main" id="{C63FA60F-E8CC-1740-D7A4-08AE1E23DBD8}"/>
              </a:ext>
            </a:extLst>
          </p:cNvPr>
          <p:cNvSpPr txBox="1">
            <a:spLocks noChangeArrowheads="1"/>
          </p:cNvSpPr>
          <p:nvPr/>
        </p:nvSpPr>
        <p:spPr bwMode="auto">
          <a:xfrm>
            <a:off x="6248401" y="2622550"/>
            <a:ext cx="35988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Transformation of a graph of T flip-flop to a new graph with stable states</a:t>
            </a:r>
            <a:endParaRPr lang="ru-RU" altLang="en-US" sz="2400"/>
          </a:p>
        </p:txBody>
      </p:sp>
      <p:grpSp>
        <p:nvGrpSpPr>
          <p:cNvPr id="46083" name="Group 35">
            <a:extLst>
              <a:ext uri="{FF2B5EF4-FFF2-40B4-BE49-F238E27FC236}">
                <a16:creationId xmlns:a16="http://schemas.microsoft.com/office/drawing/2014/main" id="{A7E84A97-82BB-8200-7E49-3F0240C5A4B4}"/>
              </a:ext>
            </a:extLst>
          </p:cNvPr>
          <p:cNvGrpSpPr>
            <a:grpSpLocks/>
          </p:cNvGrpSpPr>
          <p:nvPr/>
        </p:nvGrpSpPr>
        <p:grpSpPr bwMode="auto">
          <a:xfrm>
            <a:off x="2590801" y="1524000"/>
            <a:ext cx="3095625" cy="4089400"/>
            <a:chOff x="1331913" y="1086978"/>
            <a:chExt cx="3095625" cy="5321610"/>
          </a:xfrm>
        </p:grpSpPr>
        <p:sp>
          <p:nvSpPr>
            <p:cNvPr id="32772" name="Oval 5">
              <a:extLst>
                <a:ext uri="{FF2B5EF4-FFF2-40B4-BE49-F238E27FC236}">
                  <a16:creationId xmlns:a16="http://schemas.microsoft.com/office/drawing/2014/main" id="{E85CCCB5-3DBF-4C69-95EA-AB562335EEEA}"/>
                </a:ext>
              </a:extLst>
            </p:cNvPr>
            <p:cNvSpPr>
              <a:spLocks noChangeArrowheads="1"/>
            </p:cNvSpPr>
            <p:nvPr/>
          </p:nvSpPr>
          <p:spPr bwMode="auto">
            <a:xfrm>
              <a:off x="1431926" y="1946368"/>
              <a:ext cx="698500" cy="646609"/>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0</a:t>
              </a:r>
              <a:r>
                <a:rPr lang="en-US" sz="2000" dirty="0">
                  <a:solidFill>
                    <a:schemeClr val="bg1"/>
                  </a:solidFill>
                  <a:cs typeface="Arial" charset="0"/>
                </a:rPr>
                <a:t>/0</a:t>
              </a:r>
              <a:endParaRPr lang="ru-RU" sz="2000" baseline="-25000" dirty="0">
                <a:solidFill>
                  <a:schemeClr val="bg1"/>
                </a:solidFill>
                <a:cs typeface="Arial" charset="0"/>
              </a:endParaRPr>
            </a:p>
          </p:txBody>
        </p:sp>
        <p:sp>
          <p:nvSpPr>
            <p:cNvPr id="32773" name="Oval 6">
              <a:extLst>
                <a:ext uri="{FF2B5EF4-FFF2-40B4-BE49-F238E27FC236}">
                  <a16:creationId xmlns:a16="http://schemas.microsoft.com/office/drawing/2014/main" id="{451082F0-D292-4419-A25E-F561CE8FEFEB}"/>
                </a:ext>
              </a:extLst>
            </p:cNvPr>
            <p:cNvSpPr>
              <a:spLocks noChangeArrowheads="1"/>
            </p:cNvSpPr>
            <p:nvPr/>
          </p:nvSpPr>
          <p:spPr bwMode="auto">
            <a:xfrm>
              <a:off x="3708401" y="1902986"/>
              <a:ext cx="698500" cy="648675"/>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1</a:t>
              </a:r>
              <a:r>
                <a:rPr lang="en-US" sz="2000" dirty="0">
                  <a:solidFill>
                    <a:schemeClr val="bg1"/>
                  </a:solidFill>
                  <a:cs typeface="Arial" charset="0"/>
                </a:rPr>
                <a:t>/1</a:t>
              </a:r>
              <a:endParaRPr lang="ru-RU" sz="2000" baseline="-25000">
                <a:solidFill>
                  <a:schemeClr val="bg1"/>
                </a:solidFill>
                <a:cs typeface="Arial" charset="0"/>
              </a:endParaRPr>
            </a:p>
          </p:txBody>
        </p:sp>
        <p:sp>
          <p:nvSpPr>
            <p:cNvPr id="32774" name="Arc 9">
              <a:extLst>
                <a:ext uri="{FF2B5EF4-FFF2-40B4-BE49-F238E27FC236}">
                  <a16:creationId xmlns:a16="http://schemas.microsoft.com/office/drawing/2014/main" id="{0B5A8263-78C2-4FF8-8943-908068098913}"/>
                </a:ext>
              </a:extLst>
            </p:cNvPr>
            <p:cNvSpPr>
              <a:spLocks/>
            </p:cNvSpPr>
            <p:nvPr/>
          </p:nvSpPr>
          <p:spPr bwMode="auto">
            <a:xfrm>
              <a:off x="2049463" y="1989752"/>
              <a:ext cx="1651000" cy="576369"/>
            </a:xfrm>
            <a:custGeom>
              <a:avLst/>
              <a:gdLst>
                <a:gd name="T0" fmla="*/ 0 w 26484"/>
                <a:gd name="T1" fmla="*/ 0 h 21600"/>
                <a:gd name="T2" fmla="*/ 2147483647 w 26484"/>
                <a:gd name="T3" fmla="*/ 0 h 21600"/>
                <a:gd name="T4" fmla="*/ 2147483647 w 26484"/>
                <a:gd name="T5" fmla="*/ 0 h 21600"/>
                <a:gd name="T6" fmla="*/ 0 60000 65536"/>
                <a:gd name="T7" fmla="*/ 0 60000 65536"/>
                <a:gd name="T8" fmla="*/ 0 60000 65536"/>
                <a:gd name="T9" fmla="*/ 0 w 26484"/>
                <a:gd name="T10" fmla="*/ 0 h 21600"/>
                <a:gd name="T11" fmla="*/ 26484 w 26484"/>
                <a:gd name="T12" fmla="*/ 21600 h 21600"/>
              </a:gdLst>
              <a:ahLst/>
              <a:cxnLst>
                <a:cxn ang="T6">
                  <a:pos x="T0" y="T1"/>
                </a:cxn>
                <a:cxn ang="T7">
                  <a:pos x="T2" y="T3"/>
                </a:cxn>
                <a:cxn ang="T8">
                  <a:pos x="T4" y="T5"/>
                </a:cxn>
              </a:cxnLst>
              <a:rect l="T9" t="T10" r="T11" b="T12"/>
              <a:pathLst>
                <a:path w="26484" h="21600" fill="none" extrusionOk="0">
                  <a:moveTo>
                    <a:pt x="0" y="4648"/>
                  </a:moveTo>
                  <a:cubicBezTo>
                    <a:pt x="3812" y="1637"/>
                    <a:pt x="8529" y="-1"/>
                    <a:pt x="13387" y="0"/>
                  </a:cubicBezTo>
                  <a:cubicBezTo>
                    <a:pt x="18119" y="0"/>
                    <a:pt x="22720" y="1554"/>
                    <a:pt x="26483" y="4423"/>
                  </a:cubicBezTo>
                </a:path>
                <a:path w="26484" h="21600" stroke="0" extrusionOk="0">
                  <a:moveTo>
                    <a:pt x="0" y="4648"/>
                  </a:moveTo>
                  <a:cubicBezTo>
                    <a:pt x="3812" y="1637"/>
                    <a:pt x="8529" y="-1"/>
                    <a:pt x="13387" y="0"/>
                  </a:cubicBezTo>
                  <a:cubicBezTo>
                    <a:pt x="18119" y="0"/>
                    <a:pt x="22720" y="1554"/>
                    <a:pt x="26483" y="4423"/>
                  </a:cubicBezTo>
                  <a:lnTo>
                    <a:pt x="13387" y="21600"/>
                  </a:lnTo>
                  <a:close/>
                </a:path>
              </a:pathLst>
            </a:custGeom>
            <a:noFill/>
            <a:ln w="25400">
              <a:solidFill>
                <a:schemeClr val="tx1"/>
              </a:solidFill>
              <a:round/>
              <a:headEnd/>
              <a:tailEnd type="triangle" w="lg" len="lg"/>
            </a:ln>
          </p:spPr>
          <p:txBody>
            <a:bodyPr wrap="none" anchor="ctr"/>
            <a:lstStyle/>
            <a:p>
              <a:pPr eaLnBrk="1" hangingPunct="1">
                <a:defRPr/>
              </a:pPr>
              <a:endParaRPr lang="en-US" sz="1600" dirty="0">
                <a:cs typeface="Arial" charset="0"/>
              </a:endParaRPr>
            </a:p>
          </p:txBody>
        </p:sp>
        <p:sp>
          <p:nvSpPr>
            <p:cNvPr id="32775" name="Arc 10">
              <a:extLst>
                <a:ext uri="{FF2B5EF4-FFF2-40B4-BE49-F238E27FC236}">
                  <a16:creationId xmlns:a16="http://schemas.microsoft.com/office/drawing/2014/main" id="{F6FB698E-AE01-41BF-A068-275D8AE01E93}"/>
                </a:ext>
              </a:extLst>
            </p:cNvPr>
            <p:cNvSpPr>
              <a:spLocks/>
            </p:cNvSpPr>
            <p:nvPr/>
          </p:nvSpPr>
          <p:spPr bwMode="auto">
            <a:xfrm rot="10800000">
              <a:off x="2051051" y="1962895"/>
              <a:ext cx="1651000" cy="576371"/>
            </a:xfrm>
            <a:custGeom>
              <a:avLst/>
              <a:gdLst>
                <a:gd name="T0" fmla="*/ 0 w 26484"/>
                <a:gd name="T1" fmla="*/ 0 h 21600"/>
                <a:gd name="T2" fmla="*/ 2147483647 w 26484"/>
                <a:gd name="T3" fmla="*/ 0 h 21600"/>
                <a:gd name="T4" fmla="*/ 2147483647 w 26484"/>
                <a:gd name="T5" fmla="*/ 0 h 21600"/>
                <a:gd name="T6" fmla="*/ 0 60000 65536"/>
                <a:gd name="T7" fmla="*/ 0 60000 65536"/>
                <a:gd name="T8" fmla="*/ 0 60000 65536"/>
                <a:gd name="T9" fmla="*/ 0 w 26484"/>
                <a:gd name="T10" fmla="*/ 0 h 21600"/>
                <a:gd name="T11" fmla="*/ 26484 w 26484"/>
                <a:gd name="T12" fmla="*/ 21600 h 21600"/>
              </a:gdLst>
              <a:ahLst/>
              <a:cxnLst>
                <a:cxn ang="T6">
                  <a:pos x="T0" y="T1"/>
                </a:cxn>
                <a:cxn ang="T7">
                  <a:pos x="T2" y="T3"/>
                </a:cxn>
                <a:cxn ang="T8">
                  <a:pos x="T4" y="T5"/>
                </a:cxn>
              </a:cxnLst>
              <a:rect l="T9" t="T10" r="T11" b="T12"/>
              <a:pathLst>
                <a:path w="26484" h="21600" fill="none" extrusionOk="0">
                  <a:moveTo>
                    <a:pt x="0" y="4648"/>
                  </a:moveTo>
                  <a:cubicBezTo>
                    <a:pt x="3812" y="1637"/>
                    <a:pt x="8529" y="-1"/>
                    <a:pt x="13387" y="0"/>
                  </a:cubicBezTo>
                  <a:cubicBezTo>
                    <a:pt x="18119" y="0"/>
                    <a:pt x="22720" y="1554"/>
                    <a:pt x="26483" y="4423"/>
                  </a:cubicBezTo>
                </a:path>
                <a:path w="26484" h="21600" stroke="0" extrusionOk="0">
                  <a:moveTo>
                    <a:pt x="0" y="4648"/>
                  </a:moveTo>
                  <a:cubicBezTo>
                    <a:pt x="3812" y="1637"/>
                    <a:pt x="8529" y="-1"/>
                    <a:pt x="13387" y="0"/>
                  </a:cubicBezTo>
                  <a:cubicBezTo>
                    <a:pt x="18119" y="0"/>
                    <a:pt x="22720" y="1554"/>
                    <a:pt x="26483" y="4423"/>
                  </a:cubicBezTo>
                  <a:lnTo>
                    <a:pt x="13387" y="21600"/>
                  </a:lnTo>
                  <a:close/>
                </a:path>
              </a:pathLst>
            </a:custGeom>
            <a:noFill/>
            <a:ln w="25400">
              <a:solidFill>
                <a:schemeClr val="tx1"/>
              </a:solidFill>
              <a:round/>
              <a:headEnd type="none" w="lg" len="lg"/>
              <a:tailEnd type="triangle" w="lg" len="lg"/>
            </a:ln>
          </p:spPr>
          <p:txBody>
            <a:bodyPr rot="10800000" wrap="none" anchor="ctr"/>
            <a:lstStyle/>
            <a:p>
              <a:pPr eaLnBrk="1" hangingPunct="1">
                <a:defRPr/>
              </a:pPr>
              <a:endParaRPr lang="en-US" sz="1600" dirty="0">
                <a:cs typeface="Arial" charset="0"/>
              </a:endParaRPr>
            </a:p>
          </p:txBody>
        </p:sp>
        <p:sp>
          <p:nvSpPr>
            <p:cNvPr id="32776" name="Text Box 11">
              <a:extLst>
                <a:ext uri="{FF2B5EF4-FFF2-40B4-BE49-F238E27FC236}">
                  <a16:creationId xmlns:a16="http://schemas.microsoft.com/office/drawing/2014/main" id="{C0849E54-BCF7-4059-B6BF-C47328D5F31C}"/>
                </a:ext>
              </a:extLst>
            </p:cNvPr>
            <p:cNvSpPr txBox="1">
              <a:spLocks noChangeArrowheads="1"/>
            </p:cNvSpPr>
            <p:nvPr/>
          </p:nvSpPr>
          <p:spPr bwMode="auto">
            <a:xfrm>
              <a:off x="1568451" y="1124163"/>
              <a:ext cx="431800" cy="481342"/>
            </a:xfrm>
            <a:prstGeom prst="rect">
              <a:avLst/>
            </a:prstGeom>
            <a:noFill/>
            <a:ln w="9525">
              <a:noFill/>
              <a:miter lim="800000"/>
              <a:headEnd/>
              <a:tailEnd/>
            </a:ln>
          </p:spPr>
          <p:txBody>
            <a:bodyPr>
              <a:spAutoFit/>
            </a:bodyPr>
            <a:lstStyle/>
            <a:p>
              <a:pPr eaLnBrk="1" hangingPunct="1">
                <a:spcBef>
                  <a:spcPct val="50000"/>
                </a:spcBef>
                <a:defRPr/>
              </a:pPr>
              <a:r>
                <a:rPr lang="en-US" dirty="0">
                  <a:cs typeface="Arial" charset="0"/>
                </a:rPr>
                <a:t>0</a:t>
              </a:r>
              <a:endParaRPr lang="ru-RU" dirty="0">
                <a:cs typeface="Arial" charset="0"/>
              </a:endParaRPr>
            </a:p>
          </p:txBody>
        </p:sp>
        <p:sp>
          <p:nvSpPr>
            <p:cNvPr id="32777" name="Text Box 12">
              <a:extLst>
                <a:ext uri="{FF2B5EF4-FFF2-40B4-BE49-F238E27FC236}">
                  <a16:creationId xmlns:a16="http://schemas.microsoft.com/office/drawing/2014/main" id="{EE4A8600-F080-4643-A4C1-8781B9BB9DCD}"/>
                </a:ext>
              </a:extLst>
            </p:cNvPr>
            <p:cNvSpPr txBox="1">
              <a:spLocks noChangeArrowheads="1"/>
            </p:cNvSpPr>
            <p:nvPr/>
          </p:nvSpPr>
          <p:spPr bwMode="auto">
            <a:xfrm>
              <a:off x="3894138" y="1086978"/>
              <a:ext cx="431800" cy="481342"/>
            </a:xfrm>
            <a:prstGeom prst="rect">
              <a:avLst/>
            </a:prstGeom>
            <a:noFill/>
            <a:ln w="9525">
              <a:noFill/>
              <a:miter lim="800000"/>
              <a:headEnd/>
              <a:tailEnd/>
            </a:ln>
          </p:spPr>
          <p:txBody>
            <a:bodyPr>
              <a:spAutoFit/>
            </a:bodyPr>
            <a:lstStyle/>
            <a:p>
              <a:pPr eaLnBrk="1" hangingPunct="1">
                <a:spcBef>
                  <a:spcPct val="50000"/>
                </a:spcBef>
                <a:defRPr/>
              </a:pPr>
              <a:r>
                <a:rPr lang="en-US" dirty="0">
                  <a:cs typeface="Arial" charset="0"/>
                </a:rPr>
                <a:t>0</a:t>
              </a:r>
              <a:endParaRPr lang="ru-RU">
                <a:cs typeface="Arial" charset="0"/>
              </a:endParaRPr>
            </a:p>
          </p:txBody>
        </p:sp>
        <p:sp>
          <p:nvSpPr>
            <p:cNvPr id="32778" name="Text Box 13">
              <a:extLst>
                <a:ext uri="{FF2B5EF4-FFF2-40B4-BE49-F238E27FC236}">
                  <a16:creationId xmlns:a16="http://schemas.microsoft.com/office/drawing/2014/main" id="{E9A90470-A372-4327-A26C-65842570E08F}"/>
                </a:ext>
              </a:extLst>
            </p:cNvPr>
            <p:cNvSpPr txBox="1">
              <a:spLocks noChangeArrowheads="1"/>
            </p:cNvSpPr>
            <p:nvPr/>
          </p:nvSpPr>
          <p:spPr bwMode="auto">
            <a:xfrm>
              <a:off x="2700338" y="1557990"/>
              <a:ext cx="431800" cy="481342"/>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79" name="Text Box 14">
              <a:extLst>
                <a:ext uri="{FF2B5EF4-FFF2-40B4-BE49-F238E27FC236}">
                  <a16:creationId xmlns:a16="http://schemas.microsoft.com/office/drawing/2014/main" id="{1CA8F5BB-095D-4D37-91DF-7629CEAE9D1A}"/>
                </a:ext>
              </a:extLst>
            </p:cNvPr>
            <p:cNvSpPr txBox="1">
              <a:spLocks noChangeArrowheads="1"/>
            </p:cNvSpPr>
            <p:nvPr/>
          </p:nvSpPr>
          <p:spPr bwMode="auto">
            <a:xfrm>
              <a:off x="2700338" y="2491751"/>
              <a:ext cx="431800" cy="481342"/>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80" name="Text Box 17">
              <a:extLst>
                <a:ext uri="{FF2B5EF4-FFF2-40B4-BE49-F238E27FC236}">
                  <a16:creationId xmlns:a16="http://schemas.microsoft.com/office/drawing/2014/main" id="{9D568F87-412D-49CC-AF10-B4E1973A7E42}"/>
                </a:ext>
              </a:extLst>
            </p:cNvPr>
            <p:cNvSpPr txBox="1">
              <a:spLocks noChangeArrowheads="1"/>
            </p:cNvSpPr>
            <p:nvPr/>
          </p:nvSpPr>
          <p:spPr bwMode="auto">
            <a:xfrm>
              <a:off x="1547813" y="2739652"/>
              <a:ext cx="431800" cy="481342"/>
            </a:xfrm>
            <a:prstGeom prst="rect">
              <a:avLst/>
            </a:prstGeom>
            <a:noFill/>
            <a:ln w="9525">
              <a:noFill/>
              <a:miter lim="800000"/>
              <a:headEnd/>
              <a:tailEnd/>
            </a:ln>
          </p:spPr>
          <p:txBody>
            <a:bodyPr>
              <a:spAutoFit/>
            </a:bodyPr>
            <a:lstStyle/>
            <a:p>
              <a:pPr eaLnBrk="1" hangingPunct="1">
                <a:spcBef>
                  <a:spcPct val="50000"/>
                </a:spcBef>
                <a:defRPr/>
              </a:pPr>
              <a:r>
                <a:rPr lang="en-US" dirty="0">
                  <a:cs typeface="Arial" charset="0"/>
                </a:rPr>
                <a:t>0</a:t>
              </a:r>
              <a:endParaRPr lang="ru-RU">
                <a:cs typeface="Arial" charset="0"/>
              </a:endParaRPr>
            </a:p>
          </p:txBody>
        </p:sp>
        <p:sp>
          <p:nvSpPr>
            <p:cNvPr id="32781" name="Text Box 21">
              <a:extLst>
                <a:ext uri="{FF2B5EF4-FFF2-40B4-BE49-F238E27FC236}">
                  <a16:creationId xmlns:a16="http://schemas.microsoft.com/office/drawing/2014/main" id="{CEA00AE4-363E-4240-AA75-7474C32FBA63}"/>
                </a:ext>
              </a:extLst>
            </p:cNvPr>
            <p:cNvSpPr txBox="1">
              <a:spLocks noChangeArrowheads="1"/>
            </p:cNvSpPr>
            <p:nvPr/>
          </p:nvSpPr>
          <p:spPr bwMode="auto">
            <a:xfrm>
              <a:off x="3897313" y="2766509"/>
              <a:ext cx="431800" cy="481341"/>
            </a:xfrm>
            <a:prstGeom prst="rect">
              <a:avLst/>
            </a:prstGeom>
            <a:noFill/>
            <a:ln w="9525">
              <a:noFill/>
              <a:miter lim="800000"/>
              <a:headEnd/>
              <a:tailEnd/>
            </a:ln>
          </p:spPr>
          <p:txBody>
            <a:bodyPr>
              <a:spAutoFit/>
            </a:bodyPr>
            <a:lstStyle/>
            <a:p>
              <a:pPr eaLnBrk="1" hangingPunct="1">
                <a:spcBef>
                  <a:spcPct val="50000"/>
                </a:spcBef>
                <a:defRPr/>
              </a:pPr>
              <a:r>
                <a:rPr lang="en-US" dirty="0">
                  <a:cs typeface="Arial" charset="0"/>
                </a:rPr>
                <a:t>0</a:t>
              </a:r>
              <a:endParaRPr lang="ru-RU">
                <a:cs typeface="Arial" charset="0"/>
              </a:endParaRPr>
            </a:p>
          </p:txBody>
        </p:sp>
        <p:sp>
          <p:nvSpPr>
            <p:cNvPr id="32782" name="Arc 36">
              <a:extLst>
                <a:ext uri="{FF2B5EF4-FFF2-40B4-BE49-F238E27FC236}">
                  <a16:creationId xmlns:a16="http://schemas.microsoft.com/office/drawing/2014/main" id="{C0E58EDF-C6E7-4090-905C-6632D2996A84}"/>
                </a:ext>
              </a:extLst>
            </p:cNvPr>
            <p:cNvSpPr>
              <a:spLocks/>
            </p:cNvSpPr>
            <p:nvPr/>
          </p:nvSpPr>
          <p:spPr bwMode="auto">
            <a:xfrm rot="21537389" flipV="1">
              <a:off x="3729038" y="1535266"/>
              <a:ext cx="614363" cy="460682"/>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sp>
          <p:nvSpPr>
            <p:cNvPr id="32783" name="Arc 37">
              <a:extLst>
                <a:ext uri="{FF2B5EF4-FFF2-40B4-BE49-F238E27FC236}">
                  <a16:creationId xmlns:a16="http://schemas.microsoft.com/office/drawing/2014/main" id="{BDDBD68E-F9B8-435C-99DE-A8FD0BBDFA6E}"/>
                </a:ext>
              </a:extLst>
            </p:cNvPr>
            <p:cNvSpPr>
              <a:spLocks/>
            </p:cNvSpPr>
            <p:nvPr/>
          </p:nvSpPr>
          <p:spPr bwMode="auto">
            <a:xfrm rot="21537389" flipV="1">
              <a:off x="1455738" y="1547662"/>
              <a:ext cx="614363" cy="460682"/>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085"/>
                    <a:pt x="1883" y="5051"/>
                    <a:pt x="5302" y="11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085"/>
                    <a:pt x="1883" y="5051"/>
                    <a:pt x="5302" y="11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sp>
          <p:nvSpPr>
            <p:cNvPr id="32784" name="Oval 15">
              <a:extLst>
                <a:ext uri="{FF2B5EF4-FFF2-40B4-BE49-F238E27FC236}">
                  <a16:creationId xmlns:a16="http://schemas.microsoft.com/office/drawing/2014/main" id="{57599E06-DDB4-4E2F-B067-0900876E45E4}"/>
                </a:ext>
              </a:extLst>
            </p:cNvPr>
            <p:cNvSpPr>
              <a:spLocks noChangeArrowheads="1"/>
            </p:cNvSpPr>
            <p:nvPr/>
          </p:nvSpPr>
          <p:spPr bwMode="auto">
            <a:xfrm>
              <a:off x="1403351" y="3634162"/>
              <a:ext cx="698500" cy="646608"/>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0</a:t>
              </a:r>
              <a:r>
                <a:rPr lang="en-US" sz="2000" dirty="0">
                  <a:solidFill>
                    <a:schemeClr val="bg1"/>
                  </a:solidFill>
                  <a:cs typeface="Arial" charset="0"/>
                </a:rPr>
                <a:t>/0</a:t>
              </a:r>
              <a:endParaRPr lang="ru-RU" sz="2000" baseline="-25000">
                <a:solidFill>
                  <a:schemeClr val="bg1"/>
                </a:solidFill>
                <a:cs typeface="Arial" charset="0"/>
              </a:endParaRPr>
            </a:p>
          </p:txBody>
        </p:sp>
        <p:sp>
          <p:nvSpPr>
            <p:cNvPr id="32785" name="Oval 18">
              <a:extLst>
                <a:ext uri="{FF2B5EF4-FFF2-40B4-BE49-F238E27FC236}">
                  <a16:creationId xmlns:a16="http://schemas.microsoft.com/office/drawing/2014/main" id="{83A986B0-CE63-4B51-893F-7F3EDB3F8455}"/>
                </a:ext>
              </a:extLst>
            </p:cNvPr>
            <p:cNvSpPr>
              <a:spLocks noChangeArrowheads="1"/>
            </p:cNvSpPr>
            <p:nvPr/>
          </p:nvSpPr>
          <p:spPr bwMode="auto">
            <a:xfrm>
              <a:off x="3565526" y="3630031"/>
              <a:ext cx="698500" cy="648675"/>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1</a:t>
              </a:r>
              <a:r>
                <a:rPr lang="en-US" sz="2000" dirty="0">
                  <a:solidFill>
                    <a:schemeClr val="bg1"/>
                  </a:solidFill>
                  <a:cs typeface="Arial" charset="0"/>
                </a:rPr>
                <a:t>/1</a:t>
              </a:r>
              <a:endParaRPr lang="ru-RU" sz="2000" baseline="-25000" dirty="0">
                <a:solidFill>
                  <a:schemeClr val="bg1"/>
                </a:solidFill>
                <a:cs typeface="Arial" charset="0"/>
              </a:endParaRPr>
            </a:p>
          </p:txBody>
        </p:sp>
        <p:sp>
          <p:nvSpPr>
            <p:cNvPr id="32786" name="Oval 20">
              <a:extLst>
                <a:ext uri="{FF2B5EF4-FFF2-40B4-BE49-F238E27FC236}">
                  <a16:creationId xmlns:a16="http://schemas.microsoft.com/office/drawing/2014/main" id="{B0D8F568-DA8E-4C89-9F0C-FB4360FEC3AE}"/>
                </a:ext>
              </a:extLst>
            </p:cNvPr>
            <p:cNvSpPr>
              <a:spLocks noChangeArrowheads="1"/>
            </p:cNvSpPr>
            <p:nvPr/>
          </p:nvSpPr>
          <p:spPr bwMode="auto">
            <a:xfrm>
              <a:off x="1433513" y="4927380"/>
              <a:ext cx="698500" cy="646608"/>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0</a:t>
              </a:r>
              <a:r>
                <a:rPr lang="en-US" sz="2000" dirty="0">
                  <a:solidFill>
                    <a:schemeClr val="bg1"/>
                  </a:solidFill>
                  <a:cs typeface="Arial" charset="0"/>
                </a:rPr>
                <a:t>`/0</a:t>
              </a:r>
              <a:endParaRPr lang="ru-RU" sz="2000">
                <a:solidFill>
                  <a:schemeClr val="bg1"/>
                </a:solidFill>
                <a:cs typeface="Arial" charset="0"/>
              </a:endParaRPr>
            </a:p>
          </p:txBody>
        </p:sp>
        <p:sp>
          <p:nvSpPr>
            <p:cNvPr id="32787" name="Text Box 22">
              <a:extLst>
                <a:ext uri="{FF2B5EF4-FFF2-40B4-BE49-F238E27FC236}">
                  <a16:creationId xmlns:a16="http://schemas.microsoft.com/office/drawing/2014/main" id="{A1D1BE4D-239D-474A-B374-FCBFAE16467E}"/>
                </a:ext>
              </a:extLst>
            </p:cNvPr>
            <p:cNvSpPr txBox="1">
              <a:spLocks noChangeArrowheads="1"/>
            </p:cNvSpPr>
            <p:nvPr/>
          </p:nvSpPr>
          <p:spPr bwMode="auto">
            <a:xfrm>
              <a:off x="1651001" y="5927247"/>
              <a:ext cx="431800" cy="481341"/>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88" name="Line 24">
              <a:extLst>
                <a:ext uri="{FF2B5EF4-FFF2-40B4-BE49-F238E27FC236}">
                  <a16:creationId xmlns:a16="http://schemas.microsoft.com/office/drawing/2014/main" id="{08A8E67D-CD48-4C27-BCEC-691FD100F43A}"/>
                </a:ext>
              </a:extLst>
            </p:cNvPr>
            <p:cNvSpPr>
              <a:spLocks noChangeShapeType="1"/>
            </p:cNvSpPr>
            <p:nvPr/>
          </p:nvSpPr>
          <p:spPr bwMode="auto">
            <a:xfrm>
              <a:off x="1763713" y="4278705"/>
              <a:ext cx="0" cy="648675"/>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32789" name="Line 25">
              <a:extLst>
                <a:ext uri="{FF2B5EF4-FFF2-40B4-BE49-F238E27FC236}">
                  <a16:creationId xmlns:a16="http://schemas.microsoft.com/office/drawing/2014/main" id="{7FEA38BC-7E42-4FAF-8DBD-BB7C94DA4DE3}"/>
                </a:ext>
              </a:extLst>
            </p:cNvPr>
            <p:cNvSpPr>
              <a:spLocks noChangeShapeType="1"/>
            </p:cNvSpPr>
            <p:nvPr/>
          </p:nvSpPr>
          <p:spPr bwMode="auto">
            <a:xfrm flipV="1">
              <a:off x="2051051" y="4134096"/>
              <a:ext cx="1584325" cy="937892"/>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32790" name="Text Box 26">
              <a:extLst>
                <a:ext uri="{FF2B5EF4-FFF2-40B4-BE49-F238E27FC236}">
                  <a16:creationId xmlns:a16="http://schemas.microsoft.com/office/drawing/2014/main" id="{E68A294A-C22F-48AB-B799-889F3FC94F36}"/>
                </a:ext>
              </a:extLst>
            </p:cNvPr>
            <p:cNvSpPr txBox="1">
              <a:spLocks noChangeArrowheads="1"/>
            </p:cNvSpPr>
            <p:nvPr/>
          </p:nvSpPr>
          <p:spPr bwMode="auto">
            <a:xfrm>
              <a:off x="2195513" y="4539001"/>
              <a:ext cx="431800" cy="481341"/>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0</a:t>
              </a:r>
              <a:endParaRPr lang="ru-RU">
                <a:cs typeface="Arial" charset="0"/>
              </a:endParaRPr>
            </a:p>
          </p:txBody>
        </p:sp>
        <p:sp>
          <p:nvSpPr>
            <p:cNvPr id="32791" name="Oval 27">
              <a:extLst>
                <a:ext uri="{FF2B5EF4-FFF2-40B4-BE49-F238E27FC236}">
                  <a16:creationId xmlns:a16="http://schemas.microsoft.com/office/drawing/2014/main" id="{F6AAC087-EEBD-4B1F-961D-ABC45F0B8414}"/>
                </a:ext>
              </a:extLst>
            </p:cNvPr>
            <p:cNvSpPr>
              <a:spLocks noChangeArrowheads="1"/>
            </p:cNvSpPr>
            <p:nvPr/>
          </p:nvSpPr>
          <p:spPr bwMode="auto">
            <a:xfrm>
              <a:off x="3592513" y="4910853"/>
              <a:ext cx="698500" cy="648675"/>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sz="2000" dirty="0">
                  <a:solidFill>
                    <a:schemeClr val="bg1"/>
                  </a:solidFill>
                  <a:cs typeface="Arial" charset="0"/>
                </a:rPr>
                <a:t>S</a:t>
              </a:r>
              <a:r>
                <a:rPr lang="en-US" sz="2000" baseline="-25000" dirty="0">
                  <a:solidFill>
                    <a:schemeClr val="bg1"/>
                  </a:solidFill>
                  <a:cs typeface="Arial" charset="0"/>
                </a:rPr>
                <a:t>1</a:t>
              </a:r>
              <a:r>
                <a:rPr lang="en-US" sz="2000" dirty="0">
                  <a:solidFill>
                    <a:schemeClr val="bg1"/>
                  </a:solidFill>
                  <a:cs typeface="Arial" charset="0"/>
                </a:rPr>
                <a:t>`/1</a:t>
              </a:r>
              <a:endParaRPr lang="ru-RU" sz="2000">
                <a:solidFill>
                  <a:schemeClr val="bg1"/>
                </a:solidFill>
                <a:cs typeface="Arial" charset="0"/>
              </a:endParaRPr>
            </a:p>
          </p:txBody>
        </p:sp>
        <p:sp>
          <p:nvSpPr>
            <p:cNvPr id="32792" name="Text Box 28">
              <a:extLst>
                <a:ext uri="{FF2B5EF4-FFF2-40B4-BE49-F238E27FC236}">
                  <a16:creationId xmlns:a16="http://schemas.microsoft.com/office/drawing/2014/main" id="{D1BB4216-32F6-4062-805D-0905CC0478B3}"/>
                </a:ext>
              </a:extLst>
            </p:cNvPr>
            <p:cNvSpPr txBox="1">
              <a:spLocks noChangeArrowheads="1"/>
            </p:cNvSpPr>
            <p:nvPr/>
          </p:nvSpPr>
          <p:spPr bwMode="auto">
            <a:xfrm>
              <a:off x="3779838" y="5881799"/>
              <a:ext cx="431800" cy="481341"/>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93" name="Line 30">
              <a:extLst>
                <a:ext uri="{FF2B5EF4-FFF2-40B4-BE49-F238E27FC236}">
                  <a16:creationId xmlns:a16="http://schemas.microsoft.com/office/drawing/2014/main" id="{AFC80B02-6EFD-49FC-B243-81C4FED5F403}"/>
                </a:ext>
              </a:extLst>
            </p:cNvPr>
            <p:cNvSpPr>
              <a:spLocks noChangeShapeType="1"/>
            </p:cNvSpPr>
            <p:nvPr/>
          </p:nvSpPr>
          <p:spPr bwMode="auto">
            <a:xfrm flipH="1" flipV="1">
              <a:off x="2051051" y="4134096"/>
              <a:ext cx="1584325" cy="937892"/>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32794" name="Line 31">
              <a:extLst>
                <a:ext uri="{FF2B5EF4-FFF2-40B4-BE49-F238E27FC236}">
                  <a16:creationId xmlns:a16="http://schemas.microsoft.com/office/drawing/2014/main" id="{A417BA85-E24D-450C-8D52-9F675FC05E77}"/>
                </a:ext>
              </a:extLst>
            </p:cNvPr>
            <p:cNvSpPr>
              <a:spLocks noChangeShapeType="1"/>
            </p:cNvSpPr>
            <p:nvPr/>
          </p:nvSpPr>
          <p:spPr bwMode="auto">
            <a:xfrm>
              <a:off x="3924301" y="4278705"/>
              <a:ext cx="0" cy="648675"/>
            </a:xfrm>
            <a:prstGeom prst="line">
              <a:avLst/>
            </a:prstGeom>
            <a:noFill/>
            <a:ln w="25400">
              <a:solidFill>
                <a:schemeClr val="tx1"/>
              </a:solidFill>
              <a:round/>
              <a:headEnd/>
              <a:tailEnd type="triangle" w="lg" len="lg"/>
            </a:ln>
          </p:spPr>
          <p:txBody>
            <a:bodyPr/>
            <a:lstStyle/>
            <a:p>
              <a:pPr eaLnBrk="1" hangingPunct="1">
                <a:defRPr/>
              </a:pPr>
              <a:endParaRPr lang="en-US" sz="1600" dirty="0">
                <a:cs typeface="Arial" charset="0"/>
              </a:endParaRPr>
            </a:p>
          </p:txBody>
        </p:sp>
        <p:sp>
          <p:nvSpPr>
            <p:cNvPr id="32795" name="Text Box 32">
              <a:extLst>
                <a:ext uri="{FF2B5EF4-FFF2-40B4-BE49-F238E27FC236}">
                  <a16:creationId xmlns:a16="http://schemas.microsoft.com/office/drawing/2014/main" id="{F61ACC3B-24A3-4428-B109-2CF31AF6FF73}"/>
                </a:ext>
              </a:extLst>
            </p:cNvPr>
            <p:cNvSpPr txBox="1">
              <a:spLocks noChangeArrowheads="1"/>
            </p:cNvSpPr>
            <p:nvPr/>
          </p:nvSpPr>
          <p:spPr bwMode="auto">
            <a:xfrm>
              <a:off x="3995738" y="4423314"/>
              <a:ext cx="431800" cy="481341"/>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96" name="Text Box 33">
              <a:extLst>
                <a:ext uri="{FF2B5EF4-FFF2-40B4-BE49-F238E27FC236}">
                  <a16:creationId xmlns:a16="http://schemas.microsoft.com/office/drawing/2014/main" id="{ED30E695-AAEF-4F75-9255-84E5F9834BBB}"/>
                </a:ext>
              </a:extLst>
            </p:cNvPr>
            <p:cNvSpPr txBox="1">
              <a:spLocks noChangeArrowheads="1"/>
            </p:cNvSpPr>
            <p:nvPr/>
          </p:nvSpPr>
          <p:spPr bwMode="auto">
            <a:xfrm>
              <a:off x="1331913" y="4351009"/>
              <a:ext cx="431800" cy="481342"/>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1</a:t>
              </a:r>
              <a:endParaRPr lang="ru-RU">
                <a:cs typeface="Arial" charset="0"/>
              </a:endParaRPr>
            </a:p>
          </p:txBody>
        </p:sp>
        <p:sp>
          <p:nvSpPr>
            <p:cNvPr id="32797" name="Text Box 34">
              <a:extLst>
                <a:ext uri="{FF2B5EF4-FFF2-40B4-BE49-F238E27FC236}">
                  <a16:creationId xmlns:a16="http://schemas.microsoft.com/office/drawing/2014/main" id="{6453E58B-C52F-41E3-9B2A-DDE2101444D1}"/>
                </a:ext>
              </a:extLst>
            </p:cNvPr>
            <p:cNvSpPr txBox="1">
              <a:spLocks noChangeArrowheads="1"/>
            </p:cNvSpPr>
            <p:nvPr/>
          </p:nvSpPr>
          <p:spPr bwMode="auto">
            <a:xfrm>
              <a:off x="3276601" y="4539001"/>
              <a:ext cx="431800" cy="481341"/>
            </a:xfrm>
            <a:prstGeom prst="rect">
              <a:avLst/>
            </a:prstGeom>
            <a:noFill/>
            <a:ln w="25400">
              <a:noFill/>
              <a:miter lim="800000"/>
              <a:headEnd/>
              <a:tailEnd/>
            </a:ln>
          </p:spPr>
          <p:txBody>
            <a:bodyPr>
              <a:spAutoFit/>
            </a:bodyPr>
            <a:lstStyle/>
            <a:p>
              <a:pPr eaLnBrk="1" hangingPunct="1">
                <a:spcBef>
                  <a:spcPct val="50000"/>
                </a:spcBef>
                <a:defRPr/>
              </a:pPr>
              <a:r>
                <a:rPr lang="en-US" dirty="0">
                  <a:cs typeface="Arial" charset="0"/>
                </a:rPr>
                <a:t>0</a:t>
              </a:r>
              <a:endParaRPr lang="ru-RU">
                <a:cs typeface="Arial" charset="0"/>
              </a:endParaRPr>
            </a:p>
          </p:txBody>
        </p:sp>
        <p:sp>
          <p:nvSpPr>
            <p:cNvPr id="32798" name="Arc 38">
              <a:extLst>
                <a:ext uri="{FF2B5EF4-FFF2-40B4-BE49-F238E27FC236}">
                  <a16:creationId xmlns:a16="http://schemas.microsoft.com/office/drawing/2014/main" id="{2A8024CC-33BA-43F9-9622-7710C34EC470}"/>
                </a:ext>
              </a:extLst>
            </p:cNvPr>
            <p:cNvSpPr>
              <a:spLocks/>
            </p:cNvSpPr>
            <p:nvPr/>
          </p:nvSpPr>
          <p:spPr bwMode="auto">
            <a:xfrm rot="21537389" flipV="1">
              <a:off x="3627438" y="3251981"/>
              <a:ext cx="614363" cy="460684"/>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sp>
          <p:nvSpPr>
            <p:cNvPr id="32799" name="Arc 39">
              <a:extLst>
                <a:ext uri="{FF2B5EF4-FFF2-40B4-BE49-F238E27FC236}">
                  <a16:creationId xmlns:a16="http://schemas.microsoft.com/office/drawing/2014/main" id="{C033AD4C-09F4-4C58-AEA3-738705DAA90F}"/>
                </a:ext>
              </a:extLst>
            </p:cNvPr>
            <p:cNvSpPr>
              <a:spLocks/>
            </p:cNvSpPr>
            <p:nvPr/>
          </p:nvSpPr>
          <p:spPr bwMode="auto">
            <a:xfrm rot="21537389" flipV="1">
              <a:off x="1443038" y="3239586"/>
              <a:ext cx="614363" cy="460684"/>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sp>
          <p:nvSpPr>
            <p:cNvPr id="32800" name="Arc 40">
              <a:extLst>
                <a:ext uri="{FF2B5EF4-FFF2-40B4-BE49-F238E27FC236}">
                  <a16:creationId xmlns:a16="http://schemas.microsoft.com/office/drawing/2014/main" id="{2F7DD297-FB5F-4018-8780-866806165CEE}"/>
                </a:ext>
              </a:extLst>
            </p:cNvPr>
            <p:cNvSpPr>
              <a:spLocks/>
            </p:cNvSpPr>
            <p:nvPr/>
          </p:nvSpPr>
          <p:spPr bwMode="auto">
            <a:xfrm rot="10674778" flipV="1">
              <a:off x="3640138" y="5462432"/>
              <a:ext cx="614363" cy="460684"/>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sp>
          <p:nvSpPr>
            <p:cNvPr id="32801" name="Arc 41">
              <a:extLst>
                <a:ext uri="{FF2B5EF4-FFF2-40B4-BE49-F238E27FC236}">
                  <a16:creationId xmlns:a16="http://schemas.microsoft.com/office/drawing/2014/main" id="{F06722CF-2A4A-4C4D-BFD8-67B3DC66811F}"/>
                </a:ext>
              </a:extLst>
            </p:cNvPr>
            <p:cNvSpPr>
              <a:spLocks/>
            </p:cNvSpPr>
            <p:nvPr/>
          </p:nvSpPr>
          <p:spPr bwMode="auto">
            <a:xfrm rot="10674778" flipV="1">
              <a:off x="1481138" y="5499617"/>
              <a:ext cx="614363" cy="460684"/>
            </a:xfrm>
            <a:custGeom>
              <a:avLst/>
              <a:gdLst>
                <a:gd name="T0" fmla="*/ 0 w 43200"/>
                <a:gd name="T1" fmla="*/ 0 h 36896"/>
                <a:gd name="T2" fmla="*/ 0 w 43200"/>
                <a:gd name="T3" fmla="*/ 0 h 36896"/>
                <a:gd name="T4" fmla="*/ 0 w 43200"/>
                <a:gd name="T5" fmla="*/ 0 h 36896"/>
                <a:gd name="T6" fmla="*/ 0 60000 65536"/>
                <a:gd name="T7" fmla="*/ 0 60000 65536"/>
                <a:gd name="T8" fmla="*/ 0 60000 65536"/>
                <a:gd name="T9" fmla="*/ 0 w 43200"/>
                <a:gd name="T10" fmla="*/ 0 h 36896"/>
                <a:gd name="T11" fmla="*/ 43200 w 43200"/>
                <a:gd name="T12" fmla="*/ 36896 h 36896"/>
              </a:gdLst>
              <a:ahLst/>
              <a:cxnLst>
                <a:cxn ang="T6">
                  <a:pos x="T0" y="T1"/>
                </a:cxn>
                <a:cxn ang="T7">
                  <a:pos x="T2" y="T3"/>
                </a:cxn>
                <a:cxn ang="T8">
                  <a:pos x="T4" y="T5"/>
                </a:cxn>
              </a:cxnLst>
              <a:rect l="T9" t="T10" r="T11" b="T12"/>
              <a:pathLst>
                <a:path w="43200" h="36896" fill="none"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path>
                <a:path w="43200" h="36896" stroke="0" extrusionOk="0">
                  <a:moveTo>
                    <a:pt x="36850" y="0"/>
                  </a:moveTo>
                  <a:cubicBezTo>
                    <a:pt x="40915" y="4052"/>
                    <a:pt x="43200" y="9556"/>
                    <a:pt x="43200" y="15296"/>
                  </a:cubicBezTo>
                  <a:cubicBezTo>
                    <a:pt x="43200" y="27225"/>
                    <a:pt x="33529" y="36896"/>
                    <a:pt x="21600" y="36896"/>
                  </a:cubicBezTo>
                  <a:cubicBezTo>
                    <a:pt x="9670" y="36896"/>
                    <a:pt x="0" y="27225"/>
                    <a:pt x="0" y="15296"/>
                  </a:cubicBezTo>
                  <a:cubicBezTo>
                    <a:pt x="-1" y="10354"/>
                    <a:pt x="1694" y="5563"/>
                    <a:pt x="4799" y="1719"/>
                  </a:cubicBezTo>
                  <a:lnTo>
                    <a:pt x="21600" y="15296"/>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600" dirty="0">
                <a:cs typeface="Arial" charset="0"/>
              </a:endParaRPr>
            </a:p>
          </p:txBody>
        </p:sp>
      </p:grpSp>
      <p:sp>
        <p:nvSpPr>
          <p:cNvPr id="34" name="Rectangle 4">
            <a:extLst>
              <a:ext uri="{FF2B5EF4-FFF2-40B4-BE49-F238E27FC236}">
                <a16:creationId xmlns:a16="http://schemas.microsoft.com/office/drawing/2014/main" id="{3257E7C5-163E-439B-AD3F-D54D3553B84E}"/>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999D1201-703A-FDC6-A51D-97E7ABE77FD5}"/>
              </a:ext>
            </a:extLst>
          </p:cNvPr>
          <p:cNvSpPr>
            <a:spLocks noGrp="1"/>
          </p:cNvSpPr>
          <p:nvPr>
            <p:ph type="title"/>
          </p:nvPr>
        </p:nvSpPr>
        <p:spPr/>
        <p:txBody>
          <a:bodyPr>
            <a:normAutofit/>
          </a:bodyPr>
          <a:lstStyle/>
          <a:p>
            <a:r>
              <a:rPr lang="en-US" dirty="0"/>
              <a:t>Example: Asynchronous T Flip-Flop Design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5">
            <a:extLst>
              <a:ext uri="{FF2B5EF4-FFF2-40B4-BE49-F238E27FC236}">
                <a16:creationId xmlns:a16="http://schemas.microsoft.com/office/drawing/2014/main" id="{AF5FE4C6-9A77-CDB6-7ABA-D9792DF169E6}"/>
              </a:ext>
            </a:extLst>
          </p:cNvPr>
          <p:cNvSpPr txBox="1">
            <a:spLocks noChangeArrowheads="1"/>
          </p:cNvSpPr>
          <p:nvPr/>
        </p:nvSpPr>
        <p:spPr bwMode="auto">
          <a:xfrm>
            <a:off x="2552700" y="1600201"/>
            <a:ext cx="3924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a:t>Primitive flow table</a:t>
            </a:r>
            <a:endParaRPr lang="ru-RU" altLang="en-US" sz="2400"/>
          </a:p>
        </p:txBody>
      </p:sp>
      <p:sp>
        <p:nvSpPr>
          <p:cNvPr id="47107" name="Text Box 60">
            <a:extLst>
              <a:ext uri="{FF2B5EF4-FFF2-40B4-BE49-F238E27FC236}">
                <a16:creationId xmlns:a16="http://schemas.microsoft.com/office/drawing/2014/main" id="{71FEC757-C9B5-180D-0A8D-85A45FCA1994}"/>
              </a:ext>
            </a:extLst>
          </p:cNvPr>
          <p:cNvSpPr txBox="1">
            <a:spLocks noChangeArrowheads="1"/>
          </p:cNvSpPr>
          <p:nvPr/>
        </p:nvSpPr>
        <p:spPr bwMode="auto">
          <a:xfrm>
            <a:off x="6629400" y="1600201"/>
            <a:ext cx="3328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a:t>Race-free assignment</a:t>
            </a:r>
            <a:endParaRPr lang="ru-RU" altLang="en-US" sz="2400"/>
          </a:p>
        </p:txBody>
      </p:sp>
      <p:sp>
        <p:nvSpPr>
          <p:cNvPr id="47108" name="Text Box 85">
            <a:extLst>
              <a:ext uri="{FF2B5EF4-FFF2-40B4-BE49-F238E27FC236}">
                <a16:creationId xmlns:a16="http://schemas.microsoft.com/office/drawing/2014/main" id="{D30FBE0A-0B6F-83BC-50DA-E1B5EECE412A}"/>
              </a:ext>
            </a:extLst>
          </p:cNvPr>
          <p:cNvSpPr txBox="1">
            <a:spLocks noChangeArrowheads="1"/>
          </p:cNvSpPr>
          <p:nvPr/>
        </p:nvSpPr>
        <p:spPr bwMode="auto">
          <a:xfrm>
            <a:off x="6934200" y="4343401"/>
            <a:ext cx="3352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Designing of T flip-flop based on two RS-latches</a:t>
            </a:r>
            <a:endParaRPr lang="ru-RU" altLang="en-US" sz="2000"/>
          </a:p>
        </p:txBody>
      </p:sp>
      <p:grpSp>
        <p:nvGrpSpPr>
          <p:cNvPr id="47109" name="Group 66">
            <a:extLst>
              <a:ext uri="{FF2B5EF4-FFF2-40B4-BE49-F238E27FC236}">
                <a16:creationId xmlns:a16="http://schemas.microsoft.com/office/drawing/2014/main" id="{DC8F26F1-ECF9-5A32-20BA-6FB39100ED87}"/>
              </a:ext>
            </a:extLst>
          </p:cNvPr>
          <p:cNvGrpSpPr>
            <a:grpSpLocks/>
          </p:cNvGrpSpPr>
          <p:nvPr/>
        </p:nvGrpSpPr>
        <p:grpSpPr bwMode="auto">
          <a:xfrm>
            <a:off x="2362200" y="5105400"/>
            <a:ext cx="4343400" cy="433388"/>
            <a:chOff x="98" y="3508"/>
            <a:chExt cx="2736" cy="273"/>
          </a:xfrm>
        </p:grpSpPr>
        <p:sp>
          <p:nvSpPr>
            <p:cNvPr id="47167" name="Oval 58">
              <a:extLst>
                <a:ext uri="{FF2B5EF4-FFF2-40B4-BE49-F238E27FC236}">
                  <a16:creationId xmlns:a16="http://schemas.microsoft.com/office/drawing/2014/main" id="{25811A40-0143-48DE-F1B3-35FEB9F23DAB}"/>
                </a:ext>
              </a:extLst>
            </p:cNvPr>
            <p:cNvSpPr>
              <a:spLocks noChangeArrowheads="1"/>
            </p:cNvSpPr>
            <p:nvPr/>
          </p:nvSpPr>
          <p:spPr bwMode="auto">
            <a:xfrm>
              <a:off x="2488" y="3508"/>
              <a:ext cx="346"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7168" name="Text Box 64">
              <a:extLst>
                <a:ext uri="{FF2B5EF4-FFF2-40B4-BE49-F238E27FC236}">
                  <a16:creationId xmlns:a16="http://schemas.microsoft.com/office/drawing/2014/main" id="{3C93F5AF-9138-E9E0-AC34-F85E79CCAEAF}"/>
                </a:ext>
              </a:extLst>
            </p:cNvPr>
            <p:cNvSpPr txBox="1">
              <a:spLocks noChangeArrowheads="1"/>
            </p:cNvSpPr>
            <p:nvPr/>
          </p:nvSpPr>
          <p:spPr bwMode="auto">
            <a:xfrm>
              <a:off x="98" y="3508"/>
              <a:ext cx="26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Stable states have been marked</a:t>
              </a:r>
              <a:endParaRPr lang="ru-RU" altLang="en-US" sz="2000"/>
            </a:p>
          </p:txBody>
        </p:sp>
      </p:grpSp>
      <p:sp>
        <p:nvSpPr>
          <p:cNvPr id="15" name="Rectangle 4">
            <a:extLst>
              <a:ext uri="{FF2B5EF4-FFF2-40B4-BE49-F238E27FC236}">
                <a16:creationId xmlns:a16="http://schemas.microsoft.com/office/drawing/2014/main" id="{1CF54D17-2760-4074-B10F-222D6C4B880D}"/>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aphicFrame>
        <p:nvGraphicFramePr>
          <p:cNvPr id="16" name="Table 15">
            <a:extLst>
              <a:ext uri="{FF2B5EF4-FFF2-40B4-BE49-F238E27FC236}">
                <a16:creationId xmlns:a16="http://schemas.microsoft.com/office/drawing/2014/main" id="{1AEFDAB1-08D1-42CB-94FC-832081DCAB6B}"/>
              </a:ext>
            </a:extLst>
          </p:cNvPr>
          <p:cNvGraphicFramePr>
            <a:graphicFrameLocks noGrp="1"/>
          </p:cNvGraphicFramePr>
          <p:nvPr>
            <p:extLst>
              <p:ext uri="{D42A27DB-BD31-4B8C-83A1-F6EECF244321}">
                <p14:modId xmlns:p14="http://schemas.microsoft.com/office/powerpoint/2010/main" val="1835241191"/>
              </p:ext>
            </p:extLst>
          </p:nvPr>
        </p:nvGraphicFramePr>
        <p:xfrm>
          <a:off x="2590800" y="2438401"/>
          <a:ext cx="3505200" cy="1909764"/>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267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bg1"/>
                          </a:solidFill>
                          <a:effectLst/>
                          <a:latin typeface="Arial" charset="0"/>
                          <a:cs typeface="Arial" charset="0"/>
                        </a:rPr>
                        <a:t>Pres.  T </a:t>
                      </a:r>
                      <a:br>
                        <a:rPr kumimoji="0" lang="en-US" sz="1100" b="0" i="0" u="none" strike="noStrike" cap="none" normalizeH="0" baseline="0" dirty="0">
                          <a:ln>
                            <a:noFill/>
                          </a:ln>
                          <a:solidFill>
                            <a:schemeClr val="bg1"/>
                          </a:solidFill>
                          <a:effectLst/>
                          <a:latin typeface="Arial" charset="0"/>
                          <a:cs typeface="Arial" charset="0"/>
                        </a:rPr>
                      </a:br>
                      <a:r>
                        <a:rPr kumimoji="0" lang="en-US" sz="1100" b="0" i="0" u="none" strike="noStrike" cap="none" normalizeH="0" baseline="0" dirty="0">
                          <a:ln>
                            <a:noFill/>
                          </a:ln>
                          <a:solidFill>
                            <a:schemeClr val="bg1"/>
                          </a:solidFill>
                          <a:effectLst/>
                          <a:latin typeface="Arial" charset="0"/>
                          <a:cs typeface="Arial" charset="0"/>
                        </a:rPr>
                        <a:t>state</a:t>
                      </a:r>
                      <a:endParaRPr kumimoji="0" lang="ru-RU" sz="1100" b="0" i="0" u="none" strike="noStrike" cap="none" normalizeH="0" baseline="0" dirty="0">
                        <a:ln>
                          <a:noFill/>
                        </a:ln>
                        <a:solidFill>
                          <a:schemeClr val="bg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charset="0"/>
                          <a:cs typeface="Arial" charset="0"/>
                        </a:rPr>
                        <a:t>0</a:t>
                      </a:r>
                      <a:endParaRPr kumimoji="0" lang="ru-RU" sz="1400" b="0" i="0" u="none" strike="noStrike" cap="none" normalizeH="0" baseline="0" dirty="0">
                        <a:ln>
                          <a:noFill/>
                        </a:ln>
                        <a:solidFill>
                          <a:schemeClr val="bg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charset="0"/>
                          <a:cs typeface="Arial" charset="0"/>
                        </a:rPr>
                        <a:t>1</a:t>
                      </a:r>
                      <a:endParaRPr kumimoji="0" lang="ru-RU" sz="1400" b="0" i="0" u="none" strike="noStrike" cap="none" normalizeH="0" baseline="0" dirty="0">
                        <a:ln>
                          <a:noFill/>
                        </a:ln>
                        <a:solidFill>
                          <a:schemeClr val="bg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Arial" charset="0"/>
                          <a:cs typeface="Arial" charset="0"/>
                        </a:rPr>
                        <a:t>Output</a:t>
                      </a:r>
                      <a:endParaRPr kumimoji="0" lang="ru-RU" sz="1400" b="0" i="0" u="none" strike="noStrike" cap="none" normalizeH="0" baseline="0" dirty="0">
                        <a:ln>
                          <a:noFill/>
                        </a:ln>
                        <a:solidFill>
                          <a:schemeClr val="bg1"/>
                        </a:solidFill>
                        <a:effectLst/>
                        <a:latin typeface="Arial" charset="0"/>
                        <a:cs typeface="Arial" charset="0"/>
                      </a:endParaRPr>
                    </a:p>
                  </a:txBody>
                  <a:tcPr marT="45716" marB="45716" horzOverflow="overflow"/>
                </a:tc>
                <a:extLst>
                  <a:ext uri="{0D108BD9-81ED-4DB2-BD59-A6C34878D82A}">
                    <a16:rowId xmlns:a16="http://schemas.microsoft.com/office/drawing/2014/main" val="10000"/>
                  </a:ext>
                </a:extLst>
              </a:tr>
              <a:tr h="370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0</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 S</a:t>
                      </a:r>
                      <a:r>
                        <a:rPr kumimoji="0" lang="en-US" sz="1400" b="0" i="0" u="none" strike="noStrike" cap="none" normalizeH="0" baseline="-25000" dirty="0">
                          <a:ln>
                            <a:noFill/>
                          </a:ln>
                          <a:solidFill>
                            <a:schemeClr val="tx1"/>
                          </a:solidFill>
                          <a:effectLst/>
                          <a:latin typeface="Arial" charset="0"/>
                          <a:cs typeface="Arial" charset="0"/>
                        </a:rPr>
                        <a:t>0</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0</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0</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extLst>
                  <a:ext uri="{0D108BD9-81ED-4DB2-BD59-A6C34878D82A}">
                    <a16:rowId xmlns:a16="http://schemas.microsoft.com/office/drawing/2014/main" val="10001"/>
                  </a:ext>
                </a:extLst>
              </a:tr>
              <a:tr h="370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0</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1</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0</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0</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extLst>
                  <a:ext uri="{0D108BD9-81ED-4DB2-BD59-A6C34878D82A}">
                    <a16:rowId xmlns:a16="http://schemas.microsoft.com/office/drawing/2014/main" val="10002"/>
                  </a:ext>
                </a:extLst>
              </a:tr>
              <a:tr h="370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1</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 S</a:t>
                      </a:r>
                      <a:r>
                        <a:rPr kumimoji="0" lang="en-US" sz="1400" b="0" i="0" u="none" strike="noStrike" cap="none" normalizeH="0" baseline="-25000" dirty="0">
                          <a:ln>
                            <a:noFill/>
                          </a:ln>
                          <a:solidFill>
                            <a:schemeClr val="tx1"/>
                          </a:solidFill>
                          <a:effectLst/>
                          <a:latin typeface="Arial" charset="0"/>
                          <a:cs typeface="Arial" charset="0"/>
                        </a:rPr>
                        <a:t>1</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1</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1</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extLst>
                  <a:ext uri="{0D108BD9-81ED-4DB2-BD59-A6C34878D82A}">
                    <a16:rowId xmlns:a16="http://schemas.microsoft.com/office/drawing/2014/main" val="10003"/>
                  </a:ext>
                </a:extLst>
              </a:tr>
              <a:tr h="370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1</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0</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S</a:t>
                      </a:r>
                      <a:r>
                        <a:rPr kumimoji="0" lang="en-US" sz="1400" b="0" i="0" u="none" strike="noStrike" cap="none" normalizeH="0" baseline="-25000" dirty="0">
                          <a:ln>
                            <a:noFill/>
                          </a:ln>
                          <a:solidFill>
                            <a:schemeClr val="tx1"/>
                          </a:solidFill>
                          <a:effectLst/>
                          <a:latin typeface="Arial" charset="0"/>
                          <a:cs typeface="Arial" charset="0"/>
                        </a:rPr>
                        <a:t>1</a:t>
                      </a:r>
                      <a:r>
                        <a:rPr kumimoji="0" lang="en-US" sz="1400" b="0" i="0" u="none" strike="noStrike" cap="none" normalizeH="0" baseline="0" dirty="0">
                          <a:ln>
                            <a:noFill/>
                          </a:ln>
                          <a:solidFill>
                            <a:schemeClr val="tx1"/>
                          </a:solidFill>
                          <a:effectLst/>
                          <a:latin typeface="Arial" charset="0"/>
                          <a:cs typeface="Arial" charset="0"/>
                        </a:rPr>
                        <a:t>`</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cs typeface="Arial" charset="0"/>
                        </a:rPr>
                        <a:t>1</a:t>
                      </a:r>
                      <a:endParaRPr kumimoji="0" lang="ru-RU" sz="1400" b="0" i="0" u="none" strike="noStrike" cap="none" normalizeH="0" baseline="0" dirty="0">
                        <a:ln>
                          <a:noFill/>
                        </a:ln>
                        <a:solidFill>
                          <a:schemeClr val="tx1"/>
                        </a:solidFill>
                        <a:effectLst/>
                        <a:latin typeface="Arial" charset="0"/>
                        <a:cs typeface="Arial" charset="0"/>
                      </a:endParaRPr>
                    </a:p>
                  </a:txBody>
                  <a:tcPr marT="45716" marB="45716" horzOverflow="overflow"/>
                </a:tc>
                <a:extLst>
                  <a:ext uri="{0D108BD9-81ED-4DB2-BD59-A6C34878D82A}">
                    <a16:rowId xmlns:a16="http://schemas.microsoft.com/office/drawing/2014/main" val="10004"/>
                  </a:ext>
                </a:extLst>
              </a:tr>
            </a:tbl>
          </a:graphicData>
        </a:graphic>
      </p:graphicFrame>
      <p:sp>
        <p:nvSpPr>
          <p:cNvPr id="47143" name="Oval 58">
            <a:extLst>
              <a:ext uri="{FF2B5EF4-FFF2-40B4-BE49-F238E27FC236}">
                <a16:creationId xmlns:a16="http://schemas.microsoft.com/office/drawing/2014/main" id="{C298B173-4BD3-99CA-9DD3-CB78326CEA7D}"/>
              </a:ext>
            </a:extLst>
          </p:cNvPr>
          <p:cNvSpPr>
            <a:spLocks noChangeArrowheads="1"/>
          </p:cNvSpPr>
          <p:nvPr/>
        </p:nvSpPr>
        <p:spPr bwMode="auto">
          <a:xfrm>
            <a:off x="3505201" y="2819400"/>
            <a:ext cx="549275"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44" name="Oval 58">
            <a:extLst>
              <a:ext uri="{FF2B5EF4-FFF2-40B4-BE49-F238E27FC236}">
                <a16:creationId xmlns:a16="http://schemas.microsoft.com/office/drawing/2014/main" id="{30D04157-A6DC-E134-C3D0-82074BB770CB}"/>
              </a:ext>
            </a:extLst>
          </p:cNvPr>
          <p:cNvSpPr>
            <a:spLocks noChangeArrowheads="1"/>
          </p:cNvSpPr>
          <p:nvPr/>
        </p:nvSpPr>
        <p:spPr bwMode="auto">
          <a:xfrm>
            <a:off x="3429001" y="3581400"/>
            <a:ext cx="549275"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45" name="Oval 58">
            <a:extLst>
              <a:ext uri="{FF2B5EF4-FFF2-40B4-BE49-F238E27FC236}">
                <a16:creationId xmlns:a16="http://schemas.microsoft.com/office/drawing/2014/main" id="{2CDE373C-4341-5406-CEE9-BC8707BBC607}"/>
              </a:ext>
            </a:extLst>
          </p:cNvPr>
          <p:cNvSpPr>
            <a:spLocks noChangeArrowheads="1"/>
          </p:cNvSpPr>
          <p:nvPr/>
        </p:nvSpPr>
        <p:spPr bwMode="auto">
          <a:xfrm>
            <a:off x="4343401" y="3200400"/>
            <a:ext cx="549275"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46" name="Oval 58">
            <a:extLst>
              <a:ext uri="{FF2B5EF4-FFF2-40B4-BE49-F238E27FC236}">
                <a16:creationId xmlns:a16="http://schemas.microsoft.com/office/drawing/2014/main" id="{3161229E-F379-971A-54E4-966523E5B3C3}"/>
              </a:ext>
            </a:extLst>
          </p:cNvPr>
          <p:cNvSpPr>
            <a:spLocks noChangeArrowheads="1"/>
          </p:cNvSpPr>
          <p:nvPr/>
        </p:nvSpPr>
        <p:spPr bwMode="auto">
          <a:xfrm>
            <a:off x="4343401" y="3886200"/>
            <a:ext cx="549275" cy="4333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aphicFrame>
        <p:nvGraphicFramePr>
          <p:cNvPr id="40002" name="Group 66">
            <a:extLst>
              <a:ext uri="{FF2B5EF4-FFF2-40B4-BE49-F238E27FC236}">
                <a16:creationId xmlns:a16="http://schemas.microsoft.com/office/drawing/2014/main" id="{30E41A17-38FC-483F-9EB5-1F8A2A92E221}"/>
              </a:ext>
            </a:extLst>
          </p:cNvPr>
          <p:cNvGraphicFramePr>
            <a:graphicFrameLocks noGrp="1"/>
          </p:cNvGraphicFramePr>
          <p:nvPr>
            <p:extLst>
              <p:ext uri="{D42A27DB-BD31-4B8C-83A1-F6EECF244321}">
                <p14:modId xmlns:p14="http://schemas.microsoft.com/office/powerpoint/2010/main" val="1317325122"/>
              </p:ext>
            </p:extLst>
          </p:nvPr>
        </p:nvGraphicFramePr>
        <p:xfrm>
          <a:off x="7391400" y="2362201"/>
          <a:ext cx="1752600" cy="1857375"/>
        </p:xfrm>
        <a:graphic>
          <a:graphicData uri="http://schemas.openxmlformats.org/drawingml/2006/table">
            <a:tbl>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State</a:t>
                      </a:r>
                      <a:endParaRPr kumimoji="0" lang="ru-RU" sz="1800" b="0" i="0" u="none" strike="noStrike" cap="none" normalizeH="0" baseline="0" dirty="0">
                        <a:ln>
                          <a:noFill/>
                        </a:ln>
                        <a:solidFill>
                          <a:schemeClr val="bg1"/>
                        </a:solidFill>
                        <a:effectLst/>
                        <a:latin typeface="Arial" charset="0"/>
                        <a:cs typeface="Arial"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q</a:t>
                      </a:r>
                      <a:r>
                        <a:rPr kumimoji="0" lang="en-US" sz="1800" b="0" i="0" u="none" strike="noStrike" cap="none" normalizeH="0" baseline="-25000" dirty="0">
                          <a:ln>
                            <a:noFill/>
                          </a:ln>
                          <a:solidFill>
                            <a:schemeClr val="bg1"/>
                          </a:solidFill>
                          <a:effectLst/>
                          <a:latin typeface="Arial" charset="0"/>
                          <a:cs typeface="Arial" charset="0"/>
                        </a:rPr>
                        <a:t>1</a:t>
                      </a:r>
                      <a:r>
                        <a:rPr kumimoji="0" lang="en-US" sz="1800" b="0" i="0" u="none" strike="noStrike" cap="none" normalizeH="0" baseline="0" dirty="0">
                          <a:ln>
                            <a:noFill/>
                          </a:ln>
                          <a:solidFill>
                            <a:schemeClr val="bg1"/>
                          </a:solidFill>
                          <a:effectLst/>
                          <a:latin typeface="Arial" charset="0"/>
                          <a:cs typeface="Arial" charset="0"/>
                        </a:rPr>
                        <a:t>q</a:t>
                      </a:r>
                      <a:r>
                        <a:rPr kumimoji="0" lang="en-US" sz="1800" b="0" i="0" u="none" strike="noStrike" cap="none" normalizeH="0" baseline="-25000" dirty="0">
                          <a:ln>
                            <a:noFill/>
                          </a:ln>
                          <a:solidFill>
                            <a:schemeClr val="bg1"/>
                          </a:solidFill>
                          <a:effectLst/>
                          <a:latin typeface="Arial" charset="0"/>
                          <a:cs typeface="Arial" charset="0"/>
                        </a:rPr>
                        <a:t>2</a:t>
                      </a:r>
                      <a:endParaRPr kumimoji="0" lang="ru-RU" sz="1800" b="0" i="0" u="none" strike="noStrike" cap="none" normalizeH="0" baseline="-25000" dirty="0">
                        <a:ln>
                          <a:noFill/>
                        </a:ln>
                        <a:solidFill>
                          <a:schemeClr val="bg1"/>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S</a:t>
                      </a:r>
                      <a:r>
                        <a:rPr kumimoji="0" lang="en-US" sz="1800" b="0" i="0" u="none" strike="noStrike" cap="none" normalizeH="0" baseline="-25000">
                          <a:ln>
                            <a:noFill/>
                          </a:ln>
                          <a:solidFill>
                            <a:schemeClr val="tx1"/>
                          </a:solidFill>
                          <a:effectLst/>
                          <a:latin typeface="Arial" charset="0"/>
                          <a:cs typeface="Arial" charset="0"/>
                        </a:rPr>
                        <a:t>0</a:t>
                      </a:r>
                      <a:endParaRPr kumimoji="0" lang="ru-RU" sz="1800" b="0" i="0" u="none" strike="noStrike" cap="none" normalizeH="0" baseline="0">
                        <a:ln>
                          <a:noFill/>
                        </a:ln>
                        <a:solidFill>
                          <a:schemeClr val="tx1"/>
                        </a:solidFill>
                        <a:effectLst/>
                        <a:latin typeface="Arial" charset="0"/>
                        <a:cs typeface="Arial"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 0 0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S</a:t>
                      </a:r>
                      <a:r>
                        <a:rPr kumimoji="0" lang="en-US" sz="1800" b="0" i="0" u="none" strike="noStrike" cap="none" normalizeH="0" baseline="-2500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a:t>
                      </a:r>
                      <a:endParaRPr kumimoji="0" lang="ru-RU" sz="1800" b="0" i="0" u="none" strike="noStrike" cap="none" normalizeH="0" baseline="0">
                        <a:ln>
                          <a:noFill/>
                        </a:ln>
                        <a:solidFill>
                          <a:schemeClr val="tx1"/>
                        </a:solidFill>
                        <a:effectLst/>
                        <a:latin typeface="Arial" charset="0"/>
                        <a:cs typeface="Arial"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1 0</a:t>
                      </a:r>
                      <a:endParaRPr kumimoji="0" lang="ru-RU"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S</a:t>
                      </a:r>
                      <a:r>
                        <a:rPr kumimoji="0" lang="en-US" sz="1800" b="0" i="0" u="none" strike="noStrike" cap="none" normalizeH="0" baseline="-2500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1 1</a:t>
                      </a:r>
                      <a:endParaRPr kumimoji="0" lang="ru-RU"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S</a:t>
                      </a:r>
                      <a:r>
                        <a:rPr kumimoji="0" lang="en-US" sz="1800" b="0" i="0" u="none" strike="noStrike" cap="none" normalizeH="0" baseline="-2500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a:t>
                      </a:r>
                      <a:endParaRPr kumimoji="0" lang="ru-RU" sz="1800" b="0" i="0" u="none" strike="noStrike" cap="none" normalizeH="0" baseline="0">
                        <a:ln>
                          <a:noFill/>
                        </a:ln>
                        <a:solidFill>
                          <a:schemeClr val="tx1"/>
                        </a:solidFill>
                        <a:effectLst/>
                        <a:latin typeface="Arial" charset="0"/>
                        <a:cs typeface="Arial"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sp>
        <p:nvSpPr>
          <p:cNvPr id="4" name="Title 3">
            <a:extLst>
              <a:ext uri="{FF2B5EF4-FFF2-40B4-BE49-F238E27FC236}">
                <a16:creationId xmlns:a16="http://schemas.microsoft.com/office/drawing/2014/main" id="{4893FBFE-399D-720A-B29D-A0B989221846}"/>
              </a:ext>
            </a:extLst>
          </p:cNvPr>
          <p:cNvSpPr>
            <a:spLocks noGrp="1"/>
          </p:cNvSpPr>
          <p:nvPr>
            <p:ph type="title"/>
          </p:nvPr>
        </p:nvSpPr>
        <p:spPr/>
        <p:txBody>
          <a:bodyPr>
            <a:normAutofit/>
          </a:bodyPr>
          <a:lstStyle/>
          <a:p>
            <a:r>
              <a:rPr lang="en-US" dirty="0"/>
              <a:t>Asynchronous T Flip-Flop Design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971" name="Group 155">
            <a:extLst>
              <a:ext uri="{FF2B5EF4-FFF2-40B4-BE49-F238E27FC236}">
                <a16:creationId xmlns:a16="http://schemas.microsoft.com/office/drawing/2014/main" id="{0ACF4C05-1A54-4DF9-80D8-0FC0B9039B8B}"/>
              </a:ext>
            </a:extLst>
          </p:cNvPr>
          <p:cNvGraphicFramePr>
            <a:graphicFrameLocks noGrp="1"/>
          </p:cNvGraphicFramePr>
          <p:nvPr>
            <p:extLst>
              <p:ext uri="{D42A27DB-BD31-4B8C-83A1-F6EECF244321}">
                <p14:modId xmlns:p14="http://schemas.microsoft.com/office/powerpoint/2010/main" val="566169652"/>
              </p:ext>
            </p:extLst>
          </p:nvPr>
        </p:nvGraphicFramePr>
        <p:xfrm>
          <a:off x="8512175" y="1785938"/>
          <a:ext cx="1500188" cy="1981200"/>
        </p:xfrm>
        <a:graphic>
          <a:graphicData uri="http://schemas.openxmlformats.org/drawingml/2006/table">
            <a:tbl>
              <a:tblPr/>
              <a:tblGrid>
                <a:gridCol w="730250">
                  <a:extLst>
                    <a:ext uri="{9D8B030D-6E8A-4147-A177-3AD203B41FA5}">
                      <a16:colId xmlns:a16="http://schemas.microsoft.com/office/drawing/2014/main" val="20000"/>
                    </a:ext>
                  </a:extLst>
                </a:gridCol>
                <a:gridCol w="769938">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bg1"/>
                          </a:solidFill>
                          <a:effectLst/>
                          <a:latin typeface="Arial" pitchFamily="34" charset="0"/>
                          <a:cs typeface="Arial" pitchFamily="34" charset="0"/>
                        </a:rPr>
                        <a:t>Trans</a:t>
                      </a:r>
                      <a:r>
                        <a:rPr kumimoji="0" lang="en-US" sz="1800" b="0" i="0" u="none" strike="noStrike" cap="none" normalizeH="0" baseline="0" dirty="0">
                          <a:ln>
                            <a:noFill/>
                          </a:ln>
                          <a:solidFill>
                            <a:schemeClr val="bg1"/>
                          </a:solidFill>
                          <a:effectLst/>
                          <a:latin typeface="Arial" pitchFamily="34" charset="0"/>
                          <a:cs typeface="Arial" pitchFamily="34" charset="0"/>
                        </a:rPr>
                        <a:t>.</a:t>
                      </a:r>
                      <a:endParaRPr kumimoji="0" lang="ru-RU" sz="1800" b="0" i="0" u="none" strike="noStrike" cap="none" normalizeH="0" baseline="0" dirty="0">
                        <a:ln>
                          <a:noFill/>
                        </a:ln>
                        <a:solidFill>
                          <a:schemeClr val="bg1"/>
                        </a:solidFill>
                        <a:effectLst/>
                        <a:latin typeface="Arial"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R  S</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36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pitchFamily="34" charset="0"/>
                          <a:cs typeface="Arial" pitchFamily="34" charset="0"/>
                        </a:rPr>
                        <a:t>0</a:t>
                      </a:r>
                      <a:r>
                        <a:rPr kumimoji="0" lang="en-US" sz="2000" b="0" i="0" u="none" strike="noStrike" cap="none" normalizeH="0" baseline="0">
                          <a:ln>
                            <a:noFill/>
                          </a:ln>
                          <a:solidFill>
                            <a:schemeClr val="bg1"/>
                          </a:solidFill>
                          <a:effectLst/>
                          <a:latin typeface="Arial" pitchFamily="34" charset="0"/>
                          <a:cs typeface="Arial" pitchFamily="34" charset="0"/>
                          <a:sym typeface="Symbol" pitchFamily="18" charset="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   0</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238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pitchFamily="34" charset="0"/>
                          <a:cs typeface="Arial" pitchFamily="34" charset="0"/>
                        </a:rPr>
                        <a:t>0</a:t>
                      </a:r>
                      <a:r>
                        <a:rPr kumimoji="0" lang="en-US" sz="2000" b="0" i="0" u="none" strike="noStrike" cap="none" normalizeH="0" baseline="0">
                          <a:ln>
                            <a:noFill/>
                          </a:ln>
                          <a:solidFill>
                            <a:schemeClr val="bg1"/>
                          </a:solidFill>
                          <a:effectLst/>
                          <a:latin typeface="Arial" pitchFamily="34" charset="0"/>
                          <a:cs typeface="Arial" pitchFamily="34" charset="0"/>
                          <a:sym typeface="Symbol" pitchFamily="18" charset="2"/>
                        </a:rPr>
                        <a:t>1</a:t>
                      </a:r>
                      <a:endParaRPr kumimoji="0" lang="ru-RU" sz="2000" b="0" i="0" u="none" strike="noStrike" cap="none" normalizeH="0" baseline="0">
                        <a:ln>
                          <a:noFill/>
                        </a:ln>
                        <a:solidFill>
                          <a:schemeClr val="bg1"/>
                        </a:solidFill>
                        <a:effectLst/>
                        <a:latin typeface="Arial"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0  1</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236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pitchFamily="34" charset="0"/>
                          <a:cs typeface="Arial" pitchFamily="34" charset="0"/>
                        </a:rPr>
                        <a:t>1</a:t>
                      </a:r>
                      <a:r>
                        <a:rPr kumimoji="0" lang="en-US" sz="2000" b="0" i="0" u="none" strike="noStrike" cap="none" normalizeH="0" baseline="0">
                          <a:ln>
                            <a:noFill/>
                          </a:ln>
                          <a:solidFill>
                            <a:schemeClr val="bg1"/>
                          </a:solidFill>
                          <a:effectLst/>
                          <a:latin typeface="Arial" pitchFamily="34" charset="0"/>
                          <a:cs typeface="Arial" pitchFamily="34" charset="0"/>
                          <a:sym typeface="Symbol" pitchFamily="18" charset="2"/>
                        </a:rPr>
                        <a:t>0</a:t>
                      </a:r>
                      <a:endParaRPr kumimoji="0" lang="ru-RU" sz="2000" b="0" i="0" u="none" strike="noStrike" cap="none" normalizeH="0" baseline="0">
                        <a:ln>
                          <a:noFill/>
                        </a:ln>
                        <a:solidFill>
                          <a:schemeClr val="bg1"/>
                        </a:solidFill>
                        <a:effectLst/>
                        <a:latin typeface="Arial"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1  0</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236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1</a:t>
                      </a:r>
                      <a:r>
                        <a:rPr kumimoji="0" lang="en-US" sz="2000" b="0" i="0" u="none" strike="noStrike" cap="none" normalizeH="0" baseline="0" dirty="0">
                          <a:ln>
                            <a:noFill/>
                          </a:ln>
                          <a:solidFill>
                            <a:schemeClr val="bg1"/>
                          </a:solidFill>
                          <a:effectLst/>
                          <a:latin typeface="Arial" pitchFamily="34" charset="0"/>
                          <a:cs typeface="Arial" pitchFamily="34" charset="0"/>
                          <a:sym typeface="Symbol" pitchFamily="18" charset="2"/>
                        </a:rPr>
                        <a:t>1</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0   -</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grpSp>
        <p:nvGrpSpPr>
          <p:cNvPr id="48150" name="Group 135">
            <a:extLst>
              <a:ext uri="{FF2B5EF4-FFF2-40B4-BE49-F238E27FC236}">
                <a16:creationId xmlns:a16="http://schemas.microsoft.com/office/drawing/2014/main" id="{266DB21E-E708-FDC2-031D-FA77F02BD8B7}"/>
              </a:ext>
            </a:extLst>
          </p:cNvPr>
          <p:cNvGrpSpPr>
            <a:grpSpLocks/>
          </p:cNvGrpSpPr>
          <p:nvPr/>
        </p:nvGrpSpPr>
        <p:grpSpPr bwMode="auto">
          <a:xfrm>
            <a:off x="1981200" y="1143001"/>
            <a:ext cx="8345488" cy="4208463"/>
            <a:chOff x="304800" y="981075"/>
            <a:chExt cx="9456727" cy="5218113"/>
          </a:xfrm>
        </p:grpSpPr>
        <p:sp>
          <p:nvSpPr>
            <p:cNvPr id="34839" name="Rectangle 6">
              <a:extLst>
                <a:ext uri="{FF2B5EF4-FFF2-40B4-BE49-F238E27FC236}">
                  <a16:creationId xmlns:a16="http://schemas.microsoft.com/office/drawing/2014/main" id="{EE9EABBE-EA6D-4B41-9D00-06D14EE23B04}"/>
                </a:ext>
              </a:extLst>
            </p:cNvPr>
            <p:cNvSpPr>
              <a:spLocks noChangeArrowheads="1"/>
            </p:cNvSpPr>
            <p:nvPr/>
          </p:nvSpPr>
          <p:spPr bwMode="auto">
            <a:xfrm>
              <a:off x="968588" y="1502690"/>
              <a:ext cx="2667742" cy="1167235"/>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sz="1600" dirty="0">
                <a:solidFill>
                  <a:schemeClr val="bg1"/>
                </a:solidFill>
                <a:cs typeface="Arial" charset="0"/>
              </a:endParaRPr>
            </a:p>
          </p:txBody>
        </p:sp>
        <p:sp>
          <p:nvSpPr>
            <p:cNvPr id="34840" name="Line 7">
              <a:extLst>
                <a:ext uri="{FF2B5EF4-FFF2-40B4-BE49-F238E27FC236}">
                  <a16:creationId xmlns:a16="http://schemas.microsoft.com/office/drawing/2014/main" id="{96E1BF99-3FEE-4E36-A5C7-A3071D99E18F}"/>
                </a:ext>
              </a:extLst>
            </p:cNvPr>
            <p:cNvSpPr>
              <a:spLocks noChangeShapeType="1"/>
            </p:cNvSpPr>
            <p:nvPr/>
          </p:nvSpPr>
          <p:spPr bwMode="auto">
            <a:xfrm>
              <a:off x="2288968" y="1502690"/>
              <a:ext cx="0" cy="1169204"/>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41" name="Line 8">
              <a:extLst>
                <a:ext uri="{FF2B5EF4-FFF2-40B4-BE49-F238E27FC236}">
                  <a16:creationId xmlns:a16="http://schemas.microsoft.com/office/drawing/2014/main" id="{9F68A0B0-5EBE-40FC-8D9B-E0E243D3F532}"/>
                </a:ext>
              </a:extLst>
            </p:cNvPr>
            <p:cNvSpPr>
              <a:spLocks noChangeShapeType="1"/>
            </p:cNvSpPr>
            <p:nvPr/>
          </p:nvSpPr>
          <p:spPr bwMode="auto">
            <a:xfrm>
              <a:off x="1603593" y="1502690"/>
              <a:ext cx="0" cy="1169204"/>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42" name="Line 9">
              <a:extLst>
                <a:ext uri="{FF2B5EF4-FFF2-40B4-BE49-F238E27FC236}">
                  <a16:creationId xmlns:a16="http://schemas.microsoft.com/office/drawing/2014/main" id="{52A35CF6-294F-480A-AC5A-3D2ED6BF6A94}"/>
                </a:ext>
              </a:extLst>
            </p:cNvPr>
            <p:cNvSpPr>
              <a:spLocks noChangeShapeType="1"/>
            </p:cNvSpPr>
            <p:nvPr/>
          </p:nvSpPr>
          <p:spPr bwMode="auto">
            <a:xfrm>
              <a:off x="2949158" y="1514500"/>
              <a:ext cx="0" cy="1169204"/>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43" name="Line 10">
              <a:extLst>
                <a:ext uri="{FF2B5EF4-FFF2-40B4-BE49-F238E27FC236}">
                  <a16:creationId xmlns:a16="http://schemas.microsoft.com/office/drawing/2014/main" id="{3267DA65-634D-4037-8191-2BAE5E8485EB}"/>
                </a:ext>
              </a:extLst>
            </p:cNvPr>
            <p:cNvSpPr>
              <a:spLocks noChangeShapeType="1"/>
            </p:cNvSpPr>
            <p:nvPr/>
          </p:nvSpPr>
          <p:spPr bwMode="auto">
            <a:xfrm>
              <a:off x="968588" y="2059734"/>
              <a:ext cx="2667742"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44" name="Line 11">
              <a:extLst>
                <a:ext uri="{FF2B5EF4-FFF2-40B4-BE49-F238E27FC236}">
                  <a16:creationId xmlns:a16="http://schemas.microsoft.com/office/drawing/2014/main" id="{3B627D62-A128-41C6-8447-13D31D397EF2}"/>
                </a:ext>
              </a:extLst>
            </p:cNvPr>
            <p:cNvSpPr>
              <a:spLocks noChangeShapeType="1"/>
            </p:cNvSpPr>
            <p:nvPr/>
          </p:nvSpPr>
          <p:spPr bwMode="auto">
            <a:xfrm>
              <a:off x="587225" y="1146417"/>
              <a:ext cx="381363" cy="379893"/>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45" name="Text Box 12">
              <a:extLst>
                <a:ext uri="{FF2B5EF4-FFF2-40B4-BE49-F238E27FC236}">
                  <a16:creationId xmlns:a16="http://schemas.microsoft.com/office/drawing/2014/main" id="{A437CFA7-F267-4490-85D8-7C0CDA328D2B}"/>
                </a:ext>
              </a:extLst>
            </p:cNvPr>
            <p:cNvSpPr txBox="1">
              <a:spLocks noChangeArrowheads="1"/>
            </p:cNvSpPr>
            <p:nvPr/>
          </p:nvSpPr>
          <p:spPr bwMode="auto">
            <a:xfrm>
              <a:off x="358766" y="1223183"/>
              <a:ext cx="456916"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4846" name="Text Box 13">
              <a:extLst>
                <a:ext uri="{FF2B5EF4-FFF2-40B4-BE49-F238E27FC236}">
                  <a16:creationId xmlns:a16="http://schemas.microsoft.com/office/drawing/2014/main" id="{FA67CDEF-9729-49D0-8C8C-7085EE2BD356}"/>
                </a:ext>
              </a:extLst>
            </p:cNvPr>
            <p:cNvSpPr txBox="1">
              <a:spLocks noChangeArrowheads="1"/>
            </p:cNvSpPr>
            <p:nvPr/>
          </p:nvSpPr>
          <p:spPr bwMode="auto">
            <a:xfrm>
              <a:off x="637594" y="981075"/>
              <a:ext cx="674580" cy="419260"/>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34847" name="Text Box 14">
              <a:extLst>
                <a:ext uri="{FF2B5EF4-FFF2-40B4-BE49-F238E27FC236}">
                  <a16:creationId xmlns:a16="http://schemas.microsoft.com/office/drawing/2014/main" id="{6BD61052-5374-43D4-A90B-464AFC498578}"/>
                </a:ext>
              </a:extLst>
            </p:cNvPr>
            <p:cNvSpPr txBox="1">
              <a:spLocks noChangeArrowheads="1"/>
            </p:cNvSpPr>
            <p:nvPr/>
          </p:nvSpPr>
          <p:spPr bwMode="auto">
            <a:xfrm>
              <a:off x="1056733" y="1168069"/>
              <a:ext cx="5342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848" name="Text Box 15">
              <a:extLst>
                <a:ext uri="{FF2B5EF4-FFF2-40B4-BE49-F238E27FC236}">
                  <a16:creationId xmlns:a16="http://schemas.microsoft.com/office/drawing/2014/main" id="{D8BCB8D2-0B57-4484-BC38-CFFAAC2B55B7}"/>
                </a:ext>
              </a:extLst>
            </p:cNvPr>
            <p:cNvSpPr txBox="1">
              <a:spLocks noChangeArrowheads="1"/>
            </p:cNvSpPr>
            <p:nvPr/>
          </p:nvSpPr>
          <p:spPr bwMode="auto">
            <a:xfrm>
              <a:off x="1641370" y="1156259"/>
              <a:ext cx="534268"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34849" name="Text Box 16">
              <a:extLst>
                <a:ext uri="{FF2B5EF4-FFF2-40B4-BE49-F238E27FC236}">
                  <a16:creationId xmlns:a16="http://schemas.microsoft.com/office/drawing/2014/main" id="{6707FDDF-AFCE-432D-8EE1-EC4A98F8FBF7}"/>
                </a:ext>
              </a:extLst>
            </p:cNvPr>
            <p:cNvSpPr txBox="1">
              <a:spLocks noChangeArrowheads="1"/>
            </p:cNvSpPr>
            <p:nvPr/>
          </p:nvSpPr>
          <p:spPr bwMode="auto">
            <a:xfrm>
              <a:off x="2326744" y="1168069"/>
              <a:ext cx="5342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34850" name="Text Box 17">
              <a:extLst>
                <a:ext uri="{FF2B5EF4-FFF2-40B4-BE49-F238E27FC236}">
                  <a16:creationId xmlns:a16="http://schemas.microsoft.com/office/drawing/2014/main" id="{85DA0C71-5474-4B54-9520-8D1F9BDE6BE2}"/>
                </a:ext>
              </a:extLst>
            </p:cNvPr>
            <p:cNvSpPr txBox="1">
              <a:spLocks noChangeArrowheads="1"/>
            </p:cNvSpPr>
            <p:nvPr/>
          </p:nvSpPr>
          <p:spPr bwMode="auto">
            <a:xfrm>
              <a:off x="3013917" y="1168069"/>
              <a:ext cx="5324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34851" name="Text Box 18">
              <a:extLst>
                <a:ext uri="{FF2B5EF4-FFF2-40B4-BE49-F238E27FC236}">
                  <a16:creationId xmlns:a16="http://schemas.microsoft.com/office/drawing/2014/main" id="{84737F49-077F-4699-A53A-91FC61B252DE}"/>
                </a:ext>
              </a:extLst>
            </p:cNvPr>
            <p:cNvSpPr txBox="1">
              <a:spLocks noChangeArrowheads="1"/>
            </p:cNvSpPr>
            <p:nvPr/>
          </p:nvSpPr>
          <p:spPr bwMode="auto">
            <a:xfrm>
              <a:off x="549448" y="1587329"/>
              <a:ext cx="532469" cy="419260"/>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34852" name="Text Box 19">
              <a:extLst>
                <a:ext uri="{FF2B5EF4-FFF2-40B4-BE49-F238E27FC236}">
                  <a16:creationId xmlns:a16="http://schemas.microsoft.com/office/drawing/2014/main" id="{C5CE1634-9DD3-4913-92ED-93660E46CD9B}"/>
                </a:ext>
              </a:extLst>
            </p:cNvPr>
            <p:cNvSpPr txBox="1">
              <a:spLocks noChangeArrowheads="1"/>
            </p:cNvSpPr>
            <p:nvPr/>
          </p:nvSpPr>
          <p:spPr bwMode="auto">
            <a:xfrm>
              <a:off x="562041" y="2158152"/>
              <a:ext cx="406547" cy="421228"/>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34853" name="Text Box 20">
              <a:extLst>
                <a:ext uri="{FF2B5EF4-FFF2-40B4-BE49-F238E27FC236}">
                  <a16:creationId xmlns:a16="http://schemas.microsoft.com/office/drawing/2014/main" id="{20D72C26-29D6-47E0-BC7D-6E80619D4D30}"/>
                </a:ext>
              </a:extLst>
            </p:cNvPr>
            <p:cNvSpPr txBox="1">
              <a:spLocks noChangeArrowheads="1"/>
            </p:cNvSpPr>
            <p:nvPr/>
          </p:nvSpPr>
          <p:spPr bwMode="auto">
            <a:xfrm>
              <a:off x="1042342" y="1557804"/>
              <a:ext cx="505487"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854" name="Text Box 21">
              <a:extLst>
                <a:ext uri="{FF2B5EF4-FFF2-40B4-BE49-F238E27FC236}">
                  <a16:creationId xmlns:a16="http://schemas.microsoft.com/office/drawing/2014/main" id="{FEFCB207-12D9-4338-B0FF-F84837175C88}"/>
                </a:ext>
              </a:extLst>
            </p:cNvPr>
            <p:cNvSpPr txBox="1">
              <a:spLocks noChangeArrowheads="1"/>
            </p:cNvSpPr>
            <p:nvPr/>
          </p:nvSpPr>
          <p:spPr bwMode="auto">
            <a:xfrm>
              <a:off x="1691739" y="1557804"/>
              <a:ext cx="505485" cy="419259"/>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00</a:t>
              </a:r>
            </a:p>
          </p:txBody>
        </p:sp>
        <p:sp>
          <p:nvSpPr>
            <p:cNvPr id="34855" name="Text Box 22">
              <a:extLst>
                <a:ext uri="{FF2B5EF4-FFF2-40B4-BE49-F238E27FC236}">
                  <a16:creationId xmlns:a16="http://schemas.microsoft.com/office/drawing/2014/main" id="{0BB2D399-F8BC-4C0A-AA6B-EEA74893BA9C}"/>
                </a:ext>
              </a:extLst>
            </p:cNvPr>
            <p:cNvSpPr txBox="1">
              <a:spLocks noChangeArrowheads="1"/>
            </p:cNvSpPr>
            <p:nvPr/>
          </p:nvSpPr>
          <p:spPr bwMode="auto">
            <a:xfrm>
              <a:off x="2373515" y="1557804"/>
              <a:ext cx="505487" cy="419259"/>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11</a:t>
              </a:r>
            </a:p>
          </p:txBody>
        </p:sp>
        <p:sp>
          <p:nvSpPr>
            <p:cNvPr id="34856" name="Text Box 23">
              <a:extLst>
                <a:ext uri="{FF2B5EF4-FFF2-40B4-BE49-F238E27FC236}">
                  <a16:creationId xmlns:a16="http://schemas.microsoft.com/office/drawing/2014/main" id="{54A54333-E801-4040-B06C-7EFD071EEC9F}"/>
                </a:ext>
              </a:extLst>
            </p:cNvPr>
            <p:cNvSpPr txBox="1">
              <a:spLocks noChangeArrowheads="1"/>
            </p:cNvSpPr>
            <p:nvPr/>
          </p:nvSpPr>
          <p:spPr bwMode="auto">
            <a:xfrm>
              <a:off x="2988733" y="1557804"/>
              <a:ext cx="503687" cy="419259"/>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11</a:t>
              </a:r>
            </a:p>
          </p:txBody>
        </p:sp>
        <p:sp>
          <p:nvSpPr>
            <p:cNvPr id="34857" name="Text Box 24">
              <a:extLst>
                <a:ext uri="{FF2B5EF4-FFF2-40B4-BE49-F238E27FC236}">
                  <a16:creationId xmlns:a16="http://schemas.microsoft.com/office/drawing/2014/main" id="{C690C25C-A78D-4FC3-BB2F-C18F39BEEA0E}"/>
                </a:ext>
              </a:extLst>
            </p:cNvPr>
            <p:cNvSpPr txBox="1">
              <a:spLocks noChangeArrowheads="1"/>
            </p:cNvSpPr>
            <p:nvPr/>
          </p:nvSpPr>
          <p:spPr bwMode="auto">
            <a:xfrm>
              <a:off x="1042342" y="2134532"/>
              <a:ext cx="505487" cy="419260"/>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10</a:t>
              </a:r>
            </a:p>
          </p:txBody>
        </p:sp>
        <p:sp>
          <p:nvSpPr>
            <p:cNvPr id="34858" name="Text Box 25">
              <a:extLst>
                <a:ext uri="{FF2B5EF4-FFF2-40B4-BE49-F238E27FC236}">
                  <a16:creationId xmlns:a16="http://schemas.microsoft.com/office/drawing/2014/main" id="{64B83060-45C7-4121-ADEE-C9A26B464E40}"/>
                </a:ext>
              </a:extLst>
            </p:cNvPr>
            <p:cNvSpPr txBox="1">
              <a:spLocks noChangeArrowheads="1"/>
            </p:cNvSpPr>
            <p:nvPr/>
          </p:nvSpPr>
          <p:spPr bwMode="auto">
            <a:xfrm>
              <a:off x="1691739" y="2134532"/>
              <a:ext cx="505485" cy="419260"/>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01</a:t>
              </a:r>
            </a:p>
          </p:txBody>
        </p:sp>
        <p:sp>
          <p:nvSpPr>
            <p:cNvPr id="34859" name="Text Box 26">
              <a:extLst>
                <a:ext uri="{FF2B5EF4-FFF2-40B4-BE49-F238E27FC236}">
                  <a16:creationId xmlns:a16="http://schemas.microsoft.com/office/drawing/2014/main" id="{72985B1D-B49A-4574-906E-7D5601ED8EF3}"/>
                </a:ext>
              </a:extLst>
            </p:cNvPr>
            <p:cNvSpPr txBox="1">
              <a:spLocks noChangeArrowheads="1"/>
            </p:cNvSpPr>
            <p:nvPr/>
          </p:nvSpPr>
          <p:spPr bwMode="auto">
            <a:xfrm>
              <a:off x="2366320" y="2134532"/>
              <a:ext cx="503687" cy="419260"/>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01</a:t>
              </a:r>
            </a:p>
          </p:txBody>
        </p:sp>
        <p:sp>
          <p:nvSpPr>
            <p:cNvPr id="34860" name="Text Box 27">
              <a:extLst>
                <a:ext uri="{FF2B5EF4-FFF2-40B4-BE49-F238E27FC236}">
                  <a16:creationId xmlns:a16="http://schemas.microsoft.com/office/drawing/2014/main" id="{97D58851-A561-4861-B1A3-B835E6701618}"/>
                </a:ext>
              </a:extLst>
            </p:cNvPr>
            <p:cNvSpPr txBox="1">
              <a:spLocks noChangeArrowheads="1"/>
            </p:cNvSpPr>
            <p:nvPr/>
          </p:nvSpPr>
          <p:spPr bwMode="auto">
            <a:xfrm>
              <a:off x="2988733" y="2134532"/>
              <a:ext cx="503687" cy="419260"/>
            </a:xfrm>
            <a:prstGeom prst="rect">
              <a:avLst/>
            </a:prstGeom>
            <a:noFill/>
            <a:ln w="25400">
              <a:noFill/>
              <a:miter lim="800000"/>
              <a:headEnd/>
              <a:tailEnd/>
            </a:ln>
          </p:spPr>
          <p:txBody>
            <a:bodyPr>
              <a:spAutoFit/>
            </a:bodyPr>
            <a:lstStyle/>
            <a:p>
              <a:pPr eaLnBrk="1" hangingPunct="1">
                <a:spcBef>
                  <a:spcPct val="50000"/>
                </a:spcBef>
                <a:defRPr/>
              </a:pPr>
              <a:r>
                <a:rPr lang="en-US" sz="1600" dirty="0">
                  <a:solidFill>
                    <a:schemeClr val="bg1"/>
                  </a:solidFill>
                  <a:cs typeface="Arial" charset="0"/>
                </a:rPr>
                <a:t>10</a:t>
              </a:r>
            </a:p>
          </p:txBody>
        </p:sp>
        <p:grpSp>
          <p:nvGrpSpPr>
            <p:cNvPr id="48174" name="Group 158">
              <a:extLst>
                <a:ext uri="{FF2B5EF4-FFF2-40B4-BE49-F238E27FC236}">
                  <a16:creationId xmlns:a16="http://schemas.microsoft.com/office/drawing/2014/main" id="{259FFDB2-2052-0621-5811-E7019E4A5700}"/>
                </a:ext>
              </a:extLst>
            </p:cNvPr>
            <p:cNvGrpSpPr>
              <a:grpSpLocks/>
            </p:cNvGrpSpPr>
            <p:nvPr/>
          </p:nvGrpSpPr>
          <p:grpSpPr bwMode="auto">
            <a:xfrm>
              <a:off x="3852864" y="4403724"/>
              <a:ext cx="3552825" cy="1768474"/>
              <a:chOff x="2540" y="3026"/>
              <a:chExt cx="2238" cy="1114"/>
            </a:xfrm>
          </p:grpSpPr>
          <p:sp>
            <p:nvSpPr>
              <p:cNvPr id="34944" name="Rectangle 29">
                <a:extLst>
                  <a:ext uri="{FF2B5EF4-FFF2-40B4-BE49-F238E27FC236}">
                    <a16:creationId xmlns:a16="http://schemas.microsoft.com/office/drawing/2014/main" id="{75E4DC5E-8549-48BC-B8F0-0134337C9C30}"/>
                  </a:ext>
                </a:extLst>
              </p:cNvPr>
              <p:cNvSpPr>
                <a:spLocks noChangeArrowheads="1"/>
              </p:cNvSpPr>
              <p:nvPr/>
            </p:nvSpPr>
            <p:spPr bwMode="auto">
              <a:xfrm>
                <a:off x="2927" y="3394"/>
                <a:ext cx="1676" cy="737"/>
              </a:xfrm>
              <a:prstGeom prst="rect">
                <a:avLst/>
              </a:prstGeom>
              <a:solidFill>
                <a:schemeClr val="bg1">
                  <a:lumMod val="75000"/>
                </a:schemeClr>
              </a:solidFill>
              <a:ln w="25400">
                <a:solidFill>
                  <a:schemeClr val="tx1"/>
                </a:solidFill>
                <a:miter lim="800000"/>
                <a:headEnd/>
                <a:tailEnd/>
              </a:ln>
            </p:spPr>
            <p:txBody>
              <a:bodyPr wrap="none" anchor="ctr"/>
              <a:lstStyle/>
              <a:p>
                <a:pPr eaLnBrk="1" hangingPunct="1">
                  <a:defRPr/>
                </a:pPr>
                <a:endParaRPr lang="en-US" sz="1600" dirty="0">
                  <a:cs typeface="Arial" charset="0"/>
                </a:endParaRPr>
              </a:p>
            </p:txBody>
          </p:sp>
          <p:sp>
            <p:nvSpPr>
              <p:cNvPr id="34945" name="Line 30">
                <a:extLst>
                  <a:ext uri="{FF2B5EF4-FFF2-40B4-BE49-F238E27FC236}">
                    <a16:creationId xmlns:a16="http://schemas.microsoft.com/office/drawing/2014/main" id="{D74883F2-515F-42D7-9221-CACF6F717CB9}"/>
                  </a:ext>
                </a:extLst>
              </p:cNvPr>
              <p:cNvSpPr>
                <a:spLocks noChangeShapeType="1"/>
              </p:cNvSpPr>
              <p:nvPr/>
            </p:nvSpPr>
            <p:spPr bwMode="auto">
              <a:xfrm>
                <a:off x="3755" y="3394"/>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46" name="Line 31">
                <a:extLst>
                  <a:ext uri="{FF2B5EF4-FFF2-40B4-BE49-F238E27FC236}">
                    <a16:creationId xmlns:a16="http://schemas.microsoft.com/office/drawing/2014/main" id="{98FF5F4A-E3CE-4B1A-871C-C8CF4C70689B}"/>
                  </a:ext>
                </a:extLst>
              </p:cNvPr>
              <p:cNvSpPr>
                <a:spLocks noChangeShapeType="1"/>
              </p:cNvSpPr>
              <p:nvPr/>
            </p:nvSpPr>
            <p:spPr bwMode="auto">
              <a:xfrm>
                <a:off x="3327" y="3394"/>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47" name="Line 32">
                <a:extLst>
                  <a:ext uri="{FF2B5EF4-FFF2-40B4-BE49-F238E27FC236}">
                    <a16:creationId xmlns:a16="http://schemas.microsoft.com/office/drawing/2014/main" id="{AECBBFEC-F278-46C6-A3B2-344E36EA8F60}"/>
                  </a:ext>
                </a:extLst>
              </p:cNvPr>
              <p:cNvSpPr>
                <a:spLocks noChangeShapeType="1"/>
              </p:cNvSpPr>
              <p:nvPr/>
            </p:nvSpPr>
            <p:spPr bwMode="auto">
              <a:xfrm>
                <a:off x="4171" y="3403"/>
                <a:ext cx="0" cy="73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48" name="Line 33">
                <a:extLst>
                  <a:ext uri="{FF2B5EF4-FFF2-40B4-BE49-F238E27FC236}">
                    <a16:creationId xmlns:a16="http://schemas.microsoft.com/office/drawing/2014/main" id="{202525F2-1BAC-4E1C-86E3-F999976A348C}"/>
                  </a:ext>
                </a:extLst>
              </p:cNvPr>
              <p:cNvSpPr>
                <a:spLocks noChangeShapeType="1"/>
              </p:cNvSpPr>
              <p:nvPr/>
            </p:nvSpPr>
            <p:spPr bwMode="auto">
              <a:xfrm>
                <a:off x="2927" y="3747"/>
                <a:ext cx="1676"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49" name="Line 34">
                <a:extLst>
                  <a:ext uri="{FF2B5EF4-FFF2-40B4-BE49-F238E27FC236}">
                    <a16:creationId xmlns:a16="http://schemas.microsoft.com/office/drawing/2014/main" id="{E34A45C4-DDF2-4DA8-A520-F07C46C16C2E}"/>
                  </a:ext>
                </a:extLst>
              </p:cNvPr>
              <p:cNvSpPr>
                <a:spLocks noChangeShapeType="1"/>
              </p:cNvSpPr>
              <p:nvPr/>
            </p:nvSpPr>
            <p:spPr bwMode="auto">
              <a:xfrm>
                <a:off x="2683" y="3171"/>
                <a:ext cx="240" cy="239"/>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50" name="Text Box 35">
                <a:extLst>
                  <a:ext uri="{FF2B5EF4-FFF2-40B4-BE49-F238E27FC236}">
                    <a16:creationId xmlns:a16="http://schemas.microsoft.com/office/drawing/2014/main" id="{32AEC85F-F0E4-4DEA-B86A-D2B99443AECD}"/>
                  </a:ext>
                </a:extLst>
              </p:cNvPr>
              <p:cNvSpPr txBox="1">
                <a:spLocks noChangeArrowheads="1"/>
              </p:cNvSpPr>
              <p:nvPr/>
            </p:nvSpPr>
            <p:spPr bwMode="auto">
              <a:xfrm>
                <a:off x="2544" y="3220"/>
                <a:ext cx="289" cy="263"/>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4951" name="Text Box 36">
                <a:extLst>
                  <a:ext uri="{FF2B5EF4-FFF2-40B4-BE49-F238E27FC236}">
                    <a16:creationId xmlns:a16="http://schemas.microsoft.com/office/drawing/2014/main" id="{2AE6A69C-614E-4DB6-B26D-1C608ED5D36D}"/>
                  </a:ext>
                </a:extLst>
              </p:cNvPr>
              <p:cNvSpPr txBox="1">
                <a:spLocks noChangeArrowheads="1"/>
              </p:cNvSpPr>
              <p:nvPr/>
            </p:nvSpPr>
            <p:spPr bwMode="auto">
              <a:xfrm>
                <a:off x="2715" y="3067"/>
                <a:ext cx="424"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34952" name="Text Box 37">
                <a:extLst>
                  <a:ext uri="{FF2B5EF4-FFF2-40B4-BE49-F238E27FC236}">
                    <a16:creationId xmlns:a16="http://schemas.microsoft.com/office/drawing/2014/main" id="{3801F2D4-AC15-4350-87BA-1B655427EA63}"/>
                  </a:ext>
                </a:extLst>
              </p:cNvPr>
              <p:cNvSpPr txBox="1">
                <a:spLocks noChangeArrowheads="1"/>
              </p:cNvSpPr>
              <p:nvPr/>
            </p:nvSpPr>
            <p:spPr bwMode="auto">
              <a:xfrm>
                <a:off x="2979" y="3185"/>
                <a:ext cx="339"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953" name="Text Box 38">
                <a:extLst>
                  <a:ext uri="{FF2B5EF4-FFF2-40B4-BE49-F238E27FC236}">
                    <a16:creationId xmlns:a16="http://schemas.microsoft.com/office/drawing/2014/main" id="{515E13E1-AF35-48B4-8498-0775163CB049}"/>
                  </a:ext>
                </a:extLst>
              </p:cNvPr>
              <p:cNvSpPr txBox="1">
                <a:spLocks noChangeArrowheads="1"/>
              </p:cNvSpPr>
              <p:nvPr/>
            </p:nvSpPr>
            <p:spPr bwMode="auto">
              <a:xfrm>
                <a:off x="3348" y="3177"/>
                <a:ext cx="337"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34954" name="Text Box 39">
                <a:extLst>
                  <a:ext uri="{FF2B5EF4-FFF2-40B4-BE49-F238E27FC236}">
                    <a16:creationId xmlns:a16="http://schemas.microsoft.com/office/drawing/2014/main" id="{6D455958-E63A-47D4-9AA9-C0A23CC16F6C}"/>
                  </a:ext>
                </a:extLst>
              </p:cNvPr>
              <p:cNvSpPr txBox="1">
                <a:spLocks noChangeArrowheads="1"/>
              </p:cNvSpPr>
              <p:nvPr/>
            </p:nvSpPr>
            <p:spPr bwMode="auto">
              <a:xfrm>
                <a:off x="3779" y="3185"/>
                <a:ext cx="339"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34955" name="Text Box 40">
                <a:extLst>
                  <a:ext uri="{FF2B5EF4-FFF2-40B4-BE49-F238E27FC236}">
                    <a16:creationId xmlns:a16="http://schemas.microsoft.com/office/drawing/2014/main" id="{55160DB5-0D47-42B0-BDBF-20D1C44463AF}"/>
                  </a:ext>
                </a:extLst>
              </p:cNvPr>
              <p:cNvSpPr txBox="1">
                <a:spLocks noChangeArrowheads="1"/>
              </p:cNvSpPr>
              <p:nvPr/>
            </p:nvSpPr>
            <p:spPr bwMode="auto">
              <a:xfrm>
                <a:off x="4212" y="3185"/>
                <a:ext cx="335"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34956" name="Text Box 41">
                <a:extLst>
                  <a:ext uri="{FF2B5EF4-FFF2-40B4-BE49-F238E27FC236}">
                    <a16:creationId xmlns:a16="http://schemas.microsoft.com/office/drawing/2014/main" id="{33FF6B94-3776-401F-A339-E8CC63F93B87}"/>
                  </a:ext>
                </a:extLst>
              </p:cNvPr>
              <p:cNvSpPr txBox="1">
                <a:spLocks noChangeArrowheads="1"/>
              </p:cNvSpPr>
              <p:nvPr/>
            </p:nvSpPr>
            <p:spPr bwMode="auto">
              <a:xfrm>
                <a:off x="2663" y="3449"/>
                <a:ext cx="332"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34957" name="Text Box 42">
                <a:extLst>
                  <a:ext uri="{FF2B5EF4-FFF2-40B4-BE49-F238E27FC236}">
                    <a16:creationId xmlns:a16="http://schemas.microsoft.com/office/drawing/2014/main" id="{6CB3CE70-8581-4111-A452-6EE6D86FA19B}"/>
                  </a:ext>
                </a:extLst>
              </p:cNvPr>
              <p:cNvSpPr txBox="1">
                <a:spLocks noChangeArrowheads="1"/>
              </p:cNvSpPr>
              <p:nvPr/>
            </p:nvSpPr>
            <p:spPr bwMode="auto">
              <a:xfrm>
                <a:off x="2671" y="3809"/>
                <a:ext cx="256"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34958" name="Text Box 43">
                <a:extLst>
                  <a:ext uri="{FF2B5EF4-FFF2-40B4-BE49-F238E27FC236}">
                    <a16:creationId xmlns:a16="http://schemas.microsoft.com/office/drawing/2014/main" id="{BE9BB1FD-0B96-4B9D-B8FC-EC54E74C56AA}"/>
                  </a:ext>
                </a:extLst>
              </p:cNvPr>
              <p:cNvSpPr txBox="1">
                <a:spLocks noChangeArrowheads="1"/>
              </p:cNvSpPr>
              <p:nvPr/>
            </p:nvSpPr>
            <p:spPr bwMode="auto">
              <a:xfrm>
                <a:off x="2970" y="3430"/>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959" name="Text Box 44">
                <a:extLst>
                  <a:ext uri="{FF2B5EF4-FFF2-40B4-BE49-F238E27FC236}">
                    <a16:creationId xmlns:a16="http://schemas.microsoft.com/office/drawing/2014/main" id="{C488AF76-00A2-4834-B27E-7D44BA7F16D2}"/>
                  </a:ext>
                </a:extLst>
              </p:cNvPr>
              <p:cNvSpPr txBox="1">
                <a:spLocks noChangeArrowheads="1"/>
              </p:cNvSpPr>
              <p:nvPr/>
            </p:nvSpPr>
            <p:spPr bwMode="auto">
              <a:xfrm>
                <a:off x="3379" y="3430"/>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960" name="Text Box 45">
                <a:extLst>
                  <a:ext uri="{FF2B5EF4-FFF2-40B4-BE49-F238E27FC236}">
                    <a16:creationId xmlns:a16="http://schemas.microsoft.com/office/drawing/2014/main" id="{BB208C16-4667-4B1D-88B2-61C7D494D22B}"/>
                  </a:ext>
                </a:extLst>
              </p:cNvPr>
              <p:cNvSpPr txBox="1">
                <a:spLocks noChangeArrowheads="1"/>
              </p:cNvSpPr>
              <p:nvPr/>
            </p:nvSpPr>
            <p:spPr bwMode="auto">
              <a:xfrm>
                <a:off x="3812" y="3430"/>
                <a:ext cx="315"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961" name="Text Box 46">
                <a:extLst>
                  <a:ext uri="{FF2B5EF4-FFF2-40B4-BE49-F238E27FC236}">
                    <a16:creationId xmlns:a16="http://schemas.microsoft.com/office/drawing/2014/main" id="{30751441-990E-4265-80A6-93AA0360E2B5}"/>
                  </a:ext>
                </a:extLst>
              </p:cNvPr>
              <p:cNvSpPr txBox="1">
                <a:spLocks noChangeArrowheads="1"/>
              </p:cNvSpPr>
              <p:nvPr/>
            </p:nvSpPr>
            <p:spPr bwMode="auto">
              <a:xfrm>
                <a:off x="4195" y="3430"/>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1</a:t>
                </a:r>
              </a:p>
            </p:txBody>
          </p:sp>
          <p:sp>
            <p:nvSpPr>
              <p:cNvPr id="34962" name="Text Box 47">
                <a:extLst>
                  <a:ext uri="{FF2B5EF4-FFF2-40B4-BE49-F238E27FC236}">
                    <a16:creationId xmlns:a16="http://schemas.microsoft.com/office/drawing/2014/main" id="{B5D22766-0090-47DB-BD5E-AB53C8C3B358}"/>
                  </a:ext>
                </a:extLst>
              </p:cNvPr>
              <p:cNvSpPr txBox="1">
                <a:spLocks noChangeArrowheads="1"/>
              </p:cNvSpPr>
              <p:nvPr/>
            </p:nvSpPr>
            <p:spPr bwMode="auto">
              <a:xfrm>
                <a:off x="2970" y="3791"/>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963" name="Text Box 48">
                <a:extLst>
                  <a:ext uri="{FF2B5EF4-FFF2-40B4-BE49-F238E27FC236}">
                    <a16:creationId xmlns:a16="http://schemas.microsoft.com/office/drawing/2014/main" id="{463AEBD5-867D-4A70-AA95-39E1F1DC86A2}"/>
                  </a:ext>
                </a:extLst>
              </p:cNvPr>
              <p:cNvSpPr txBox="1">
                <a:spLocks noChangeArrowheads="1"/>
              </p:cNvSpPr>
              <p:nvPr/>
            </p:nvSpPr>
            <p:spPr bwMode="auto">
              <a:xfrm>
                <a:off x="3379" y="3791"/>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964" name="Text Box 49">
                <a:extLst>
                  <a:ext uri="{FF2B5EF4-FFF2-40B4-BE49-F238E27FC236}">
                    <a16:creationId xmlns:a16="http://schemas.microsoft.com/office/drawing/2014/main" id="{E1ED1BAE-60BC-4F2F-B892-7B02DFEDD289}"/>
                  </a:ext>
                </a:extLst>
              </p:cNvPr>
              <p:cNvSpPr txBox="1">
                <a:spLocks noChangeArrowheads="1"/>
              </p:cNvSpPr>
              <p:nvPr/>
            </p:nvSpPr>
            <p:spPr bwMode="auto">
              <a:xfrm>
                <a:off x="3803" y="3791"/>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965" name="Text Box 50">
                <a:extLst>
                  <a:ext uri="{FF2B5EF4-FFF2-40B4-BE49-F238E27FC236}">
                    <a16:creationId xmlns:a16="http://schemas.microsoft.com/office/drawing/2014/main" id="{1EBC2EDF-7088-47A5-916D-334486C067A0}"/>
                  </a:ext>
                </a:extLst>
              </p:cNvPr>
              <p:cNvSpPr txBox="1">
                <a:spLocks noChangeArrowheads="1"/>
              </p:cNvSpPr>
              <p:nvPr/>
            </p:nvSpPr>
            <p:spPr bwMode="auto">
              <a:xfrm>
                <a:off x="4195" y="3791"/>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grpSp>
            <p:nvGrpSpPr>
              <p:cNvPr id="48279" name="Group 76">
                <a:extLst>
                  <a:ext uri="{FF2B5EF4-FFF2-40B4-BE49-F238E27FC236}">
                    <a16:creationId xmlns:a16="http://schemas.microsoft.com/office/drawing/2014/main" id="{F41C7848-4D3E-B848-0E99-50304EB5A9BE}"/>
                  </a:ext>
                </a:extLst>
              </p:cNvPr>
              <p:cNvGrpSpPr>
                <a:grpSpLocks/>
              </p:cNvGrpSpPr>
              <p:nvPr/>
            </p:nvGrpSpPr>
            <p:grpSpPr bwMode="auto">
              <a:xfrm>
                <a:off x="3833" y="3026"/>
                <a:ext cx="945" cy="684"/>
                <a:chOff x="3833" y="3026"/>
                <a:chExt cx="945" cy="684"/>
              </a:xfrm>
            </p:grpSpPr>
            <p:sp>
              <p:nvSpPr>
                <p:cNvPr id="2" name="Text Box 77">
                  <a:extLst>
                    <a:ext uri="{FF2B5EF4-FFF2-40B4-BE49-F238E27FC236}">
                      <a16:creationId xmlns:a16="http://schemas.microsoft.com/office/drawing/2014/main" id="{52C83D22-C2F9-4645-ADDC-98521DB348D6}"/>
                    </a:ext>
                  </a:extLst>
                </p:cNvPr>
                <p:cNvSpPr txBox="1">
                  <a:spLocks noChangeArrowheads="1"/>
                </p:cNvSpPr>
                <p:nvPr/>
              </p:nvSpPr>
              <p:spPr bwMode="auto">
                <a:xfrm>
                  <a:off x="4324" y="3026"/>
                  <a:ext cx="453" cy="264"/>
                </a:xfrm>
                <a:prstGeom prst="rect">
                  <a:avLst/>
                </a:prstGeom>
                <a:noFill/>
                <a:ln w="9525">
                  <a:noFill/>
                  <a:miter lim="800000"/>
                  <a:headEnd/>
                  <a:tailEnd/>
                </a:ln>
              </p:spPr>
              <p:txBody>
                <a:bodyPr>
                  <a:spAutoFit/>
                </a:bodyPr>
                <a:lstStyle/>
                <a:p>
                  <a:pPr eaLnBrk="1" hangingPunct="1">
                    <a:spcBef>
                      <a:spcPct val="50000"/>
                    </a:spcBef>
                    <a:defRPr/>
                  </a:pPr>
                  <a:r>
                    <a:rPr lang="en-US" sz="1600" dirty="0">
                      <a:solidFill>
                        <a:srgbClr val="FF0000"/>
                      </a:solidFill>
                      <a:cs typeface="Arial" charset="0"/>
                    </a:rPr>
                    <a:t>S2</a:t>
                  </a:r>
                  <a:endParaRPr lang="ru-RU" sz="1600" dirty="0">
                    <a:solidFill>
                      <a:srgbClr val="FF0000"/>
                    </a:solidFill>
                    <a:cs typeface="Arial" charset="0"/>
                  </a:endParaRPr>
                </a:p>
              </p:txBody>
            </p:sp>
            <p:sp>
              <p:nvSpPr>
                <p:cNvPr id="34968" name="AutoShape 78">
                  <a:extLst>
                    <a:ext uri="{FF2B5EF4-FFF2-40B4-BE49-F238E27FC236}">
                      <a16:creationId xmlns:a16="http://schemas.microsoft.com/office/drawing/2014/main" id="{330B9DAF-A6E6-4B1B-93BF-974AD5A390B1}"/>
                    </a:ext>
                  </a:extLst>
                </p:cNvPr>
                <p:cNvSpPr>
                  <a:spLocks noChangeArrowheads="1"/>
                </p:cNvSpPr>
                <p:nvPr/>
              </p:nvSpPr>
              <p:spPr bwMode="auto">
                <a:xfrm>
                  <a:off x="3833" y="3429"/>
                  <a:ext cx="635" cy="278"/>
                </a:xfrm>
                <a:prstGeom prst="roundRect">
                  <a:avLst>
                    <a:gd name="adj" fmla="val 16667"/>
                  </a:avLst>
                </a:prstGeom>
                <a:noFill/>
                <a:ln w="34925">
                  <a:solidFill>
                    <a:schemeClr val="tx1">
                      <a:lumMod val="50000"/>
                      <a:lumOff val="50000"/>
                    </a:schemeClr>
                  </a:solidFill>
                  <a:round/>
                  <a:headEnd/>
                  <a:tailEnd/>
                </a:ln>
              </p:spPr>
              <p:txBody>
                <a:bodyPr wrap="none" anchor="ctr"/>
                <a:lstStyle/>
                <a:p>
                  <a:pPr eaLnBrk="1" hangingPunct="1">
                    <a:defRPr/>
                  </a:pPr>
                  <a:endParaRPr lang="en-US" sz="1600" dirty="0">
                    <a:cs typeface="Arial" charset="0"/>
                  </a:endParaRPr>
                </a:p>
              </p:txBody>
            </p:sp>
          </p:grpSp>
        </p:grpSp>
        <p:sp>
          <p:nvSpPr>
            <p:cNvPr id="3" name="Text Box 75">
              <a:extLst>
                <a:ext uri="{FF2B5EF4-FFF2-40B4-BE49-F238E27FC236}">
                  <a16:creationId xmlns:a16="http://schemas.microsoft.com/office/drawing/2014/main" id="{047EB93A-D22D-4D08-B4D9-D1E7ED80E656}"/>
                </a:ext>
              </a:extLst>
            </p:cNvPr>
            <p:cNvSpPr txBox="1">
              <a:spLocks noChangeArrowheads="1"/>
            </p:cNvSpPr>
            <p:nvPr/>
          </p:nvSpPr>
          <p:spPr bwMode="auto">
            <a:xfrm>
              <a:off x="6730409" y="2514425"/>
              <a:ext cx="719553" cy="419259"/>
            </a:xfrm>
            <a:prstGeom prst="rect">
              <a:avLst/>
            </a:prstGeom>
            <a:noFill/>
            <a:ln w="9525">
              <a:noFill/>
              <a:miter lim="800000"/>
              <a:headEnd/>
              <a:tailEnd/>
            </a:ln>
          </p:spPr>
          <p:txBody>
            <a:bodyPr>
              <a:spAutoFit/>
            </a:bodyPr>
            <a:lstStyle/>
            <a:p>
              <a:pPr eaLnBrk="1" hangingPunct="1">
                <a:spcBef>
                  <a:spcPct val="50000"/>
                </a:spcBef>
                <a:defRPr/>
              </a:pPr>
              <a:r>
                <a:rPr lang="en-US" sz="1600" dirty="0">
                  <a:solidFill>
                    <a:srgbClr val="FF0000"/>
                  </a:solidFill>
                  <a:cs typeface="Arial" charset="0"/>
                </a:rPr>
                <a:t>S1</a:t>
              </a:r>
              <a:endParaRPr lang="ru-RU" sz="1600">
                <a:solidFill>
                  <a:srgbClr val="FF0000"/>
                </a:solidFill>
                <a:cs typeface="Arial" charset="0"/>
              </a:endParaRPr>
            </a:p>
          </p:txBody>
        </p:sp>
        <p:grpSp>
          <p:nvGrpSpPr>
            <p:cNvPr id="48176" name="Group 151">
              <a:extLst>
                <a:ext uri="{FF2B5EF4-FFF2-40B4-BE49-F238E27FC236}">
                  <a16:creationId xmlns:a16="http://schemas.microsoft.com/office/drawing/2014/main" id="{3D52BCC2-9905-708E-B5D3-A697163AA8CC}"/>
                </a:ext>
              </a:extLst>
            </p:cNvPr>
            <p:cNvGrpSpPr>
              <a:grpSpLocks/>
            </p:cNvGrpSpPr>
            <p:nvPr/>
          </p:nvGrpSpPr>
          <p:grpSpPr bwMode="auto">
            <a:xfrm>
              <a:off x="3810000" y="2640013"/>
              <a:ext cx="3400425" cy="1703387"/>
              <a:chOff x="2507" y="1888"/>
              <a:chExt cx="2142" cy="1073"/>
            </a:xfrm>
          </p:grpSpPr>
          <p:sp>
            <p:nvSpPr>
              <p:cNvPr id="34920" name="Text Box 86">
                <a:extLst>
                  <a:ext uri="{FF2B5EF4-FFF2-40B4-BE49-F238E27FC236}">
                    <a16:creationId xmlns:a16="http://schemas.microsoft.com/office/drawing/2014/main" id="{9F07AF57-FBB4-41BB-996A-8A5CD6761B78}"/>
                  </a:ext>
                </a:extLst>
              </p:cNvPr>
              <p:cNvSpPr txBox="1">
                <a:spLocks noChangeArrowheads="1"/>
              </p:cNvSpPr>
              <p:nvPr/>
            </p:nvSpPr>
            <p:spPr bwMode="auto">
              <a:xfrm>
                <a:off x="2508" y="2041"/>
                <a:ext cx="288" cy="263"/>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4921" name="Rectangle 80">
                <a:extLst>
                  <a:ext uri="{FF2B5EF4-FFF2-40B4-BE49-F238E27FC236}">
                    <a16:creationId xmlns:a16="http://schemas.microsoft.com/office/drawing/2014/main" id="{0572540F-37A8-49FA-8FE0-E6E754668D6E}"/>
                  </a:ext>
                </a:extLst>
              </p:cNvPr>
              <p:cNvSpPr>
                <a:spLocks noChangeArrowheads="1"/>
              </p:cNvSpPr>
              <p:nvPr/>
            </p:nvSpPr>
            <p:spPr bwMode="auto">
              <a:xfrm>
                <a:off x="2892" y="2216"/>
                <a:ext cx="1677" cy="738"/>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sz="1600" dirty="0">
                  <a:solidFill>
                    <a:schemeClr val="bg1"/>
                  </a:solidFill>
                  <a:cs typeface="Arial" charset="0"/>
                </a:endParaRPr>
              </a:p>
            </p:txBody>
          </p:sp>
          <p:sp>
            <p:nvSpPr>
              <p:cNvPr id="34922" name="Line 81">
                <a:extLst>
                  <a:ext uri="{FF2B5EF4-FFF2-40B4-BE49-F238E27FC236}">
                    <a16:creationId xmlns:a16="http://schemas.microsoft.com/office/drawing/2014/main" id="{5480BB9A-80A1-4DE3-AC7E-87BA2E08272A}"/>
                  </a:ext>
                </a:extLst>
              </p:cNvPr>
              <p:cNvSpPr>
                <a:spLocks noChangeShapeType="1"/>
              </p:cNvSpPr>
              <p:nvPr/>
            </p:nvSpPr>
            <p:spPr bwMode="auto">
              <a:xfrm>
                <a:off x="3723" y="2216"/>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23" name="Line 82">
                <a:extLst>
                  <a:ext uri="{FF2B5EF4-FFF2-40B4-BE49-F238E27FC236}">
                    <a16:creationId xmlns:a16="http://schemas.microsoft.com/office/drawing/2014/main" id="{0ED10766-0461-4C45-801B-5D22705D0E67}"/>
                  </a:ext>
                </a:extLst>
              </p:cNvPr>
              <p:cNvSpPr>
                <a:spLocks noChangeShapeType="1"/>
              </p:cNvSpPr>
              <p:nvPr/>
            </p:nvSpPr>
            <p:spPr bwMode="auto">
              <a:xfrm>
                <a:off x="3292" y="2216"/>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24" name="Line 83">
                <a:extLst>
                  <a:ext uri="{FF2B5EF4-FFF2-40B4-BE49-F238E27FC236}">
                    <a16:creationId xmlns:a16="http://schemas.microsoft.com/office/drawing/2014/main" id="{3F11B341-9F71-45F4-919F-CCC1275FC023}"/>
                  </a:ext>
                </a:extLst>
              </p:cNvPr>
              <p:cNvSpPr>
                <a:spLocks noChangeShapeType="1"/>
              </p:cNvSpPr>
              <p:nvPr/>
            </p:nvSpPr>
            <p:spPr bwMode="auto">
              <a:xfrm>
                <a:off x="4139" y="2224"/>
                <a:ext cx="0" cy="73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25" name="Line 84">
                <a:extLst>
                  <a:ext uri="{FF2B5EF4-FFF2-40B4-BE49-F238E27FC236}">
                    <a16:creationId xmlns:a16="http://schemas.microsoft.com/office/drawing/2014/main" id="{A5C68D40-0F2C-4A01-8E03-F42B35CFFB9D}"/>
                  </a:ext>
                </a:extLst>
              </p:cNvPr>
              <p:cNvSpPr>
                <a:spLocks noChangeShapeType="1"/>
              </p:cNvSpPr>
              <p:nvPr/>
            </p:nvSpPr>
            <p:spPr bwMode="auto">
              <a:xfrm>
                <a:off x="2892" y="2568"/>
                <a:ext cx="1677"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26" name="Line 85">
                <a:extLst>
                  <a:ext uri="{FF2B5EF4-FFF2-40B4-BE49-F238E27FC236}">
                    <a16:creationId xmlns:a16="http://schemas.microsoft.com/office/drawing/2014/main" id="{78C9CD4F-ED59-4F75-B51E-1B9426E0EFFE}"/>
                  </a:ext>
                </a:extLst>
              </p:cNvPr>
              <p:cNvSpPr>
                <a:spLocks noChangeShapeType="1"/>
              </p:cNvSpPr>
              <p:nvPr/>
            </p:nvSpPr>
            <p:spPr bwMode="auto">
              <a:xfrm>
                <a:off x="2651" y="1992"/>
                <a:ext cx="240" cy="239"/>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27" name="Text Box 87">
                <a:extLst>
                  <a:ext uri="{FF2B5EF4-FFF2-40B4-BE49-F238E27FC236}">
                    <a16:creationId xmlns:a16="http://schemas.microsoft.com/office/drawing/2014/main" id="{6F9B749F-0C3E-479E-A359-8104B1D4BC8C}"/>
                  </a:ext>
                </a:extLst>
              </p:cNvPr>
              <p:cNvSpPr txBox="1">
                <a:spLocks noChangeArrowheads="1"/>
              </p:cNvSpPr>
              <p:nvPr/>
            </p:nvSpPr>
            <p:spPr bwMode="auto">
              <a:xfrm>
                <a:off x="2683" y="1888"/>
                <a:ext cx="424"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34928" name="Text Box 88">
                <a:extLst>
                  <a:ext uri="{FF2B5EF4-FFF2-40B4-BE49-F238E27FC236}">
                    <a16:creationId xmlns:a16="http://schemas.microsoft.com/office/drawing/2014/main" id="{8443588B-5847-4816-8E8C-B8562A8BBC40}"/>
                  </a:ext>
                </a:extLst>
              </p:cNvPr>
              <p:cNvSpPr txBox="1">
                <a:spLocks noChangeArrowheads="1"/>
              </p:cNvSpPr>
              <p:nvPr/>
            </p:nvSpPr>
            <p:spPr bwMode="auto">
              <a:xfrm>
                <a:off x="2947" y="2006"/>
                <a:ext cx="338"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929" name="Text Box 89">
                <a:extLst>
                  <a:ext uri="{FF2B5EF4-FFF2-40B4-BE49-F238E27FC236}">
                    <a16:creationId xmlns:a16="http://schemas.microsoft.com/office/drawing/2014/main" id="{2069B71C-F2F6-4517-9D7D-C2E0722DB2C7}"/>
                  </a:ext>
                </a:extLst>
              </p:cNvPr>
              <p:cNvSpPr txBox="1">
                <a:spLocks noChangeArrowheads="1"/>
              </p:cNvSpPr>
              <p:nvPr/>
            </p:nvSpPr>
            <p:spPr bwMode="auto">
              <a:xfrm>
                <a:off x="3315" y="1999"/>
                <a:ext cx="335"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34930" name="Text Box 90">
                <a:extLst>
                  <a:ext uri="{FF2B5EF4-FFF2-40B4-BE49-F238E27FC236}">
                    <a16:creationId xmlns:a16="http://schemas.microsoft.com/office/drawing/2014/main" id="{FC57500D-120A-4458-B3BA-BDFBEB3ECD3A}"/>
                  </a:ext>
                </a:extLst>
              </p:cNvPr>
              <p:cNvSpPr txBox="1">
                <a:spLocks noChangeArrowheads="1"/>
              </p:cNvSpPr>
              <p:nvPr/>
            </p:nvSpPr>
            <p:spPr bwMode="auto">
              <a:xfrm>
                <a:off x="3747" y="2006"/>
                <a:ext cx="337"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34931" name="Text Box 91">
                <a:extLst>
                  <a:ext uri="{FF2B5EF4-FFF2-40B4-BE49-F238E27FC236}">
                    <a16:creationId xmlns:a16="http://schemas.microsoft.com/office/drawing/2014/main" id="{95471FD9-A5C6-4E67-97F9-20FF8CCB01B7}"/>
                  </a:ext>
                </a:extLst>
              </p:cNvPr>
              <p:cNvSpPr txBox="1">
                <a:spLocks noChangeArrowheads="1"/>
              </p:cNvSpPr>
              <p:nvPr/>
            </p:nvSpPr>
            <p:spPr bwMode="auto">
              <a:xfrm>
                <a:off x="4179" y="2006"/>
                <a:ext cx="339"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34932" name="Text Box 92">
                <a:extLst>
                  <a:ext uri="{FF2B5EF4-FFF2-40B4-BE49-F238E27FC236}">
                    <a16:creationId xmlns:a16="http://schemas.microsoft.com/office/drawing/2014/main" id="{6C93EBF9-97FF-447C-BB29-8A940222EDCB}"/>
                  </a:ext>
                </a:extLst>
              </p:cNvPr>
              <p:cNvSpPr txBox="1">
                <a:spLocks noChangeArrowheads="1"/>
              </p:cNvSpPr>
              <p:nvPr/>
            </p:nvSpPr>
            <p:spPr bwMode="auto">
              <a:xfrm>
                <a:off x="2628" y="2270"/>
                <a:ext cx="334"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34933" name="Text Box 93">
                <a:extLst>
                  <a:ext uri="{FF2B5EF4-FFF2-40B4-BE49-F238E27FC236}">
                    <a16:creationId xmlns:a16="http://schemas.microsoft.com/office/drawing/2014/main" id="{C1CC4669-53D6-45A2-A12B-D6A26E7D18BE}"/>
                  </a:ext>
                </a:extLst>
              </p:cNvPr>
              <p:cNvSpPr txBox="1">
                <a:spLocks noChangeArrowheads="1"/>
              </p:cNvSpPr>
              <p:nvPr/>
            </p:nvSpPr>
            <p:spPr bwMode="auto">
              <a:xfrm>
                <a:off x="2636" y="2630"/>
                <a:ext cx="256"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34934" name="Text Box 94">
                <a:extLst>
                  <a:ext uri="{FF2B5EF4-FFF2-40B4-BE49-F238E27FC236}">
                    <a16:creationId xmlns:a16="http://schemas.microsoft.com/office/drawing/2014/main" id="{58266115-C2B2-4604-9A26-7DA556918196}"/>
                  </a:ext>
                </a:extLst>
              </p:cNvPr>
              <p:cNvSpPr txBox="1">
                <a:spLocks noChangeArrowheads="1"/>
              </p:cNvSpPr>
              <p:nvPr/>
            </p:nvSpPr>
            <p:spPr bwMode="auto">
              <a:xfrm>
                <a:off x="2938" y="2252"/>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35" name="Text Box 95">
                <a:extLst>
                  <a:ext uri="{FF2B5EF4-FFF2-40B4-BE49-F238E27FC236}">
                    <a16:creationId xmlns:a16="http://schemas.microsoft.com/office/drawing/2014/main" id="{4C0D6DE9-68DC-4905-84D4-8F9B3D83B1A5}"/>
                  </a:ext>
                </a:extLst>
              </p:cNvPr>
              <p:cNvSpPr txBox="1">
                <a:spLocks noChangeArrowheads="1"/>
              </p:cNvSpPr>
              <p:nvPr/>
            </p:nvSpPr>
            <p:spPr bwMode="auto">
              <a:xfrm>
                <a:off x="3347" y="2252"/>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36" name="Text Box 96">
                <a:extLst>
                  <a:ext uri="{FF2B5EF4-FFF2-40B4-BE49-F238E27FC236}">
                    <a16:creationId xmlns:a16="http://schemas.microsoft.com/office/drawing/2014/main" id="{DBB18A82-D52B-4BB1-BC0A-C67CD6BA1207}"/>
                  </a:ext>
                </a:extLst>
              </p:cNvPr>
              <p:cNvSpPr txBox="1">
                <a:spLocks noChangeArrowheads="1"/>
              </p:cNvSpPr>
              <p:nvPr/>
            </p:nvSpPr>
            <p:spPr bwMode="auto">
              <a:xfrm>
                <a:off x="3777" y="2252"/>
                <a:ext cx="316"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37" name="Text Box 97">
                <a:extLst>
                  <a:ext uri="{FF2B5EF4-FFF2-40B4-BE49-F238E27FC236}">
                    <a16:creationId xmlns:a16="http://schemas.microsoft.com/office/drawing/2014/main" id="{5C7B19EC-8B49-4BB1-B3BC-AB7BCD0B50AA}"/>
                  </a:ext>
                </a:extLst>
              </p:cNvPr>
              <p:cNvSpPr txBox="1">
                <a:spLocks noChangeArrowheads="1"/>
              </p:cNvSpPr>
              <p:nvPr/>
            </p:nvSpPr>
            <p:spPr bwMode="auto">
              <a:xfrm>
                <a:off x="4163" y="2252"/>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38" name="Text Box 98">
                <a:extLst>
                  <a:ext uri="{FF2B5EF4-FFF2-40B4-BE49-F238E27FC236}">
                    <a16:creationId xmlns:a16="http://schemas.microsoft.com/office/drawing/2014/main" id="{D87D78A2-7A2A-4E1C-80B0-3F8BF968E5F3}"/>
                  </a:ext>
                </a:extLst>
              </p:cNvPr>
              <p:cNvSpPr txBox="1">
                <a:spLocks noChangeArrowheads="1"/>
              </p:cNvSpPr>
              <p:nvPr/>
            </p:nvSpPr>
            <p:spPr bwMode="auto">
              <a:xfrm>
                <a:off x="2938" y="2614"/>
                <a:ext cx="318" cy="264"/>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1</a:t>
                </a:r>
              </a:p>
            </p:txBody>
          </p:sp>
          <p:sp>
            <p:nvSpPr>
              <p:cNvPr id="34939" name="Text Box 99">
                <a:extLst>
                  <a:ext uri="{FF2B5EF4-FFF2-40B4-BE49-F238E27FC236}">
                    <a16:creationId xmlns:a16="http://schemas.microsoft.com/office/drawing/2014/main" id="{7B283565-E41B-46C9-8926-4F7ED23BCFD0}"/>
                  </a:ext>
                </a:extLst>
              </p:cNvPr>
              <p:cNvSpPr txBox="1">
                <a:spLocks noChangeArrowheads="1"/>
              </p:cNvSpPr>
              <p:nvPr/>
            </p:nvSpPr>
            <p:spPr bwMode="auto">
              <a:xfrm>
                <a:off x="3347" y="2614"/>
                <a:ext cx="318" cy="264"/>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40" name="Text Box 100">
                <a:extLst>
                  <a:ext uri="{FF2B5EF4-FFF2-40B4-BE49-F238E27FC236}">
                    <a16:creationId xmlns:a16="http://schemas.microsoft.com/office/drawing/2014/main" id="{48E57769-7854-4629-98E4-4300BA4D47C8}"/>
                  </a:ext>
                </a:extLst>
              </p:cNvPr>
              <p:cNvSpPr txBox="1">
                <a:spLocks noChangeArrowheads="1"/>
              </p:cNvSpPr>
              <p:nvPr/>
            </p:nvSpPr>
            <p:spPr bwMode="auto">
              <a:xfrm>
                <a:off x="3771" y="2614"/>
                <a:ext cx="318" cy="264"/>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41" name="Text Box 101">
                <a:extLst>
                  <a:ext uri="{FF2B5EF4-FFF2-40B4-BE49-F238E27FC236}">
                    <a16:creationId xmlns:a16="http://schemas.microsoft.com/office/drawing/2014/main" id="{681390F7-BECC-456F-9026-844A19E1A17B}"/>
                  </a:ext>
                </a:extLst>
              </p:cNvPr>
              <p:cNvSpPr txBox="1">
                <a:spLocks noChangeArrowheads="1"/>
              </p:cNvSpPr>
              <p:nvPr/>
            </p:nvSpPr>
            <p:spPr bwMode="auto">
              <a:xfrm>
                <a:off x="4163" y="2614"/>
                <a:ext cx="318" cy="264"/>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42" name="AutoShape 102">
                <a:extLst>
                  <a:ext uri="{FF2B5EF4-FFF2-40B4-BE49-F238E27FC236}">
                    <a16:creationId xmlns:a16="http://schemas.microsoft.com/office/drawing/2014/main" id="{FF93B970-5D02-4D01-9574-1B893DE9AAC7}"/>
                  </a:ext>
                </a:extLst>
              </p:cNvPr>
              <p:cNvSpPr>
                <a:spLocks/>
              </p:cNvSpPr>
              <p:nvPr/>
            </p:nvSpPr>
            <p:spPr bwMode="auto">
              <a:xfrm rot="10800000" flipH="1">
                <a:off x="4241" y="2614"/>
                <a:ext cx="408" cy="273"/>
              </a:xfrm>
              <a:prstGeom prst="leftBracket">
                <a:avLst>
                  <a:gd name="adj" fmla="val 8333"/>
                </a:avLst>
              </a:prstGeom>
              <a:noFill/>
              <a:ln w="25400">
                <a:solidFill>
                  <a:schemeClr val="tx1"/>
                </a:solidFill>
                <a:round/>
                <a:headEnd/>
                <a:tailEnd/>
              </a:ln>
            </p:spPr>
            <p:txBody>
              <a:bodyPr wrap="none" anchor="ctr"/>
              <a:lstStyle/>
              <a:p>
                <a:pPr eaLnBrk="1" hangingPunct="1">
                  <a:defRPr/>
                </a:pPr>
                <a:endParaRPr lang="en-US" sz="1600" dirty="0">
                  <a:cs typeface="Arial" charset="0"/>
                </a:endParaRPr>
              </a:p>
            </p:txBody>
          </p:sp>
          <p:sp>
            <p:nvSpPr>
              <p:cNvPr id="34943" name="AutoShape 103">
                <a:extLst>
                  <a:ext uri="{FF2B5EF4-FFF2-40B4-BE49-F238E27FC236}">
                    <a16:creationId xmlns:a16="http://schemas.microsoft.com/office/drawing/2014/main" id="{095FF9BC-E699-40CF-9C8F-77A8C4C1C9C3}"/>
                  </a:ext>
                </a:extLst>
              </p:cNvPr>
              <p:cNvSpPr>
                <a:spLocks/>
              </p:cNvSpPr>
              <p:nvPr/>
            </p:nvSpPr>
            <p:spPr bwMode="auto">
              <a:xfrm flipH="1">
                <a:off x="2744" y="2614"/>
                <a:ext cx="453" cy="273"/>
              </a:xfrm>
              <a:prstGeom prst="leftBracket">
                <a:avLst>
                  <a:gd name="adj" fmla="val 8333"/>
                </a:avLst>
              </a:prstGeom>
              <a:noFill/>
              <a:ln w="25400">
                <a:solidFill>
                  <a:schemeClr val="tx1"/>
                </a:solidFill>
                <a:round/>
                <a:headEnd/>
                <a:tailEnd/>
              </a:ln>
            </p:spPr>
            <p:txBody>
              <a:bodyPr wrap="none" anchor="ctr"/>
              <a:lstStyle/>
              <a:p>
                <a:pPr eaLnBrk="1" hangingPunct="1">
                  <a:defRPr/>
                </a:pPr>
                <a:endParaRPr lang="en-US" sz="1600" dirty="0">
                  <a:solidFill>
                    <a:schemeClr val="bg1"/>
                  </a:solidFill>
                  <a:cs typeface="Arial" charset="0"/>
                </a:endParaRPr>
              </a:p>
            </p:txBody>
          </p:sp>
        </p:grpSp>
        <p:sp>
          <p:nvSpPr>
            <p:cNvPr id="4" name="Text Box 104">
              <a:extLst>
                <a:ext uri="{FF2B5EF4-FFF2-40B4-BE49-F238E27FC236}">
                  <a16:creationId xmlns:a16="http://schemas.microsoft.com/office/drawing/2014/main" id="{FF96A0B9-E3DF-42FD-8D0C-3922ACE047C8}"/>
                </a:ext>
              </a:extLst>
            </p:cNvPr>
            <p:cNvSpPr txBox="1">
              <a:spLocks noChangeArrowheads="1"/>
            </p:cNvSpPr>
            <p:nvPr/>
          </p:nvSpPr>
          <p:spPr bwMode="auto">
            <a:xfrm>
              <a:off x="3242376" y="2740785"/>
              <a:ext cx="719553" cy="419260"/>
            </a:xfrm>
            <a:prstGeom prst="rect">
              <a:avLst/>
            </a:prstGeom>
            <a:noFill/>
            <a:ln w="9525">
              <a:noFill/>
              <a:miter lim="800000"/>
              <a:headEnd/>
              <a:tailEnd/>
            </a:ln>
          </p:spPr>
          <p:txBody>
            <a:bodyPr>
              <a:spAutoFit/>
            </a:bodyPr>
            <a:lstStyle/>
            <a:p>
              <a:pPr eaLnBrk="1" hangingPunct="1">
                <a:spcBef>
                  <a:spcPct val="50000"/>
                </a:spcBef>
                <a:defRPr/>
              </a:pPr>
              <a:r>
                <a:rPr lang="en-US" sz="1600" dirty="0">
                  <a:solidFill>
                    <a:srgbClr val="FF0000"/>
                  </a:solidFill>
                  <a:cs typeface="Arial" charset="0"/>
                </a:rPr>
                <a:t>R1</a:t>
              </a:r>
              <a:endParaRPr lang="ru-RU" sz="1600" dirty="0">
                <a:solidFill>
                  <a:srgbClr val="FF0000"/>
                </a:solidFill>
                <a:cs typeface="Arial" charset="0"/>
              </a:endParaRPr>
            </a:p>
          </p:txBody>
        </p:sp>
        <p:grpSp>
          <p:nvGrpSpPr>
            <p:cNvPr id="48178" name="Group 156">
              <a:extLst>
                <a:ext uri="{FF2B5EF4-FFF2-40B4-BE49-F238E27FC236}">
                  <a16:creationId xmlns:a16="http://schemas.microsoft.com/office/drawing/2014/main" id="{862627E2-D29F-87E9-3FA7-46BDAC4ED2B1}"/>
                </a:ext>
              </a:extLst>
            </p:cNvPr>
            <p:cNvGrpSpPr>
              <a:grpSpLocks/>
            </p:cNvGrpSpPr>
            <p:nvPr/>
          </p:nvGrpSpPr>
          <p:grpSpPr bwMode="auto">
            <a:xfrm>
              <a:off x="304800" y="2819400"/>
              <a:ext cx="3275013" cy="1703388"/>
              <a:chOff x="68" y="1888"/>
              <a:chExt cx="2063" cy="1073"/>
            </a:xfrm>
          </p:grpSpPr>
          <p:sp>
            <p:nvSpPr>
              <p:cNvPr id="34897" name="Rectangle 106">
                <a:extLst>
                  <a:ext uri="{FF2B5EF4-FFF2-40B4-BE49-F238E27FC236}">
                    <a16:creationId xmlns:a16="http://schemas.microsoft.com/office/drawing/2014/main" id="{A43B54B7-1181-43A5-BCEE-489B7EEDADD5}"/>
                  </a:ext>
                </a:extLst>
              </p:cNvPr>
              <p:cNvSpPr>
                <a:spLocks noChangeArrowheads="1"/>
              </p:cNvSpPr>
              <p:nvPr/>
            </p:nvSpPr>
            <p:spPr bwMode="auto">
              <a:xfrm>
                <a:off x="452" y="2215"/>
                <a:ext cx="1679" cy="737"/>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sz="1600" dirty="0">
                  <a:cs typeface="Arial" charset="0"/>
                </a:endParaRPr>
              </a:p>
            </p:txBody>
          </p:sp>
          <p:sp>
            <p:nvSpPr>
              <p:cNvPr id="34898" name="Line 107">
                <a:extLst>
                  <a:ext uri="{FF2B5EF4-FFF2-40B4-BE49-F238E27FC236}">
                    <a16:creationId xmlns:a16="http://schemas.microsoft.com/office/drawing/2014/main" id="{E63CB0A7-817E-47EB-B100-F0B6C27A7942}"/>
                  </a:ext>
                </a:extLst>
              </p:cNvPr>
              <p:cNvSpPr>
                <a:spLocks noChangeShapeType="1"/>
              </p:cNvSpPr>
              <p:nvPr/>
            </p:nvSpPr>
            <p:spPr bwMode="auto">
              <a:xfrm>
                <a:off x="1284" y="2215"/>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99" name="Line 108">
                <a:extLst>
                  <a:ext uri="{FF2B5EF4-FFF2-40B4-BE49-F238E27FC236}">
                    <a16:creationId xmlns:a16="http://schemas.microsoft.com/office/drawing/2014/main" id="{961D8337-EFEC-4CDD-BD09-729C33BAAEA3}"/>
                  </a:ext>
                </a:extLst>
              </p:cNvPr>
              <p:cNvSpPr>
                <a:spLocks noChangeShapeType="1"/>
              </p:cNvSpPr>
              <p:nvPr/>
            </p:nvSpPr>
            <p:spPr bwMode="auto">
              <a:xfrm>
                <a:off x="852" y="2215"/>
                <a:ext cx="0" cy="73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00" name="Line 109">
                <a:extLst>
                  <a:ext uri="{FF2B5EF4-FFF2-40B4-BE49-F238E27FC236}">
                    <a16:creationId xmlns:a16="http://schemas.microsoft.com/office/drawing/2014/main" id="{22606BF3-5F22-42FC-B99B-A78AF3FA1341}"/>
                  </a:ext>
                </a:extLst>
              </p:cNvPr>
              <p:cNvSpPr>
                <a:spLocks noChangeShapeType="1"/>
              </p:cNvSpPr>
              <p:nvPr/>
            </p:nvSpPr>
            <p:spPr bwMode="auto">
              <a:xfrm>
                <a:off x="1702" y="2224"/>
                <a:ext cx="0" cy="73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01" name="Line 110">
                <a:extLst>
                  <a:ext uri="{FF2B5EF4-FFF2-40B4-BE49-F238E27FC236}">
                    <a16:creationId xmlns:a16="http://schemas.microsoft.com/office/drawing/2014/main" id="{DC19AC06-42EC-423B-8D79-5890C6BD4390}"/>
                  </a:ext>
                </a:extLst>
              </p:cNvPr>
              <p:cNvSpPr>
                <a:spLocks noChangeShapeType="1"/>
              </p:cNvSpPr>
              <p:nvPr/>
            </p:nvSpPr>
            <p:spPr bwMode="auto">
              <a:xfrm>
                <a:off x="452" y="2568"/>
                <a:ext cx="1679"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02" name="Line 111">
                <a:extLst>
                  <a:ext uri="{FF2B5EF4-FFF2-40B4-BE49-F238E27FC236}">
                    <a16:creationId xmlns:a16="http://schemas.microsoft.com/office/drawing/2014/main" id="{6C9E860D-FFDF-435C-BD32-519B2E7B0719}"/>
                  </a:ext>
                </a:extLst>
              </p:cNvPr>
              <p:cNvSpPr>
                <a:spLocks noChangeShapeType="1"/>
              </p:cNvSpPr>
              <p:nvPr/>
            </p:nvSpPr>
            <p:spPr bwMode="auto">
              <a:xfrm>
                <a:off x="212" y="1992"/>
                <a:ext cx="240" cy="239"/>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903" name="Text Box 112">
                <a:extLst>
                  <a:ext uri="{FF2B5EF4-FFF2-40B4-BE49-F238E27FC236}">
                    <a16:creationId xmlns:a16="http://schemas.microsoft.com/office/drawing/2014/main" id="{28EB95EA-BDB6-4C58-B502-FB9B80FBB445}"/>
                  </a:ext>
                </a:extLst>
              </p:cNvPr>
              <p:cNvSpPr txBox="1">
                <a:spLocks noChangeArrowheads="1"/>
              </p:cNvSpPr>
              <p:nvPr/>
            </p:nvSpPr>
            <p:spPr bwMode="auto">
              <a:xfrm>
                <a:off x="68" y="2041"/>
                <a:ext cx="288" cy="263"/>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4904" name="Text Box 113">
                <a:extLst>
                  <a:ext uri="{FF2B5EF4-FFF2-40B4-BE49-F238E27FC236}">
                    <a16:creationId xmlns:a16="http://schemas.microsoft.com/office/drawing/2014/main" id="{DD35876D-7883-4695-86E9-DFCA81878FB0}"/>
                  </a:ext>
                </a:extLst>
              </p:cNvPr>
              <p:cNvSpPr txBox="1">
                <a:spLocks noChangeArrowheads="1"/>
              </p:cNvSpPr>
              <p:nvPr/>
            </p:nvSpPr>
            <p:spPr bwMode="auto">
              <a:xfrm>
                <a:off x="244" y="1888"/>
                <a:ext cx="426"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34905" name="Text Box 114">
                <a:extLst>
                  <a:ext uri="{FF2B5EF4-FFF2-40B4-BE49-F238E27FC236}">
                    <a16:creationId xmlns:a16="http://schemas.microsoft.com/office/drawing/2014/main" id="{305A46AC-EC44-4378-A588-93A22C714911}"/>
                  </a:ext>
                </a:extLst>
              </p:cNvPr>
              <p:cNvSpPr txBox="1">
                <a:spLocks noChangeArrowheads="1"/>
              </p:cNvSpPr>
              <p:nvPr/>
            </p:nvSpPr>
            <p:spPr bwMode="auto">
              <a:xfrm>
                <a:off x="508" y="2006"/>
                <a:ext cx="341"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906" name="Text Box 115">
                <a:extLst>
                  <a:ext uri="{FF2B5EF4-FFF2-40B4-BE49-F238E27FC236}">
                    <a16:creationId xmlns:a16="http://schemas.microsoft.com/office/drawing/2014/main" id="{24E621B6-66BD-4500-83F9-D338A70E0B03}"/>
                  </a:ext>
                </a:extLst>
              </p:cNvPr>
              <p:cNvSpPr txBox="1">
                <a:spLocks noChangeArrowheads="1"/>
              </p:cNvSpPr>
              <p:nvPr/>
            </p:nvSpPr>
            <p:spPr bwMode="auto">
              <a:xfrm>
                <a:off x="876" y="1998"/>
                <a:ext cx="340"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34907" name="Text Box 116">
                <a:extLst>
                  <a:ext uri="{FF2B5EF4-FFF2-40B4-BE49-F238E27FC236}">
                    <a16:creationId xmlns:a16="http://schemas.microsoft.com/office/drawing/2014/main" id="{8F45ACEF-A6AE-4B1D-BE7D-51EBB1E145DE}"/>
                  </a:ext>
                </a:extLst>
              </p:cNvPr>
              <p:cNvSpPr txBox="1">
                <a:spLocks noChangeArrowheads="1"/>
              </p:cNvSpPr>
              <p:nvPr/>
            </p:nvSpPr>
            <p:spPr bwMode="auto">
              <a:xfrm>
                <a:off x="1309" y="2006"/>
                <a:ext cx="334"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34908" name="Text Box 117">
                <a:extLst>
                  <a:ext uri="{FF2B5EF4-FFF2-40B4-BE49-F238E27FC236}">
                    <a16:creationId xmlns:a16="http://schemas.microsoft.com/office/drawing/2014/main" id="{EC34A230-A359-4CD9-9C6C-5D4072580921}"/>
                  </a:ext>
                </a:extLst>
              </p:cNvPr>
              <p:cNvSpPr txBox="1">
                <a:spLocks noChangeArrowheads="1"/>
              </p:cNvSpPr>
              <p:nvPr/>
            </p:nvSpPr>
            <p:spPr bwMode="auto">
              <a:xfrm>
                <a:off x="1739" y="2006"/>
                <a:ext cx="337"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34909" name="Text Box 118">
                <a:extLst>
                  <a:ext uri="{FF2B5EF4-FFF2-40B4-BE49-F238E27FC236}">
                    <a16:creationId xmlns:a16="http://schemas.microsoft.com/office/drawing/2014/main" id="{B174BF49-7A8E-480E-947F-9679CBD54A7A}"/>
                  </a:ext>
                </a:extLst>
              </p:cNvPr>
              <p:cNvSpPr txBox="1">
                <a:spLocks noChangeArrowheads="1"/>
              </p:cNvSpPr>
              <p:nvPr/>
            </p:nvSpPr>
            <p:spPr bwMode="auto">
              <a:xfrm>
                <a:off x="188" y="2270"/>
                <a:ext cx="337"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34910" name="Text Box 119">
                <a:extLst>
                  <a:ext uri="{FF2B5EF4-FFF2-40B4-BE49-F238E27FC236}">
                    <a16:creationId xmlns:a16="http://schemas.microsoft.com/office/drawing/2014/main" id="{4FED895B-BFC8-43CA-AD89-F42734F27E38}"/>
                  </a:ext>
                </a:extLst>
              </p:cNvPr>
              <p:cNvSpPr txBox="1">
                <a:spLocks noChangeArrowheads="1"/>
              </p:cNvSpPr>
              <p:nvPr/>
            </p:nvSpPr>
            <p:spPr bwMode="auto">
              <a:xfrm>
                <a:off x="196" y="2630"/>
                <a:ext cx="256" cy="26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34911" name="Text Box 120">
                <a:extLst>
                  <a:ext uri="{FF2B5EF4-FFF2-40B4-BE49-F238E27FC236}">
                    <a16:creationId xmlns:a16="http://schemas.microsoft.com/office/drawing/2014/main" id="{56D01441-EF4B-4DAC-9990-C4B7C6C62412}"/>
                  </a:ext>
                </a:extLst>
              </p:cNvPr>
              <p:cNvSpPr txBox="1">
                <a:spLocks noChangeArrowheads="1"/>
              </p:cNvSpPr>
              <p:nvPr/>
            </p:nvSpPr>
            <p:spPr bwMode="auto">
              <a:xfrm>
                <a:off x="499" y="2278"/>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12" name="Text Box 121">
                <a:extLst>
                  <a:ext uri="{FF2B5EF4-FFF2-40B4-BE49-F238E27FC236}">
                    <a16:creationId xmlns:a16="http://schemas.microsoft.com/office/drawing/2014/main" id="{798E9C37-F9F7-45BD-8438-1A9A28CAAC2C}"/>
                  </a:ext>
                </a:extLst>
              </p:cNvPr>
              <p:cNvSpPr txBox="1">
                <a:spLocks noChangeArrowheads="1"/>
              </p:cNvSpPr>
              <p:nvPr/>
            </p:nvSpPr>
            <p:spPr bwMode="auto">
              <a:xfrm>
                <a:off x="909" y="2278"/>
                <a:ext cx="317"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13" name="Text Box 122">
                <a:extLst>
                  <a:ext uri="{FF2B5EF4-FFF2-40B4-BE49-F238E27FC236}">
                    <a16:creationId xmlns:a16="http://schemas.microsoft.com/office/drawing/2014/main" id="{1A027CFE-CE84-4366-A135-07D1CBD66F81}"/>
                  </a:ext>
                </a:extLst>
              </p:cNvPr>
              <p:cNvSpPr txBox="1">
                <a:spLocks noChangeArrowheads="1"/>
              </p:cNvSpPr>
              <p:nvPr/>
            </p:nvSpPr>
            <p:spPr bwMode="auto">
              <a:xfrm>
                <a:off x="1337" y="2278"/>
                <a:ext cx="317"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14" name="Text Box 123">
                <a:extLst>
                  <a:ext uri="{FF2B5EF4-FFF2-40B4-BE49-F238E27FC236}">
                    <a16:creationId xmlns:a16="http://schemas.microsoft.com/office/drawing/2014/main" id="{AAD9FEFF-BA5D-4DD9-8E6F-CF06629E3F93}"/>
                  </a:ext>
                </a:extLst>
              </p:cNvPr>
              <p:cNvSpPr txBox="1">
                <a:spLocks noChangeArrowheads="1"/>
              </p:cNvSpPr>
              <p:nvPr/>
            </p:nvSpPr>
            <p:spPr bwMode="auto">
              <a:xfrm>
                <a:off x="1727" y="2278"/>
                <a:ext cx="315"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15" name="Text Box 124">
                <a:extLst>
                  <a:ext uri="{FF2B5EF4-FFF2-40B4-BE49-F238E27FC236}">
                    <a16:creationId xmlns:a16="http://schemas.microsoft.com/office/drawing/2014/main" id="{1FCF1015-8F8F-432C-886B-5D45A2B57DEF}"/>
                  </a:ext>
                </a:extLst>
              </p:cNvPr>
              <p:cNvSpPr txBox="1">
                <a:spLocks noChangeArrowheads="1"/>
              </p:cNvSpPr>
              <p:nvPr/>
            </p:nvSpPr>
            <p:spPr bwMode="auto">
              <a:xfrm>
                <a:off x="499" y="2612"/>
                <a:ext cx="318"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16" name="Text Box 125">
                <a:extLst>
                  <a:ext uri="{FF2B5EF4-FFF2-40B4-BE49-F238E27FC236}">
                    <a16:creationId xmlns:a16="http://schemas.microsoft.com/office/drawing/2014/main" id="{7526B0B6-46DF-45BF-8355-5A7D4B507A92}"/>
                  </a:ext>
                </a:extLst>
              </p:cNvPr>
              <p:cNvSpPr txBox="1">
                <a:spLocks noChangeArrowheads="1"/>
              </p:cNvSpPr>
              <p:nvPr/>
            </p:nvSpPr>
            <p:spPr bwMode="auto">
              <a:xfrm>
                <a:off x="909" y="2612"/>
                <a:ext cx="317"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a:t>
                </a:r>
              </a:p>
            </p:txBody>
          </p:sp>
          <p:sp>
            <p:nvSpPr>
              <p:cNvPr id="34917" name="Text Box 126">
                <a:extLst>
                  <a:ext uri="{FF2B5EF4-FFF2-40B4-BE49-F238E27FC236}">
                    <a16:creationId xmlns:a16="http://schemas.microsoft.com/office/drawing/2014/main" id="{1A12ADE1-9DD3-4259-B222-F795405B4C85}"/>
                  </a:ext>
                </a:extLst>
              </p:cNvPr>
              <p:cNvSpPr txBox="1">
                <a:spLocks noChangeArrowheads="1"/>
              </p:cNvSpPr>
              <p:nvPr/>
            </p:nvSpPr>
            <p:spPr bwMode="auto">
              <a:xfrm>
                <a:off x="1335" y="2612"/>
                <a:ext cx="316"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1</a:t>
                </a:r>
              </a:p>
            </p:txBody>
          </p:sp>
          <p:sp>
            <p:nvSpPr>
              <p:cNvPr id="34918" name="Text Box 127">
                <a:extLst>
                  <a:ext uri="{FF2B5EF4-FFF2-40B4-BE49-F238E27FC236}">
                    <a16:creationId xmlns:a16="http://schemas.microsoft.com/office/drawing/2014/main" id="{C8AF093E-BF97-4F73-9104-F8B5EF9BFAAE}"/>
                  </a:ext>
                </a:extLst>
              </p:cNvPr>
              <p:cNvSpPr txBox="1">
                <a:spLocks noChangeArrowheads="1"/>
              </p:cNvSpPr>
              <p:nvPr/>
            </p:nvSpPr>
            <p:spPr bwMode="auto">
              <a:xfrm>
                <a:off x="1727" y="2612"/>
                <a:ext cx="315" cy="263"/>
              </a:xfrm>
              <a:prstGeom prst="rect">
                <a:avLst/>
              </a:prstGeom>
              <a:noFill/>
              <a:ln w="25400">
                <a:noFill/>
                <a:miter lim="800000"/>
                <a:headEnd/>
                <a:tailEnd/>
              </a:ln>
            </p:spPr>
            <p:txBody>
              <a:bodyPr>
                <a:spAutoFit/>
              </a:bodyPr>
              <a:lstStyle/>
              <a:p>
                <a:pPr algn="ctr" eaLnBrk="1" hangingPunct="1">
                  <a:spcBef>
                    <a:spcPct val="50000"/>
                  </a:spcBef>
                  <a:defRPr/>
                </a:pPr>
                <a:r>
                  <a:rPr lang="en-US" sz="1600" dirty="0">
                    <a:solidFill>
                      <a:schemeClr val="bg1"/>
                    </a:solidFill>
                    <a:cs typeface="Arial" charset="0"/>
                  </a:rPr>
                  <a:t>0</a:t>
                </a:r>
              </a:p>
            </p:txBody>
          </p:sp>
          <p:sp>
            <p:nvSpPr>
              <p:cNvPr id="34919" name="AutoShape 128">
                <a:extLst>
                  <a:ext uri="{FF2B5EF4-FFF2-40B4-BE49-F238E27FC236}">
                    <a16:creationId xmlns:a16="http://schemas.microsoft.com/office/drawing/2014/main" id="{9886714D-479B-4730-86B3-61DE086E1264}"/>
                  </a:ext>
                </a:extLst>
              </p:cNvPr>
              <p:cNvSpPr>
                <a:spLocks noChangeArrowheads="1"/>
              </p:cNvSpPr>
              <p:nvPr/>
            </p:nvSpPr>
            <p:spPr bwMode="auto">
              <a:xfrm>
                <a:off x="977" y="2612"/>
                <a:ext cx="640" cy="279"/>
              </a:xfrm>
              <a:prstGeom prst="roundRect">
                <a:avLst>
                  <a:gd name="adj" fmla="val 16667"/>
                </a:avLst>
              </a:prstGeom>
              <a:noFill/>
              <a:ln w="25400">
                <a:solidFill>
                  <a:srgbClr val="0000FF"/>
                </a:solidFill>
                <a:round/>
                <a:headEnd/>
                <a:tailEnd/>
              </a:ln>
            </p:spPr>
            <p:txBody>
              <a:bodyPr wrap="none" anchor="ctr"/>
              <a:lstStyle/>
              <a:p>
                <a:pPr eaLnBrk="1" hangingPunct="1">
                  <a:defRPr/>
                </a:pPr>
                <a:endParaRPr lang="en-US" sz="1600" dirty="0">
                  <a:cs typeface="Arial" charset="0"/>
                </a:endParaRPr>
              </a:p>
            </p:txBody>
          </p:sp>
        </p:grpSp>
        <p:grpSp>
          <p:nvGrpSpPr>
            <p:cNvPr id="48179" name="Group 133">
              <a:extLst>
                <a:ext uri="{FF2B5EF4-FFF2-40B4-BE49-F238E27FC236}">
                  <a16:creationId xmlns:a16="http://schemas.microsoft.com/office/drawing/2014/main" id="{090D4CF1-CEC5-DA3E-390C-3C92F323D076}"/>
                </a:ext>
              </a:extLst>
            </p:cNvPr>
            <p:cNvGrpSpPr>
              <a:grpSpLocks/>
            </p:cNvGrpSpPr>
            <p:nvPr/>
          </p:nvGrpSpPr>
          <p:grpSpPr bwMode="auto">
            <a:xfrm>
              <a:off x="381000" y="4495800"/>
              <a:ext cx="3733800" cy="1703388"/>
              <a:chOff x="381000" y="4495800"/>
              <a:chExt cx="3733800" cy="1703388"/>
            </a:xfrm>
          </p:grpSpPr>
          <p:sp>
            <p:nvSpPr>
              <p:cNvPr id="34873" name="Rectangle 131">
                <a:extLst>
                  <a:ext uri="{FF2B5EF4-FFF2-40B4-BE49-F238E27FC236}">
                    <a16:creationId xmlns:a16="http://schemas.microsoft.com/office/drawing/2014/main" id="{5811088B-ED10-43F4-88FA-4FF3688957C6}"/>
                  </a:ext>
                </a:extLst>
              </p:cNvPr>
              <p:cNvSpPr>
                <a:spLocks noChangeArrowheads="1"/>
              </p:cNvSpPr>
              <p:nvPr/>
            </p:nvSpPr>
            <p:spPr bwMode="auto">
              <a:xfrm>
                <a:off x="990175" y="5016205"/>
                <a:ext cx="2667743" cy="1169204"/>
              </a:xfrm>
              <a:prstGeom prst="rect">
                <a:avLst/>
              </a:prstGeom>
              <a:solidFill>
                <a:schemeClr val="bg1">
                  <a:lumMod val="75000"/>
                </a:schemeClr>
              </a:solidFill>
              <a:ln w="25400">
                <a:solidFill>
                  <a:schemeClr val="tx1"/>
                </a:solidFill>
                <a:miter lim="800000"/>
                <a:headEnd/>
                <a:tailEnd/>
              </a:ln>
            </p:spPr>
            <p:txBody>
              <a:bodyPr wrap="none" anchor="ctr"/>
              <a:lstStyle/>
              <a:p>
                <a:pPr eaLnBrk="1" hangingPunct="1">
                  <a:defRPr/>
                </a:pPr>
                <a:endParaRPr lang="en-US" sz="1600" dirty="0">
                  <a:cs typeface="Arial" charset="0"/>
                </a:endParaRPr>
              </a:p>
            </p:txBody>
          </p:sp>
          <p:sp>
            <p:nvSpPr>
              <p:cNvPr id="34874" name="Line 132">
                <a:extLst>
                  <a:ext uri="{FF2B5EF4-FFF2-40B4-BE49-F238E27FC236}">
                    <a16:creationId xmlns:a16="http://schemas.microsoft.com/office/drawing/2014/main" id="{415864EE-D6FC-4920-99BF-2E32D012EBCB}"/>
                  </a:ext>
                </a:extLst>
              </p:cNvPr>
              <p:cNvSpPr>
                <a:spLocks noChangeShapeType="1"/>
              </p:cNvSpPr>
              <p:nvPr/>
            </p:nvSpPr>
            <p:spPr bwMode="auto">
              <a:xfrm>
                <a:off x="2310555" y="5016205"/>
                <a:ext cx="0" cy="1171173"/>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75" name="Line 133">
                <a:extLst>
                  <a:ext uri="{FF2B5EF4-FFF2-40B4-BE49-F238E27FC236}">
                    <a16:creationId xmlns:a16="http://schemas.microsoft.com/office/drawing/2014/main" id="{EF58FDCC-01D8-4A2C-B4ED-3FCF5C085EC1}"/>
                  </a:ext>
                </a:extLst>
              </p:cNvPr>
              <p:cNvSpPr>
                <a:spLocks noChangeShapeType="1"/>
              </p:cNvSpPr>
              <p:nvPr/>
            </p:nvSpPr>
            <p:spPr bwMode="auto">
              <a:xfrm>
                <a:off x="1625180" y="5016205"/>
                <a:ext cx="0" cy="1171173"/>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76" name="Line 134">
                <a:extLst>
                  <a:ext uri="{FF2B5EF4-FFF2-40B4-BE49-F238E27FC236}">
                    <a16:creationId xmlns:a16="http://schemas.microsoft.com/office/drawing/2014/main" id="{0EDD0E66-93E6-4D59-A9D7-2E3A83D8A98C}"/>
                  </a:ext>
                </a:extLst>
              </p:cNvPr>
              <p:cNvSpPr>
                <a:spLocks noChangeShapeType="1"/>
              </p:cNvSpPr>
              <p:nvPr/>
            </p:nvSpPr>
            <p:spPr bwMode="auto">
              <a:xfrm>
                <a:off x="2970744" y="5029984"/>
                <a:ext cx="0" cy="1169204"/>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77" name="Line 135">
                <a:extLst>
                  <a:ext uri="{FF2B5EF4-FFF2-40B4-BE49-F238E27FC236}">
                    <a16:creationId xmlns:a16="http://schemas.microsoft.com/office/drawing/2014/main" id="{7DC91111-317A-4DCF-848B-60687C598E1D}"/>
                  </a:ext>
                </a:extLst>
              </p:cNvPr>
              <p:cNvSpPr>
                <a:spLocks noChangeShapeType="1"/>
              </p:cNvSpPr>
              <p:nvPr/>
            </p:nvSpPr>
            <p:spPr bwMode="auto">
              <a:xfrm>
                <a:off x="990175" y="5575218"/>
                <a:ext cx="2667743"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78" name="Line 136">
                <a:extLst>
                  <a:ext uri="{FF2B5EF4-FFF2-40B4-BE49-F238E27FC236}">
                    <a16:creationId xmlns:a16="http://schemas.microsoft.com/office/drawing/2014/main" id="{99090E9D-AC16-405B-B2DE-E95CE61F0AAF}"/>
                  </a:ext>
                </a:extLst>
              </p:cNvPr>
              <p:cNvSpPr>
                <a:spLocks noChangeShapeType="1"/>
              </p:cNvSpPr>
              <p:nvPr/>
            </p:nvSpPr>
            <p:spPr bwMode="auto">
              <a:xfrm>
                <a:off x="608812" y="4661901"/>
                <a:ext cx="381363" cy="379893"/>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4879" name="Text Box 137">
                <a:extLst>
                  <a:ext uri="{FF2B5EF4-FFF2-40B4-BE49-F238E27FC236}">
                    <a16:creationId xmlns:a16="http://schemas.microsoft.com/office/drawing/2014/main" id="{DE6E053D-D376-4F32-A69E-188B3C1CB6BA}"/>
                  </a:ext>
                </a:extLst>
              </p:cNvPr>
              <p:cNvSpPr txBox="1">
                <a:spLocks noChangeArrowheads="1"/>
              </p:cNvSpPr>
              <p:nvPr/>
            </p:nvSpPr>
            <p:spPr bwMode="auto">
              <a:xfrm>
                <a:off x="380353" y="4738667"/>
                <a:ext cx="456916"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4880" name="Text Box 138">
                <a:extLst>
                  <a:ext uri="{FF2B5EF4-FFF2-40B4-BE49-F238E27FC236}">
                    <a16:creationId xmlns:a16="http://schemas.microsoft.com/office/drawing/2014/main" id="{3D638C5B-52E8-486E-9C9F-A7CF30B61AE5}"/>
                  </a:ext>
                </a:extLst>
              </p:cNvPr>
              <p:cNvSpPr txBox="1">
                <a:spLocks noChangeArrowheads="1"/>
              </p:cNvSpPr>
              <p:nvPr/>
            </p:nvSpPr>
            <p:spPr bwMode="auto">
              <a:xfrm>
                <a:off x="659180" y="4496559"/>
                <a:ext cx="674581" cy="419261"/>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34881" name="Text Box 139">
                <a:extLst>
                  <a:ext uri="{FF2B5EF4-FFF2-40B4-BE49-F238E27FC236}">
                    <a16:creationId xmlns:a16="http://schemas.microsoft.com/office/drawing/2014/main" id="{74C8D531-13DD-4E38-872E-C8844EA04864}"/>
                  </a:ext>
                </a:extLst>
              </p:cNvPr>
              <p:cNvSpPr txBox="1">
                <a:spLocks noChangeArrowheads="1"/>
              </p:cNvSpPr>
              <p:nvPr/>
            </p:nvSpPr>
            <p:spPr bwMode="auto">
              <a:xfrm>
                <a:off x="1078320" y="4683553"/>
                <a:ext cx="5342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34882" name="Text Box 140">
                <a:extLst>
                  <a:ext uri="{FF2B5EF4-FFF2-40B4-BE49-F238E27FC236}">
                    <a16:creationId xmlns:a16="http://schemas.microsoft.com/office/drawing/2014/main" id="{07B63954-65C3-4D9E-BD8E-E4A75E2C1235}"/>
                  </a:ext>
                </a:extLst>
              </p:cNvPr>
              <p:cNvSpPr txBox="1">
                <a:spLocks noChangeArrowheads="1"/>
              </p:cNvSpPr>
              <p:nvPr/>
            </p:nvSpPr>
            <p:spPr bwMode="auto">
              <a:xfrm>
                <a:off x="1662957" y="4671743"/>
                <a:ext cx="534268"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34883" name="Text Box 141">
                <a:extLst>
                  <a:ext uri="{FF2B5EF4-FFF2-40B4-BE49-F238E27FC236}">
                    <a16:creationId xmlns:a16="http://schemas.microsoft.com/office/drawing/2014/main" id="{6A19EADE-702E-43C9-AEA0-5E5E3BB3ACCF}"/>
                  </a:ext>
                </a:extLst>
              </p:cNvPr>
              <p:cNvSpPr txBox="1">
                <a:spLocks noChangeArrowheads="1"/>
              </p:cNvSpPr>
              <p:nvPr/>
            </p:nvSpPr>
            <p:spPr bwMode="auto">
              <a:xfrm>
                <a:off x="2348331" y="4683553"/>
                <a:ext cx="5342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34884" name="Text Box 142">
                <a:extLst>
                  <a:ext uri="{FF2B5EF4-FFF2-40B4-BE49-F238E27FC236}">
                    <a16:creationId xmlns:a16="http://schemas.microsoft.com/office/drawing/2014/main" id="{DB453ED7-0790-4A79-AB58-5F86CEAD11A9}"/>
                  </a:ext>
                </a:extLst>
              </p:cNvPr>
              <p:cNvSpPr txBox="1">
                <a:spLocks noChangeArrowheads="1"/>
              </p:cNvSpPr>
              <p:nvPr/>
            </p:nvSpPr>
            <p:spPr bwMode="auto">
              <a:xfrm>
                <a:off x="3035504" y="4683553"/>
                <a:ext cx="532469" cy="419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34885" name="Text Box 143">
                <a:extLst>
                  <a:ext uri="{FF2B5EF4-FFF2-40B4-BE49-F238E27FC236}">
                    <a16:creationId xmlns:a16="http://schemas.microsoft.com/office/drawing/2014/main" id="{0C603764-649F-427B-9505-74C8C9FCA836}"/>
                  </a:ext>
                </a:extLst>
              </p:cNvPr>
              <p:cNvSpPr txBox="1">
                <a:spLocks noChangeArrowheads="1"/>
              </p:cNvSpPr>
              <p:nvPr/>
            </p:nvSpPr>
            <p:spPr bwMode="auto">
              <a:xfrm>
                <a:off x="571035" y="5102813"/>
                <a:ext cx="532469" cy="419261"/>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34886" name="Text Box 144">
                <a:extLst>
                  <a:ext uri="{FF2B5EF4-FFF2-40B4-BE49-F238E27FC236}">
                    <a16:creationId xmlns:a16="http://schemas.microsoft.com/office/drawing/2014/main" id="{EE734166-EF3E-4F3F-B910-914613F16D1F}"/>
                  </a:ext>
                </a:extLst>
              </p:cNvPr>
              <p:cNvSpPr txBox="1">
                <a:spLocks noChangeArrowheads="1"/>
              </p:cNvSpPr>
              <p:nvPr/>
            </p:nvSpPr>
            <p:spPr bwMode="auto">
              <a:xfrm>
                <a:off x="583627" y="5673636"/>
                <a:ext cx="406548" cy="419261"/>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34887" name="Text Box 145">
                <a:extLst>
                  <a:ext uri="{FF2B5EF4-FFF2-40B4-BE49-F238E27FC236}">
                    <a16:creationId xmlns:a16="http://schemas.microsoft.com/office/drawing/2014/main" id="{092C01F8-6509-4F5A-A54F-750CB8243545}"/>
                  </a:ext>
                </a:extLst>
              </p:cNvPr>
              <p:cNvSpPr txBox="1">
                <a:spLocks noChangeArrowheads="1"/>
              </p:cNvSpPr>
              <p:nvPr/>
            </p:nvSpPr>
            <p:spPr bwMode="auto">
              <a:xfrm>
                <a:off x="1063928" y="5073288"/>
                <a:ext cx="5054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888" name="Text Box 146">
                <a:extLst>
                  <a:ext uri="{FF2B5EF4-FFF2-40B4-BE49-F238E27FC236}">
                    <a16:creationId xmlns:a16="http://schemas.microsoft.com/office/drawing/2014/main" id="{48C68FFE-A824-42E6-AA5A-E9E03176CE1B}"/>
                  </a:ext>
                </a:extLst>
              </p:cNvPr>
              <p:cNvSpPr txBox="1">
                <a:spLocks noChangeArrowheads="1"/>
              </p:cNvSpPr>
              <p:nvPr/>
            </p:nvSpPr>
            <p:spPr bwMode="auto">
              <a:xfrm>
                <a:off x="1713326" y="5073288"/>
                <a:ext cx="505486"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1</a:t>
                </a:r>
              </a:p>
            </p:txBody>
          </p:sp>
          <p:sp>
            <p:nvSpPr>
              <p:cNvPr id="34889" name="Text Box 147">
                <a:extLst>
                  <a:ext uri="{FF2B5EF4-FFF2-40B4-BE49-F238E27FC236}">
                    <a16:creationId xmlns:a16="http://schemas.microsoft.com/office/drawing/2014/main" id="{DDA9651D-D078-428B-95A9-593658AEE0AB}"/>
                  </a:ext>
                </a:extLst>
              </p:cNvPr>
              <p:cNvSpPr txBox="1">
                <a:spLocks noChangeArrowheads="1"/>
              </p:cNvSpPr>
              <p:nvPr/>
            </p:nvSpPr>
            <p:spPr bwMode="auto">
              <a:xfrm>
                <a:off x="2395102" y="5073288"/>
                <a:ext cx="5054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890" name="Text Box 148">
                <a:extLst>
                  <a:ext uri="{FF2B5EF4-FFF2-40B4-BE49-F238E27FC236}">
                    <a16:creationId xmlns:a16="http://schemas.microsoft.com/office/drawing/2014/main" id="{38E20F91-33FE-49FD-B62C-3E08D0ED0C9D}"/>
                  </a:ext>
                </a:extLst>
              </p:cNvPr>
              <p:cNvSpPr txBox="1">
                <a:spLocks noChangeArrowheads="1"/>
              </p:cNvSpPr>
              <p:nvPr/>
            </p:nvSpPr>
            <p:spPr bwMode="auto">
              <a:xfrm>
                <a:off x="3010320" y="5073288"/>
                <a:ext cx="5036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891" name="Text Box 149">
                <a:extLst>
                  <a:ext uri="{FF2B5EF4-FFF2-40B4-BE49-F238E27FC236}">
                    <a16:creationId xmlns:a16="http://schemas.microsoft.com/office/drawing/2014/main" id="{BCD72B14-9257-49F6-A311-D3699D743173}"/>
                  </a:ext>
                </a:extLst>
              </p:cNvPr>
              <p:cNvSpPr txBox="1">
                <a:spLocks noChangeArrowheads="1"/>
              </p:cNvSpPr>
              <p:nvPr/>
            </p:nvSpPr>
            <p:spPr bwMode="auto">
              <a:xfrm>
                <a:off x="1063928" y="5648048"/>
                <a:ext cx="5054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892" name="Text Box 150">
                <a:extLst>
                  <a:ext uri="{FF2B5EF4-FFF2-40B4-BE49-F238E27FC236}">
                    <a16:creationId xmlns:a16="http://schemas.microsoft.com/office/drawing/2014/main" id="{F8B253F4-9705-4718-A244-286E32E47A55}"/>
                  </a:ext>
                </a:extLst>
              </p:cNvPr>
              <p:cNvSpPr txBox="1">
                <a:spLocks noChangeArrowheads="1"/>
              </p:cNvSpPr>
              <p:nvPr/>
            </p:nvSpPr>
            <p:spPr bwMode="auto">
              <a:xfrm>
                <a:off x="1713326" y="5648048"/>
                <a:ext cx="505486"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893" name="Text Box 151">
                <a:extLst>
                  <a:ext uri="{FF2B5EF4-FFF2-40B4-BE49-F238E27FC236}">
                    <a16:creationId xmlns:a16="http://schemas.microsoft.com/office/drawing/2014/main" id="{A5FA4691-CFA1-4ABB-85DC-F747194BA36D}"/>
                  </a:ext>
                </a:extLst>
              </p:cNvPr>
              <p:cNvSpPr txBox="1">
                <a:spLocks noChangeArrowheads="1"/>
              </p:cNvSpPr>
              <p:nvPr/>
            </p:nvSpPr>
            <p:spPr bwMode="auto">
              <a:xfrm>
                <a:off x="2387906" y="5648048"/>
                <a:ext cx="5036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0</a:t>
                </a:r>
              </a:p>
            </p:txBody>
          </p:sp>
          <p:sp>
            <p:nvSpPr>
              <p:cNvPr id="34894" name="Text Box 152">
                <a:extLst>
                  <a:ext uri="{FF2B5EF4-FFF2-40B4-BE49-F238E27FC236}">
                    <a16:creationId xmlns:a16="http://schemas.microsoft.com/office/drawing/2014/main" id="{948DC4B4-9182-47D9-B62B-166A78073200}"/>
                  </a:ext>
                </a:extLst>
              </p:cNvPr>
              <p:cNvSpPr txBox="1">
                <a:spLocks noChangeArrowheads="1"/>
              </p:cNvSpPr>
              <p:nvPr/>
            </p:nvSpPr>
            <p:spPr bwMode="auto">
              <a:xfrm>
                <a:off x="3010320" y="5648048"/>
                <a:ext cx="503687" cy="419259"/>
              </a:xfrm>
              <a:prstGeom prst="rect">
                <a:avLst/>
              </a:prstGeom>
              <a:noFill/>
              <a:ln w="25400">
                <a:noFill/>
                <a:miter lim="800000"/>
                <a:headEnd/>
                <a:tailEnd/>
              </a:ln>
            </p:spPr>
            <p:txBody>
              <a:bodyPr>
                <a:spAutoFit/>
              </a:bodyPr>
              <a:lstStyle/>
              <a:p>
                <a:pPr algn="ctr" eaLnBrk="1" hangingPunct="1">
                  <a:spcBef>
                    <a:spcPct val="50000"/>
                  </a:spcBef>
                  <a:defRPr/>
                </a:pPr>
                <a:r>
                  <a:rPr lang="en-US" sz="1600" dirty="0">
                    <a:cs typeface="Arial" charset="0"/>
                  </a:rPr>
                  <a:t>-</a:t>
                </a:r>
              </a:p>
            </p:txBody>
          </p:sp>
          <p:sp>
            <p:nvSpPr>
              <p:cNvPr id="34895" name="Text Box 153">
                <a:extLst>
                  <a:ext uri="{FF2B5EF4-FFF2-40B4-BE49-F238E27FC236}">
                    <a16:creationId xmlns:a16="http://schemas.microsoft.com/office/drawing/2014/main" id="{B03BDBE4-D31C-4F80-8088-EAC443538B41}"/>
                  </a:ext>
                </a:extLst>
              </p:cNvPr>
              <p:cNvSpPr txBox="1">
                <a:spLocks noChangeArrowheads="1"/>
              </p:cNvSpPr>
              <p:nvPr/>
            </p:nvSpPr>
            <p:spPr bwMode="auto">
              <a:xfrm>
                <a:off x="3395281" y="4496559"/>
                <a:ext cx="719553" cy="419261"/>
              </a:xfrm>
              <a:prstGeom prst="rect">
                <a:avLst/>
              </a:prstGeom>
              <a:noFill/>
              <a:ln w="9525">
                <a:noFill/>
                <a:miter lim="800000"/>
                <a:headEnd/>
                <a:tailEnd/>
              </a:ln>
            </p:spPr>
            <p:txBody>
              <a:bodyPr>
                <a:spAutoFit/>
              </a:bodyPr>
              <a:lstStyle/>
              <a:p>
                <a:pPr eaLnBrk="1" hangingPunct="1">
                  <a:spcBef>
                    <a:spcPct val="50000"/>
                  </a:spcBef>
                  <a:defRPr/>
                </a:pPr>
                <a:r>
                  <a:rPr lang="en-US" sz="1600" dirty="0">
                    <a:solidFill>
                      <a:srgbClr val="FF0000"/>
                    </a:solidFill>
                    <a:cs typeface="Arial" charset="0"/>
                  </a:rPr>
                  <a:t>R2</a:t>
                </a:r>
                <a:endParaRPr lang="ru-RU" sz="1600" dirty="0">
                  <a:solidFill>
                    <a:srgbClr val="FF0000"/>
                  </a:solidFill>
                  <a:cs typeface="Arial" charset="0"/>
                </a:endParaRPr>
              </a:p>
            </p:txBody>
          </p:sp>
          <p:sp>
            <p:nvSpPr>
              <p:cNvPr id="34896" name="AutoShape 154">
                <a:extLst>
                  <a:ext uri="{FF2B5EF4-FFF2-40B4-BE49-F238E27FC236}">
                    <a16:creationId xmlns:a16="http://schemas.microsoft.com/office/drawing/2014/main" id="{36E6617A-7E5F-46BC-8F84-D9F8492520EB}"/>
                  </a:ext>
                </a:extLst>
              </p:cNvPr>
              <p:cNvSpPr>
                <a:spLocks noChangeArrowheads="1"/>
              </p:cNvSpPr>
              <p:nvPr/>
            </p:nvSpPr>
            <p:spPr bwMode="auto">
              <a:xfrm>
                <a:off x="1143079" y="5096908"/>
                <a:ext cx="1007374" cy="442880"/>
              </a:xfrm>
              <a:prstGeom prst="roundRect">
                <a:avLst>
                  <a:gd name="adj" fmla="val 16667"/>
                </a:avLst>
              </a:prstGeom>
              <a:noFill/>
              <a:ln w="34925">
                <a:solidFill>
                  <a:schemeClr val="tx1">
                    <a:lumMod val="50000"/>
                    <a:lumOff val="50000"/>
                  </a:schemeClr>
                </a:solidFill>
                <a:round/>
                <a:headEnd/>
                <a:tailEnd/>
              </a:ln>
            </p:spPr>
            <p:txBody>
              <a:bodyPr wrap="none" anchor="ctr"/>
              <a:lstStyle/>
              <a:p>
                <a:pPr eaLnBrk="1" hangingPunct="1">
                  <a:defRPr/>
                </a:pPr>
                <a:endParaRPr lang="en-US" sz="1600" dirty="0">
                  <a:cs typeface="Arial" charset="0"/>
                </a:endParaRPr>
              </a:p>
            </p:txBody>
          </p:sp>
        </p:grpSp>
        <p:sp>
          <p:nvSpPr>
            <p:cNvPr id="5" name="Text Box 159">
              <a:extLst>
                <a:ext uri="{FF2B5EF4-FFF2-40B4-BE49-F238E27FC236}">
                  <a16:creationId xmlns:a16="http://schemas.microsoft.com/office/drawing/2014/main" id="{5A8E444A-6ADA-434B-8C74-1F7BB2BDFA3F}"/>
                </a:ext>
              </a:extLst>
            </p:cNvPr>
            <p:cNvSpPr txBox="1">
              <a:spLocks noChangeArrowheads="1"/>
            </p:cNvSpPr>
            <p:nvPr/>
          </p:nvSpPr>
          <p:spPr bwMode="auto">
            <a:xfrm>
              <a:off x="7385202" y="4274136"/>
              <a:ext cx="2376325" cy="496026"/>
            </a:xfrm>
            <a:prstGeom prst="rect">
              <a:avLst/>
            </a:prstGeom>
            <a:noFill/>
            <a:ln w="9525">
              <a:noFill/>
              <a:miter lim="800000"/>
              <a:headEnd/>
              <a:tailEnd/>
            </a:ln>
          </p:spPr>
          <p:txBody>
            <a:bodyPr>
              <a:spAutoFit/>
            </a:bodyPr>
            <a:lstStyle/>
            <a:p>
              <a:pPr algn="ctr" eaLnBrk="1" hangingPunct="1">
                <a:spcBef>
                  <a:spcPct val="50000"/>
                </a:spcBef>
                <a:defRPr/>
              </a:pPr>
              <a:r>
                <a:rPr lang="en-US" sz="2000" dirty="0">
                  <a:cs typeface="Arial" charset="0"/>
                </a:rPr>
                <a:t>State Table</a:t>
              </a:r>
              <a:endParaRPr lang="ru-RU" sz="2000" dirty="0">
                <a:cs typeface="Arial" charset="0"/>
              </a:endParaRPr>
            </a:p>
          </p:txBody>
        </p:sp>
        <p:sp>
          <p:nvSpPr>
            <p:cNvPr id="34868" name="Text Box 160">
              <a:extLst>
                <a:ext uri="{FF2B5EF4-FFF2-40B4-BE49-F238E27FC236}">
                  <a16:creationId xmlns:a16="http://schemas.microsoft.com/office/drawing/2014/main" id="{DFA46957-56A6-44C2-8E89-F350DEB47106}"/>
                </a:ext>
              </a:extLst>
            </p:cNvPr>
            <p:cNvSpPr txBox="1">
              <a:spLocks noChangeArrowheads="1"/>
            </p:cNvSpPr>
            <p:nvPr/>
          </p:nvSpPr>
          <p:spPr bwMode="auto">
            <a:xfrm>
              <a:off x="3996107" y="1947539"/>
              <a:ext cx="3169631" cy="496026"/>
            </a:xfrm>
            <a:prstGeom prst="rect">
              <a:avLst/>
            </a:prstGeom>
            <a:noFill/>
            <a:ln w="9525">
              <a:noFill/>
              <a:miter lim="800000"/>
              <a:headEnd/>
              <a:tailEnd/>
            </a:ln>
          </p:spPr>
          <p:txBody>
            <a:bodyPr>
              <a:spAutoFit/>
            </a:bodyPr>
            <a:lstStyle/>
            <a:p>
              <a:pPr eaLnBrk="1" hangingPunct="1">
                <a:spcBef>
                  <a:spcPct val="50000"/>
                </a:spcBef>
                <a:defRPr/>
              </a:pPr>
              <a:r>
                <a:rPr lang="en-US" sz="2000" dirty="0">
                  <a:cs typeface="Arial" charset="0"/>
                </a:rPr>
                <a:t>Excitation Functions</a:t>
              </a:r>
              <a:endParaRPr lang="ru-RU" sz="2000" dirty="0">
                <a:cs typeface="Arial" charset="0"/>
              </a:endParaRPr>
            </a:p>
          </p:txBody>
        </p:sp>
        <p:sp>
          <p:nvSpPr>
            <p:cNvPr id="34869" name="Oval 153">
              <a:extLst>
                <a:ext uri="{FF2B5EF4-FFF2-40B4-BE49-F238E27FC236}">
                  <a16:creationId xmlns:a16="http://schemas.microsoft.com/office/drawing/2014/main" id="{E3208F15-0A1A-4F99-A38F-597C5BA0E8AE}"/>
                </a:ext>
              </a:extLst>
            </p:cNvPr>
            <p:cNvSpPr>
              <a:spLocks noChangeArrowheads="1"/>
            </p:cNvSpPr>
            <p:nvPr/>
          </p:nvSpPr>
          <p:spPr bwMode="auto">
            <a:xfrm>
              <a:off x="1042342" y="1557804"/>
              <a:ext cx="505487" cy="431069"/>
            </a:xfrm>
            <a:prstGeom prst="ellipse">
              <a:avLst/>
            </a:prstGeom>
            <a:noFill/>
            <a:ln w="25400">
              <a:solidFill>
                <a:schemeClr val="tx1"/>
              </a:solidFill>
              <a:round/>
              <a:headEnd/>
              <a:tailEnd/>
            </a:ln>
          </p:spPr>
          <p:txBody>
            <a:bodyPr wrap="none" anchor="ctr"/>
            <a:lstStyle/>
            <a:p>
              <a:pPr eaLnBrk="1" hangingPunct="1">
                <a:defRPr/>
              </a:pPr>
              <a:endParaRPr lang="en-US" sz="1600" dirty="0">
                <a:solidFill>
                  <a:schemeClr val="bg1"/>
                </a:solidFill>
                <a:cs typeface="Arial" charset="0"/>
              </a:endParaRPr>
            </a:p>
          </p:txBody>
        </p:sp>
        <p:sp>
          <p:nvSpPr>
            <p:cNvPr id="34870" name="Oval 154">
              <a:extLst>
                <a:ext uri="{FF2B5EF4-FFF2-40B4-BE49-F238E27FC236}">
                  <a16:creationId xmlns:a16="http://schemas.microsoft.com/office/drawing/2014/main" id="{EFDBC141-1B93-4A5C-A746-321651996B7F}"/>
                </a:ext>
              </a:extLst>
            </p:cNvPr>
            <p:cNvSpPr>
              <a:spLocks noChangeArrowheads="1"/>
            </p:cNvSpPr>
            <p:nvPr/>
          </p:nvSpPr>
          <p:spPr bwMode="auto">
            <a:xfrm>
              <a:off x="2339337" y="1557804"/>
              <a:ext cx="505485" cy="431069"/>
            </a:xfrm>
            <a:prstGeom prst="ellipse">
              <a:avLst/>
            </a:prstGeom>
            <a:noFill/>
            <a:ln w="25400">
              <a:solidFill>
                <a:schemeClr val="tx1"/>
              </a:solidFill>
              <a:round/>
              <a:headEnd/>
              <a:tailEnd/>
            </a:ln>
          </p:spPr>
          <p:txBody>
            <a:bodyPr wrap="none" anchor="ctr"/>
            <a:lstStyle/>
            <a:p>
              <a:pPr eaLnBrk="1" hangingPunct="1">
                <a:defRPr/>
              </a:pPr>
              <a:endParaRPr lang="en-US" sz="1600" dirty="0">
                <a:cs typeface="Arial" charset="0"/>
              </a:endParaRPr>
            </a:p>
          </p:txBody>
        </p:sp>
        <p:sp>
          <p:nvSpPr>
            <p:cNvPr id="34871" name="Oval 159">
              <a:extLst>
                <a:ext uri="{FF2B5EF4-FFF2-40B4-BE49-F238E27FC236}">
                  <a16:creationId xmlns:a16="http://schemas.microsoft.com/office/drawing/2014/main" id="{772A5B33-7352-45A0-968A-ECC33D9DC43C}"/>
                </a:ext>
              </a:extLst>
            </p:cNvPr>
            <p:cNvSpPr>
              <a:spLocks noChangeArrowheads="1"/>
            </p:cNvSpPr>
            <p:nvPr/>
          </p:nvSpPr>
          <p:spPr bwMode="auto">
            <a:xfrm>
              <a:off x="1691739" y="2134532"/>
              <a:ext cx="505485" cy="431071"/>
            </a:xfrm>
            <a:prstGeom prst="ellipse">
              <a:avLst/>
            </a:prstGeom>
            <a:noFill/>
            <a:ln w="25400">
              <a:solidFill>
                <a:schemeClr val="tx1"/>
              </a:solidFill>
              <a:round/>
              <a:headEnd/>
              <a:tailEnd/>
            </a:ln>
          </p:spPr>
          <p:txBody>
            <a:bodyPr wrap="none" anchor="ctr"/>
            <a:lstStyle/>
            <a:p>
              <a:pPr eaLnBrk="1" hangingPunct="1">
                <a:defRPr/>
              </a:pPr>
              <a:endParaRPr lang="en-US" sz="1600" dirty="0">
                <a:cs typeface="Arial" charset="0"/>
              </a:endParaRPr>
            </a:p>
          </p:txBody>
        </p:sp>
        <p:sp>
          <p:nvSpPr>
            <p:cNvPr id="34872" name="Oval 160">
              <a:extLst>
                <a:ext uri="{FF2B5EF4-FFF2-40B4-BE49-F238E27FC236}">
                  <a16:creationId xmlns:a16="http://schemas.microsoft.com/office/drawing/2014/main" id="{542BC56D-A78E-4057-BB05-7FB013DEC20C}"/>
                </a:ext>
              </a:extLst>
            </p:cNvPr>
            <p:cNvSpPr>
              <a:spLocks noChangeArrowheads="1"/>
            </p:cNvSpPr>
            <p:nvPr/>
          </p:nvSpPr>
          <p:spPr bwMode="auto">
            <a:xfrm>
              <a:off x="2988733" y="2134532"/>
              <a:ext cx="503687" cy="431071"/>
            </a:xfrm>
            <a:prstGeom prst="ellipse">
              <a:avLst/>
            </a:prstGeom>
            <a:noFill/>
            <a:ln w="25400">
              <a:solidFill>
                <a:schemeClr val="tx1"/>
              </a:solidFill>
              <a:round/>
              <a:headEnd/>
              <a:tailEnd/>
            </a:ln>
          </p:spPr>
          <p:txBody>
            <a:bodyPr wrap="none" anchor="ctr"/>
            <a:lstStyle/>
            <a:p>
              <a:pPr eaLnBrk="1" hangingPunct="1">
                <a:defRPr/>
              </a:pPr>
              <a:endParaRPr lang="en-US" sz="1600" dirty="0">
                <a:cs typeface="Arial" charset="0"/>
              </a:endParaRPr>
            </a:p>
          </p:txBody>
        </p:sp>
      </p:grpSp>
      <p:sp>
        <p:nvSpPr>
          <p:cNvPr id="8" name="Title 7">
            <a:extLst>
              <a:ext uri="{FF2B5EF4-FFF2-40B4-BE49-F238E27FC236}">
                <a16:creationId xmlns:a16="http://schemas.microsoft.com/office/drawing/2014/main" id="{E6B4ECCA-EA32-F827-9CB0-D95EE0DD51E7}"/>
              </a:ext>
            </a:extLst>
          </p:cNvPr>
          <p:cNvSpPr>
            <a:spLocks noGrp="1"/>
          </p:cNvSpPr>
          <p:nvPr>
            <p:ph type="title"/>
          </p:nvPr>
        </p:nvSpPr>
        <p:spPr/>
        <p:txBody>
          <a:bodyPr>
            <a:normAutofit/>
          </a:bodyPr>
          <a:lstStyle/>
          <a:p>
            <a:r>
              <a:rPr lang="en-US" dirty="0"/>
              <a:t>Excitation Functions Definition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5">
            <a:extLst>
              <a:ext uri="{FF2B5EF4-FFF2-40B4-BE49-F238E27FC236}">
                <a16:creationId xmlns:a16="http://schemas.microsoft.com/office/drawing/2014/main" id="{163F1ECD-41A4-7836-BA0F-41A06462FCD4}"/>
              </a:ext>
            </a:extLst>
          </p:cNvPr>
          <p:cNvSpPr txBox="1">
            <a:spLocks noChangeArrowheads="1"/>
          </p:cNvSpPr>
          <p:nvPr/>
        </p:nvSpPr>
        <p:spPr bwMode="auto">
          <a:xfrm>
            <a:off x="1971675" y="1219201"/>
            <a:ext cx="48974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R1 = T</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  S1 = Tq</a:t>
            </a:r>
            <a:r>
              <a:rPr lang="en-US" altLang="en-US" sz="2400" baseline="-25000">
                <a:sym typeface="Symbol" panose="05050102010706020507" pitchFamily="18" charset="2"/>
              </a:rPr>
              <a:t>2</a:t>
            </a:r>
            <a:r>
              <a:rPr lang="en-US" altLang="en-US" sz="2400">
                <a:sym typeface="Symbol" panose="05050102010706020507" pitchFamily="18" charset="2"/>
              </a:rPr>
              <a:t>;</a:t>
            </a:r>
          </a:p>
          <a:p>
            <a:pPr eaLnBrk="1" hangingPunct="1">
              <a:spcBef>
                <a:spcPct val="50000"/>
              </a:spcBef>
            </a:pPr>
            <a:r>
              <a:rPr lang="en-US" altLang="en-US" sz="2400">
                <a:sym typeface="Symbol" panose="05050102010706020507" pitchFamily="18" charset="2"/>
              </a:rPr>
              <a:t>R2 = Tq</a:t>
            </a:r>
            <a:r>
              <a:rPr lang="en-US" altLang="en-US" sz="2400" baseline="-25000">
                <a:sym typeface="Symbol" panose="05050102010706020507" pitchFamily="18" charset="2"/>
              </a:rPr>
              <a:t>1</a:t>
            </a:r>
            <a:r>
              <a:rPr lang="en-US" altLang="en-US" sz="2400">
                <a:sym typeface="Symbol" panose="05050102010706020507" pitchFamily="18" charset="2"/>
              </a:rPr>
              <a:t>; S2 = Tq</a:t>
            </a:r>
            <a:r>
              <a:rPr lang="en-US" altLang="en-US" sz="2400" baseline="-25000">
                <a:sym typeface="Symbol" panose="05050102010706020507" pitchFamily="18" charset="2"/>
              </a:rPr>
              <a:t>1</a:t>
            </a:r>
            <a:r>
              <a:rPr lang="en-US" altLang="en-US" sz="2400">
                <a:sym typeface="Symbol" panose="05050102010706020507" pitchFamily="18" charset="2"/>
              </a:rPr>
              <a:t>;</a:t>
            </a:r>
          </a:p>
        </p:txBody>
      </p:sp>
      <p:grpSp>
        <p:nvGrpSpPr>
          <p:cNvPr id="49155" name="Group 76">
            <a:extLst>
              <a:ext uri="{FF2B5EF4-FFF2-40B4-BE49-F238E27FC236}">
                <a16:creationId xmlns:a16="http://schemas.microsoft.com/office/drawing/2014/main" id="{FE0E6442-4BF9-F6BC-54C5-5168C81268B1}"/>
              </a:ext>
            </a:extLst>
          </p:cNvPr>
          <p:cNvGrpSpPr>
            <a:grpSpLocks/>
          </p:cNvGrpSpPr>
          <p:nvPr/>
        </p:nvGrpSpPr>
        <p:grpSpPr bwMode="auto">
          <a:xfrm>
            <a:off x="2286000" y="2495550"/>
            <a:ext cx="7848600" cy="2819400"/>
            <a:chOff x="395288" y="2438400"/>
            <a:chExt cx="8353425" cy="3348038"/>
          </a:xfrm>
        </p:grpSpPr>
        <p:sp>
          <p:nvSpPr>
            <p:cNvPr id="49158" name="Line 15">
              <a:extLst>
                <a:ext uri="{FF2B5EF4-FFF2-40B4-BE49-F238E27FC236}">
                  <a16:creationId xmlns:a16="http://schemas.microsoft.com/office/drawing/2014/main" id="{B45CC0DF-C470-2CE3-55E7-DFCBF888CFC7}"/>
                </a:ext>
              </a:extLst>
            </p:cNvPr>
            <p:cNvSpPr>
              <a:spLocks noChangeShapeType="1"/>
            </p:cNvSpPr>
            <p:nvPr/>
          </p:nvSpPr>
          <p:spPr bwMode="auto">
            <a:xfrm>
              <a:off x="4286250" y="3257550"/>
              <a:ext cx="1047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59" name="Line 16">
              <a:extLst>
                <a:ext uri="{FF2B5EF4-FFF2-40B4-BE49-F238E27FC236}">
                  <a16:creationId xmlns:a16="http://schemas.microsoft.com/office/drawing/2014/main" id="{D1EFE529-1A4A-2FF2-FEC2-D9CB08EF0B49}"/>
                </a:ext>
              </a:extLst>
            </p:cNvPr>
            <p:cNvSpPr>
              <a:spLocks noChangeShapeType="1"/>
            </p:cNvSpPr>
            <p:nvPr/>
          </p:nvSpPr>
          <p:spPr bwMode="auto">
            <a:xfrm>
              <a:off x="4256088" y="4337050"/>
              <a:ext cx="1155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0" name="Line 17">
              <a:extLst>
                <a:ext uri="{FF2B5EF4-FFF2-40B4-BE49-F238E27FC236}">
                  <a16:creationId xmlns:a16="http://schemas.microsoft.com/office/drawing/2014/main" id="{6E3FEACC-8CBA-4495-4879-4B92B0796096}"/>
                </a:ext>
              </a:extLst>
            </p:cNvPr>
            <p:cNvSpPr>
              <a:spLocks noChangeShapeType="1"/>
            </p:cNvSpPr>
            <p:nvPr/>
          </p:nvSpPr>
          <p:spPr bwMode="auto">
            <a:xfrm>
              <a:off x="2935288" y="3143250"/>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1" name="Line 19">
              <a:extLst>
                <a:ext uri="{FF2B5EF4-FFF2-40B4-BE49-F238E27FC236}">
                  <a16:creationId xmlns:a16="http://schemas.microsoft.com/office/drawing/2014/main" id="{3A6BFBA9-0E67-4986-8626-CD97D4028589}"/>
                </a:ext>
              </a:extLst>
            </p:cNvPr>
            <p:cNvSpPr>
              <a:spLocks noChangeShapeType="1"/>
            </p:cNvSpPr>
            <p:nvPr/>
          </p:nvSpPr>
          <p:spPr bwMode="auto">
            <a:xfrm flipH="1">
              <a:off x="4529138" y="3257550"/>
              <a:ext cx="0" cy="33337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9162" name="Line 20">
              <a:extLst>
                <a:ext uri="{FF2B5EF4-FFF2-40B4-BE49-F238E27FC236}">
                  <a16:creationId xmlns:a16="http://schemas.microsoft.com/office/drawing/2014/main" id="{7464C6C5-AA85-6FAA-637B-6CB8444F9EC7}"/>
                </a:ext>
              </a:extLst>
            </p:cNvPr>
            <p:cNvSpPr>
              <a:spLocks noChangeShapeType="1"/>
            </p:cNvSpPr>
            <p:nvPr/>
          </p:nvSpPr>
          <p:spPr bwMode="auto">
            <a:xfrm>
              <a:off x="4535488" y="4000500"/>
              <a:ext cx="0" cy="334963"/>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9163" name="Line 21">
              <a:extLst>
                <a:ext uri="{FF2B5EF4-FFF2-40B4-BE49-F238E27FC236}">
                  <a16:creationId xmlns:a16="http://schemas.microsoft.com/office/drawing/2014/main" id="{55619EA0-D952-7B58-B2EC-7D0AFAB08649}"/>
                </a:ext>
              </a:extLst>
            </p:cNvPr>
            <p:cNvSpPr>
              <a:spLocks noChangeShapeType="1"/>
            </p:cNvSpPr>
            <p:nvPr/>
          </p:nvSpPr>
          <p:spPr bwMode="auto">
            <a:xfrm flipH="1">
              <a:off x="3302000" y="3581400"/>
              <a:ext cx="12192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4" name="Line 22">
              <a:extLst>
                <a:ext uri="{FF2B5EF4-FFF2-40B4-BE49-F238E27FC236}">
                  <a16:creationId xmlns:a16="http://schemas.microsoft.com/office/drawing/2014/main" id="{926C66DF-8BF5-EE58-9443-4DE8D085DA92}"/>
                </a:ext>
              </a:extLst>
            </p:cNvPr>
            <p:cNvSpPr>
              <a:spLocks noChangeShapeType="1"/>
            </p:cNvSpPr>
            <p:nvPr/>
          </p:nvSpPr>
          <p:spPr bwMode="auto">
            <a:xfrm>
              <a:off x="3316288" y="41910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5" name="Line 23">
              <a:extLst>
                <a:ext uri="{FF2B5EF4-FFF2-40B4-BE49-F238E27FC236}">
                  <a16:creationId xmlns:a16="http://schemas.microsoft.com/office/drawing/2014/main" id="{2D8FE582-07A0-97CD-A380-3FF746C0322E}"/>
                </a:ext>
              </a:extLst>
            </p:cNvPr>
            <p:cNvSpPr>
              <a:spLocks noChangeShapeType="1"/>
            </p:cNvSpPr>
            <p:nvPr/>
          </p:nvSpPr>
          <p:spPr bwMode="auto">
            <a:xfrm>
              <a:off x="3316288" y="3948113"/>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6" name="Line 24">
              <a:extLst>
                <a:ext uri="{FF2B5EF4-FFF2-40B4-BE49-F238E27FC236}">
                  <a16:creationId xmlns:a16="http://schemas.microsoft.com/office/drawing/2014/main" id="{73C722B2-A452-0B66-11FC-223F7D788DE8}"/>
                </a:ext>
              </a:extLst>
            </p:cNvPr>
            <p:cNvSpPr>
              <a:spLocks noChangeShapeType="1"/>
            </p:cNvSpPr>
            <p:nvPr/>
          </p:nvSpPr>
          <p:spPr bwMode="auto">
            <a:xfrm>
              <a:off x="3303588" y="3378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7" name="Line 25">
              <a:extLst>
                <a:ext uri="{FF2B5EF4-FFF2-40B4-BE49-F238E27FC236}">
                  <a16:creationId xmlns:a16="http://schemas.microsoft.com/office/drawing/2014/main" id="{5DE88E92-9A29-56F9-2E26-578AF1C88918}"/>
                </a:ext>
              </a:extLst>
            </p:cNvPr>
            <p:cNvSpPr>
              <a:spLocks noChangeShapeType="1"/>
            </p:cNvSpPr>
            <p:nvPr/>
          </p:nvSpPr>
          <p:spPr bwMode="auto">
            <a:xfrm>
              <a:off x="3303588" y="3390900"/>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8" name="Line 26">
              <a:extLst>
                <a:ext uri="{FF2B5EF4-FFF2-40B4-BE49-F238E27FC236}">
                  <a16:creationId xmlns:a16="http://schemas.microsoft.com/office/drawing/2014/main" id="{27BABDAC-9B78-5B33-5BDB-7D47DCF6CF26}"/>
                </a:ext>
              </a:extLst>
            </p:cNvPr>
            <p:cNvSpPr>
              <a:spLocks noChangeShapeType="1"/>
            </p:cNvSpPr>
            <p:nvPr/>
          </p:nvSpPr>
          <p:spPr bwMode="auto">
            <a:xfrm>
              <a:off x="3316288" y="3619500"/>
              <a:ext cx="12192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9" name="Line 33">
              <a:extLst>
                <a:ext uri="{FF2B5EF4-FFF2-40B4-BE49-F238E27FC236}">
                  <a16:creationId xmlns:a16="http://schemas.microsoft.com/office/drawing/2014/main" id="{04BEAC40-C7F9-08B9-A85C-CB5D3AC9DD29}"/>
                </a:ext>
              </a:extLst>
            </p:cNvPr>
            <p:cNvSpPr>
              <a:spLocks noChangeShapeType="1"/>
            </p:cNvSpPr>
            <p:nvPr/>
          </p:nvSpPr>
          <p:spPr bwMode="auto">
            <a:xfrm>
              <a:off x="7329488" y="3263900"/>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0" name="Line 34">
              <a:extLst>
                <a:ext uri="{FF2B5EF4-FFF2-40B4-BE49-F238E27FC236}">
                  <a16:creationId xmlns:a16="http://schemas.microsoft.com/office/drawing/2014/main" id="{556ABBB3-38BE-13A6-F778-D4185D9AED8B}"/>
                </a:ext>
              </a:extLst>
            </p:cNvPr>
            <p:cNvSpPr>
              <a:spLocks noChangeShapeType="1"/>
            </p:cNvSpPr>
            <p:nvPr/>
          </p:nvSpPr>
          <p:spPr bwMode="auto">
            <a:xfrm>
              <a:off x="7342188" y="4343400"/>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1" name="Line 35">
              <a:extLst>
                <a:ext uri="{FF2B5EF4-FFF2-40B4-BE49-F238E27FC236}">
                  <a16:creationId xmlns:a16="http://schemas.microsoft.com/office/drawing/2014/main" id="{F633DB2D-C658-241C-1BDA-408CF783E645}"/>
                </a:ext>
              </a:extLst>
            </p:cNvPr>
            <p:cNvSpPr>
              <a:spLocks noChangeShapeType="1"/>
            </p:cNvSpPr>
            <p:nvPr/>
          </p:nvSpPr>
          <p:spPr bwMode="auto">
            <a:xfrm>
              <a:off x="6007100" y="3149600"/>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2" name="Line 36">
              <a:extLst>
                <a:ext uri="{FF2B5EF4-FFF2-40B4-BE49-F238E27FC236}">
                  <a16:creationId xmlns:a16="http://schemas.microsoft.com/office/drawing/2014/main" id="{C6E4C2B2-7C66-11A9-2BCB-E66E9EA044B3}"/>
                </a:ext>
              </a:extLst>
            </p:cNvPr>
            <p:cNvSpPr>
              <a:spLocks noChangeShapeType="1"/>
            </p:cNvSpPr>
            <p:nvPr/>
          </p:nvSpPr>
          <p:spPr bwMode="auto">
            <a:xfrm>
              <a:off x="6065838" y="4464050"/>
              <a:ext cx="615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3" name="Line 37">
              <a:extLst>
                <a:ext uri="{FF2B5EF4-FFF2-40B4-BE49-F238E27FC236}">
                  <a16:creationId xmlns:a16="http://schemas.microsoft.com/office/drawing/2014/main" id="{36701F14-A5C5-3B70-587E-A7F028F2C195}"/>
                </a:ext>
              </a:extLst>
            </p:cNvPr>
            <p:cNvSpPr>
              <a:spLocks noChangeShapeType="1"/>
            </p:cNvSpPr>
            <p:nvPr/>
          </p:nvSpPr>
          <p:spPr bwMode="auto">
            <a:xfrm>
              <a:off x="7621588" y="3263900"/>
              <a:ext cx="0" cy="32702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9174" name="Text Box 45">
              <a:extLst>
                <a:ext uri="{FF2B5EF4-FFF2-40B4-BE49-F238E27FC236}">
                  <a16:creationId xmlns:a16="http://schemas.microsoft.com/office/drawing/2014/main" id="{5577E324-A65F-5387-13BE-FD77B1C81DCD}"/>
                </a:ext>
              </a:extLst>
            </p:cNvPr>
            <p:cNvSpPr txBox="1">
              <a:spLocks noChangeArrowheads="1"/>
            </p:cNvSpPr>
            <p:nvPr/>
          </p:nvSpPr>
          <p:spPr bwMode="auto">
            <a:xfrm>
              <a:off x="8029575" y="3013075"/>
              <a:ext cx="533400" cy="54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2</a:t>
              </a:r>
              <a:endParaRPr lang="en-US" altLang="en-US" sz="2400"/>
            </a:p>
          </p:txBody>
        </p:sp>
        <p:sp>
          <p:nvSpPr>
            <p:cNvPr id="49175" name="Text Box 46">
              <a:extLst>
                <a:ext uri="{FF2B5EF4-FFF2-40B4-BE49-F238E27FC236}">
                  <a16:creationId xmlns:a16="http://schemas.microsoft.com/office/drawing/2014/main" id="{AE71BEC2-4968-3C1F-CBA0-598D978F30BD}"/>
                </a:ext>
              </a:extLst>
            </p:cNvPr>
            <p:cNvSpPr txBox="1">
              <a:spLocks noChangeArrowheads="1"/>
            </p:cNvSpPr>
            <p:nvPr/>
          </p:nvSpPr>
          <p:spPr bwMode="auto">
            <a:xfrm>
              <a:off x="7958138" y="4238625"/>
              <a:ext cx="790575" cy="54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ym typeface="Symbol" panose="05050102010706020507" pitchFamily="18" charset="2"/>
                </a:rPr>
                <a:t>q</a:t>
              </a:r>
              <a:r>
                <a:rPr lang="en-US" altLang="en-US" sz="2400" baseline="-25000">
                  <a:sym typeface="Symbol" panose="05050102010706020507" pitchFamily="18" charset="2"/>
                </a:rPr>
                <a:t>2</a:t>
              </a:r>
              <a:endParaRPr lang="en-US" altLang="en-US" sz="2400">
                <a:sym typeface="Symbol" panose="05050102010706020507" pitchFamily="18" charset="2"/>
              </a:endParaRPr>
            </a:p>
          </p:txBody>
        </p:sp>
        <p:sp>
          <p:nvSpPr>
            <p:cNvPr id="49176" name="Text Box 47">
              <a:extLst>
                <a:ext uri="{FF2B5EF4-FFF2-40B4-BE49-F238E27FC236}">
                  <a16:creationId xmlns:a16="http://schemas.microsoft.com/office/drawing/2014/main" id="{05DCC31D-0C42-E29B-49C2-542310396573}"/>
                </a:ext>
              </a:extLst>
            </p:cNvPr>
            <p:cNvSpPr txBox="1">
              <a:spLocks noChangeArrowheads="1"/>
            </p:cNvSpPr>
            <p:nvPr/>
          </p:nvSpPr>
          <p:spPr bwMode="auto">
            <a:xfrm>
              <a:off x="4405313" y="2698750"/>
              <a:ext cx="533400" cy="54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1</a:t>
              </a:r>
              <a:endParaRPr lang="en-US" altLang="en-US" sz="2400"/>
            </a:p>
          </p:txBody>
        </p:sp>
        <p:sp>
          <p:nvSpPr>
            <p:cNvPr id="49177" name="Text Box 48">
              <a:extLst>
                <a:ext uri="{FF2B5EF4-FFF2-40B4-BE49-F238E27FC236}">
                  <a16:creationId xmlns:a16="http://schemas.microsoft.com/office/drawing/2014/main" id="{BF8491BB-C60F-F3A9-E777-9E02E62EF85A}"/>
                </a:ext>
              </a:extLst>
            </p:cNvPr>
            <p:cNvSpPr txBox="1">
              <a:spLocks noChangeArrowheads="1"/>
            </p:cNvSpPr>
            <p:nvPr/>
          </p:nvSpPr>
          <p:spPr bwMode="auto">
            <a:xfrm>
              <a:off x="4240214" y="4413250"/>
              <a:ext cx="790575" cy="54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ym typeface="Symbol" panose="05050102010706020507" pitchFamily="18" charset="2"/>
                </a:rPr>
                <a:t>q</a:t>
              </a:r>
              <a:r>
                <a:rPr lang="en-US" altLang="en-US" sz="2400" baseline="-25000">
                  <a:sym typeface="Symbol" panose="05050102010706020507" pitchFamily="18" charset="2"/>
                </a:rPr>
                <a:t>1</a:t>
              </a:r>
              <a:endParaRPr lang="en-US" altLang="en-US" sz="2400">
                <a:sym typeface="Symbol" panose="05050102010706020507" pitchFamily="18" charset="2"/>
              </a:endParaRPr>
            </a:p>
          </p:txBody>
        </p:sp>
        <p:sp>
          <p:nvSpPr>
            <p:cNvPr id="49178" name="Line 55">
              <a:extLst>
                <a:ext uri="{FF2B5EF4-FFF2-40B4-BE49-F238E27FC236}">
                  <a16:creationId xmlns:a16="http://schemas.microsoft.com/office/drawing/2014/main" id="{4073824C-1FA0-AA3D-87A4-43C7574EB72D}"/>
                </a:ext>
              </a:extLst>
            </p:cNvPr>
            <p:cNvSpPr>
              <a:spLocks noChangeShapeType="1"/>
            </p:cNvSpPr>
            <p:nvPr/>
          </p:nvSpPr>
          <p:spPr bwMode="auto">
            <a:xfrm>
              <a:off x="712788" y="3835400"/>
              <a:ext cx="122396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9179" name="Line 62">
              <a:extLst>
                <a:ext uri="{FF2B5EF4-FFF2-40B4-BE49-F238E27FC236}">
                  <a16:creationId xmlns:a16="http://schemas.microsoft.com/office/drawing/2014/main" id="{1F6B6F62-7EDB-5690-78AA-2883F9000F27}"/>
                </a:ext>
              </a:extLst>
            </p:cNvPr>
            <p:cNvSpPr>
              <a:spLocks noChangeShapeType="1"/>
            </p:cNvSpPr>
            <p:nvPr/>
          </p:nvSpPr>
          <p:spPr bwMode="auto">
            <a:xfrm>
              <a:off x="1941513" y="3302000"/>
              <a:ext cx="0" cy="10683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0" name="Line 63">
              <a:extLst>
                <a:ext uri="{FF2B5EF4-FFF2-40B4-BE49-F238E27FC236}">
                  <a16:creationId xmlns:a16="http://schemas.microsoft.com/office/drawing/2014/main" id="{7EBB35A2-089C-4D3C-AAC8-CB5FDE0847B7}"/>
                </a:ext>
              </a:extLst>
            </p:cNvPr>
            <p:cNvSpPr>
              <a:spLocks noChangeShapeType="1"/>
            </p:cNvSpPr>
            <p:nvPr/>
          </p:nvSpPr>
          <p:spPr bwMode="auto">
            <a:xfrm>
              <a:off x="1941513" y="3302000"/>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1" name="Line 64">
              <a:extLst>
                <a:ext uri="{FF2B5EF4-FFF2-40B4-BE49-F238E27FC236}">
                  <a16:creationId xmlns:a16="http://schemas.microsoft.com/office/drawing/2014/main" id="{2F59CDD3-A382-5302-D260-F17028A36676}"/>
                </a:ext>
              </a:extLst>
            </p:cNvPr>
            <p:cNvSpPr>
              <a:spLocks noChangeShapeType="1"/>
            </p:cNvSpPr>
            <p:nvPr/>
          </p:nvSpPr>
          <p:spPr bwMode="auto">
            <a:xfrm>
              <a:off x="1941513" y="4378325"/>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2" name="Line 65">
              <a:extLst>
                <a:ext uri="{FF2B5EF4-FFF2-40B4-BE49-F238E27FC236}">
                  <a16:creationId xmlns:a16="http://schemas.microsoft.com/office/drawing/2014/main" id="{EDFAA2FF-0E1C-6F42-7C57-D596A37A8E95}"/>
                </a:ext>
              </a:extLst>
            </p:cNvPr>
            <p:cNvSpPr>
              <a:spLocks noChangeShapeType="1"/>
            </p:cNvSpPr>
            <p:nvPr/>
          </p:nvSpPr>
          <p:spPr bwMode="auto">
            <a:xfrm>
              <a:off x="7615238" y="4325938"/>
              <a:ext cx="0" cy="827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3" name="Line 66">
              <a:extLst>
                <a:ext uri="{FF2B5EF4-FFF2-40B4-BE49-F238E27FC236}">
                  <a16:creationId xmlns:a16="http://schemas.microsoft.com/office/drawing/2014/main" id="{B3DA6098-559C-3728-7441-150733E182D5}"/>
                </a:ext>
              </a:extLst>
            </p:cNvPr>
            <p:cNvSpPr>
              <a:spLocks noChangeShapeType="1"/>
            </p:cNvSpPr>
            <p:nvPr/>
          </p:nvSpPr>
          <p:spPr bwMode="auto">
            <a:xfrm flipH="1">
              <a:off x="1725613" y="5159375"/>
              <a:ext cx="59039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4" name="Line 67">
              <a:extLst>
                <a:ext uri="{FF2B5EF4-FFF2-40B4-BE49-F238E27FC236}">
                  <a16:creationId xmlns:a16="http://schemas.microsoft.com/office/drawing/2014/main" id="{057D9B04-AC25-D97B-AF35-7448DD08B742}"/>
                </a:ext>
              </a:extLst>
            </p:cNvPr>
            <p:cNvSpPr>
              <a:spLocks noChangeShapeType="1"/>
            </p:cNvSpPr>
            <p:nvPr/>
          </p:nvSpPr>
          <p:spPr bwMode="auto">
            <a:xfrm flipV="1">
              <a:off x="1725613" y="3027363"/>
              <a:ext cx="0" cy="2124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5" name="Line 68">
              <a:extLst>
                <a:ext uri="{FF2B5EF4-FFF2-40B4-BE49-F238E27FC236}">
                  <a16:creationId xmlns:a16="http://schemas.microsoft.com/office/drawing/2014/main" id="{04EC3BD8-0659-1805-0F23-F275E7FDDE49}"/>
                </a:ext>
              </a:extLst>
            </p:cNvPr>
            <p:cNvSpPr>
              <a:spLocks noChangeShapeType="1"/>
            </p:cNvSpPr>
            <p:nvPr/>
          </p:nvSpPr>
          <p:spPr bwMode="auto">
            <a:xfrm>
              <a:off x="1711325" y="3027363"/>
              <a:ext cx="576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6" name="Line 69">
              <a:extLst>
                <a:ext uri="{FF2B5EF4-FFF2-40B4-BE49-F238E27FC236}">
                  <a16:creationId xmlns:a16="http://schemas.microsoft.com/office/drawing/2014/main" id="{DF5473EE-8195-C3B2-D298-14284396BB4A}"/>
                </a:ext>
              </a:extLst>
            </p:cNvPr>
            <p:cNvSpPr>
              <a:spLocks noChangeShapeType="1"/>
            </p:cNvSpPr>
            <p:nvPr/>
          </p:nvSpPr>
          <p:spPr bwMode="auto">
            <a:xfrm>
              <a:off x="7615238" y="2452688"/>
              <a:ext cx="0" cy="827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7" name="Line 70">
              <a:extLst>
                <a:ext uri="{FF2B5EF4-FFF2-40B4-BE49-F238E27FC236}">
                  <a16:creationId xmlns:a16="http://schemas.microsoft.com/office/drawing/2014/main" id="{51E93D60-A3E6-40A5-8D0A-C19388C4BF2A}"/>
                </a:ext>
              </a:extLst>
            </p:cNvPr>
            <p:cNvSpPr>
              <a:spLocks noChangeShapeType="1"/>
            </p:cNvSpPr>
            <p:nvPr/>
          </p:nvSpPr>
          <p:spPr bwMode="auto">
            <a:xfrm flipH="1" flipV="1">
              <a:off x="1436688" y="2438400"/>
              <a:ext cx="6192837"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8" name="Line 71">
              <a:extLst>
                <a:ext uri="{FF2B5EF4-FFF2-40B4-BE49-F238E27FC236}">
                  <a16:creationId xmlns:a16="http://schemas.microsoft.com/office/drawing/2014/main" id="{C5163CFD-4FB6-28D4-4461-4C9289C1D7A3}"/>
                </a:ext>
              </a:extLst>
            </p:cNvPr>
            <p:cNvSpPr>
              <a:spLocks noChangeShapeType="1"/>
            </p:cNvSpPr>
            <p:nvPr/>
          </p:nvSpPr>
          <p:spPr bwMode="auto">
            <a:xfrm>
              <a:off x="1452563" y="4614863"/>
              <a:ext cx="8270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9" name="Line 72">
              <a:extLst>
                <a:ext uri="{FF2B5EF4-FFF2-40B4-BE49-F238E27FC236}">
                  <a16:creationId xmlns:a16="http://schemas.microsoft.com/office/drawing/2014/main" id="{CB32F383-BB1E-E6D1-D50F-172AD11398AE}"/>
                </a:ext>
              </a:extLst>
            </p:cNvPr>
            <p:cNvSpPr>
              <a:spLocks noChangeShapeType="1"/>
            </p:cNvSpPr>
            <p:nvPr/>
          </p:nvSpPr>
          <p:spPr bwMode="auto">
            <a:xfrm flipV="1">
              <a:off x="1436688" y="2438400"/>
              <a:ext cx="0" cy="2195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0" name="Line 73">
              <a:extLst>
                <a:ext uri="{FF2B5EF4-FFF2-40B4-BE49-F238E27FC236}">
                  <a16:creationId xmlns:a16="http://schemas.microsoft.com/office/drawing/2014/main" id="{637F8AA4-A72A-CBE9-BB86-EAD138566268}"/>
                </a:ext>
              </a:extLst>
            </p:cNvPr>
            <p:cNvSpPr>
              <a:spLocks noChangeShapeType="1"/>
            </p:cNvSpPr>
            <p:nvPr/>
          </p:nvSpPr>
          <p:spPr bwMode="auto">
            <a:xfrm>
              <a:off x="1220788" y="3835400"/>
              <a:ext cx="0" cy="169068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9191" name="Line 74">
              <a:extLst>
                <a:ext uri="{FF2B5EF4-FFF2-40B4-BE49-F238E27FC236}">
                  <a16:creationId xmlns:a16="http://schemas.microsoft.com/office/drawing/2014/main" id="{AEBFD388-3F85-1817-8E56-E00B0DF411F7}"/>
                </a:ext>
              </a:extLst>
            </p:cNvPr>
            <p:cNvSpPr>
              <a:spLocks noChangeShapeType="1"/>
            </p:cNvSpPr>
            <p:nvPr/>
          </p:nvSpPr>
          <p:spPr bwMode="auto">
            <a:xfrm>
              <a:off x="1235075" y="5521325"/>
              <a:ext cx="11160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2" name="Oval 75">
              <a:extLst>
                <a:ext uri="{FF2B5EF4-FFF2-40B4-BE49-F238E27FC236}">
                  <a16:creationId xmlns:a16="http://schemas.microsoft.com/office/drawing/2014/main" id="{8570D678-B0FF-3DE4-2117-ED023A4ACF44}"/>
                </a:ext>
              </a:extLst>
            </p:cNvPr>
            <p:cNvSpPr>
              <a:spLocks noChangeArrowheads="1"/>
            </p:cNvSpPr>
            <p:nvPr/>
          </p:nvSpPr>
          <p:spPr bwMode="auto">
            <a:xfrm>
              <a:off x="2771775" y="3071813"/>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193" name="Line 76">
              <a:extLst>
                <a:ext uri="{FF2B5EF4-FFF2-40B4-BE49-F238E27FC236}">
                  <a16:creationId xmlns:a16="http://schemas.microsoft.com/office/drawing/2014/main" id="{4EA310EF-3FA0-601E-D1C7-641B58C92041}"/>
                </a:ext>
              </a:extLst>
            </p:cNvPr>
            <p:cNvSpPr>
              <a:spLocks noChangeShapeType="1"/>
            </p:cNvSpPr>
            <p:nvPr/>
          </p:nvSpPr>
          <p:spPr bwMode="auto">
            <a:xfrm>
              <a:off x="2921000" y="5535613"/>
              <a:ext cx="2159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4" name="Line 77">
              <a:extLst>
                <a:ext uri="{FF2B5EF4-FFF2-40B4-BE49-F238E27FC236}">
                  <a16:creationId xmlns:a16="http://schemas.microsoft.com/office/drawing/2014/main" id="{67B8FC14-6802-EE91-6ED5-34DB66A388EC}"/>
                </a:ext>
              </a:extLst>
            </p:cNvPr>
            <p:cNvSpPr>
              <a:spLocks noChangeShapeType="1"/>
            </p:cNvSpPr>
            <p:nvPr/>
          </p:nvSpPr>
          <p:spPr bwMode="auto">
            <a:xfrm flipV="1">
              <a:off x="5081588" y="3027363"/>
              <a:ext cx="0" cy="25193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5" name="Line 78">
              <a:extLst>
                <a:ext uri="{FF2B5EF4-FFF2-40B4-BE49-F238E27FC236}">
                  <a16:creationId xmlns:a16="http://schemas.microsoft.com/office/drawing/2014/main" id="{8FFF8643-28A9-4292-4186-6FEA1A7E7F94}"/>
                </a:ext>
              </a:extLst>
            </p:cNvPr>
            <p:cNvSpPr>
              <a:spLocks noChangeShapeType="1"/>
            </p:cNvSpPr>
            <p:nvPr/>
          </p:nvSpPr>
          <p:spPr bwMode="auto">
            <a:xfrm>
              <a:off x="5067300" y="3027363"/>
              <a:ext cx="287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6" name="Line 79">
              <a:extLst>
                <a:ext uri="{FF2B5EF4-FFF2-40B4-BE49-F238E27FC236}">
                  <a16:creationId xmlns:a16="http://schemas.microsoft.com/office/drawing/2014/main" id="{1A118A56-719A-8A7B-820D-548E31732BF4}"/>
                </a:ext>
              </a:extLst>
            </p:cNvPr>
            <p:cNvSpPr>
              <a:spLocks noChangeShapeType="1"/>
            </p:cNvSpPr>
            <p:nvPr/>
          </p:nvSpPr>
          <p:spPr bwMode="auto">
            <a:xfrm>
              <a:off x="5081588" y="4600575"/>
              <a:ext cx="323850"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9197" name="Text Box 80">
              <a:extLst>
                <a:ext uri="{FF2B5EF4-FFF2-40B4-BE49-F238E27FC236}">
                  <a16:creationId xmlns:a16="http://schemas.microsoft.com/office/drawing/2014/main" id="{8ED53CE1-9BB4-7516-FDE5-B4AB884A7176}"/>
                </a:ext>
              </a:extLst>
            </p:cNvPr>
            <p:cNvSpPr txBox="1">
              <a:spLocks noChangeArrowheads="1"/>
            </p:cNvSpPr>
            <p:nvPr/>
          </p:nvSpPr>
          <p:spPr bwMode="auto">
            <a:xfrm>
              <a:off x="395288" y="3565525"/>
              <a:ext cx="533400" cy="54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a:t>
              </a:r>
            </a:p>
          </p:txBody>
        </p:sp>
        <p:grpSp>
          <p:nvGrpSpPr>
            <p:cNvPr id="3" name="Group 81">
              <a:extLst>
                <a:ext uri="{FF2B5EF4-FFF2-40B4-BE49-F238E27FC236}">
                  <a16:creationId xmlns:a16="http://schemas.microsoft.com/office/drawing/2014/main" id="{1189B278-4AA0-4730-BE87-E2D0EE30966A}"/>
                </a:ext>
              </a:extLst>
            </p:cNvPr>
            <p:cNvGrpSpPr>
              <a:grpSpLocks/>
            </p:cNvGrpSpPr>
            <p:nvPr/>
          </p:nvGrpSpPr>
          <p:grpSpPr bwMode="auto">
            <a:xfrm>
              <a:off x="2363788" y="5268913"/>
              <a:ext cx="534987" cy="517525"/>
              <a:chOff x="894" y="2432"/>
              <a:chExt cx="337" cy="326"/>
            </a:xfrm>
            <a:solidFill>
              <a:srgbClr val="339966"/>
            </a:solidFill>
          </p:grpSpPr>
          <p:sp>
            <p:nvSpPr>
              <p:cNvPr id="46154" name="AutoShape 82">
                <a:extLst>
                  <a:ext uri="{FF2B5EF4-FFF2-40B4-BE49-F238E27FC236}">
                    <a16:creationId xmlns:a16="http://schemas.microsoft.com/office/drawing/2014/main" id="{FC731EB8-C523-4D65-83FB-60C0B0C67E6C}"/>
                  </a:ext>
                </a:extLst>
              </p:cNvPr>
              <p:cNvSpPr>
                <a:spLocks noChangeArrowheads="1"/>
              </p:cNvSpPr>
              <p:nvPr/>
            </p:nvSpPr>
            <p:spPr bwMode="auto">
              <a:xfrm rot="5400000">
                <a:off x="860" y="2466"/>
                <a:ext cx="326" cy="258"/>
              </a:xfrm>
              <a:prstGeom prst="triangle">
                <a:avLst>
                  <a:gd name="adj" fmla="val 50000"/>
                </a:avLst>
              </a:prstGeom>
              <a:solidFill>
                <a:schemeClr val="accent1"/>
              </a:solidFill>
              <a:ln w="28575">
                <a:solidFill>
                  <a:schemeClr val="tx1"/>
                </a:solidFill>
                <a:miter lim="800000"/>
                <a:headEnd/>
                <a:tailEnd/>
              </a:ln>
            </p:spPr>
            <p:txBody>
              <a:bodyPr rot="10800000" vert="eaVert" wrap="none" anchor="ctr"/>
              <a:lstStyle/>
              <a:p>
                <a:pPr eaLnBrk="1" hangingPunct="1">
                  <a:defRPr/>
                </a:pPr>
                <a:endParaRPr lang="en-US" dirty="0">
                  <a:latin typeface="Arial" charset="0"/>
                  <a:cs typeface="Arial" charset="0"/>
                </a:endParaRPr>
              </a:p>
            </p:txBody>
          </p:sp>
          <p:sp>
            <p:nvSpPr>
              <p:cNvPr id="46155" name="Oval 83">
                <a:extLst>
                  <a:ext uri="{FF2B5EF4-FFF2-40B4-BE49-F238E27FC236}">
                    <a16:creationId xmlns:a16="http://schemas.microsoft.com/office/drawing/2014/main" id="{13DA1C1D-89A3-4D43-A538-2922C2C49D8F}"/>
                  </a:ext>
                </a:extLst>
              </p:cNvPr>
              <p:cNvSpPr>
                <a:spLocks noChangeArrowheads="1"/>
              </p:cNvSpPr>
              <p:nvPr/>
            </p:nvSpPr>
            <p:spPr bwMode="auto">
              <a:xfrm>
                <a:off x="1154" y="2558"/>
                <a:ext cx="77" cy="77"/>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dirty="0">
                  <a:latin typeface="Arial" charset="0"/>
                  <a:cs typeface="Arial" charset="0"/>
                </a:endParaRPr>
              </a:p>
            </p:txBody>
          </p:sp>
        </p:grpSp>
        <p:sp>
          <p:nvSpPr>
            <p:cNvPr id="49199" name="AutoShape 84">
              <a:extLst>
                <a:ext uri="{FF2B5EF4-FFF2-40B4-BE49-F238E27FC236}">
                  <a16:creationId xmlns:a16="http://schemas.microsoft.com/office/drawing/2014/main" id="{C975B4C3-EA26-3A70-EF76-2A5B89DE5134}"/>
                </a:ext>
              </a:extLst>
            </p:cNvPr>
            <p:cNvSpPr>
              <a:spLocks noChangeArrowheads="1"/>
            </p:cNvSpPr>
            <p:nvPr/>
          </p:nvSpPr>
          <p:spPr bwMode="auto">
            <a:xfrm>
              <a:off x="2266950" y="2871788"/>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0" name="Line 85">
              <a:extLst>
                <a:ext uri="{FF2B5EF4-FFF2-40B4-BE49-F238E27FC236}">
                  <a16:creationId xmlns:a16="http://schemas.microsoft.com/office/drawing/2014/main" id="{0845AA55-E680-DE19-1174-C9E45AE21F11}"/>
                </a:ext>
              </a:extLst>
            </p:cNvPr>
            <p:cNvSpPr>
              <a:spLocks noChangeShapeType="1"/>
            </p:cNvSpPr>
            <p:nvPr/>
          </p:nvSpPr>
          <p:spPr bwMode="auto">
            <a:xfrm>
              <a:off x="2935288" y="4467225"/>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01" name="Oval 88">
              <a:extLst>
                <a:ext uri="{FF2B5EF4-FFF2-40B4-BE49-F238E27FC236}">
                  <a16:creationId xmlns:a16="http://schemas.microsoft.com/office/drawing/2014/main" id="{7F809456-876B-3FD5-FAC3-0F291317E3DF}"/>
                </a:ext>
              </a:extLst>
            </p:cNvPr>
            <p:cNvSpPr>
              <a:spLocks noChangeArrowheads="1"/>
            </p:cNvSpPr>
            <p:nvPr/>
          </p:nvSpPr>
          <p:spPr bwMode="auto">
            <a:xfrm>
              <a:off x="2771775" y="4395788"/>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2" name="AutoShape 89">
              <a:extLst>
                <a:ext uri="{FF2B5EF4-FFF2-40B4-BE49-F238E27FC236}">
                  <a16:creationId xmlns:a16="http://schemas.microsoft.com/office/drawing/2014/main" id="{0509553E-52F3-F245-63B3-EB1DB78F11BF}"/>
                </a:ext>
              </a:extLst>
            </p:cNvPr>
            <p:cNvSpPr>
              <a:spLocks noChangeArrowheads="1"/>
            </p:cNvSpPr>
            <p:nvPr/>
          </p:nvSpPr>
          <p:spPr bwMode="auto">
            <a:xfrm>
              <a:off x="2266950" y="4195763"/>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3" name="Oval 90">
              <a:extLst>
                <a:ext uri="{FF2B5EF4-FFF2-40B4-BE49-F238E27FC236}">
                  <a16:creationId xmlns:a16="http://schemas.microsoft.com/office/drawing/2014/main" id="{71BD2B04-94F8-8D3F-6A38-55E5BE61D686}"/>
                </a:ext>
              </a:extLst>
            </p:cNvPr>
            <p:cNvSpPr>
              <a:spLocks noChangeArrowheads="1"/>
            </p:cNvSpPr>
            <p:nvPr/>
          </p:nvSpPr>
          <p:spPr bwMode="auto">
            <a:xfrm>
              <a:off x="4121150" y="3173413"/>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4" name="AutoShape 91">
              <a:extLst>
                <a:ext uri="{FF2B5EF4-FFF2-40B4-BE49-F238E27FC236}">
                  <a16:creationId xmlns:a16="http://schemas.microsoft.com/office/drawing/2014/main" id="{8004FA08-EC17-8B2F-096D-A0368CFB32A2}"/>
                </a:ext>
              </a:extLst>
            </p:cNvPr>
            <p:cNvSpPr>
              <a:spLocks noChangeArrowheads="1"/>
            </p:cNvSpPr>
            <p:nvPr/>
          </p:nvSpPr>
          <p:spPr bwMode="auto">
            <a:xfrm>
              <a:off x="3616325" y="2973388"/>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5" name="Oval 92">
              <a:extLst>
                <a:ext uri="{FF2B5EF4-FFF2-40B4-BE49-F238E27FC236}">
                  <a16:creationId xmlns:a16="http://schemas.microsoft.com/office/drawing/2014/main" id="{5EFE79C6-8EA9-098F-FC44-AF18BDE51C4F}"/>
                </a:ext>
              </a:extLst>
            </p:cNvPr>
            <p:cNvSpPr>
              <a:spLocks noChangeArrowheads="1"/>
            </p:cNvSpPr>
            <p:nvPr/>
          </p:nvSpPr>
          <p:spPr bwMode="auto">
            <a:xfrm>
              <a:off x="4121150" y="4260850"/>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6" name="AutoShape 93">
              <a:extLst>
                <a:ext uri="{FF2B5EF4-FFF2-40B4-BE49-F238E27FC236}">
                  <a16:creationId xmlns:a16="http://schemas.microsoft.com/office/drawing/2014/main" id="{4B141DB7-BD82-9B14-A6C9-62BDE92479B2}"/>
                </a:ext>
              </a:extLst>
            </p:cNvPr>
            <p:cNvSpPr>
              <a:spLocks noChangeArrowheads="1"/>
            </p:cNvSpPr>
            <p:nvPr/>
          </p:nvSpPr>
          <p:spPr bwMode="auto">
            <a:xfrm>
              <a:off x="3616325" y="4046538"/>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7" name="AutoShape 94">
              <a:extLst>
                <a:ext uri="{FF2B5EF4-FFF2-40B4-BE49-F238E27FC236}">
                  <a16:creationId xmlns:a16="http://schemas.microsoft.com/office/drawing/2014/main" id="{9FFBAF33-18FD-6BCF-82AE-E5F429C2F4D0}"/>
                </a:ext>
              </a:extLst>
            </p:cNvPr>
            <p:cNvSpPr>
              <a:spLocks noChangeArrowheads="1"/>
            </p:cNvSpPr>
            <p:nvPr/>
          </p:nvSpPr>
          <p:spPr bwMode="auto">
            <a:xfrm>
              <a:off x="5329238" y="2871788"/>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8" name="Oval 95">
              <a:extLst>
                <a:ext uri="{FF2B5EF4-FFF2-40B4-BE49-F238E27FC236}">
                  <a16:creationId xmlns:a16="http://schemas.microsoft.com/office/drawing/2014/main" id="{5D483C7A-0112-B5D8-A59A-37F90500E4AF}"/>
                </a:ext>
              </a:extLst>
            </p:cNvPr>
            <p:cNvSpPr>
              <a:spLocks noChangeArrowheads="1"/>
            </p:cNvSpPr>
            <p:nvPr/>
          </p:nvSpPr>
          <p:spPr bwMode="auto">
            <a:xfrm>
              <a:off x="5834063" y="3071813"/>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9" name="Line 97">
              <a:extLst>
                <a:ext uri="{FF2B5EF4-FFF2-40B4-BE49-F238E27FC236}">
                  <a16:creationId xmlns:a16="http://schemas.microsoft.com/office/drawing/2014/main" id="{2BFEA61E-A5DC-448D-B957-9B1AD4CDB130}"/>
                </a:ext>
              </a:extLst>
            </p:cNvPr>
            <p:cNvSpPr>
              <a:spLocks noChangeShapeType="1"/>
            </p:cNvSpPr>
            <p:nvPr/>
          </p:nvSpPr>
          <p:spPr bwMode="auto">
            <a:xfrm>
              <a:off x="7612063" y="4014788"/>
              <a:ext cx="0" cy="33496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9210" name="Line 98">
              <a:extLst>
                <a:ext uri="{FF2B5EF4-FFF2-40B4-BE49-F238E27FC236}">
                  <a16:creationId xmlns:a16="http://schemas.microsoft.com/office/drawing/2014/main" id="{94B83810-D8AA-20BB-0742-2009635C852C}"/>
                </a:ext>
              </a:extLst>
            </p:cNvPr>
            <p:cNvSpPr>
              <a:spLocks noChangeShapeType="1"/>
            </p:cNvSpPr>
            <p:nvPr/>
          </p:nvSpPr>
          <p:spPr bwMode="auto">
            <a:xfrm flipH="1">
              <a:off x="6392863" y="3581400"/>
              <a:ext cx="12192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1" name="Line 99">
              <a:extLst>
                <a:ext uri="{FF2B5EF4-FFF2-40B4-BE49-F238E27FC236}">
                  <a16:creationId xmlns:a16="http://schemas.microsoft.com/office/drawing/2014/main" id="{EB94B538-6B5C-D3E3-B861-210E6B60E9EC}"/>
                </a:ext>
              </a:extLst>
            </p:cNvPr>
            <p:cNvSpPr>
              <a:spLocks noChangeShapeType="1"/>
            </p:cNvSpPr>
            <p:nvPr/>
          </p:nvSpPr>
          <p:spPr bwMode="auto">
            <a:xfrm>
              <a:off x="6392863" y="4205288"/>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2" name="Line 100">
              <a:extLst>
                <a:ext uri="{FF2B5EF4-FFF2-40B4-BE49-F238E27FC236}">
                  <a16:creationId xmlns:a16="http://schemas.microsoft.com/office/drawing/2014/main" id="{F5F37B08-07A3-F372-A3DC-7CF77859FDE1}"/>
                </a:ext>
              </a:extLst>
            </p:cNvPr>
            <p:cNvSpPr>
              <a:spLocks noChangeShapeType="1"/>
            </p:cNvSpPr>
            <p:nvPr/>
          </p:nvSpPr>
          <p:spPr bwMode="auto">
            <a:xfrm>
              <a:off x="6392863" y="3962400"/>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3" name="Line 101">
              <a:extLst>
                <a:ext uri="{FF2B5EF4-FFF2-40B4-BE49-F238E27FC236}">
                  <a16:creationId xmlns:a16="http://schemas.microsoft.com/office/drawing/2014/main" id="{F7A31153-0CF5-D5CC-0D50-A6DF95A5EC11}"/>
                </a:ext>
              </a:extLst>
            </p:cNvPr>
            <p:cNvSpPr>
              <a:spLocks noChangeShapeType="1"/>
            </p:cNvSpPr>
            <p:nvPr/>
          </p:nvSpPr>
          <p:spPr bwMode="auto">
            <a:xfrm>
              <a:off x="6380163" y="3392488"/>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4" name="Line 102">
              <a:extLst>
                <a:ext uri="{FF2B5EF4-FFF2-40B4-BE49-F238E27FC236}">
                  <a16:creationId xmlns:a16="http://schemas.microsoft.com/office/drawing/2014/main" id="{C1B6A62B-6272-0DBE-E311-97FDF22F5150}"/>
                </a:ext>
              </a:extLst>
            </p:cNvPr>
            <p:cNvSpPr>
              <a:spLocks noChangeShapeType="1"/>
            </p:cNvSpPr>
            <p:nvPr/>
          </p:nvSpPr>
          <p:spPr bwMode="auto">
            <a:xfrm>
              <a:off x="6380163" y="3405188"/>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5" name="Line 103">
              <a:extLst>
                <a:ext uri="{FF2B5EF4-FFF2-40B4-BE49-F238E27FC236}">
                  <a16:creationId xmlns:a16="http://schemas.microsoft.com/office/drawing/2014/main" id="{DF696EC0-3E22-8F0B-CE9E-039781377126}"/>
                </a:ext>
              </a:extLst>
            </p:cNvPr>
            <p:cNvSpPr>
              <a:spLocks noChangeShapeType="1"/>
            </p:cNvSpPr>
            <p:nvPr/>
          </p:nvSpPr>
          <p:spPr bwMode="auto">
            <a:xfrm>
              <a:off x="6392863" y="3633788"/>
              <a:ext cx="12192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16" name="Oval 104">
              <a:extLst>
                <a:ext uri="{FF2B5EF4-FFF2-40B4-BE49-F238E27FC236}">
                  <a16:creationId xmlns:a16="http://schemas.microsoft.com/office/drawing/2014/main" id="{54623436-1588-A828-D44A-081E52B87FF2}"/>
                </a:ext>
              </a:extLst>
            </p:cNvPr>
            <p:cNvSpPr>
              <a:spLocks noChangeArrowheads="1"/>
            </p:cNvSpPr>
            <p:nvPr/>
          </p:nvSpPr>
          <p:spPr bwMode="auto">
            <a:xfrm>
              <a:off x="7197725" y="3187700"/>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17" name="AutoShape 105">
              <a:extLst>
                <a:ext uri="{FF2B5EF4-FFF2-40B4-BE49-F238E27FC236}">
                  <a16:creationId xmlns:a16="http://schemas.microsoft.com/office/drawing/2014/main" id="{83C14883-6489-5288-D163-3CC486BE3333}"/>
                </a:ext>
              </a:extLst>
            </p:cNvPr>
            <p:cNvSpPr>
              <a:spLocks noChangeArrowheads="1"/>
            </p:cNvSpPr>
            <p:nvPr/>
          </p:nvSpPr>
          <p:spPr bwMode="auto">
            <a:xfrm>
              <a:off x="6692900" y="2987675"/>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18" name="Oval 106">
              <a:extLst>
                <a:ext uri="{FF2B5EF4-FFF2-40B4-BE49-F238E27FC236}">
                  <a16:creationId xmlns:a16="http://schemas.microsoft.com/office/drawing/2014/main" id="{5B11B862-288D-F615-706A-BDC5B3287B8E}"/>
                </a:ext>
              </a:extLst>
            </p:cNvPr>
            <p:cNvSpPr>
              <a:spLocks noChangeArrowheads="1"/>
            </p:cNvSpPr>
            <p:nvPr/>
          </p:nvSpPr>
          <p:spPr bwMode="auto">
            <a:xfrm>
              <a:off x="7197725" y="4275138"/>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19" name="AutoShape 107">
              <a:extLst>
                <a:ext uri="{FF2B5EF4-FFF2-40B4-BE49-F238E27FC236}">
                  <a16:creationId xmlns:a16="http://schemas.microsoft.com/office/drawing/2014/main" id="{C6B72263-A91B-CD8D-1C8D-02FAAC52C63B}"/>
                </a:ext>
              </a:extLst>
            </p:cNvPr>
            <p:cNvSpPr>
              <a:spLocks noChangeArrowheads="1"/>
            </p:cNvSpPr>
            <p:nvPr/>
          </p:nvSpPr>
          <p:spPr bwMode="auto">
            <a:xfrm>
              <a:off x="6692900" y="4060825"/>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20" name="AutoShape 108">
              <a:extLst>
                <a:ext uri="{FF2B5EF4-FFF2-40B4-BE49-F238E27FC236}">
                  <a16:creationId xmlns:a16="http://schemas.microsoft.com/office/drawing/2014/main" id="{D937279D-F3D3-73D3-CDAF-03898D18B276}"/>
                </a:ext>
              </a:extLst>
            </p:cNvPr>
            <p:cNvSpPr>
              <a:spLocks noChangeArrowheads="1"/>
            </p:cNvSpPr>
            <p:nvPr/>
          </p:nvSpPr>
          <p:spPr bwMode="auto">
            <a:xfrm>
              <a:off x="5378450" y="4181475"/>
              <a:ext cx="504825" cy="574675"/>
            </a:xfrm>
            <a:prstGeom prst="flowChartDelay">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21" name="Oval 109">
              <a:extLst>
                <a:ext uri="{FF2B5EF4-FFF2-40B4-BE49-F238E27FC236}">
                  <a16:creationId xmlns:a16="http://schemas.microsoft.com/office/drawing/2014/main" id="{3CECADBF-6244-D61F-097F-525532CEA24A}"/>
                </a:ext>
              </a:extLst>
            </p:cNvPr>
            <p:cNvSpPr>
              <a:spLocks noChangeArrowheads="1"/>
            </p:cNvSpPr>
            <p:nvPr/>
          </p:nvSpPr>
          <p:spPr bwMode="auto">
            <a:xfrm>
              <a:off x="5883275" y="4381500"/>
              <a:ext cx="158750" cy="15875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22" name="Text Box 111">
              <a:extLst>
                <a:ext uri="{FF2B5EF4-FFF2-40B4-BE49-F238E27FC236}">
                  <a16:creationId xmlns:a16="http://schemas.microsoft.com/office/drawing/2014/main" id="{47EBF801-2212-6D9A-0D79-3E56F8B8905E}"/>
                </a:ext>
              </a:extLst>
            </p:cNvPr>
            <p:cNvSpPr txBox="1">
              <a:spLocks noChangeArrowheads="1"/>
            </p:cNvSpPr>
            <p:nvPr/>
          </p:nvSpPr>
          <p:spPr bwMode="auto">
            <a:xfrm>
              <a:off x="3003549" y="2629716"/>
              <a:ext cx="776288" cy="47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S</a:t>
              </a:r>
              <a:r>
                <a:rPr lang="en-US" altLang="en-US" sz="2000" baseline="-25000"/>
                <a:t>1</a:t>
              </a:r>
              <a:endParaRPr lang="ru-RU" altLang="en-US" sz="2000"/>
            </a:p>
          </p:txBody>
        </p:sp>
        <p:sp>
          <p:nvSpPr>
            <p:cNvPr id="49223" name="Text Box 112">
              <a:extLst>
                <a:ext uri="{FF2B5EF4-FFF2-40B4-BE49-F238E27FC236}">
                  <a16:creationId xmlns:a16="http://schemas.microsoft.com/office/drawing/2014/main" id="{050099F6-91C5-D49B-1272-EA77354DF651}"/>
                </a:ext>
              </a:extLst>
            </p:cNvPr>
            <p:cNvSpPr txBox="1">
              <a:spLocks noChangeArrowheads="1"/>
            </p:cNvSpPr>
            <p:nvPr/>
          </p:nvSpPr>
          <p:spPr bwMode="auto">
            <a:xfrm>
              <a:off x="3017838" y="4486275"/>
              <a:ext cx="776287" cy="47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R</a:t>
              </a:r>
              <a:r>
                <a:rPr lang="en-US" altLang="en-US" sz="2000" baseline="-25000"/>
                <a:t>1</a:t>
              </a:r>
              <a:endParaRPr lang="ru-RU" altLang="en-US" sz="2000"/>
            </a:p>
          </p:txBody>
        </p:sp>
        <p:sp>
          <p:nvSpPr>
            <p:cNvPr id="49224" name="Text Box 113">
              <a:extLst>
                <a:ext uri="{FF2B5EF4-FFF2-40B4-BE49-F238E27FC236}">
                  <a16:creationId xmlns:a16="http://schemas.microsoft.com/office/drawing/2014/main" id="{D7B8C965-41ED-8B62-65AC-31D82D6165D4}"/>
                </a:ext>
              </a:extLst>
            </p:cNvPr>
            <p:cNvSpPr txBox="1">
              <a:spLocks noChangeArrowheads="1"/>
            </p:cNvSpPr>
            <p:nvPr/>
          </p:nvSpPr>
          <p:spPr bwMode="auto">
            <a:xfrm>
              <a:off x="6051550" y="2629716"/>
              <a:ext cx="776288" cy="47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S</a:t>
              </a:r>
              <a:r>
                <a:rPr lang="en-US" altLang="en-US" sz="2000" baseline="-25000"/>
                <a:t>2</a:t>
              </a:r>
              <a:endParaRPr lang="ru-RU" altLang="en-US" sz="2000"/>
            </a:p>
          </p:txBody>
        </p:sp>
        <p:sp>
          <p:nvSpPr>
            <p:cNvPr id="49225" name="Text Box 114">
              <a:extLst>
                <a:ext uri="{FF2B5EF4-FFF2-40B4-BE49-F238E27FC236}">
                  <a16:creationId xmlns:a16="http://schemas.microsoft.com/office/drawing/2014/main" id="{02C197B5-903A-BEE1-FD07-3831AD64C102}"/>
                </a:ext>
              </a:extLst>
            </p:cNvPr>
            <p:cNvSpPr txBox="1">
              <a:spLocks noChangeArrowheads="1"/>
            </p:cNvSpPr>
            <p:nvPr/>
          </p:nvSpPr>
          <p:spPr bwMode="auto">
            <a:xfrm>
              <a:off x="6100763" y="4524375"/>
              <a:ext cx="776287" cy="47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R</a:t>
              </a:r>
              <a:r>
                <a:rPr lang="en-US" altLang="en-US" sz="2000" baseline="-25000"/>
                <a:t>2</a:t>
              </a:r>
              <a:endParaRPr lang="ru-RU" altLang="en-US" sz="2000"/>
            </a:p>
          </p:txBody>
        </p:sp>
      </p:grpSp>
      <p:sp>
        <p:nvSpPr>
          <p:cNvPr id="49156" name="Text Box 116">
            <a:extLst>
              <a:ext uri="{FF2B5EF4-FFF2-40B4-BE49-F238E27FC236}">
                <a16:creationId xmlns:a16="http://schemas.microsoft.com/office/drawing/2014/main" id="{D35C67FF-22C1-B3C5-E51F-C6FD8126AFA1}"/>
              </a:ext>
            </a:extLst>
          </p:cNvPr>
          <p:cNvSpPr txBox="1">
            <a:spLocks noChangeArrowheads="1"/>
          </p:cNvSpPr>
          <p:nvPr/>
        </p:nvSpPr>
        <p:spPr bwMode="auto">
          <a:xfrm>
            <a:off x="2024063" y="5410201"/>
            <a:ext cx="8172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This circuit is very reminiscent master/slave scheme - t</a:t>
            </a:r>
            <a:r>
              <a:rPr lang="en-US" altLang="en-US" sz="2400">
                <a:sym typeface="Symbol" panose="05050102010706020507" pitchFamily="18" charset="2"/>
              </a:rPr>
              <a:t>6</a:t>
            </a:r>
            <a:endParaRPr lang="ru-RU" altLang="en-US" sz="2400"/>
          </a:p>
        </p:txBody>
      </p:sp>
      <p:sp>
        <p:nvSpPr>
          <p:cNvPr id="75" name="Rectangle 4">
            <a:extLst>
              <a:ext uri="{FF2B5EF4-FFF2-40B4-BE49-F238E27FC236}">
                <a16:creationId xmlns:a16="http://schemas.microsoft.com/office/drawing/2014/main" id="{F5830110-F479-4AE5-BA68-AA80BFDA413E}"/>
              </a:ext>
            </a:extLst>
          </p:cNvPr>
          <p:cNvSpPr txBox="1">
            <a:spLocks noChangeArrowheads="1"/>
          </p:cNvSpPr>
          <p:nvPr/>
        </p:nvSpPr>
        <p:spPr bwMode="auto">
          <a:xfrm>
            <a:off x="3801271" y="963362"/>
            <a:ext cx="82296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4" name="Title 3">
            <a:extLst>
              <a:ext uri="{FF2B5EF4-FFF2-40B4-BE49-F238E27FC236}">
                <a16:creationId xmlns:a16="http://schemas.microsoft.com/office/drawing/2014/main" id="{FCA649AA-ECDE-39B6-318D-A8DED93032CE}"/>
              </a:ext>
            </a:extLst>
          </p:cNvPr>
          <p:cNvSpPr>
            <a:spLocks noGrp="1"/>
          </p:cNvSpPr>
          <p:nvPr>
            <p:ph type="title"/>
          </p:nvPr>
        </p:nvSpPr>
        <p:spPr/>
        <p:txBody>
          <a:bodyPr>
            <a:normAutofit/>
          </a:bodyPr>
          <a:lstStyle/>
          <a:p>
            <a:r>
              <a:rPr lang="en-US" dirty="0"/>
              <a:t>Asynchronous T Flip-Flop Circuit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60">
            <a:extLst>
              <a:ext uri="{FF2B5EF4-FFF2-40B4-BE49-F238E27FC236}">
                <a16:creationId xmlns:a16="http://schemas.microsoft.com/office/drawing/2014/main" id="{93B7CDCC-2CE8-C83D-3CB8-A8635D890F0D}"/>
              </a:ext>
            </a:extLst>
          </p:cNvPr>
          <p:cNvSpPr txBox="1">
            <a:spLocks noChangeArrowheads="1"/>
          </p:cNvSpPr>
          <p:nvPr/>
        </p:nvSpPr>
        <p:spPr bwMode="auto">
          <a:xfrm>
            <a:off x="2336801" y="3971926"/>
            <a:ext cx="7739063"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1</a:t>
            </a:r>
            <a:r>
              <a:rPr lang="en-US" altLang="en-US" sz="2400"/>
              <a:t>* = ~T</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 + T~q</a:t>
            </a:r>
            <a:r>
              <a:rPr lang="en-US" altLang="en-US" sz="2400" baseline="-25000">
                <a:sym typeface="Symbol" panose="05050102010706020507" pitchFamily="18" charset="2"/>
              </a:rPr>
              <a:t>2 </a:t>
            </a:r>
            <a:r>
              <a:rPr lang="en-US" altLang="en-US" sz="2400">
                <a:sym typeface="Symbol" panose="05050102010706020507" pitchFamily="18" charset="2"/>
              </a:rPr>
              <a:t>+ q</a:t>
            </a:r>
            <a:r>
              <a:rPr lang="en-US" altLang="en-US" sz="2400" baseline="-25000">
                <a:sym typeface="Symbol" panose="05050102010706020507" pitchFamily="18" charset="2"/>
              </a:rPr>
              <a:t>1</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    </a:t>
            </a:r>
            <a:r>
              <a:rPr lang="en-US" altLang="en-US" sz="2400"/>
              <a:t>q</a:t>
            </a:r>
            <a:r>
              <a:rPr lang="en-US" altLang="en-US" sz="2400" baseline="-25000"/>
              <a:t>2</a:t>
            </a:r>
            <a:r>
              <a:rPr lang="en-US" altLang="en-US" sz="2400"/>
              <a:t>* = ~T</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+Tq</a:t>
            </a:r>
            <a:r>
              <a:rPr lang="en-US" altLang="en-US" sz="2400" baseline="-25000">
                <a:sym typeface="Symbol" panose="05050102010706020507" pitchFamily="18" charset="2"/>
              </a:rPr>
              <a:t>2</a:t>
            </a:r>
            <a:r>
              <a:rPr lang="en-US" altLang="en-US" sz="2400">
                <a:sym typeface="Symbol" panose="05050102010706020507" pitchFamily="18" charset="2"/>
              </a:rPr>
              <a:t> + q</a:t>
            </a:r>
            <a:r>
              <a:rPr lang="en-US" altLang="en-US" sz="2400" baseline="-25000">
                <a:sym typeface="Symbol" panose="05050102010706020507" pitchFamily="18" charset="2"/>
              </a:rPr>
              <a:t>1</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a:t>
            </a:r>
          </a:p>
          <a:p>
            <a:pPr eaLnBrk="1" hangingPunct="1">
              <a:spcBef>
                <a:spcPct val="50000"/>
              </a:spcBef>
            </a:pPr>
            <a:r>
              <a:rPr lang="en-US" altLang="en-US" sz="2400"/>
              <a:t>q</a:t>
            </a:r>
            <a:r>
              <a:rPr lang="en-US" altLang="en-US" sz="2400" baseline="-25000"/>
              <a:t>1</a:t>
            </a:r>
            <a:r>
              <a:rPr lang="en-US" altLang="en-US" sz="2400"/>
              <a:t>* = ~T</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 + T~q</a:t>
            </a:r>
            <a:r>
              <a:rPr lang="en-US" altLang="en-US" sz="2400" baseline="-25000">
                <a:sym typeface="Symbol" panose="05050102010706020507" pitchFamily="18" charset="2"/>
              </a:rPr>
              <a:t>2</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 =~T q</a:t>
            </a:r>
            <a:r>
              <a:rPr lang="en-US" altLang="en-US" sz="2400" baseline="-25000">
                <a:sym typeface="Symbol" panose="05050102010706020507" pitchFamily="18" charset="2"/>
              </a:rPr>
              <a:t>1 </a:t>
            </a:r>
            <a:r>
              <a:rPr lang="en-US" altLang="en-US" sz="2400">
                <a:sym typeface="Symbol" panose="05050102010706020507" pitchFamily="18" charset="2"/>
              </a:rPr>
              <a:t>T ~q</a:t>
            </a:r>
            <a:r>
              <a:rPr lang="en-US" altLang="en-US" sz="2400" baseline="-25000">
                <a:sym typeface="Symbol" panose="05050102010706020507" pitchFamily="18" charset="2"/>
              </a:rPr>
              <a:t>2 </a:t>
            </a:r>
            <a:r>
              <a:rPr lang="en-US" altLang="en-US" sz="2400">
                <a:sym typeface="Symbol" panose="05050102010706020507" pitchFamily="18" charset="2"/>
              </a:rPr>
              <a:t>q</a:t>
            </a:r>
            <a:r>
              <a:rPr lang="en-US" altLang="en-US" sz="2400" baseline="-25000">
                <a:sym typeface="Symbol" panose="05050102010706020507" pitchFamily="18" charset="2"/>
              </a:rPr>
              <a:t>1 </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a:t>
            </a:r>
          </a:p>
          <a:p>
            <a:pPr eaLnBrk="1" hangingPunct="1">
              <a:spcBef>
                <a:spcPct val="50000"/>
              </a:spcBef>
            </a:pPr>
            <a:r>
              <a:rPr lang="en-US" altLang="en-US" sz="2400"/>
              <a:t>q</a:t>
            </a:r>
            <a:r>
              <a:rPr lang="en-US" altLang="en-US" sz="2400" baseline="-25000"/>
              <a:t>2</a:t>
            </a:r>
            <a:r>
              <a:rPr lang="en-US" altLang="en-US" sz="2400"/>
              <a:t>* = ~T</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 + Tq</a:t>
            </a:r>
            <a:r>
              <a:rPr lang="en-US" altLang="en-US" sz="2400" baseline="-25000">
                <a:sym typeface="Symbol" panose="05050102010706020507" pitchFamily="18" charset="2"/>
              </a:rPr>
              <a:t>2 </a:t>
            </a:r>
            <a:r>
              <a:rPr lang="en-US" altLang="en-US" sz="2400">
                <a:sym typeface="Symbol" panose="05050102010706020507" pitchFamily="18" charset="2"/>
              </a:rPr>
              <a:t>+ q</a:t>
            </a:r>
            <a:r>
              <a:rPr lang="en-US" altLang="en-US" sz="2400" baseline="-25000">
                <a:sym typeface="Symbol" panose="05050102010706020507" pitchFamily="18" charset="2"/>
              </a:rPr>
              <a:t>1</a:t>
            </a:r>
            <a:r>
              <a:rPr lang="en-US" altLang="en-US" sz="2400">
                <a:sym typeface="Symbol" panose="05050102010706020507" pitchFamily="18" charset="2"/>
              </a:rPr>
              <a:t>q</a:t>
            </a:r>
            <a:r>
              <a:rPr lang="en-US" altLang="en-US" sz="2400" baseline="-25000">
                <a:sym typeface="Symbol" panose="05050102010706020507" pitchFamily="18" charset="2"/>
              </a:rPr>
              <a:t>2 </a:t>
            </a:r>
            <a:r>
              <a:rPr lang="en-US" altLang="en-US" sz="2400">
                <a:sym typeface="Symbol" panose="05050102010706020507" pitchFamily="18" charset="2"/>
              </a:rPr>
              <a:t>=~Tq</a:t>
            </a:r>
            <a:r>
              <a:rPr lang="en-US" altLang="en-US" sz="2400" baseline="-25000">
                <a:sym typeface="Symbol" panose="05050102010706020507" pitchFamily="18" charset="2"/>
              </a:rPr>
              <a:t>1  </a:t>
            </a:r>
            <a:r>
              <a:rPr lang="en-US" altLang="en-US" sz="2400">
                <a:sym typeface="Symbol" panose="05050102010706020507" pitchFamily="18" charset="2"/>
              </a:rPr>
              <a:t>Tq</a:t>
            </a:r>
            <a:r>
              <a:rPr lang="en-US" altLang="en-US" sz="2400" baseline="-25000">
                <a:sym typeface="Symbol" panose="05050102010706020507" pitchFamily="18" charset="2"/>
              </a:rPr>
              <a:t>2 </a:t>
            </a:r>
            <a:r>
              <a:rPr lang="en-US" altLang="en-US" sz="2400">
                <a:sym typeface="Symbol" panose="05050102010706020507" pitchFamily="18" charset="2"/>
              </a:rPr>
              <a:t></a:t>
            </a:r>
            <a:r>
              <a:rPr lang="en-US" altLang="en-US" sz="2400" baseline="-25000">
                <a:sym typeface="Symbol" panose="05050102010706020507" pitchFamily="18" charset="2"/>
              </a:rPr>
              <a:t> </a:t>
            </a:r>
            <a:r>
              <a:rPr lang="en-US" altLang="en-US" sz="2400">
                <a:sym typeface="Symbol" panose="05050102010706020507" pitchFamily="18" charset="2"/>
              </a:rPr>
              <a:t>q</a:t>
            </a:r>
            <a:r>
              <a:rPr lang="en-US" altLang="en-US" sz="2400" baseline="-25000">
                <a:sym typeface="Symbol" panose="05050102010706020507" pitchFamily="18" charset="2"/>
              </a:rPr>
              <a:t>1</a:t>
            </a:r>
            <a:r>
              <a:rPr lang="en-US" altLang="en-US" sz="2400">
                <a:sym typeface="Symbol" panose="05050102010706020507" pitchFamily="18" charset="2"/>
              </a:rPr>
              <a:t>q</a:t>
            </a:r>
            <a:r>
              <a:rPr lang="en-US" altLang="en-US" sz="2400" baseline="-25000">
                <a:sym typeface="Symbol" panose="05050102010706020507" pitchFamily="18" charset="2"/>
              </a:rPr>
              <a:t>2</a:t>
            </a:r>
            <a:r>
              <a:rPr lang="en-US" altLang="en-US" sz="2400">
                <a:sym typeface="Symbol" panose="05050102010706020507" pitchFamily="18" charset="2"/>
              </a:rPr>
              <a:t> ;</a:t>
            </a:r>
          </a:p>
          <a:p>
            <a:pPr eaLnBrk="1" hangingPunct="1">
              <a:spcBef>
                <a:spcPct val="50000"/>
              </a:spcBef>
            </a:pPr>
            <a:endParaRPr lang="en-US" altLang="en-US" sz="2400">
              <a:sym typeface="Symbol" panose="05050102010706020507" pitchFamily="18" charset="2"/>
            </a:endParaRPr>
          </a:p>
        </p:txBody>
      </p:sp>
      <p:sp>
        <p:nvSpPr>
          <p:cNvPr id="50179" name="Line 61">
            <a:extLst>
              <a:ext uri="{FF2B5EF4-FFF2-40B4-BE49-F238E27FC236}">
                <a16:creationId xmlns:a16="http://schemas.microsoft.com/office/drawing/2014/main" id="{0FCEF609-89A2-52C0-86EB-DD57A9AC2195}"/>
              </a:ext>
            </a:extLst>
          </p:cNvPr>
          <p:cNvSpPr>
            <a:spLocks noChangeShapeType="1"/>
          </p:cNvSpPr>
          <p:nvPr/>
        </p:nvSpPr>
        <p:spPr bwMode="auto">
          <a:xfrm>
            <a:off x="3048001" y="4572000"/>
            <a:ext cx="2735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0" name="Line 62">
            <a:extLst>
              <a:ext uri="{FF2B5EF4-FFF2-40B4-BE49-F238E27FC236}">
                <a16:creationId xmlns:a16="http://schemas.microsoft.com/office/drawing/2014/main" id="{72779BBF-59C1-9119-4C7D-A4A98C562585}"/>
              </a:ext>
            </a:extLst>
          </p:cNvPr>
          <p:cNvSpPr>
            <a:spLocks noChangeShapeType="1"/>
          </p:cNvSpPr>
          <p:nvPr/>
        </p:nvSpPr>
        <p:spPr bwMode="auto">
          <a:xfrm>
            <a:off x="3048001" y="4495800"/>
            <a:ext cx="2771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1" name="Line 63">
            <a:extLst>
              <a:ext uri="{FF2B5EF4-FFF2-40B4-BE49-F238E27FC236}">
                <a16:creationId xmlns:a16="http://schemas.microsoft.com/office/drawing/2014/main" id="{9D041231-92F7-6FA3-F678-8B013D0C8502}"/>
              </a:ext>
            </a:extLst>
          </p:cNvPr>
          <p:cNvSpPr>
            <a:spLocks noChangeShapeType="1"/>
          </p:cNvSpPr>
          <p:nvPr/>
        </p:nvSpPr>
        <p:spPr bwMode="auto">
          <a:xfrm>
            <a:off x="7086601" y="4572000"/>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2" name="Line 64">
            <a:extLst>
              <a:ext uri="{FF2B5EF4-FFF2-40B4-BE49-F238E27FC236}">
                <a16:creationId xmlns:a16="http://schemas.microsoft.com/office/drawing/2014/main" id="{1248DCE2-205B-E8C2-B562-A928B480F59B}"/>
              </a:ext>
            </a:extLst>
          </p:cNvPr>
          <p:cNvSpPr>
            <a:spLocks noChangeShapeType="1"/>
          </p:cNvSpPr>
          <p:nvPr/>
        </p:nvSpPr>
        <p:spPr bwMode="auto">
          <a:xfrm>
            <a:off x="6248401" y="4572000"/>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3" name="Line 65">
            <a:extLst>
              <a:ext uri="{FF2B5EF4-FFF2-40B4-BE49-F238E27FC236}">
                <a16:creationId xmlns:a16="http://schemas.microsoft.com/office/drawing/2014/main" id="{CAEB0C2E-087B-2CD5-B05A-3C2422E1E5A8}"/>
              </a:ext>
            </a:extLst>
          </p:cNvPr>
          <p:cNvSpPr>
            <a:spLocks noChangeShapeType="1"/>
          </p:cNvSpPr>
          <p:nvPr/>
        </p:nvSpPr>
        <p:spPr bwMode="auto">
          <a:xfrm>
            <a:off x="6248400" y="4495800"/>
            <a:ext cx="2482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4" name="Line 66">
            <a:extLst>
              <a:ext uri="{FF2B5EF4-FFF2-40B4-BE49-F238E27FC236}">
                <a16:creationId xmlns:a16="http://schemas.microsoft.com/office/drawing/2014/main" id="{F326A810-E887-F8C8-1312-2F1FF76B231C}"/>
              </a:ext>
            </a:extLst>
          </p:cNvPr>
          <p:cNvSpPr>
            <a:spLocks noChangeShapeType="1"/>
          </p:cNvSpPr>
          <p:nvPr/>
        </p:nvSpPr>
        <p:spPr bwMode="auto">
          <a:xfrm>
            <a:off x="6858001" y="5105400"/>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5" name="Line 67">
            <a:extLst>
              <a:ext uri="{FF2B5EF4-FFF2-40B4-BE49-F238E27FC236}">
                <a16:creationId xmlns:a16="http://schemas.microsoft.com/office/drawing/2014/main" id="{498CDED8-8E7C-227F-3F32-F753B79B141B}"/>
              </a:ext>
            </a:extLst>
          </p:cNvPr>
          <p:cNvSpPr>
            <a:spLocks noChangeShapeType="1"/>
          </p:cNvSpPr>
          <p:nvPr/>
        </p:nvSpPr>
        <p:spPr bwMode="auto">
          <a:xfrm>
            <a:off x="7543800" y="5105400"/>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6" name="Line 68">
            <a:extLst>
              <a:ext uri="{FF2B5EF4-FFF2-40B4-BE49-F238E27FC236}">
                <a16:creationId xmlns:a16="http://schemas.microsoft.com/office/drawing/2014/main" id="{8F8E6182-7AFB-BAD5-B82A-D738CD58D642}"/>
              </a:ext>
            </a:extLst>
          </p:cNvPr>
          <p:cNvSpPr>
            <a:spLocks noChangeShapeType="1"/>
          </p:cNvSpPr>
          <p:nvPr/>
        </p:nvSpPr>
        <p:spPr bwMode="auto">
          <a:xfrm flipV="1">
            <a:off x="6019800" y="5029200"/>
            <a:ext cx="2266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0187" name="Group 80">
            <a:extLst>
              <a:ext uri="{FF2B5EF4-FFF2-40B4-BE49-F238E27FC236}">
                <a16:creationId xmlns:a16="http://schemas.microsoft.com/office/drawing/2014/main" id="{399E1247-6B36-CF73-F7B2-3B94B68D3D7F}"/>
              </a:ext>
            </a:extLst>
          </p:cNvPr>
          <p:cNvGrpSpPr>
            <a:grpSpLocks/>
          </p:cNvGrpSpPr>
          <p:nvPr/>
        </p:nvGrpSpPr>
        <p:grpSpPr bwMode="auto">
          <a:xfrm>
            <a:off x="2286001" y="1524001"/>
            <a:ext cx="3400425" cy="2208213"/>
            <a:chOff x="249" y="799"/>
            <a:chExt cx="2142" cy="1391"/>
          </a:xfrm>
        </p:grpSpPr>
        <p:sp>
          <p:nvSpPr>
            <p:cNvPr id="36908" name="Text Box 86">
              <a:extLst>
                <a:ext uri="{FF2B5EF4-FFF2-40B4-BE49-F238E27FC236}">
                  <a16:creationId xmlns:a16="http://schemas.microsoft.com/office/drawing/2014/main" id="{E8C5511E-5774-4039-8760-379D8492EBD9}"/>
                </a:ext>
              </a:extLst>
            </p:cNvPr>
            <p:cNvSpPr txBox="1">
              <a:spLocks noChangeArrowheads="1"/>
            </p:cNvSpPr>
            <p:nvPr/>
          </p:nvSpPr>
          <p:spPr bwMode="auto">
            <a:xfrm>
              <a:off x="249" y="1269"/>
              <a:ext cx="288"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T</a:t>
              </a:r>
            </a:p>
          </p:txBody>
        </p:sp>
        <p:sp>
          <p:nvSpPr>
            <p:cNvPr id="36909" name="Rectangle 80">
              <a:extLst>
                <a:ext uri="{FF2B5EF4-FFF2-40B4-BE49-F238E27FC236}">
                  <a16:creationId xmlns:a16="http://schemas.microsoft.com/office/drawing/2014/main" id="{E8AF619C-A47F-4E63-A5AE-DF8D90E21CEF}"/>
                </a:ext>
              </a:extLst>
            </p:cNvPr>
            <p:cNvSpPr>
              <a:spLocks noChangeArrowheads="1"/>
            </p:cNvSpPr>
            <p:nvPr/>
          </p:nvSpPr>
          <p:spPr bwMode="auto">
            <a:xfrm>
              <a:off x="633" y="1445"/>
              <a:ext cx="1680" cy="736"/>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dirty="0">
                <a:cs typeface="Arial" charset="0"/>
              </a:endParaRPr>
            </a:p>
          </p:txBody>
        </p:sp>
        <p:sp>
          <p:nvSpPr>
            <p:cNvPr id="36910" name="Line 81">
              <a:extLst>
                <a:ext uri="{FF2B5EF4-FFF2-40B4-BE49-F238E27FC236}">
                  <a16:creationId xmlns:a16="http://schemas.microsoft.com/office/drawing/2014/main" id="{8716E82E-5E8C-4486-90B8-04AB7BB6F2A0}"/>
                </a:ext>
              </a:extLst>
            </p:cNvPr>
            <p:cNvSpPr>
              <a:spLocks noChangeShapeType="1"/>
            </p:cNvSpPr>
            <p:nvPr/>
          </p:nvSpPr>
          <p:spPr bwMode="auto">
            <a:xfrm>
              <a:off x="1465" y="1445"/>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911" name="Line 82">
              <a:extLst>
                <a:ext uri="{FF2B5EF4-FFF2-40B4-BE49-F238E27FC236}">
                  <a16:creationId xmlns:a16="http://schemas.microsoft.com/office/drawing/2014/main" id="{6258D8D4-D2A7-44F9-A6D8-CDF258C09699}"/>
                </a:ext>
              </a:extLst>
            </p:cNvPr>
            <p:cNvSpPr>
              <a:spLocks noChangeShapeType="1"/>
            </p:cNvSpPr>
            <p:nvPr/>
          </p:nvSpPr>
          <p:spPr bwMode="auto">
            <a:xfrm>
              <a:off x="1033" y="1445"/>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912" name="Line 83">
              <a:extLst>
                <a:ext uri="{FF2B5EF4-FFF2-40B4-BE49-F238E27FC236}">
                  <a16:creationId xmlns:a16="http://schemas.microsoft.com/office/drawing/2014/main" id="{0D7FC7B7-774A-478D-955C-B202045249C4}"/>
                </a:ext>
              </a:extLst>
            </p:cNvPr>
            <p:cNvSpPr>
              <a:spLocks noChangeShapeType="1"/>
            </p:cNvSpPr>
            <p:nvPr/>
          </p:nvSpPr>
          <p:spPr bwMode="auto">
            <a:xfrm>
              <a:off x="1881" y="1453"/>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913" name="Line 84">
              <a:extLst>
                <a:ext uri="{FF2B5EF4-FFF2-40B4-BE49-F238E27FC236}">
                  <a16:creationId xmlns:a16="http://schemas.microsoft.com/office/drawing/2014/main" id="{6A1B02E5-9B57-4B1E-BC95-C175F89FA563}"/>
                </a:ext>
              </a:extLst>
            </p:cNvPr>
            <p:cNvSpPr>
              <a:spLocks noChangeShapeType="1"/>
            </p:cNvSpPr>
            <p:nvPr/>
          </p:nvSpPr>
          <p:spPr bwMode="auto">
            <a:xfrm>
              <a:off x="633" y="1797"/>
              <a:ext cx="1680" cy="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914" name="Line 85">
              <a:extLst>
                <a:ext uri="{FF2B5EF4-FFF2-40B4-BE49-F238E27FC236}">
                  <a16:creationId xmlns:a16="http://schemas.microsoft.com/office/drawing/2014/main" id="{103EF270-26DD-4297-BC78-A662E38E1660}"/>
                </a:ext>
              </a:extLst>
            </p:cNvPr>
            <p:cNvSpPr>
              <a:spLocks noChangeShapeType="1"/>
            </p:cNvSpPr>
            <p:nvPr/>
          </p:nvSpPr>
          <p:spPr bwMode="auto">
            <a:xfrm>
              <a:off x="393" y="1221"/>
              <a:ext cx="240" cy="24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915" name="Text Box 87">
              <a:extLst>
                <a:ext uri="{FF2B5EF4-FFF2-40B4-BE49-F238E27FC236}">
                  <a16:creationId xmlns:a16="http://schemas.microsoft.com/office/drawing/2014/main" id="{20A695E0-4526-4C20-A7A8-4375C85FEF08}"/>
                </a:ext>
              </a:extLst>
            </p:cNvPr>
            <p:cNvSpPr txBox="1">
              <a:spLocks noChangeArrowheads="1"/>
            </p:cNvSpPr>
            <p:nvPr/>
          </p:nvSpPr>
          <p:spPr bwMode="auto">
            <a:xfrm>
              <a:off x="425" y="1117"/>
              <a:ext cx="424"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q</a:t>
              </a:r>
              <a:r>
                <a:rPr lang="en-US" sz="2000" baseline="-25000" dirty="0">
                  <a:cs typeface="Arial" charset="0"/>
                </a:rPr>
                <a:t>1</a:t>
              </a:r>
              <a:r>
                <a:rPr lang="en-US" sz="2000" dirty="0">
                  <a:cs typeface="Arial" charset="0"/>
                </a:rPr>
                <a:t>q</a:t>
              </a:r>
              <a:r>
                <a:rPr lang="en-US" sz="2000" baseline="-25000" dirty="0">
                  <a:cs typeface="Arial" charset="0"/>
                </a:rPr>
                <a:t>2</a:t>
              </a:r>
              <a:endParaRPr lang="en-US" sz="2000" dirty="0">
                <a:cs typeface="Arial" charset="0"/>
              </a:endParaRPr>
            </a:p>
          </p:txBody>
        </p:sp>
        <p:sp>
          <p:nvSpPr>
            <p:cNvPr id="36916" name="Text Box 88">
              <a:extLst>
                <a:ext uri="{FF2B5EF4-FFF2-40B4-BE49-F238E27FC236}">
                  <a16:creationId xmlns:a16="http://schemas.microsoft.com/office/drawing/2014/main" id="{740AA993-100B-48B8-9EB6-387C32CD170C}"/>
                </a:ext>
              </a:extLst>
            </p:cNvPr>
            <p:cNvSpPr txBox="1">
              <a:spLocks noChangeArrowheads="1"/>
            </p:cNvSpPr>
            <p:nvPr/>
          </p:nvSpPr>
          <p:spPr bwMode="auto">
            <a:xfrm>
              <a:off x="689"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00</a:t>
              </a:r>
            </a:p>
          </p:txBody>
        </p:sp>
        <p:sp>
          <p:nvSpPr>
            <p:cNvPr id="36917" name="Text Box 89">
              <a:extLst>
                <a:ext uri="{FF2B5EF4-FFF2-40B4-BE49-F238E27FC236}">
                  <a16:creationId xmlns:a16="http://schemas.microsoft.com/office/drawing/2014/main" id="{630E65A4-A699-4BE5-9E1F-21EF8B088CE0}"/>
                </a:ext>
              </a:extLst>
            </p:cNvPr>
            <p:cNvSpPr txBox="1">
              <a:spLocks noChangeArrowheads="1"/>
            </p:cNvSpPr>
            <p:nvPr/>
          </p:nvSpPr>
          <p:spPr bwMode="auto">
            <a:xfrm>
              <a:off x="1057" y="1227"/>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01</a:t>
              </a:r>
            </a:p>
          </p:txBody>
        </p:sp>
        <p:sp>
          <p:nvSpPr>
            <p:cNvPr id="36918" name="Text Box 90">
              <a:extLst>
                <a:ext uri="{FF2B5EF4-FFF2-40B4-BE49-F238E27FC236}">
                  <a16:creationId xmlns:a16="http://schemas.microsoft.com/office/drawing/2014/main" id="{D1DFF055-8ED8-4CF6-B636-E59D31EA3F9C}"/>
                </a:ext>
              </a:extLst>
            </p:cNvPr>
            <p:cNvSpPr txBox="1">
              <a:spLocks noChangeArrowheads="1"/>
            </p:cNvSpPr>
            <p:nvPr/>
          </p:nvSpPr>
          <p:spPr bwMode="auto">
            <a:xfrm>
              <a:off x="1489"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11</a:t>
              </a:r>
            </a:p>
          </p:txBody>
        </p:sp>
        <p:sp>
          <p:nvSpPr>
            <p:cNvPr id="36919" name="Text Box 91">
              <a:extLst>
                <a:ext uri="{FF2B5EF4-FFF2-40B4-BE49-F238E27FC236}">
                  <a16:creationId xmlns:a16="http://schemas.microsoft.com/office/drawing/2014/main" id="{F12DDBF8-ADCE-4FA8-B014-2F6445D45FCE}"/>
                </a:ext>
              </a:extLst>
            </p:cNvPr>
            <p:cNvSpPr txBox="1">
              <a:spLocks noChangeArrowheads="1"/>
            </p:cNvSpPr>
            <p:nvPr/>
          </p:nvSpPr>
          <p:spPr bwMode="auto">
            <a:xfrm>
              <a:off x="1921"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10</a:t>
              </a:r>
            </a:p>
          </p:txBody>
        </p:sp>
        <p:sp>
          <p:nvSpPr>
            <p:cNvPr id="36920" name="Text Box 92">
              <a:extLst>
                <a:ext uri="{FF2B5EF4-FFF2-40B4-BE49-F238E27FC236}">
                  <a16:creationId xmlns:a16="http://schemas.microsoft.com/office/drawing/2014/main" id="{56B8E1C0-90A7-4771-AF54-E938A997A0B7}"/>
                </a:ext>
              </a:extLst>
            </p:cNvPr>
            <p:cNvSpPr txBox="1">
              <a:spLocks noChangeArrowheads="1"/>
            </p:cNvSpPr>
            <p:nvPr/>
          </p:nvSpPr>
          <p:spPr bwMode="auto">
            <a:xfrm>
              <a:off x="350" y="1501"/>
              <a:ext cx="336" cy="288"/>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0</a:t>
              </a:r>
            </a:p>
          </p:txBody>
        </p:sp>
        <p:sp>
          <p:nvSpPr>
            <p:cNvPr id="36921" name="Text Box 93">
              <a:extLst>
                <a:ext uri="{FF2B5EF4-FFF2-40B4-BE49-F238E27FC236}">
                  <a16:creationId xmlns:a16="http://schemas.microsoft.com/office/drawing/2014/main" id="{32FC603A-D599-4B9F-9CEA-1B32EE2A4CA1}"/>
                </a:ext>
              </a:extLst>
            </p:cNvPr>
            <p:cNvSpPr txBox="1">
              <a:spLocks noChangeArrowheads="1"/>
            </p:cNvSpPr>
            <p:nvPr/>
          </p:nvSpPr>
          <p:spPr bwMode="auto">
            <a:xfrm>
              <a:off x="377" y="1859"/>
              <a:ext cx="256" cy="288"/>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1</a:t>
              </a:r>
            </a:p>
          </p:txBody>
        </p:sp>
        <p:sp>
          <p:nvSpPr>
            <p:cNvPr id="36922" name="Text Box 94">
              <a:extLst>
                <a:ext uri="{FF2B5EF4-FFF2-40B4-BE49-F238E27FC236}">
                  <a16:creationId xmlns:a16="http://schemas.microsoft.com/office/drawing/2014/main" id="{E039A8A0-2482-4A8F-981C-A5873F9D7ED3}"/>
                </a:ext>
              </a:extLst>
            </p:cNvPr>
            <p:cNvSpPr txBox="1">
              <a:spLocks noChangeArrowheads="1"/>
            </p:cNvSpPr>
            <p:nvPr/>
          </p:nvSpPr>
          <p:spPr bwMode="auto">
            <a:xfrm>
              <a:off x="680"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23" name="Text Box 95">
              <a:extLst>
                <a:ext uri="{FF2B5EF4-FFF2-40B4-BE49-F238E27FC236}">
                  <a16:creationId xmlns:a16="http://schemas.microsoft.com/office/drawing/2014/main" id="{60853D39-8126-4F0B-8C12-85CC21683C8E}"/>
                </a:ext>
              </a:extLst>
            </p:cNvPr>
            <p:cNvSpPr txBox="1">
              <a:spLocks noChangeArrowheads="1"/>
            </p:cNvSpPr>
            <p:nvPr/>
          </p:nvSpPr>
          <p:spPr bwMode="auto">
            <a:xfrm>
              <a:off x="1089"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24" name="Text Box 96">
              <a:extLst>
                <a:ext uri="{FF2B5EF4-FFF2-40B4-BE49-F238E27FC236}">
                  <a16:creationId xmlns:a16="http://schemas.microsoft.com/office/drawing/2014/main" id="{5757B9F2-143A-42FE-A28B-CA78C4D1B117}"/>
                </a:ext>
              </a:extLst>
            </p:cNvPr>
            <p:cNvSpPr txBox="1">
              <a:spLocks noChangeArrowheads="1"/>
            </p:cNvSpPr>
            <p:nvPr/>
          </p:nvSpPr>
          <p:spPr bwMode="auto">
            <a:xfrm>
              <a:off x="1518"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25" name="Text Box 97">
              <a:extLst>
                <a:ext uri="{FF2B5EF4-FFF2-40B4-BE49-F238E27FC236}">
                  <a16:creationId xmlns:a16="http://schemas.microsoft.com/office/drawing/2014/main" id="{3834379A-FB00-41D0-BFE0-25014A7F900D}"/>
                </a:ext>
              </a:extLst>
            </p:cNvPr>
            <p:cNvSpPr txBox="1">
              <a:spLocks noChangeArrowheads="1"/>
            </p:cNvSpPr>
            <p:nvPr/>
          </p:nvSpPr>
          <p:spPr bwMode="auto">
            <a:xfrm>
              <a:off x="1905"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26" name="Text Box 98">
              <a:extLst>
                <a:ext uri="{FF2B5EF4-FFF2-40B4-BE49-F238E27FC236}">
                  <a16:creationId xmlns:a16="http://schemas.microsoft.com/office/drawing/2014/main" id="{D59A2A8C-FFFA-4D53-BA37-7E65EA5B921D}"/>
                </a:ext>
              </a:extLst>
            </p:cNvPr>
            <p:cNvSpPr txBox="1">
              <a:spLocks noChangeArrowheads="1"/>
            </p:cNvSpPr>
            <p:nvPr/>
          </p:nvSpPr>
          <p:spPr bwMode="auto">
            <a:xfrm>
              <a:off x="680"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27" name="Text Box 99">
              <a:extLst>
                <a:ext uri="{FF2B5EF4-FFF2-40B4-BE49-F238E27FC236}">
                  <a16:creationId xmlns:a16="http://schemas.microsoft.com/office/drawing/2014/main" id="{24D6904D-97F7-4A50-92C1-CA3A88BBE7B8}"/>
                </a:ext>
              </a:extLst>
            </p:cNvPr>
            <p:cNvSpPr txBox="1">
              <a:spLocks noChangeArrowheads="1"/>
            </p:cNvSpPr>
            <p:nvPr/>
          </p:nvSpPr>
          <p:spPr bwMode="auto">
            <a:xfrm>
              <a:off x="1089"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28" name="Text Box 100">
              <a:extLst>
                <a:ext uri="{FF2B5EF4-FFF2-40B4-BE49-F238E27FC236}">
                  <a16:creationId xmlns:a16="http://schemas.microsoft.com/office/drawing/2014/main" id="{A3E092BA-B74C-4F6F-8289-E3087C30E3F6}"/>
                </a:ext>
              </a:extLst>
            </p:cNvPr>
            <p:cNvSpPr txBox="1">
              <a:spLocks noChangeArrowheads="1"/>
            </p:cNvSpPr>
            <p:nvPr/>
          </p:nvSpPr>
          <p:spPr bwMode="auto">
            <a:xfrm>
              <a:off x="1513"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29" name="Text Box 101">
              <a:extLst>
                <a:ext uri="{FF2B5EF4-FFF2-40B4-BE49-F238E27FC236}">
                  <a16:creationId xmlns:a16="http://schemas.microsoft.com/office/drawing/2014/main" id="{42C55BA3-BEA8-4B99-B8F9-1C8F9524C221}"/>
                </a:ext>
              </a:extLst>
            </p:cNvPr>
            <p:cNvSpPr txBox="1">
              <a:spLocks noChangeArrowheads="1"/>
            </p:cNvSpPr>
            <p:nvPr/>
          </p:nvSpPr>
          <p:spPr bwMode="auto">
            <a:xfrm>
              <a:off x="1905"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30" name="AutoShape 102">
              <a:extLst>
                <a:ext uri="{FF2B5EF4-FFF2-40B4-BE49-F238E27FC236}">
                  <a16:creationId xmlns:a16="http://schemas.microsoft.com/office/drawing/2014/main" id="{A6CD2323-7781-45B0-BFAF-9A375B91D9FA}"/>
                </a:ext>
              </a:extLst>
            </p:cNvPr>
            <p:cNvSpPr>
              <a:spLocks/>
            </p:cNvSpPr>
            <p:nvPr/>
          </p:nvSpPr>
          <p:spPr bwMode="auto">
            <a:xfrm rot="10800000" flipH="1">
              <a:off x="1983" y="1843"/>
              <a:ext cx="408" cy="272"/>
            </a:xfrm>
            <a:prstGeom prst="leftBracket">
              <a:avLst>
                <a:gd name="adj" fmla="val 8333"/>
              </a:avLst>
            </a:prstGeom>
            <a:noFill/>
            <a:ln w="25400">
              <a:solidFill>
                <a:schemeClr val="tx1"/>
              </a:solidFill>
              <a:round/>
              <a:headEnd/>
              <a:tailEnd/>
            </a:ln>
          </p:spPr>
          <p:txBody>
            <a:bodyPr rot="10800000" wrap="none" anchor="ctr"/>
            <a:lstStyle/>
            <a:p>
              <a:pPr eaLnBrk="1" hangingPunct="1">
                <a:defRPr/>
              </a:pPr>
              <a:endParaRPr lang="en-US" dirty="0">
                <a:cs typeface="Arial" charset="0"/>
              </a:endParaRPr>
            </a:p>
          </p:txBody>
        </p:sp>
        <p:sp>
          <p:nvSpPr>
            <p:cNvPr id="36931" name="AutoShape 103">
              <a:extLst>
                <a:ext uri="{FF2B5EF4-FFF2-40B4-BE49-F238E27FC236}">
                  <a16:creationId xmlns:a16="http://schemas.microsoft.com/office/drawing/2014/main" id="{576A059D-01DD-4DEC-A4D8-F4DEA87FD39F}"/>
                </a:ext>
              </a:extLst>
            </p:cNvPr>
            <p:cNvSpPr>
              <a:spLocks/>
            </p:cNvSpPr>
            <p:nvPr/>
          </p:nvSpPr>
          <p:spPr bwMode="auto">
            <a:xfrm flipH="1">
              <a:off x="486" y="1843"/>
              <a:ext cx="453" cy="272"/>
            </a:xfrm>
            <a:prstGeom prst="leftBracket">
              <a:avLst>
                <a:gd name="adj" fmla="val 8333"/>
              </a:avLst>
            </a:prstGeom>
            <a:noFill/>
            <a:ln w="25400">
              <a:solidFill>
                <a:schemeClr val="tx1"/>
              </a:solidFill>
              <a:round/>
              <a:headEnd/>
              <a:tailEnd/>
            </a:ln>
          </p:spPr>
          <p:txBody>
            <a:bodyPr wrap="none" anchor="ctr"/>
            <a:lstStyle/>
            <a:p>
              <a:pPr eaLnBrk="1" hangingPunct="1">
                <a:defRPr/>
              </a:pPr>
              <a:endParaRPr lang="en-US" dirty="0">
                <a:solidFill>
                  <a:schemeClr val="bg1"/>
                </a:solidFill>
                <a:cs typeface="Arial" charset="0"/>
              </a:endParaRPr>
            </a:p>
          </p:txBody>
        </p:sp>
        <p:sp>
          <p:nvSpPr>
            <p:cNvPr id="36932" name="Text Box 54">
              <a:extLst>
                <a:ext uri="{FF2B5EF4-FFF2-40B4-BE49-F238E27FC236}">
                  <a16:creationId xmlns:a16="http://schemas.microsoft.com/office/drawing/2014/main" id="{5898FACC-F580-402B-902E-BEE3225BDDBD}"/>
                </a:ext>
              </a:extLst>
            </p:cNvPr>
            <p:cNvSpPr txBox="1">
              <a:spLocks noChangeArrowheads="1"/>
            </p:cNvSpPr>
            <p:nvPr/>
          </p:nvSpPr>
          <p:spPr bwMode="auto">
            <a:xfrm>
              <a:off x="1111" y="799"/>
              <a:ext cx="726" cy="288"/>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q</a:t>
              </a:r>
              <a:r>
                <a:rPr lang="en-US" sz="2400" baseline="-25000" dirty="0">
                  <a:cs typeface="Arial" charset="0"/>
                </a:rPr>
                <a:t>1</a:t>
              </a:r>
              <a:r>
                <a:rPr lang="en-US" sz="2400" dirty="0">
                  <a:cs typeface="Arial" charset="0"/>
                </a:rPr>
                <a:t>*</a:t>
              </a:r>
              <a:endParaRPr lang="ru-RU" sz="2400">
                <a:cs typeface="Arial" charset="0"/>
              </a:endParaRPr>
            </a:p>
          </p:txBody>
        </p:sp>
        <p:sp>
          <p:nvSpPr>
            <p:cNvPr id="36933" name="AutoShape 128">
              <a:extLst>
                <a:ext uri="{FF2B5EF4-FFF2-40B4-BE49-F238E27FC236}">
                  <a16:creationId xmlns:a16="http://schemas.microsoft.com/office/drawing/2014/main" id="{733B9C4D-4C66-4266-99BC-FCC572EBA4D7}"/>
                </a:ext>
              </a:extLst>
            </p:cNvPr>
            <p:cNvSpPr>
              <a:spLocks noChangeArrowheads="1"/>
            </p:cNvSpPr>
            <p:nvPr/>
          </p:nvSpPr>
          <p:spPr bwMode="auto">
            <a:xfrm>
              <a:off x="1555" y="1477"/>
              <a:ext cx="635" cy="280"/>
            </a:xfrm>
            <a:prstGeom prst="roundRect">
              <a:avLst>
                <a:gd name="adj" fmla="val 16667"/>
              </a:avLst>
            </a:prstGeom>
            <a:noFill/>
            <a:ln w="25400">
              <a:solidFill>
                <a:srgbClr val="0000FF"/>
              </a:solidFill>
              <a:round/>
              <a:headEnd/>
              <a:tailEnd/>
            </a:ln>
          </p:spPr>
          <p:txBody>
            <a:bodyPr wrap="none" anchor="ctr"/>
            <a:lstStyle/>
            <a:p>
              <a:pPr eaLnBrk="1" hangingPunct="1">
                <a:defRPr/>
              </a:pPr>
              <a:endParaRPr lang="en-US" dirty="0">
                <a:cs typeface="Arial" charset="0"/>
              </a:endParaRPr>
            </a:p>
          </p:txBody>
        </p:sp>
        <p:sp>
          <p:nvSpPr>
            <p:cNvPr id="36934" name="AutoShape 70">
              <a:extLst>
                <a:ext uri="{FF2B5EF4-FFF2-40B4-BE49-F238E27FC236}">
                  <a16:creationId xmlns:a16="http://schemas.microsoft.com/office/drawing/2014/main" id="{078AABD2-F9C5-417C-B689-DFF9C77062B4}"/>
                </a:ext>
              </a:extLst>
            </p:cNvPr>
            <p:cNvSpPr>
              <a:spLocks noChangeArrowheads="1"/>
            </p:cNvSpPr>
            <p:nvPr/>
          </p:nvSpPr>
          <p:spPr bwMode="auto">
            <a:xfrm>
              <a:off x="1927" y="1525"/>
              <a:ext cx="318" cy="635"/>
            </a:xfrm>
            <a:prstGeom prst="roundRect">
              <a:avLst>
                <a:gd name="adj" fmla="val 16667"/>
              </a:avLst>
            </a:prstGeom>
            <a:noFill/>
            <a:ln w="25400">
              <a:solidFill>
                <a:schemeClr val="accent1">
                  <a:lumMod val="20000"/>
                  <a:lumOff val="80000"/>
                </a:schemeClr>
              </a:solidFill>
              <a:prstDash val="dash"/>
              <a:round/>
              <a:headEnd/>
              <a:tailEnd/>
            </a:ln>
          </p:spPr>
          <p:txBody>
            <a:bodyPr wrap="none" anchor="ctr"/>
            <a:lstStyle/>
            <a:p>
              <a:pPr eaLnBrk="1" hangingPunct="1">
                <a:defRPr/>
              </a:pPr>
              <a:endParaRPr lang="en-US" dirty="0">
                <a:cs typeface="Arial" charset="0"/>
              </a:endParaRPr>
            </a:p>
          </p:txBody>
        </p:sp>
      </p:grpSp>
      <p:grpSp>
        <p:nvGrpSpPr>
          <p:cNvPr id="50188" name="Group 81">
            <a:extLst>
              <a:ext uri="{FF2B5EF4-FFF2-40B4-BE49-F238E27FC236}">
                <a16:creationId xmlns:a16="http://schemas.microsoft.com/office/drawing/2014/main" id="{9F465629-ACA7-F3BE-56BB-5BB5DDCE25C2}"/>
              </a:ext>
            </a:extLst>
          </p:cNvPr>
          <p:cNvGrpSpPr>
            <a:grpSpLocks/>
          </p:cNvGrpSpPr>
          <p:nvPr/>
        </p:nvGrpSpPr>
        <p:grpSpPr bwMode="auto">
          <a:xfrm>
            <a:off x="6211888" y="1531938"/>
            <a:ext cx="3517900" cy="2201862"/>
            <a:chOff x="2699" y="845"/>
            <a:chExt cx="2216" cy="1345"/>
          </a:xfrm>
        </p:grpSpPr>
        <p:sp>
          <p:nvSpPr>
            <p:cNvPr id="36882" name="Text Box 112">
              <a:extLst>
                <a:ext uri="{FF2B5EF4-FFF2-40B4-BE49-F238E27FC236}">
                  <a16:creationId xmlns:a16="http://schemas.microsoft.com/office/drawing/2014/main" id="{49183D7A-2EEF-42AF-9AAD-F272426F6F51}"/>
                </a:ext>
              </a:extLst>
            </p:cNvPr>
            <p:cNvSpPr txBox="1">
              <a:spLocks noChangeArrowheads="1"/>
            </p:cNvSpPr>
            <p:nvPr/>
          </p:nvSpPr>
          <p:spPr bwMode="auto">
            <a:xfrm>
              <a:off x="2699" y="1434"/>
              <a:ext cx="288"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T</a:t>
              </a:r>
            </a:p>
          </p:txBody>
        </p:sp>
        <p:sp>
          <p:nvSpPr>
            <p:cNvPr id="36883" name="Rectangle 106">
              <a:extLst>
                <a:ext uri="{FF2B5EF4-FFF2-40B4-BE49-F238E27FC236}">
                  <a16:creationId xmlns:a16="http://schemas.microsoft.com/office/drawing/2014/main" id="{855507E2-9817-49E3-9730-68E444C2D997}"/>
                </a:ext>
              </a:extLst>
            </p:cNvPr>
            <p:cNvSpPr>
              <a:spLocks noChangeArrowheads="1"/>
            </p:cNvSpPr>
            <p:nvPr/>
          </p:nvSpPr>
          <p:spPr bwMode="auto">
            <a:xfrm>
              <a:off x="3235" y="1445"/>
              <a:ext cx="1680" cy="736"/>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dirty="0">
                <a:cs typeface="Arial" charset="0"/>
              </a:endParaRPr>
            </a:p>
          </p:txBody>
        </p:sp>
        <p:sp>
          <p:nvSpPr>
            <p:cNvPr id="36884" name="Line 107">
              <a:extLst>
                <a:ext uri="{FF2B5EF4-FFF2-40B4-BE49-F238E27FC236}">
                  <a16:creationId xmlns:a16="http://schemas.microsoft.com/office/drawing/2014/main" id="{EA43C856-FC02-41B0-8B41-3F477DFBD142}"/>
                </a:ext>
              </a:extLst>
            </p:cNvPr>
            <p:cNvSpPr>
              <a:spLocks noChangeShapeType="1"/>
            </p:cNvSpPr>
            <p:nvPr/>
          </p:nvSpPr>
          <p:spPr bwMode="auto">
            <a:xfrm>
              <a:off x="4067" y="1445"/>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885" name="Line 108">
              <a:extLst>
                <a:ext uri="{FF2B5EF4-FFF2-40B4-BE49-F238E27FC236}">
                  <a16:creationId xmlns:a16="http://schemas.microsoft.com/office/drawing/2014/main" id="{6286C235-D7B5-400A-BB4C-503161FB6AD0}"/>
                </a:ext>
              </a:extLst>
            </p:cNvPr>
            <p:cNvSpPr>
              <a:spLocks noChangeShapeType="1"/>
            </p:cNvSpPr>
            <p:nvPr/>
          </p:nvSpPr>
          <p:spPr bwMode="auto">
            <a:xfrm>
              <a:off x="3635" y="1445"/>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886" name="Line 109">
              <a:extLst>
                <a:ext uri="{FF2B5EF4-FFF2-40B4-BE49-F238E27FC236}">
                  <a16:creationId xmlns:a16="http://schemas.microsoft.com/office/drawing/2014/main" id="{CDD0D7FA-8573-43D3-B0D2-C317E03804BB}"/>
                </a:ext>
              </a:extLst>
            </p:cNvPr>
            <p:cNvSpPr>
              <a:spLocks noChangeShapeType="1"/>
            </p:cNvSpPr>
            <p:nvPr/>
          </p:nvSpPr>
          <p:spPr bwMode="auto">
            <a:xfrm>
              <a:off x="4483" y="1453"/>
              <a:ext cx="0" cy="73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887" name="Line 110">
              <a:extLst>
                <a:ext uri="{FF2B5EF4-FFF2-40B4-BE49-F238E27FC236}">
                  <a16:creationId xmlns:a16="http://schemas.microsoft.com/office/drawing/2014/main" id="{487D1ECE-A926-4C47-848D-1636B925A5EE}"/>
                </a:ext>
              </a:extLst>
            </p:cNvPr>
            <p:cNvSpPr>
              <a:spLocks noChangeShapeType="1"/>
            </p:cNvSpPr>
            <p:nvPr/>
          </p:nvSpPr>
          <p:spPr bwMode="auto">
            <a:xfrm>
              <a:off x="3235" y="1797"/>
              <a:ext cx="1680" cy="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888" name="Line 111">
              <a:extLst>
                <a:ext uri="{FF2B5EF4-FFF2-40B4-BE49-F238E27FC236}">
                  <a16:creationId xmlns:a16="http://schemas.microsoft.com/office/drawing/2014/main" id="{1CDDB54F-BF2E-48EF-ACCE-74CBEE865EE2}"/>
                </a:ext>
              </a:extLst>
            </p:cNvPr>
            <p:cNvSpPr>
              <a:spLocks noChangeShapeType="1"/>
            </p:cNvSpPr>
            <p:nvPr/>
          </p:nvSpPr>
          <p:spPr bwMode="auto">
            <a:xfrm>
              <a:off x="2995" y="1221"/>
              <a:ext cx="240" cy="24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6889" name="Text Box 113">
              <a:extLst>
                <a:ext uri="{FF2B5EF4-FFF2-40B4-BE49-F238E27FC236}">
                  <a16:creationId xmlns:a16="http://schemas.microsoft.com/office/drawing/2014/main" id="{FFBC5E68-F409-4A59-ADEA-7B0A177F0E82}"/>
                </a:ext>
              </a:extLst>
            </p:cNvPr>
            <p:cNvSpPr txBox="1">
              <a:spLocks noChangeArrowheads="1"/>
            </p:cNvSpPr>
            <p:nvPr/>
          </p:nvSpPr>
          <p:spPr bwMode="auto">
            <a:xfrm>
              <a:off x="3027" y="1117"/>
              <a:ext cx="424"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q</a:t>
              </a:r>
              <a:r>
                <a:rPr lang="en-US" sz="2000" baseline="-25000" dirty="0">
                  <a:cs typeface="Arial" charset="0"/>
                </a:rPr>
                <a:t>1</a:t>
              </a:r>
              <a:r>
                <a:rPr lang="en-US" sz="2000" dirty="0">
                  <a:cs typeface="Arial" charset="0"/>
                </a:rPr>
                <a:t>q</a:t>
              </a:r>
              <a:r>
                <a:rPr lang="en-US" sz="2000" baseline="-25000" dirty="0">
                  <a:cs typeface="Arial" charset="0"/>
                </a:rPr>
                <a:t>2</a:t>
              </a:r>
              <a:endParaRPr lang="en-US" sz="2000" dirty="0">
                <a:cs typeface="Arial" charset="0"/>
              </a:endParaRPr>
            </a:p>
          </p:txBody>
        </p:sp>
        <p:sp>
          <p:nvSpPr>
            <p:cNvPr id="36890" name="Text Box 114">
              <a:extLst>
                <a:ext uri="{FF2B5EF4-FFF2-40B4-BE49-F238E27FC236}">
                  <a16:creationId xmlns:a16="http://schemas.microsoft.com/office/drawing/2014/main" id="{DADE2F39-22FE-4C21-913C-395C8A682892}"/>
                </a:ext>
              </a:extLst>
            </p:cNvPr>
            <p:cNvSpPr txBox="1">
              <a:spLocks noChangeArrowheads="1"/>
            </p:cNvSpPr>
            <p:nvPr/>
          </p:nvSpPr>
          <p:spPr bwMode="auto">
            <a:xfrm>
              <a:off x="3291"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00</a:t>
              </a:r>
            </a:p>
          </p:txBody>
        </p:sp>
        <p:sp>
          <p:nvSpPr>
            <p:cNvPr id="36891" name="Text Box 115">
              <a:extLst>
                <a:ext uri="{FF2B5EF4-FFF2-40B4-BE49-F238E27FC236}">
                  <a16:creationId xmlns:a16="http://schemas.microsoft.com/office/drawing/2014/main" id="{22A9E85E-2B34-477E-8C54-62C0B200D0CB}"/>
                </a:ext>
              </a:extLst>
            </p:cNvPr>
            <p:cNvSpPr txBox="1">
              <a:spLocks noChangeArrowheads="1"/>
            </p:cNvSpPr>
            <p:nvPr/>
          </p:nvSpPr>
          <p:spPr bwMode="auto">
            <a:xfrm>
              <a:off x="3659" y="1227"/>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01</a:t>
              </a:r>
            </a:p>
          </p:txBody>
        </p:sp>
        <p:sp>
          <p:nvSpPr>
            <p:cNvPr id="36892" name="Text Box 116">
              <a:extLst>
                <a:ext uri="{FF2B5EF4-FFF2-40B4-BE49-F238E27FC236}">
                  <a16:creationId xmlns:a16="http://schemas.microsoft.com/office/drawing/2014/main" id="{4D6A3419-5117-42D3-90AA-2538653AAA5E}"/>
                </a:ext>
              </a:extLst>
            </p:cNvPr>
            <p:cNvSpPr txBox="1">
              <a:spLocks noChangeArrowheads="1"/>
            </p:cNvSpPr>
            <p:nvPr/>
          </p:nvSpPr>
          <p:spPr bwMode="auto">
            <a:xfrm>
              <a:off x="4091"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11</a:t>
              </a:r>
            </a:p>
          </p:txBody>
        </p:sp>
        <p:sp>
          <p:nvSpPr>
            <p:cNvPr id="36893" name="Text Box 117">
              <a:extLst>
                <a:ext uri="{FF2B5EF4-FFF2-40B4-BE49-F238E27FC236}">
                  <a16:creationId xmlns:a16="http://schemas.microsoft.com/office/drawing/2014/main" id="{FD0A8376-3CDA-4017-ABE9-5C924F77E6B5}"/>
                </a:ext>
              </a:extLst>
            </p:cNvPr>
            <p:cNvSpPr txBox="1">
              <a:spLocks noChangeArrowheads="1"/>
            </p:cNvSpPr>
            <p:nvPr/>
          </p:nvSpPr>
          <p:spPr bwMode="auto">
            <a:xfrm>
              <a:off x="4523" y="1235"/>
              <a:ext cx="336" cy="250"/>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10</a:t>
              </a:r>
            </a:p>
          </p:txBody>
        </p:sp>
        <p:sp>
          <p:nvSpPr>
            <p:cNvPr id="36894" name="Text Box 118">
              <a:extLst>
                <a:ext uri="{FF2B5EF4-FFF2-40B4-BE49-F238E27FC236}">
                  <a16:creationId xmlns:a16="http://schemas.microsoft.com/office/drawing/2014/main" id="{B2CDDA84-39BD-472A-8E16-0297296C2417}"/>
                </a:ext>
              </a:extLst>
            </p:cNvPr>
            <p:cNvSpPr txBox="1">
              <a:spLocks noChangeArrowheads="1"/>
            </p:cNvSpPr>
            <p:nvPr/>
          </p:nvSpPr>
          <p:spPr bwMode="auto">
            <a:xfrm>
              <a:off x="2971" y="1499"/>
              <a:ext cx="336" cy="288"/>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0</a:t>
              </a:r>
            </a:p>
          </p:txBody>
        </p:sp>
        <p:sp>
          <p:nvSpPr>
            <p:cNvPr id="36895" name="Text Box 119">
              <a:extLst>
                <a:ext uri="{FF2B5EF4-FFF2-40B4-BE49-F238E27FC236}">
                  <a16:creationId xmlns:a16="http://schemas.microsoft.com/office/drawing/2014/main" id="{A2C9B041-E0D3-4EAF-812E-C3283010BD19}"/>
                </a:ext>
              </a:extLst>
            </p:cNvPr>
            <p:cNvSpPr txBox="1">
              <a:spLocks noChangeArrowheads="1"/>
            </p:cNvSpPr>
            <p:nvPr/>
          </p:nvSpPr>
          <p:spPr bwMode="auto">
            <a:xfrm>
              <a:off x="2979" y="1859"/>
              <a:ext cx="256" cy="288"/>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1</a:t>
              </a:r>
            </a:p>
          </p:txBody>
        </p:sp>
        <p:sp>
          <p:nvSpPr>
            <p:cNvPr id="36896" name="Text Box 120">
              <a:extLst>
                <a:ext uri="{FF2B5EF4-FFF2-40B4-BE49-F238E27FC236}">
                  <a16:creationId xmlns:a16="http://schemas.microsoft.com/office/drawing/2014/main" id="{760B0F07-BB6E-4DE1-9B4F-B22CD5EC4111}"/>
                </a:ext>
              </a:extLst>
            </p:cNvPr>
            <p:cNvSpPr txBox="1">
              <a:spLocks noChangeArrowheads="1"/>
            </p:cNvSpPr>
            <p:nvPr/>
          </p:nvSpPr>
          <p:spPr bwMode="auto">
            <a:xfrm>
              <a:off x="3301"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897" name="Text Box 121">
              <a:extLst>
                <a:ext uri="{FF2B5EF4-FFF2-40B4-BE49-F238E27FC236}">
                  <a16:creationId xmlns:a16="http://schemas.microsoft.com/office/drawing/2014/main" id="{36A029DD-7B35-49DF-97D4-B77D384A7823}"/>
                </a:ext>
              </a:extLst>
            </p:cNvPr>
            <p:cNvSpPr txBox="1">
              <a:spLocks noChangeArrowheads="1"/>
            </p:cNvSpPr>
            <p:nvPr/>
          </p:nvSpPr>
          <p:spPr bwMode="auto">
            <a:xfrm>
              <a:off x="3710"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898" name="Text Box 122">
              <a:extLst>
                <a:ext uri="{FF2B5EF4-FFF2-40B4-BE49-F238E27FC236}">
                  <a16:creationId xmlns:a16="http://schemas.microsoft.com/office/drawing/2014/main" id="{F2342FBD-25FD-408C-B93E-4AA37652BB0A}"/>
                </a:ext>
              </a:extLst>
            </p:cNvPr>
            <p:cNvSpPr txBox="1">
              <a:spLocks noChangeArrowheads="1"/>
            </p:cNvSpPr>
            <p:nvPr/>
          </p:nvSpPr>
          <p:spPr bwMode="auto">
            <a:xfrm>
              <a:off x="4139"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899" name="Text Box 123">
              <a:extLst>
                <a:ext uri="{FF2B5EF4-FFF2-40B4-BE49-F238E27FC236}">
                  <a16:creationId xmlns:a16="http://schemas.microsoft.com/office/drawing/2014/main" id="{BD6DA606-B649-4E59-B3ED-2A2E5466B75E}"/>
                </a:ext>
              </a:extLst>
            </p:cNvPr>
            <p:cNvSpPr txBox="1">
              <a:spLocks noChangeArrowheads="1"/>
            </p:cNvSpPr>
            <p:nvPr/>
          </p:nvSpPr>
          <p:spPr bwMode="auto">
            <a:xfrm>
              <a:off x="4507" y="1480"/>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00" name="Text Box 124">
              <a:extLst>
                <a:ext uri="{FF2B5EF4-FFF2-40B4-BE49-F238E27FC236}">
                  <a16:creationId xmlns:a16="http://schemas.microsoft.com/office/drawing/2014/main" id="{0AED5A8B-ECCF-4E72-8416-6113493A45FA}"/>
                </a:ext>
              </a:extLst>
            </p:cNvPr>
            <p:cNvSpPr txBox="1">
              <a:spLocks noChangeArrowheads="1"/>
            </p:cNvSpPr>
            <p:nvPr/>
          </p:nvSpPr>
          <p:spPr bwMode="auto">
            <a:xfrm>
              <a:off x="3282"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01" name="Text Box 125">
              <a:extLst>
                <a:ext uri="{FF2B5EF4-FFF2-40B4-BE49-F238E27FC236}">
                  <a16:creationId xmlns:a16="http://schemas.microsoft.com/office/drawing/2014/main" id="{36A9E964-E0B6-4958-A322-2EB746DEF1C5}"/>
                </a:ext>
              </a:extLst>
            </p:cNvPr>
            <p:cNvSpPr txBox="1">
              <a:spLocks noChangeArrowheads="1"/>
            </p:cNvSpPr>
            <p:nvPr/>
          </p:nvSpPr>
          <p:spPr bwMode="auto">
            <a:xfrm>
              <a:off x="3691"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02" name="Text Box 126">
              <a:extLst>
                <a:ext uri="{FF2B5EF4-FFF2-40B4-BE49-F238E27FC236}">
                  <a16:creationId xmlns:a16="http://schemas.microsoft.com/office/drawing/2014/main" id="{362C3C83-10BC-410A-BB62-3DD74A6209E9}"/>
                </a:ext>
              </a:extLst>
            </p:cNvPr>
            <p:cNvSpPr txBox="1">
              <a:spLocks noChangeArrowheads="1"/>
            </p:cNvSpPr>
            <p:nvPr/>
          </p:nvSpPr>
          <p:spPr bwMode="auto">
            <a:xfrm>
              <a:off x="4115"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a:t>
              </a:r>
            </a:p>
          </p:txBody>
        </p:sp>
        <p:sp>
          <p:nvSpPr>
            <p:cNvPr id="36903" name="Text Box 127">
              <a:extLst>
                <a:ext uri="{FF2B5EF4-FFF2-40B4-BE49-F238E27FC236}">
                  <a16:creationId xmlns:a16="http://schemas.microsoft.com/office/drawing/2014/main" id="{C043FA18-DE98-419F-84C3-98D5DCF74FFF}"/>
                </a:ext>
              </a:extLst>
            </p:cNvPr>
            <p:cNvSpPr txBox="1">
              <a:spLocks noChangeArrowheads="1"/>
            </p:cNvSpPr>
            <p:nvPr/>
          </p:nvSpPr>
          <p:spPr bwMode="auto">
            <a:xfrm>
              <a:off x="4507" y="1843"/>
              <a:ext cx="318" cy="250"/>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a:t>
              </a:r>
            </a:p>
          </p:txBody>
        </p:sp>
        <p:sp>
          <p:nvSpPr>
            <p:cNvPr id="36904" name="AutoShape 128">
              <a:extLst>
                <a:ext uri="{FF2B5EF4-FFF2-40B4-BE49-F238E27FC236}">
                  <a16:creationId xmlns:a16="http://schemas.microsoft.com/office/drawing/2014/main" id="{2D7FDFCC-BFB4-4D75-8AF7-D3167E46D290}"/>
                </a:ext>
              </a:extLst>
            </p:cNvPr>
            <p:cNvSpPr>
              <a:spLocks noChangeArrowheads="1"/>
            </p:cNvSpPr>
            <p:nvPr/>
          </p:nvSpPr>
          <p:spPr bwMode="auto">
            <a:xfrm>
              <a:off x="3758" y="1843"/>
              <a:ext cx="635" cy="280"/>
            </a:xfrm>
            <a:prstGeom prst="roundRect">
              <a:avLst>
                <a:gd name="adj" fmla="val 16667"/>
              </a:avLst>
            </a:prstGeom>
            <a:noFill/>
            <a:ln w="25400">
              <a:solidFill>
                <a:schemeClr val="bg1">
                  <a:lumMod val="95000"/>
                </a:schemeClr>
              </a:solidFill>
              <a:round/>
              <a:headEnd/>
              <a:tailEnd/>
            </a:ln>
          </p:spPr>
          <p:txBody>
            <a:bodyPr wrap="none" anchor="ctr"/>
            <a:lstStyle/>
            <a:p>
              <a:pPr eaLnBrk="1" hangingPunct="1">
                <a:defRPr/>
              </a:pPr>
              <a:endParaRPr lang="en-US" dirty="0">
                <a:cs typeface="Arial" charset="0"/>
              </a:endParaRPr>
            </a:p>
          </p:txBody>
        </p:sp>
        <p:sp>
          <p:nvSpPr>
            <p:cNvPr id="36905" name="Text Box 55">
              <a:extLst>
                <a:ext uri="{FF2B5EF4-FFF2-40B4-BE49-F238E27FC236}">
                  <a16:creationId xmlns:a16="http://schemas.microsoft.com/office/drawing/2014/main" id="{32E3BB7B-966D-4BB2-8108-28A784C1B4F3}"/>
                </a:ext>
              </a:extLst>
            </p:cNvPr>
            <p:cNvSpPr txBox="1">
              <a:spLocks noChangeArrowheads="1"/>
            </p:cNvSpPr>
            <p:nvPr/>
          </p:nvSpPr>
          <p:spPr bwMode="auto">
            <a:xfrm>
              <a:off x="3334" y="845"/>
              <a:ext cx="726" cy="288"/>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q</a:t>
              </a:r>
              <a:r>
                <a:rPr lang="en-US" sz="2400" baseline="-25000" dirty="0">
                  <a:cs typeface="Arial" charset="0"/>
                </a:rPr>
                <a:t>2</a:t>
              </a:r>
              <a:r>
                <a:rPr lang="en-US" sz="2400" dirty="0">
                  <a:cs typeface="Arial" charset="0"/>
                </a:rPr>
                <a:t>*</a:t>
              </a:r>
              <a:endParaRPr lang="ru-RU" sz="2400" dirty="0">
                <a:cs typeface="Arial" charset="0"/>
              </a:endParaRPr>
            </a:p>
          </p:txBody>
        </p:sp>
        <p:sp>
          <p:nvSpPr>
            <p:cNvPr id="36906" name="AutoShape 128">
              <a:extLst>
                <a:ext uri="{FF2B5EF4-FFF2-40B4-BE49-F238E27FC236}">
                  <a16:creationId xmlns:a16="http://schemas.microsoft.com/office/drawing/2014/main" id="{73C09B58-4E3A-4700-8C8D-E9A3C645DA34}"/>
                </a:ext>
              </a:extLst>
            </p:cNvPr>
            <p:cNvSpPr>
              <a:spLocks noChangeArrowheads="1"/>
            </p:cNvSpPr>
            <p:nvPr/>
          </p:nvSpPr>
          <p:spPr bwMode="auto">
            <a:xfrm>
              <a:off x="4143" y="1477"/>
              <a:ext cx="635" cy="272"/>
            </a:xfrm>
            <a:prstGeom prst="roundRect">
              <a:avLst>
                <a:gd name="adj" fmla="val 16667"/>
              </a:avLst>
            </a:prstGeom>
            <a:noFill/>
            <a:ln w="25400">
              <a:solidFill>
                <a:srgbClr val="0000FF"/>
              </a:solidFill>
              <a:round/>
              <a:headEnd/>
              <a:tailEnd/>
            </a:ln>
          </p:spPr>
          <p:txBody>
            <a:bodyPr wrap="none" anchor="ctr"/>
            <a:lstStyle/>
            <a:p>
              <a:pPr eaLnBrk="1" hangingPunct="1">
                <a:defRPr/>
              </a:pPr>
              <a:endParaRPr lang="en-US" dirty="0">
                <a:cs typeface="Arial" charset="0"/>
              </a:endParaRPr>
            </a:p>
          </p:txBody>
        </p:sp>
        <p:sp>
          <p:nvSpPr>
            <p:cNvPr id="36907" name="AutoShape 71">
              <a:extLst>
                <a:ext uri="{FF2B5EF4-FFF2-40B4-BE49-F238E27FC236}">
                  <a16:creationId xmlns:a16="http://schemas.microsoft.com/office/drawing/2014/main" id="{6EB8C275-6178-4990-9D04-1B4A821200BC}"/>
                </a:ext>
              </a:extLst>
            </p:cNvPr>
            <p:cNvSpPr>
              <a:spLocks noChangeArrowheads="1"/>
            </p:cNvSpPr>
            <p:nvPr/>
          </p:nvSpPr>
          <p:spPr bwMode="auto">
            <a:xfrm>
              <a:off x="4111" y="1517"/>
              <a:ext cx="318" cy="635"/>
            </a:xfrm>
            <a:prstGeom prst="roundRect">
              <a:avLst>
                <a:gd name="adj" fmla="val 16667"/>
              </a:avLst>
            </a:prstGeom>
            <a:noFill/>
            <a:ln w="25400">
              <a:solidFill>
                <a:schemeClr val="tx1"/>
              </a:solidFill>
              <a:prstDash val="dash"/>
              <a:round/>
              <a:headEnd/>
              <a:tailEnd/>
            </a:ln>
          </p:spPr>
          <p:txBody>
            <a:bodyPr wrap="none" anchor="ctr"/>
            <a:lstStyle/>
            <a:p>
              <a:pPr eaLnBrk="1" hangingPunct="1">
                <a:defRPr/>
              </a:pPr>
              <a:endParaRPr lang="en-US" dirty="0">
                <a:cs typeface="Arial" charset="0"/>
              </a:endParaRPr>
            </a:p>
          </p:txBody>
        </p:sp>
      </p:grpSp>
      <p:sp>
        <p:nvSpPr>
          <p:cNvPr id="50189" name="Line 72">
            <a:extLst>
              <a:ext uri="{FF2B5EF4-FFF2-40B4-BE49-F238E27FC236}">
                <a16:creationId xmlns:a16="http://schemas.microsoft.com/office/drawing/2014/main" id="{F77EC598-B8B6-54A8-CA4D-216BFF044AEE}"/>
              </a:ext>
            </a:extLst>
          </p:cNvPr>
          <p:cNvSpPr>
            <a:spLocks noChangeShapeType="1"/>
          </p:cNvSpPr>
          <p:nvPr/>
        </p:nvSpPr>
        <p:spPr bwMode="auto">
          <a:xfrm>
            <a:off x="8077201" y="4572000"/>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90" name="Line 73">
            <a:extLst>
              <a:ext uri="{FF2B5EF4-FFF2-40B4-BE49-F238E27FC236}">
                <a16:creationId xmlns:a16="http://schemas.microsoft.com/office/drawing/2014/main" id="{BC598D4F-BCE9-7A64-28B3-05E1690A4E1A}"/>
              </a:ext>
            </a:extLst>
          </p:cNvPr>
          <p:cNvSpPr>
            <a:spLocks noChangeShapeType="1"/>
          </p:cNvSpPr>
          <p:nvPr/>
        </p:nvSpPr>
        <p:spPr bwMode="auto">
          <a:xfrm>
            <a:off x="6096001" y="5105400"/>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91" name="Line 78">
            <a:extLst>
              <a:ext uri="{FF2B5EF4-FFF2-40B4-BE49-F238E27FC236}">
                <a16:creationId xmlns:a16="http://schemas.microsoft.com/office/drawing/2014/main" id="{760E7CBD-A179-3AB0-C82D-95C717FC5FBB}"/>
              </a:ext>
            </a:extLst>
          </p:cNvPr>
          <p:cNvSpPr>
            <a:spLocks noChangeShapeType="1"/>
          </p:cNvSpPr>
          <p:nvPr/>
        </p:nvSpPr>
        <p:spPr bwMode="auto">
          <a:xfrm flipV="1">
            <a:off x="3200401" y="5029200"/>
            <a:ext cx="25558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92" name="Line 79">
            <a:extLst>
              <a:ext uri="{FF2B5EF4-FFF2-40B4-BE49-F238E27FC236}">
                <a16:creationId xmlns:a16="http://schemas.microsoft.com/office/drawing/2014/main" id="{56323F04-F6DB-55F7-681F-A119997BDC67}"/>
              </a:ext>
            </a:extLst>
          </p:cNvPr>
          <p:cNvSpPr>
            <a:spLocks noChangeShapeType="1"/>
          </p:cNvSpPr>
          <p:nvPr/>
        </p:nvSpPr>
        <p:spPr bwMode="auto">
          <a:xfrm flipV="1">
            <a:off x="3200401" y="5105400"/>
            <a:ext cx="25558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Rectangle 4">
            <a:extLst>
              <a:ext uri="{FF2B5EF4-FFF2-40B4-BE49-F238E27FC236}">
                <a16:creationId xmlns:a16="http://schemas.microsoft.com/office/drawing/2014/main" id="{892A283E-399A-4B7A-8CCC-3E7C2F025FC2}"/>
              </a:ext>
            </a:extLst>
          </p:cNvPr>
          <p:cNvSpPr txBox="1">
            <a:spLocks noChangeArrowheads="1"/>
          </p:cNvSpPr>
          <p:nvPr/>
        </p:nvSpPr>
        <p:spPr bwMode="auto">
          <a:xfrm>
            <a:off x="1905000" y="953629"/>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928F5549-A2E4-9E17-932D-86D02472260C}"/>
              </a:ext>
            </a:extLst>
          </p:cNvPr>
          <p:cNvSpPr>
            <a:spLocks noGrp="1"/>
          </p:cNvSpPr>
          <p:nvPr>
            <p:ph type="title"/>
          </p:nvPr>
        </p:nvSpPr>
        <p:spPr/>
        <p:txBody>
          <a:bodyPr>
            <a:normAutofit/>
          </a:bodyPr>
          <a:lstStyle/>
          <a:p>
            <a:r>
              <a:rPr lang="fr-FR" dirty="0" err="1"/>
              <a:t>Asynchronous</a:t>
            </a:r>
            <a:r>
              <a:rPr lang="fr-FR" dirty="0"/>
              <a:t> T Flip-Flop Circuit (2)</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68">
            <a:extLst>
              <a:ext uri="{FF2B5EF4-FFF2-40B4-BE49-F238E27FC236}">
                <a16:creationId xmlns:a16="http://schemas.microsoft.com/office/drawing/2014/main" id="{EF8115D2-9281-314A-EA98-6578AD2CE163}"/>
              </a:ext>
            </a:extLst>
          </p:cNvPr>
          <p:cNvGrpSpPr>
            <a:grpSpLocks/>
          </p:cNvGrpSpPr>
          <p:nvPr/>
        </p:nvGrpSpPr>
        <p:grpSpPr bwMode="auto">
          <a:xfrm>
            <a:off x="2590800" y="1493838"/>
            <a:ext cx="6591300" cy="3760114"/>
            <a:chOff x="1485900" y="1676400"/>
            <a:chExt cx="6591300" cy="3760114"/>
          </a:xfrm>
        </p:grpSpPr>
        <p:sp>
          <p:nvSpPr>
            <p:cNvPr id="51205" name="Line 53">
              <a:extLst>
                <a:ext uri="{FF2B5EF4-FFF2-40B4-BE49-F238E27FC236}">
                  <a16:creationId xmlns:a16="http://schemas.microsoft.com/office/drawing/2014/main" id="{D815C149-110F-3696-5A76-5FF87FCF4AF7}"/>
                </a:ext>
              </a:extLst>
            </p:cNvPr>
            <p:cNvSpPr>
              <a:spLocks noChangeShapeType="1"/>
            </p:cNvSpPr>
            <p:nvPr/>
          </p:nvSpPr>
          <p:spPr bwMode="auto">
            <a:xfrm>
              <a:off x="2487613" y="2064233"/>
              <a:ext cx="3587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6" name="Line 5">
              <a:extLst>
                <a:ext uri="{FF2B5EF4-FFF2-40B4-BE49-F238E27FC236}">
                  <a16:creationId xmlns:a16="http://schemas.microsoft.com/office/drawing/2014/main" id="{92BBE8F2-EF9A-B88C-0CCF-78F43FDEB9DE}"/>
                </a:ext>
              </a:extLst>
            </p:cNvPr>
            <p:cNvSpPr>
              <a:spLocks noChangeShapeType="1"/>
            </p:cNvSpPr>
            <p:nvPr/>
          </p:nvSpPr>
          <p:spPr bwMode="auto">
            <a:xfrm>
              <a:off x="1752600" y="3272625"/>
              <a:ext cx="1079500"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81">
              <a:extLst>
                <a:ext uri="{FF2B5EF4-FFF2-40B4-BE49-F238E27FC236}">
                  <a16:creationId xmlns:a16="http://schemas.microsoft.com/office/drawing/2014/main" id="{BD8D85AE-2E5C-47DB-939D-3BCBFBD6777E}"/>
                </a:ext>
              </a:extLst>
            </p:cNvPr>
            <p:cNvGrpSpPr>
              <a:grpSpLocks/>
            </p:cNvGrpSpPr>
            <p:nvPr/>
          </p:nvGrpSpPr>
          <p:grpSpPr bwMode="auto">
            <a:xfrm>
              <a:off x="2840038" y="3075591"/>
              <a:ext cx="534988" cy="406539"/>
              <a:chOff x="894" y="2432"/>
              <a:chExt cx="337" cy="326"/>
            </a:xfrm>
            <a:solidFill>
              <a:schemeClr val="accent1"/>
            </a:solidFill>
          </p:grpSpPr>
          <p:sp>
            <p:nvSpPr>
              <p:cNvPr id="43075" name="AutoShape 82">
                <a:extLst>
                  <a:ext uri="{FF2B5EF4-FFF2-40B4-BE49-F238E27FC236}">
                    <a16:creationId xmlns:a16="http://schemas.microsoft.com/office/drawing/2014/main" id="{27D5FDC4-415D-4EDE-8A9F-D2CC281B7433}"/>
                  </a:ext>
                </a:extLst>
              </p:cNvPr>
              <p:cNvSpPr>
                <a:spLocks noChangeArrowheads="1"/>
              </p:cNvSpPr>
              <p:nvPr/>
            </p:nvSpPr>
            <p:spPr bwMode="auto">
              <a:xfrm rot="5400000">
                <a:off x="860" y="2466"/>
                <a:ext cx="326" cy="258"/>
              </a:xfrm>
              <a:prstGeom prst="triangle">
                <a:avLst>
                  <a:gd name="adj" fmla="val 50000"/>
                </a:avLst>
              </a:prstGeom>
              <a:grpFill/>
              <a:ln w="22225">
                <a:solidFill>
                  <a:schemeClr val="tx1"/>
                </a:solidFill>
                <a:miter lim="800000"/>
                <a:headEnd/>
                <a:tailEnd/>
              </a:ln>
            </p:spPr>
            <p:txBody>
              <a:bodyPr rot="10800000" vert="eaVert" wrap="none" anchor="ctr"/>
              <a:lstStyle/>
              <a:p>
                <a:pPr eaLnBrk="1" hangingPunct="1">
                  <a:defRPr/>
                </a:pPr>
                <a:endParaRPr lang="ru-RU">
                  <a:latin typeface="Arial" charset="0"/>
                  <a:cs typeface="Arial" charset="0"/>
                </a:endParaRPr>
              </a:p>
            </p:txBody>
          </p:sp>
          <p:sp>
            <p:nvSpPr>
              <p:cNvPr id="43076" name="Oval 83">
                <a:extLst>
                  <a:ext uri="{FF2B5EF4-FFF2-40B4-BE49-F238E27FC236}">
                    <a16:creationId xmlns:a16="http://schemas.microsoft.com/office/drawing/2014/main" id="{C7C7BB8D-B467-4D72-B7F9-90BF4AFA1F5F}"/>
                  </a:ext>
                </a:extLst>
              </p:cNvPr>
              <p:cNvSpPr>
                <a:spLocks noChangeArrowheads="1"/>
              </p:cNvSpPr>
              <p:nvPr/>
            </p:nvSpPr>
            <p:spPr bwMode="auto">
              <a:xfrm>
                <a:off x="1154" y="2558"/>
                <a:ext cx="77" cy="77"/>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1208" name="Line 12">
              <a:extLst>
                <a:ext uri="{FF2B5EF4-FFF2-40B4-BE49-F238E27FC236}">
                  <a16:creationId xmlns:a16="http://schemas.microsoft.com/office/drawing/2014/main" id="{176E6D33-6047-0AB4-518F-385338D26D48}"/>
                </a:ext>
              </a:extLst>
            </p:cNvPr>
            <p:cNvSpPr>
              <a:spLocks noChangeShapeType="1"/>
            </p:cNvSpPr>
            <p:nvPr/>
          </p:nvSpPr>
          <p:spPr bwMode="auto">
            <a:xfrm>
              <a:off x="3382963" y="3283848"/>
              <a:ext cx="6762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9" name="Oval 90">
              <a:extLst>
                <a:ext uri="{FF2B5EF4-FFF2-40B4-BE49-F238E27FC236}">
                  <a16:creationId xmlns:a16="http://schemas.microsoft.com/office/drawing/2014/main" id="{FC6626C7-2071-DF69-C85E-EA038121D0A9}"/>
                </a:ext>
              </a:extLst>
            </p:cNvPr>
            <p:cNvSpPr>
              <a:spLocks noChangeArrowheads="1"/>
            </p:cNvSpPr>
            <p:nvPr/>
          </p:nvSpPr>
          <p:spPr bwMode="auto">
            <a:xfrm>
              <a:off x="4562475" y="3326248"/>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0" name="AutoShape 91">
              <a:extLst>
                <a:ext uri="{FF2B5EF4-FFF2-40B4-BE49-F238E27FC236}">
                  <a16:creationId xmlns:a16="http://schemas.microsoft.com/office/drawing/2014/main" id="{681D0A68-6713-75C6-83A1-5155AED3EA95}"/>
                </a:ext>
              </a:extLst>
            </p:cNvPr>
            <p:cNvSpPr>
              <a:spLocks noChangeArrowheads="1"/>
            </p:cNvSpPr>
            <p:nvPr/>
          </p:nvSpPr>
          <p:spPr bwMode="auto">
            <a:xfrm>
              <a:off x="4057650" y="3169120"/>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1" name="Line 15">
              <a:extLst>
                <a:ext uri="{FF2B5EF4-FFF2-40B4-BE49-F238E27FC236}">
                  <a16:creationId xmlns:a16="http://schemas.microsoft.com/office/drawing/2014/main" id="{95AFE855-5C2E-1390-4F91-70FBF98D6EE6}"/>
                </a:ext>
              </a:extLst>
            </p:cNvPr>
            <p:cNvSpPr>
              <a:spLocks noChangeShapeType="1"/>
            </p:cNvSpPr>
            <p:nvPr/>
          </p:nvSpPr>
          <p:spPr bwMode="auto">
            <a:xfrm>
              <a:off x="4724400" y="3394836"/>
              <a:ext cx="55721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2" name="Oval 90">
              <a:extLst>
                <a:ext uri="{FF2B5EF4-FFF2-40B4-BE49-F238E27FC236}">
                  <a16:creationId xmlns:a16="http://schemas.microsoft.com/office/drawing/2014/main" id="{AC4D158C-5748-D4A0-6343-F7E2BD7CD2E5}"/>
                </a:ext>
              </a:extLst>
            </p:cNvPr>
            <p:cNvSpPr>
              <a:spLocks noChangeArrowheads="1"/>
            </p:cNvSpPr>
            <p:nvPr/>
          </p:nvSpPr>
          <p:spPr bwMode="auto">
            <a:xfrm>
              <a:off x="4548188" y="2680276"/>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3" name="AutoShape 91">
              <a:extLst>
                <a:ext uri="{FF2B5EF4-FFF2-40B4-BE49-F238E27FC236}">
                  <a16:creationId xmlns:a16="http://schemas.microsoft.com/office/drawing/2014/main" id="{8BBE749A-9D6C-B94F-5A32-162A369B5FA6}"/>
                </a:ext>
              </a:extLst>
            </p:cNvPr>
            <p:cNvSpPr>
              <a:spLocks noChangeArrowheads="1"/>
            </p:cNvSpPr>
            <p:nvPr/>
          </p:nvSpPr>
          <p:spPr bwMode="auto">
            <a:xfrm>
              <a:off x="4043363" y="2523147"/>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4" name="Oval 90">
              <a:extLst>
                <a:ext uri="{FF2B5EF4-FFF2-40B4-BE49-F238E27FC236}">
                  <a16:creationId xmlns:a16="http://schemas.microsoft.com/office/drawing/2014/main" id="{816570F1-5D27-7EA0-DF8D-C8EDAC1E9F32}"/>
                </a:ext>
              </a:extLst>
            </p:cNvPr>
            <p:cNvSpPr>
              <a:spLocks noChangeArrowheads="1"/>
            </p:cNvSpPr>
            <p:nvPr/>
          </p:nvSpPr>
          <p:spPr bwMode="auto">
            <a:xfrm>
              <a:off x="4576763" y="3969726"/>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5" name="AutoShape 91">
              <a:extLst>
                <a:ext uri="{FF2B5EF4-FFF2-40B4-BE49-F238E27FC236}">
                  <a16:creationId xmlns:a16="http://schemas.microsoft.com/office/drawing/2014/main" id="{04BDE2F9-063A-E937-A0A8-EA797B43FAB8}"/>
                </a:ext>
              </a:extLst>
            </p:cNvPr>
            <p:cNvSpPr>
              <a:spLocks noChangeArrowheads="1"/>
            </p:cNvSpPr>
            <p:nvPr/>
          </p:nvSpPr>
          <p:spPr bwMode="auto">
            <a:xfrm>
              <a:off x="4071938" y="3812598"/>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6" name="Oval 90">
              <a:extLst>
                <a:ext uri="{FF2B5EF4-FFF2-40B4-BE49-F238E27FC236}">
                  <a16:creationId xmlns:a16="http://schemas.microsoft.com/office/drawing/2014/main" id="{D3EAF4B3-AB6E-0788-532E-5791C9B30767}"/>
                </a:ext>
              </a:extLst>
            </p:cNvPr>
            <p:cNvSpPr>
              <a:spLocks noChangeArrowheads="1"/>
            </p:cNvSpPr>
            <p:nvPr/>
          </p:nvSpPr>
          <p:spPr bwMode="auto">
            <a:xfrm>
              <a:off x="6165850" y="2664064"/>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7" name="AutoShape 91">
              <a:extLst>
                <a:ext uri="{FF2B5EF4-FFF2-40B4-BE49-F238E27FC236}">
                  <a16:creationId xmlns:a16="http://schemas.microsoft.com/office/drawing/2014/main" id="{F9FA1754-3BAC-A597-F165-03C128DFEBA1}"/>
                </a:ext>
              </a:extLst>
            </p:cNvPr>
            <p:cNvSpPr>
              <a:spLocks noChangeArrowheads="1"/>
            </p:cNvSpPr>
            <p:nvPr/>
          </p:nvSpPr>
          <p:spPr bwMode="auto">
            <a:xfrm>
              <a:off x="5661025" y="2496959"/>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8" name="Oval 90">
              <a:extLst>
                <a:ext uri="{FF2B5EF4-FFF2-40B4-BE49-F238E27FC236}">
                  <a16:creationId xmlns:a16="http://schemas.microsoft.com/office/drawing/2014/main" id="{A03058F2-3498-71C3-9D0C-15165FBDA151}"/>
                </a:ext>
              </a:extLst>
            </p:cNvPr>
            <p:cNvSpPr>
              <a:spLocks noChangeArrowheads="1"/>
            </p:cNvSpPr>
            <p:nvPr/>
          </p:nvSpPr>
          <p:spPr bwMode="auto">
            <a:xfrm>
              <a:off x="6169025" y="3931068"/>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19" name="AutoShape 91">
              <a:extLst>
                <a:ext uri="{FF2B5EF4-FFF2-40B4-BE49-F238E27FC236}">
                  <a16:creationId xmlns:a16="http://schemas.microsoft.com/office/drawing/2014/main" id="{58F5F396-D3AB-8CFD-F89D-671F06C58D55}"/>
                </a:ext>
              </a:extLst>
            </p:cNvPr>
            <p:cNvSpPr>
              <a:spLocks noChangeArrowheads="1"/>
            </p:cNvSpPr>
            <p:nvPr/>
          </p:nvSpPr>
          <p:spPr bwMode="auto">
            <a:xfrm>
              <a:off x="5664200" y="3783916"/>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20" name="Line 24">
              <a:extLst>
                <a:ext uri="{FF2B5EF4-FFF2-40B4-BE49-F238E27FC236}">
                  <a16:creationId xmlns:a16="http://schemas.microsoft.com/office/drawing/2014/main" id="{E0E14EEC-4111-1BE0-F944-A3B75E18095B}"/>
                </a:ext>
              </a:extLst>
            </p:cNvPr>
            <p:cNvSpPr>
              <a:spLocks noChangeShapeType="1"/>
            </p:cNvSpPr>
            <p:nvPr/>
          </p:nvSpPr>
          <p:spPr bwMode="auto">
            <a:xfrm>
              <a:off x="6324600" y="2720182"/>
              <a:ext cx="93662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1" name="Line 25">
              <a:extLst>
                <a:ext uri="{FF2B5EF4-FFF2-40B4-BE49-F238E27FC236}">
                  <a16:creationId xmlns:a16="http://schemas.microsoft.com/office/drawing/2014/main" id="{AD69D483-23E5-F19E-0482-943CBA6200B0}"/>
                </a:ext>
              </a:extLst>
            </p:cNvPr>
            <p:cNvSpPr>
              <a:spLocks noChangeShapeType="1"/>
            </p:cNvSpPr>
            <p:nvPr/>
          </p:nvSpPr>
          <p:spPr bwMode="auto">
            <a:xfrm>
              <a:off x="6324600" y="3987185"/>
              <a:ext cx="93662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81">
              <a:extLst>
                <a:ext uri="{FF2B5EF4-FFF2-40B4-BE49-F238E27FC236}">
                  <a16:creationId xmlns:a16="http://schemas.microsoft.com/office/drawing/2014/main" id="{6DBF4BC5-CF9B-46F2-B7E6-6A2E8B0558AA}"/>
                </a:ext>
              </a:extLst>
            </p:cNvPr>
            <p:cNvGrpSpPr>
              <a:grpSpLocks/>
            </p:cNvGrpSpPr>
            <p:nvPr/>
          </p:nvGrpSpPr>
          <p:grpSpPr bwMode="auto">
            <a:xfrm>
              <a:off x="2832100" y="1860964"/>
              <a:ext cx="534988" cy="406539"/>
              <a:chOff x="894" y="2432"/>
              <a:chExt cx="337" cy="326"/>
            </a:xfrm>
            <a:solidFill>
              <a:schemeClr val="accent1"/>
            </a:solidFill>
          </p:grpSpPr>
          <p:sp>
            <p:nvSpPr>
              <p:cNvPr id="43073" name="AutoShape 82">
                <a:extLst>
                  <a:ext uri="{FF2B5EF4-FFF2-40B4-BE49-F238E27FC236}">
                    <a16:creationId xmlns:a16="http://schemas.microsoft.com/office/drawing/2014/main" id="{2B37F165-7C24-419F-BD03-8C3FA18CE686}"/>
                  </a:ext>
                </a:extLst>
              </p:cNvPr>
              <p:cNvSpPr>
                <a:spLocks noChangeArrowheads="1"/>
              </p:cNvSpPr>
              <p:nvPr/>
            </p:nvSpPr>
            <p:spPr bwMode="auto">
              <a:xfrm rot="5400000">
                <a:off x="860" y="2466"/>
                <a:ext cx="326" cy="258"/>
              </a:xfrm>
              <a:prstGeom prst="triangle">
                <a:avLst>
                  <a:gd name="adj" fmla="val 50000"/>
                </a:avLst>
              </a:prstGeom>
              <a:grpFill/>
              <a:ln w="22225">
                <a:solidFill>
                  <a:schemeClr val="tx1"/>
                </a:solidFill>
                <a:miter lim="800000"/>
                <a:headEnd/>
                <a:tailEnd/>
              </a:ln>
            </p:spPr>
            <p:txBody>
              <a:bodyPr rot="10800000" vert="eaVert" wrap="none" anchor="ctr"/>
              <a:lstStyle/>
              <a:p>
                <a:pPr eaLnBrk="1" hangingPunct="1">
                  <a:defRPr/>
                </a:pPr>
                <a:endParaRPr lang="ru-RU">
                  <a:latin typeface="Arial" charset="0"/>
                  <a:cs typeface="Arial" charset="0"/>
                </a:endParaRPr>
              </a:p>
            </p:txBody>
          </p:sp>
          <p:sp>
            <p:nvSpPr>
              <p:cNvPr id="43074" name="Oval 83">
                <a:extLst>
                  <a:ext uri="{FF2B5EF4-FFF2-40B4-BE49-F238E27FC236}">
                    <a16:creationId xmlns:a16="http://schemas.microsoft.com/office/drawing/2014/main" id="{B9888391-F0D0-4611-B6DD-9740D844E373}"/>
                  </a:ext>
                </a:extLst>
              </p:cNvPr>
              <p:cNvSpPr>
                <a:spLocks noChangeArrowheads="1"/>
              </p:cNvSpPr>
              <p:nvPr/>
            </p:nvSpPr>
            <p:spPr bwMode="auto">
              <a:xfrm>
                <a:off x="1154" y="2558"/>
                <a:ext cx="77" cy="77"/>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1223" name="Line 29">
              <a:extLst>
                <a:ext uri="{FF2B5EF4-FFF2-40B4-BE49-F238E27FC236}">
                  <a16:creationId xmlns:a16="http://schemas.microsoft.com/office/drawing/2014/main" id="{430BB054-7A71-2160-2954-31612B8CD757}"/>
                </a:ext>
              </a:extLst>
            </p:cNvPr>
            <p:cNvSpPr>
              <a:spLocks noChangeShapeType="1"/>
            </p:cNvSpPr>
            <p:nvPr/>
          </p:nvSpPr>
          <p:spPr bwMode="auto">
            <a:xfrm>
              <a:off x="5281613" y="2876063"/>
              <a:ext cx="0" cy="10175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4" name="Line 30">
              <a:extLst>
                <a:ext uri="{FF2B5EF4-FFF2-40B4-BE49-F238E27FC236}">
                  <a16:creationId xmlns:a16="http://schemas.microsoft.com/office/drawing/2014/main" id="{3FE23C35-3189-6358-29A0-D2A2B9C74A6A}"/>
                </a:ext>
              </a:extLst>
            </p:cNvPr>
            <p:cNvSpPr>
              <a:spLocks noChangeShapeType="1"/>
            </p:cNvSpPr>
            <p:nvPr/>
          </p:nvSpPr>
          <p:spPr bwMode="auto">
            <a:xfrm>
              <a:off x="5268913" y="2886039"/>
              <a:ext cx="395288"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5" name="Line 31">
              <a:extLst>
                <a:ext uri="{FF2B5EF4-FFF2-40B4-BE49-F238E27FC236}">
                  <a16:creationId xmlns:a16="http://schemas.microsoft.com/office/drawing/2014/main" id="{A36DBFF2-C34B-C795-12AB-B98331764995}"/>
                </a:ext>
              </a:extLst>
            </p:cNvPr>
            <p:cNvSpPr>
              <a:spLocks noChangeShapeType="1"/>
            </p:cNvSpPr>
            <p:nvPr/>
          </p:nvSpPr>
          <p:spPr bwMode="auto">
            <a:xfrm>
              <a:off x="5283200" y="3883680"/>
              <a:ext cx="3587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6" name="Line 32">
              <a:extLst>
                <a:ext uri="{FF2B5EF4-FFF2-40B4-BE49-F238E27FC236}">
                  <a16:creationId xmlns:a16="http://schemas.microsoft.com/office/drawing/2014/main" id="{9742FD4B-BCB4-02B1-FCD6-120193608408}"/>
                </a:ext>
              </a:extLst>
            </p:cNvPr>
            <p:cNvSpPr>
              <a:spLocks noChangeShapeType="1"/>
            </p:cNvSpPr>
            <p:nvPr/>
          </p:nvSpPr>
          <p:spPr bwMode="auto">
            <a:xfrm>
              <a:off x="4721225" y="2738887"/>
              <a:ext cx="93662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7" name="Line 33">
              <a:extLst>
                <a:ext uri="{FF2B5EF4-FFF2-40B4-BE49-F238E27FC236}">
                  <a16:creationId xmlns:a16="http://schemas.microsoft.com/office/drawing/2014/main" id="{2026F7F2-B5BE-EC87-6DF9-E7776445090F}"/>
                </a:ext>
              </a:extLst>
            </p:cNvPr>
            <p:cNvSpPr>
              <a:spLocks noChangeShapeType="1"/>
            </p:cNvSpPr>
            <p:nvPr/>
          </p:nvSpPr>
          <p:spPr bwMode="auto">
            <a:xfrm>
              <a:off x="4735513" y="4032079"/>
              <a:ext cx="93662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8" name="Line 34">
              <a:extLst>
                <a:ext uri="{FF2B5EF4-FFF2-40B4-BE49-F238E27FC236}">
                  <a16:creationId xmlns:a16="http://schemas.microsoft.com/office/drawing/2014/main" id="{6D329A1B-82CC-38A9-3A55-2F0F5F2BE43B}"/>
                </a:ext>
              </a:extLst>
            </p:cNvPr>
            <p:cNvSpPr>
              <a:spLocks noChangeShapeType="1"/>
            </p:cNvSpPr>
            <p:nvPr/>
          </p:nvSpPr>
          <p:spPr bwMode="auto">
            <a:xfrm flipV="1">
              <a:off x="2544763" y="2849875"/>
              <a:ext cx="0" cy="4327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9" name="Line 35">
              <a:extLst>
                <a:ext uri="{FF2B5EF4-FFF2-40B4-BE49-F238E27FC236}">
                  <a16:creationId xmlns:a16="http://schemas.microsoft.com/office/drawing/2014/main" id="{6EA0BA8E-CF5D-8CFB-BDB8-2B3EA25E92BA}"/>
                </a:ext>
              </a:extLst>
            </p:cNvPr>
            <p:cNvSpPr>
              <a:spLocks noChangeShapeType="1"/>
            </p:cNvSpPr>
            <p:nvPr/>
          </p:nvSpPr>
          <p:spPr bwMode="auto">
            <a:xfrm flipV="1">
              <a:off x="2544763" y="3276366"/>
              <a:ext cx="0" cy="6783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0" name="Line 36">
              <a:extLst>
                <a:ext uri="{FF2B5EF4-FFF2-40B4-BE49-F238E27FC236}">
                  <a16:creationId xmlns:a16="http://schemas.microsoft.com/office/drawing/2014/main" id="{E6CFCAA6-8632-02D1-A9E0-DD521612B1F4}"/>
                </a:ext>
              </a:extLst>
            </p:cNvPr>
            <p:cNvSpPr>
              <a:spLocks noChangeShapeType="1"/>
            </p:cNvSpPr>
            <p:nvPr/>
          </p:nvSpPr>
          <p:spPr bwMode="auto">
            <a:xfrm>
              <a:off x="3560763" y="2252537"/>
              <a:ext cx="46831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1" name="Line 37">
              <a:extLst>
                <a:ext uri="{FF2B5EF4-FFF2-40B4-BE49-F238E27FC236}">
                  <a16:creationId xmlns:a16="http://schemas.microsoft.com/office/drawing/2014/main" id="{7BA18149-DE62-E98E-1B35-058838A7697F}"/>
                </a:ext>
              </a:extLst>
            </p:cNvPr>
            <p:cNvSpPr>
              <a:spLocks noChangeShapeType="1"/>
            </p:cNvSpPr>
            <p:nvPr/>
          </p:nvSpPr>
          <p:spPr bwMode="auto">
            <a:xfrm>
              <a:off x="3827463" y="2625406"/>
              <a:ext cx="215900"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2" name="Line 38">
              <a:extLst>
                <a:ext uri="{FF2B5EF4-FFF2-40B4-BE49-F238E27FC236}">
                  <a16:creationId xmlns:a16="http://schemas.microsoft.com/office/drawing/2014/main" id="{688F6272-A3CA-F548-122E-6E92AAF1C6A1}"/>
                </a:ext>
              </a:extLst>
            </p:cNvPr>
            <p:cNvSpPr>
              <a:spLocks noChangeShapeType="1"/>
            </p:cNvSpPr>
            <p:nvPr/>
          </p:nvSpPr>
          <p:spPr bwMode="auto">
            <a:xfrm flipV="1">
              <a:off x="3827463" y="2065480"/>
              <a:ext cx="0" cy="5649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3" name="Line 40">
              <a:extLst>
                <a:ext uri="{FF2B5EF4-FFF2-40B4-BE49-F238E27FC236}">
                  <a16:creationId xmlns:a16="http://schemas.microsoft.com/office/drawing/2014/main" id="{DECC1A3A-D4BD-15E3-D0B4-DC711D2A37EF}"/>
                </a:ext>
              </a:extLst>
            </p:cNvPr>
            <p:cNvSpPr>
              <a:spLocks noChangeShapeType="1"/>
            </p:cNvSpPr>
            <p:nvPr/>
          </p:nvSpPr>
          <p:spPr bwMode="auto">
            <a:xfrm>
              <a:off x="2541791" y="3944785"/>
              <a:ext cx="154781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4" name="Text Box 41">
              <a:extLst>
                <a:ext uri="{FF2B5EF4-FFF2-40B4-BE49-F238E27FC236}">
                  <a16:creationId xmlns:a16="http://schemas.microsoft.com/office/drawing/2014/main" id="{E9EB6BA6-AE4D-838E-D4F7-232B05CFC33E}"/>
                </a:ext>
              </a:extLst>
            </p:cNvPr>
            <p:cNvSpPr txBox="1">
              <a:spLocks noChangeArrowheads="1"/>
            </p:cNvSpPr>
            <p:nvPr/>
          </p:nvSpPr>
          <p:spPr bwMode="auto">
            <a:xfrm>
              <a:off x="1485900" y="3045662"/>
              <a:ext cx="469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a:t>
              </a:r>
              <a:endParaRPr lang="ru-RU" altLang="en-US" sz="2400"/>
            </a:p>
          </p:txBody>
        </p:sp>
        <p:sp>
          <p:nvSpPr>
            <p:cNvPr id="51235" name="Line 42">
              <a:extLst>
                <a:ext uri="{FF2B5EF4-FFF2-40B4-BE49-F238E27FC236}">
                  <a16:creationId xmlns:a16="http://schemas.microsoft.com/office/drawing/2014/main" id="{F178B6F6-DC10-C5ED-7676-9AA91754BF5D}"/>
                </a:ext>
              </a:extLst>
            </p:cNvPr>
            <p:cNvSpPr>
              <a:spLocks noChangeShapeType="1"/>
            </p:cNvSpPr>
            <p:nvPr/>
          </p:nvSpPr>
          <p:spPr bwMode="auto">
            <a:xfrm>
              <a:off x="6650038" y="2718934"/>
              <a:ext cx="0" cy="2349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6" name="Line 43">
              <a:extLst>
                <a:ext uri="{FF2B5EF4-FFF2-40B4-BE49-F238E27FC236}">
                  <a16:creationId xmlns:a16="http://schemas.microsoft.com/office/drawing/2014/main" id="{68AAAD73-AD0B-4146-B3B8-5D81850D96D9}"/>
                </a:ext>
              </a:extLst>
            </p:cNvPr>
            <p:cNvSpPr>
              <a:spLocks noChangeShapeType="1"/>
            </p:cNvSpPr>
            <p:nvPr/>
          </p:nvSpPr>
          <p:spPr bwMode="auto">
            <a:xfrm flipH="1">
              <a:off x="3554413" y="5058402"/>
              <a:ext cx="309562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7" name="Line 44">
              <a:extLst>
                <a:ext uri="{FF2B5EF4-FFF2-40B4-BE49-F238E27FC236}">
                  <a16:creationId xmlns:a16="http://schemas.microsoft.com/office/drawing/2014/main" id="{1910D071-AB43-DAA9-6EEE-6B662EEF150B}"/>
                </a:ext>
              </a:extLst>
            </p:cNvPr>
            <p:cNvSpPr>
              <a:spLocks noChangeShapeType="1"/>
            </p:cNvSpPr>
            <p:nvPr/>
          </p:nvSpPr>
          <p:spPr bwMode="auto">
            <a:xfrm flipV="1">
              <a:off x="3555797" y="2246302"/>
              <a:ext cx="0" cy="28133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8" name="Line 45">
              <a:extLst>
                <a:ext uri="{FF2B5EF4-FFF2-40B4-BE49-F238E27FC236}">
                  <a16:creationId xmlns:a16="http://schemas.microsoft.com/office/drawing/2014/main" id="{8A5F29CC-2FD4-AEE8-E9B2-7C6667A6D90E}"/>
                </a:ext>
              </a:extLst>
            </p:cNvPr>
            <p:cNvSpPr>
              <a:spLocks noChangeShapeType="1"/>
            </p:cNvSpPr>
            <p:nvPr/>
          </p:nvSpPr>
          <p:spPr bwMode="auto">
            <a:xfrm>
              <a:off x="3565525" y="3495847"/>
              <a:ext cx="4857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9" name="Line 46">
              <a:extLst>
                <a:ext uri="{FF2B5EF4-FFF2-40B4-BE49-F238E27FC236}">
                  <a16:creationId xmlns:a16="http://schemas.microsoft.com/office/drawing/2014/main" id="{21604C33-EA97-2582-1888-9FF78D77F3E9}"/>
                </a:ext>
              </a:extLst>
            </p:cNvPr>
            <p:cNvSpPr>
              <a:spLocks noChangeShapeType="1"/>
            </p:cNvSpPr>
            <p:nvPr/>
          </p:nvSpPr>
          <p:spPr bwMode="auto">
            <a:xfrm>
              <a:off x="6962775" y="3989679"/>
              <a:ext cx="0" cy="12433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0" name="Line 47">
              <a:extLst>
                <a:ext uri="{FF2B5EF4-FFF2-40B4-BE49-F238E27FC236}">
                  <a16:creationId xmlns:a16="http://schemas.microsoft.com/office/drawing/2014/main" id="{67E66A0C-8A54-9435-F198-31CE7BAD3AED}"/>
                </a:ext>
              </a:extLst>
            </p:cNvPr>
            <p:cNvSpPr>
              <a:spLocks noChangeShapeType="1"/>
            </p:cNvSpPr>
            <p:nvPr/>
          </p:nvSpPr>
          <p:spPr bwMode="auto">
            <a:xfrm flipH="1">
              <a:off x="3789363" y="5234236"/>
              <a:ext cx="3189288"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1" name="Line 48">
              <a:extLst>
                <a:ext uri="{FF2B5EF4-FFF2-40B4-BE49-F238E27FC236}">
                  <a16:creationId xmlns:a16="http://schemas.microsoft.com/office/drawing/2014/main" id="{170A533E-B20A-78DF-66BD-8CFA7502AB96}"/>
                </a:ext>
              </a:extLst>
            </p:cNvPr>
            <p:cNvSpPr>
              <a:spLocks noChangeShapeType="1"/>
            </p:cNvSpPr>
            <p:nvPr/>
          </p:nvSpPr>
          <p:spPr bwMode="auto">
            <a:xfrm flipV="1">
              <a:off x="3789363" y="4149302"/>
              <a:ext cx="0" cy="1088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2" name="Line 49">
              <a:extLst>
                <a:ext uri="{FF2B5EF4-FFF2-40B4-BE49-F238E27FC236}">
                  <a16:creationId xmlns:a16="http://schemas.microsoft.com/office/drawing/2014/main" id="{726D581F-DF0F-6F88-0F6E-BB9E8AB27A40}"/>
                </a:ext>
              </a:extLst>
            </p:cNvPr>
            <p:cNvSpPr>
              <a:spLocks noChangeShapeType="1"/>
            </p:cNvSpPr>
            <p:nvPr/>
          </p:nvSpPr>
          <p:spPr bwMode="auto">
            <a:xfrm>
              <a:off x="3805847" y="4149302"/>
              <a:ext cx="287338" cy="124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3" name="Line 50">
              <a:extLst>
                <a:ext uri="{FF2B5EF4-FFF2-40B4-BE49-F238E27FC236}">
                  <a16:creationId xmlns:a16="http://schemas.microsoft.com/office/drawing/2014/main" id="{60FDFDDE-C09C-9F49-7862-B11AAC807D9E}"/>
                </a:ext>
              </a:extLst>
            </p:cNvPr>
            <p:cNvSpPr>
              <a:spLocks noChangeShapeType="1"/>
            </p:cNvSpPr>
            <p:nvPr/>
          </p:nvSpPr>
          <p:spPr bwMode="auto">
            <a:xfrm flipV="1">
              <a:off x="6962775" y="1677647"/>
              <a:ext cx="0" cy="231826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4" name="Line 51">
              <a:extLst>
                <a:ext uri="{FF2B5EF4-FFF2-40B4-BE49-F238E27FC236}">
                  <a16:creationId xmlns:a16="http://schemas.microsoft.com/office/drawing/2014/main" id="{9A157735-3F46-334E-8EBF-554CBDECD7D0}"/>
                </a:ext>
              </a:extLst>
            </p:cNvPr>
            <p:cNvSpPr>
              <a:spLocks noChangeShapeType="1"/>
            </p:cNvSpPr>
            <p:nvPr/>
          </p:nvSpPr>
          <p:spPr bwMode="auto">
            <a:xfrm>
              <a:off x="2476500" y="1677647"/>
              <a:ext cx="44989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5" name="Line 52">
              <a:extLst>
                <a:ext uri="{FF2B5EF4-FFF2-40B4-BE49-F238E27FC236}">
                  <a16:creationId xmlns:a16="http://schemas.microsoft.com/office/drawing/2014/main" id="{096F5FCD-96CC-1864-FCDC-B4CB4576350D}"/>
                </a:ext>
              </a:extLst>
            </p:cNvPr>
            <p:cNvSpPr>
              <a:spLocks noChangeShapeType="1"/>
            </p:cNvSpPr>
            <p:nvPr/>
          </p:nvSpPr>
          <p:spPr bwMode="auto">
            <a:xfrm>
              <a:off x="2487613" y="1676400"/>
              <a:ext cx="0" cy="3965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6" name="Text Box 54">
              <a:extLst>
                <a:ext uri="{FF2B5EF4-FFF2-40B4-BE49-F238E27FC236}">
                  <a16:creationId xmlns:a16="http://schemas.microsoft.com/office/drawing/2014/main" id="{2CB0A612-E164-6634-FE01-ADB6A6FBAA1F}"/>
                </a:ext>
              </a:extLst>
            </p:cNvPr>
            <p:cNvSpPr txBox="1">
              <a:spLocks noChangeArrowheads="1"/>
            </p:cNvSpPr>
            <p:nvPr/>
          </p:nvSpPr>
          <p:spPr bwMode="auto">
            <a:xfrm>
              <a:off x="7285038" y="2403431"/>
              <a:ext cx="7191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1</a:t>
              </a:r>
              <a:r>
                <a:rPr lang="en-US" altLang="en-US" sz="2400"/>
                <a:t>*</a:t>
              </a:r>
              <a:endParaRPr lang="ru-RU" altLang="en-US" sz="2400"/>
            </a:p>
          </p:txBody>
        </p:sp>
        <p:sp>
          <p:nvSpPr>
            <p:cNvPr id="51247" name="Text Box 55">
              <a:extLst>
                <a:ext uri="{FF2B5EF4-FFF2-40B4-BE49-F238E27FC236}">
                  <a16:creationId xmlns:a16="http://schemas.microsoft.com/office/drawing/2014/main" id="{0CE997E8-2E78-6D0D-EE2B-5A9B5154BFC9}"/>
                </a:ext>
              </a:extLst>
            </p:cNvPr>
            <p:cNvSpPr txBox="1">
              <a:spLocks noChangeArrowheads="1"/>
            </p:cNvSpPr>
            <p:nvPr/>
          </p:nvSpPr>
          <p:spPr bwMode="auto">
            <a:xfrm>
              <a:off x="7299325" y="3724057"/>
              <a:ext cx="777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2</a:t>
              </a:r>
              <a:r>
                <a:rPr lang="en-US" altLang="en-US" sz="2400"/>
                <a:t>*</a:t>
              </a:r>
              <a:endParaRPr lang="ru-RU" altLang="en-US" sz="2400"/>
            </a:p>
          </p:txBody>
        </p:sp>
        <p:sp>
          <p:nvSpPr>
            <p:cNvPr id="51248" name="AutoShape 91">
              <a:extLst>
                <a:ext uri="{FF2B5EF4-FFF2-40B4-BE49-F238E27FC236}">
                  <a16:creationId xmlns:a16="http://schemas.microsoft.com/office/drawing/2014/main" id="{CE1BD9AA-543A-93AF-5BE8-D9464A4E40A7}"/>
                </a:ext>
              </a:extLst>
            </p:cNvPr>
            <p:cNvSpPr>
              <a:spLocks noChangeArrowheads="1"/>
            </p:cNvSpPr>
            <p:nvPr/>
          </p:nvSpPr>
          <p:spPr bwMode="auto">
            <a:xfrm>
              <a:off x="4043363" y="1934540"/>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49" name="Oval 90">
              <a:extLst>
                <a:ext uri="{FF2B5EF4-FFF2-40B4-BE49-F238E27FC236}">
                  <a16:creationId xmlns:a16="http://schemas.microsoft.com/office/drawing/2014/main" id="{192998C2-FC11-C384-3A5C-C63800A0BD1C}"/>
                </a:ext>
              </a:extLst>
            </p:cNvPr>
            <p:cNvSpPr>
              <a:spLocks noChangeArrowheads="1"/>
            </p:cNvSpPr>
            <p:nvPr/>
          </p:nvSpPr>
          <p:spPr bwMode="auto">
            <a:xfrm>
              <a:off x="4532516" y="2091668"/>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50" name="AutoShape 91">
              <a:extLst>
                <a:ext uri="{FF2B5EF4-FFF2-40B4-BE49-F238E27FC236}">
                  <a16:creationId xmlns:a16="http://schemas.microsoft.com/office/drawing/2014/main" id="{F9F4CD11-0D5C-21DA-24F7-C2A72F8DD84C}"/>
                </a:ext>
              </a:extLst>
            </p:cNvPr>
            <p:cNvSpPr>
              <a:spLocks noChangeArrowheads="1"/>
            </p:cNvSpPr>
            <p:nvPr/>
          </p:nvSpPr>
          <p:spPr bwMode="auto">
            <a:xfrm>
              <a:off x="4071938" y="4461064"/>
              <a:ext cx="504825" cy="451432"/>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51" name="Oval 90">
              <a:extLst>
                <a:ext uri="{FF2B5EF4-FFF2-40B4-BE49-F238E27FC236}">
                  <a16:creationId xmlns:a16="http://schemas.microsoft.com/office/drawing/2014/main" id="{D5EB9D29-3ECF-21C5-B05A-CFD7511CF72B}"/>
                </a:ext>
              </a:extLst>
            </p:cNvPr>
            <p:cNvSpPr>
              <a:spLocks noChangeArrowheads="1"/>
            </p:cNvSpPr>
            <p:nvPr/>
          </p:nvSpPr>
          <p:spPr bwMode="auto">
            <a:xfrm>
              <a:off x="4576763" y="4628169"/>
              <a:ext cx="158750" cy="124705"/>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1252" name="Line 62">
              <a:extLst>
                <a:ext uri="{FF2B5EF4-FFF2-40B4-BE49-F238E27FC236}">
                  <a16:creationId xmlns:a16="http://schemas.microsoft.com/office/drawing/2014/main" id="{4A800A89-375E-F535-A3DC-E9FD87DB75E6}"/>
                </a:ext>
              </a:extLst>
            </p:cNvPr>
            <p:cNvSpPr>
              <a:spLocks noChangeShapeType="1"/>
            </p:cNvSpPr>
            <p:nvPr/>
          </p:nvSpPr>
          <p:spPr bwMode="auto">
            <a:xfrm>
              <a:off x="3362325" y="2060492"/>
              <a:ext cx="68421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3" name="Line 63">
              <a:extLst>
                <a:ext uri="{FF2B5EF4-FFF2-40B4-BE49-F238E27FC236}">
                  <a16:creationId xmlns:a16="http://schemas.microsoft.com/office/drawing/2014/main" id="{CD23F6EE-1735-5B51-BD30-4150BF49366C}"/>
                </a:ext>
              </a:extLst>
            </p:cNvPr>
            <p:cNvSpPr>
              <a:spLocks noChangeShapeType="1"/>
            </p:cNvSpPr>
            <p:nvPr/>
          </p:nvSpPr>
          <p:spPr bwMode="auto">
            <a:xfrm>
              <a:off x="2544763" y="2852369"/>
              <a:ext cx="1485900"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4" name="Line 64">
              <a:extLst>
                <a:ext uri="{FF2B5EF4-FFF2-40B4-BE49-F238E27FC236}">
                  <a16:creationId xmlns:a16="http://schemas.microsoft.com/office/drawing/2014/main" id="{5CF9F193-CB57-8FBD-6556-B712EF65339A}"/>
                </a:ext>
              </a:extLst>
            </p:cNvPr>
            <p:cNvSpPr>
              <a:spLocks noChangeShapeType="1"/>
            </p:cNvSpPr>
            <p:nvPr/>
          </p:nvSpPr>
          <p:spPr bwMode="auto">
            <a:xfrm>
              <a:off x="5268913" y="2579265"/>
              <a:ext cx="395288"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5" name="Line 65">
              <a:extLst>
                <a:ext uri="{FF2B5EF4-FFF2-40B4-BE49-F238E27FC236}">
                  <a16:creationId xmlns:a16="http://schemas.microsoft.com/office/drawing/2014/main" id="{52A01DD0-E0ED-FA2F-1919-CB60F83F8BB1}"/>
                </a:ext>
              </a:extLst>
            </p:cNvPr>
            <p:cNvSpPr>
              <a:spLocks noChangeShapeType="1"/>
            </p:cNvSpPr>
            <p:nvPr/>
          </p:nvSpPr>
          <p:spPr bwMode="auto">
            <a:xfrm>
              <a:off x="4692650" y="2156515"/>
              <a:ext cx="57626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6" name="Line 66">
              <a:extLst>
                <a:ext uri="{FF2B5EF4-FFF2-40B4-BE49-F238E27FC236}">
                  <a16:creationId xmlns:a16="http://schemas.microsoft.com/office/drawing/2014/main" id="{95856E8A-5710-3BDB-A215-A8D1955ECDD7}"/>
                </a:ext>
              </a:extLst>
            </p:cNvPr>
            <p:cNvSpPr>
              <a:spLocks noChangeShapeType="1"/>
            </p:cNvSpPr>
            <p:nvPr/>
          </p:nvSpPr>
          <p:spPr bwMode="auto">
            <a:xfrm>
              <a:off x="5268913" y="2146538"/>
              <a:ext cx="0" cy="4377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7" name="Line 67">
              <a:extLst>
                <a:ext uri="{FF2B5EF4-FFF2-40B4-BE49-F238E27FC236}">
                  <a16:creationId xmlns:a16="http://schemas.microsoft.com/office/drawing/2014/main" id="{C5C10A8A-573B-1048-482F-18668052D910}"/>
                </a:ext>
              </a:extLst>
            </p:cNvPr>
            <p:cNvSpPr>
              <a:spLocks noChangeShapeType="1"/>
            </p:cNvSpPr>
            <p:nvPr/>
          </p:nvSpPr>
          <p:spPr bwMode="auto">
            <a:xfrm>
              <a:off x="3552825" y="4599487"/>
              <a:ext cx="503238" cy="1247"/>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1258" name="Line 68">
              <a:extLst>
                <a:ext uri="{FF2B5EF4-FFF2-40B4-BE49-F238E27FC236}">
                  <a16:creationId xmlns:a16="http://schemas.microsoft.com/office/drawing/2014/main" id="{3EDAC1C8-83C2-4923-1430-DE0FFD20A5D5}"/>
                </a:ext>
              </a:extLst>
            </p:cNvPr>
            <p:cNvSpPr>
              <a:spLocks noChangeShapeType="1"/>
            </p:cNvSpPr>
            <p:nvPr/>
          </p:nvSpPr>
          <p:spPr bwMode="auto">
            <a:xfrm>
              <a:off x="3781425" y="4791533"/>
              <a:ext cx="287338" cy="1247"/>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1259" name="Line 69">
              <a:extLst>
                <a:ext uri="{FF2B5EF4-FFF2-40B4-BE49-F238E27FC236}">
                  <a16:creationId xmlns:a16="http://schemas.microsoft.com/office/drawing/2014/main" id="{8D4CDBA7-7E6B-9900-11CB-B5AA740F6289}"/>
                </a:ext>
              </a:extLst>
            </p:cNvPr>
            <p:cNvSpPr>
              <a:spLocks noChangeShapeType="1"/>
            </p:cNvSpPr>
            <p:nvPr/>
          </p:nvSpPr>
          <p:spPr bwMode="auto">
            <a:xfrm>
              <a:off x="4738688" y="4681792"/>
              <a:ext cx="576263"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0" name="Line 70">
              <a:extLst>
                <a:ext uri="{FF2B5EF4-FFF2-40B4-BE49-F238E27FC236}">
                  <a16:creationId xmlns:a16="http://schemas.microsoft.com/office/drawing/2014/main" id="{FDE71F97-12C2-505D-35F3-16034FD849F9}"/>
                </a:ext>
              </a:extLst>
            </p:cNvPr>
            <p:cNvSpPr>
              <a:spLocks noChangeShapeType="1"/>
            </p:cNvSpPr>
            <p:nvPr/>
          </p:nvSpPr>
          <p:spPr bwMode="auto">
            <a:xfrm flipV="1">
              <a:off x="5310188" y="4182972"/>
              <a:ext cx="0" cy="5087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1" name="Line 71">
              <a:extLst>
                <a:ext uri="{FF2B5EF4-FFF2-40B4-BE49-F238E27FC236}">
                  <a16:creationId xmlns:a16="http://schemas.microsoft.com/office/drawing/2014/main" id="{5BC7613C-AD02-3A86-A687-60181D24F5AD}"/>
                </a:ext>
              </a:extLst>
            </p:cNvPr>
            <p:cNvSpPr>
              <a:spLocks noChangeShapeType="1"/>
            </p:cNvSpPr>
            <p:nvPr/>
          </p:nvSpPr>
          <p:spPr bwMode="auto">
            <a:xfrm>
              <a:off x="5304041" y="4172996"/>
              <a:ext cx="358775" cy="1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2" name="Text Box 73">
              <a:extLst>
                <a:ext uri="{FF2B5EF4-FFF2-40B4-BE49-F238E27FC236}">
                  <a16:creationId xmlns:a16="http://schemas.microsoft.com/office/drawing/2014/main" id="{70B602D2-1377-C25A-0DA6-1A981C0A25D2}"/>
                </a:ext>
              </a:extLst>
            </p:cNvPr>
            <p:cNvSpPr txBox="1">
              <a:spLocks noChangeArrowheads="1"/>
            </p:cNvSpPr>
            <p:nvPr/>
          </p:nvSpPr>
          <p:spPr bwMode="auto">
            <a:xfrm>
              <a:off x="3179763" y="4974849"/>
              <a:ext cx="504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1</a:t>
              </a:r>
              <a:endParaRPr lang="ru-RU" altLang="en-US" sz="2400"/>
            </a:p>
          </p:txBody>
        </p:sp>
        <p:sp>
          <p:nvSpPr>
            <p:cNvPr id="51263" name="Text Box 74">
              <a:extLst>
                <a:ext uri="{FF2B5EF4-FFF2-40B4-BE49-F238E27FC236}">
                  <a16:creationId xmlns:a16="http://schemas.microsoft.com/office/drawing/2014/main" id="{D7082951-807B-304D-E972-580EC0B5F0B2}"/>
                </a:ext>
              </a:extLst>
            </p:cNvPr>
            <p:cNvSpPr txBox="1">
              <a:spLocks noChangeArrowheads="1"/>
            </p:cNvSpPr>
            <p:nvPr/>
          </p:nvSpPr>
          <p:spPr bwMode="auto">
            <a:xfrm>
              <a:off x="3108325" y="4266525"/>
              <a:ext cx="504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2</a:t>
              </a:r>
              <a:endParaRPr lang="ru-RU" altLang="en-US" sz="2400"/>
            </a:p>
          </p:txBody>
        </p:sp>
        <p:sp>
          <p:nvSpPr>
            <p:cNvPr id="51264" name="Text Box 75">
              <a:extLst>
                <a:ext uri="{FF2B5EF4-FFF2-40B4-BE49-F238E27FC236}">
                  <a16:creationId xmlns:a16="http://schemas.microsoft.com/office/drawing/2014/main" id="{56BA30DF-92F7-F8C1-8FBC-16C5194A2E88}"/>
                </a:ext>
              </a:extLst>
            </p:cNvPr>
            <p:cNvSpPr txBox="1">
              <a:spLocks noChangeArrowheads="1"/>
            </p:cNvSpPr>
            <p:nvPr/>
          </p:nvSpPr>
          <p:spPr bwMode="auto">
            <a:xfrm>
              <a:off x="2027238" y="1833528"/>
              <a:ext cx="504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q</a:t>
              </a:r>
              <a:r>
                <a:rPr lang="en-US" altLang="en-US" sz="2400" baseline="-25000"/>
                <a:t>1</a:t>
              </a:r>
              <a:endParaRPr lang="ru-RU" altLang="en-US" sz="2400"/>
            </a:p>
          </p:txBody>
        </p:sp>
      </p:grpSp>
      <p:sp>
        <p:nvSpPr>
          <p:cNvPr id="51203" name="Text Box 77">
            <a:extLst>
              <a:ext uri="{FF2B5EF4-FFF2-40B4-BE49-F238E27FC236}">
                <a16:creationId xmlns:a16="http://schemas.microsoft.com/office/drawing/2014/main" id="{68BD546B-48DC-CF77-4495-A987AB75FFB9}"/>
              </a:ext>
            </a:extLst>
          </p:cNvPr>
          <p:cNvSpPr txBox="1">
            <a:spLocks noChangeArrowheads="1"/>
          </p:cNvSpPr>
          <p:nvPr/>
        </p:nvSpPr>
        <p:spPr bwMode="auto">
          <a:xfrm>
            <a:off x="1981201" y="5181601"/>
            <a:ext cx="8137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This circuit is faster than the previous one -  t </a:t>
            </a:r>
            <a:r>
              <a:rPr lang="en-US" altLang="en-US" sz="2400">
                <a:sym typeface="Symbol" panose="05050102010706020507" pitchFamily="18" charset="2"/>
              </a:rPr>
              <a:t>3</a:t>
            </a:r>
          </a:p>
        </p:txBody>
      </p:sp>
      <p:sp>
        <p:nvSpPr>
          <p:cNvPr id="71" name="Rectangle 4">
            <a:extLst>
              <a:ext uri="{FF2B5EF4-FFF2-40B4-BE49-F238E27FC236}">
                <a16:creationId xmlns:a16="http://schemas.microsoft.com/office/drawing/2014/main" id="{90764758-E2F3-467E-9617-F38C73D4A75D}"/>
              </a:ext>
            </a:extLst>
          </p:cNvPr>
          <p:cNvSpPr txBox="1">
            <a:spLocks noChangeArrowheads="1"/>
          </p:cNvSpPr>
          <p:nvPr/>
        </p:nvSpPr>
        <p:spPr bwMode="auto">
          <a:xfrm>
            <a:off x="1300162" y="101925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5" name="Title 4">
            <a:extLst>
              <a:ext uri="{FF2B5EF4-FFF2-40B4-BE49-F238E27FC236}">
                <a16:creationId xmlns:a16="http://schemas.microsoft.com/office/drawing/2014/main" id="{29C3AF65-5C34-AD50-B29D-ACCBC5D8178D}"/>
              </a:ext>
            </a:extLst>
          </p:cNvPr>
          <p:cNvSpPr>
            <a:spLocks noGrp="1"/>
          </p:cNvSpPr>
          <p:nvPr>
            <p:ph type="title"/>
          </p:nvPr>
        </p:nvSpPr>
        <p:spPr/>
        <p:txBody>
          <a:bodyPr>
            <a:normAutofit/>
          </a:bodyPr>
          <a:lstStyle/>
          <a:p>
            <a:r>
              <a:rPr lang="fr-FR" dirty="0" err="1"/>
              <a:t>Asynchronous</a:t>
            </a:r>
            <a:r>
              <a:rPr lang="fr-FR" dirty="0"/>
              <a:t> T Flip-Flop Circuit (3)</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06A03AAA-C67A-BBBF-3409-AC1A9B27EC69}"/>
              </a:ext>
            </a:extLst>
          </p:cNvPr>
          <p:cNvSpPr>
            <a:spLocks noGrp="1" noChangeArrowheads="1"/>
          </p:cNvSpPr>
          <p:nvPr>
            <p:ph type="title"/>
          </p:nvPr>
        </p:nvSpPr>
        <p:spPr/>
        <p:txBody>
          <a:bodyPr/>
          <a:lstStyle/>
          <a:p>
            <a:r>
              <a:rPr lang="en-US" altLang="en-US"/>
              <a:t>Asynchronous 3-state Counter Synthesis</a:t>
            </a:r>
            <a:endParaRPr lang="ru-RU" altLang="en-US"/>
          </a:p>
        </p:txBody>
      </p:sp>
      <p:sp>
        <p:nvSpPr>
          <p:cNvPr id="44036" name="Text Box 28">
            <a:extLst>
              <a:ext uri="{FF2B5EF4-FFF2-40B4-BE49-F238E27FC236}">
                <a16:creationId xmlns:a16="http://schemas.microsoft.com/office/drawing/2014/main" id="{31DF1CE5-7DB1-45FC-851A-57CACC5EF452}"/>
              </a:ext>
            </a:extLst>
          </p:cNvPr>
          <p:cNvSpPr txBox="1">
            <a:spLocks noChangeArrowheads="1"/>
          </p:cNvSpPr>
          <p:nvPr/>
        </p:nvSpPr>
        <p:spPr bwMode="auto">
          <a:xfrm>
            <a:off x="3836989" y="1633539"/>
            <a:ext cx="3889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a:t>
            </a:r>
          </a:p>
        </p:txBody>
      </p:sp>
      <p:sp>
        <p:nvSpPr>
          <p:cNvPr id="44037" name="Text Box 29">
            <a:extLst>
              <a:ext uri="{FF2B5EF4-FFF2-40B4-BE49-F238E27FC236}">
                <a16:creationId xmlns:a16="http://schemas.microsoft.com/office/drawing/2014/main" id="{7F7BE28B-C8E6-4640-BFEC-2CFF695F8A0E}"/>
              </a:ext>
            </a:extLst>
          </p:cNvPr>
          <p:cNvSpPr txBox="1">
            <a:spLocks noChangeArrowheads="1"/>
          </p:cNvSpPr>
          <p:nvPr/>
        </p:nvSpPr>
        <p:spPr bwMode="auto">
          <a:xfrm>
            <a:off x="5524500" y="1608139"/>
            <a:ext cx="503238"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a:t>
            </a:r>
          </a:p>
        </p:txBody>
      </p:sp>
      <p:sp>
        <p:nvSpPr>
          <p:cNvPr id="44038" name="Text Box 29">
            <a:extLst>
              <a:ext uri="{FF2B5EF4-FFF2-40B4-BE49-F238E27FC236}">
                <a16:creationId xmlns:a16="http://schemas.microsoft.com/office/drawing/2014/main" id="{65768E74-BF95-4553-9EDF-10F536400D2C}"/>
              </a:ext>
            </a:extLst>
          </p:cNvPr>
          <p:cNvSpPr txBox="1">
            <a:spLocks noChangeArrowheads="1"/>
          </p:cNvSpPr>
          <p:nvPr/>
        </p:nvSpPr>
        <p:spPr bwMode="auto">
          <a:xfrm>
            <a:off x="7100889" y="1612901"/>
            <a:ext cx="5032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a:t>
            </a:r>
          </a:p>
        </p:txBody>
      </p:sp>
      <p:sp>
        <p:nvSpPr>
          <p:cNvPr id="44039" name="Oval 6">
            <a:extLst>
              <a:ext uri="{FF2B5EF4-FFF2-40B4-BE49-F238E27FC236}">
                <a16:creationId xmlns:a16="http://schemas.microsoft.com/office/drawing/2014/main" id="{C9173288-B43F-4166-9F87-7A9874525D92}"/>
              </a:ext>
            </a:extLst>
          </p:cNvPr>
          <p:cNvSpPr>
            <a:spLocks noChangeArrowheads="1"/>
          </p:cNvSpPr>
          <p:nvPr/>
        </p:nvSpPr>
        <p:spPr bwMode="auto">
          <a:xfrm>
            <a:off x="3599994" y="2336006"/>
            <a:ext cx="755650" cy="738187"/>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a:solidFill>
                  <a:schemeClr val="bg1"/>
                </a:solidFill>
                <a:latin typeface="+mj-lt"/>
                <a:cs typeface="Arial" charset="0"/>
              </a:rPr>
              <a:t>0</a:t>
            </a:r>
          </a:p>
        </p:txBody>
      </p:sp>
      <p:sp>
        <p:nvSpPr>
          <p:cNvPr id="44040" name="Oval 7">
            <a:extLst>
              <a:ext uri="{FF2B5EF4-FFF2-40B4-BE49-F238E27FC236}">
                <a16:creationId xmlns:a16="http://schemas.microsoft.com/office/drawing/2014/main" id="{12706196-EA35-448C-86C1-9320CB1A9480}"/>
              </a:ext>
            </a:extLst>
          </p:cNvPr>
          <p:cNvSpPr>
            <a:spLocks noChangeArrowheads="1"/>
          </p:cNvSpPr>
          <p:nvPr/>
        </p:nvSpPr>
        <p:spPr bwMode="auto">
          <a:xfrm>
            <a:off x="3589338" y="3721101"/>
            <a:ext cx="755650" cy="746125"/>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a:latin typeface="+mj-lt"/>
                <a:cs typeface="Arial" charset="0"/>
              </a:rPr>
              <a:t>0’</a:t>
            </a:r>
          </a:p>
        </p:txBody>
      </p:sp>
      <p:sp>
        <p:nvSpPr>
          <p:cNvPr id="44041" name="Oval 8">
            <a:extLst>
              <a:ext uri="{FF2B5EF4-FFF2-40B4-BE49-F238E27FC236}">
                <a16:creationId xmlns:a16="http://schemas.microsoft.com/office/drawing/2014/main" id="{86AE720A-AEC2-46C0-8A30-89E15C3F2DC1}"/>
              </a:ext>
            </a:extLst>
          </p:cNvPr>
          <p:cNvSpPr>
            <a:spLocks noChangeArrowheads="1"/>
          </p:cNvSpPr>
          <p:nvPr/>
        </p:nvSpPr>
        <p:spPr bwMode="auto">
          <a:xfrm>
            <a:off x="5354639" y="3732214"/>
            <a:ext cx="757237" cy="738187"/>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a:latin typeface="+mj-lt"/>
                <a:cs typeface="Arial" charset="0"/>
              </a:rPr>
              <a:t>1’</a:t>
            </a:r>
          </a:p>
        </p:txBody>
      </p:sp>
      <p:sp>
        <p:nvSpPr>
          <p:cNvPr id="44042" name="Oval 9">
            <a:extLst>
              <a:ext uri="{FF2B5EF4-FFF2-40B4-BE49-F238E27FC236}">
                <a16:creationId xmlns:a16="http://schemas.microsoft.com/office/drawing/2014/main" id="{41AA1F7D-2848-4ECD-8E85-BC69F32AA457}"/>
              </a:ext>
            </a:extLst>
          </p:cNvPr>
          <p:cNvSpPr>
            <a:spLocks noChangeArrowheads="1"/>
          </p:cNvSpPr>
          <p:nvPr/>
        </p:nvSpPr>
        <p:spPr bwMode="auto">
          <a:xfrm>
            <a:off x="6867526" y="2312989"/>
            <a:ext cx="784225" cy="738187"/>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a:solidFill>
                  <a:schemeClr val="bg1"/>
                </a:solidFill>
                <a:latin typeface="+mj-lt"/>
                <a:cs typeface="Arial" charset="0"/>
              </a:rPr>
              <a:t>2</a:t>
            </a:r>
          </a:p>
        </p:txBody>
      </p:sp>
      <p:sp>
        <p:nvSpPr>
          <p:cNvPr id="44043" name="Oval 10">
            <a:extLst>
              <a:ext uri="{FF2B5EF4-FFF2-40B4-BE49-F238E27FC236}">
                <a16:creationId xmlns:a16="http://schemas.microsoft.com/office/drawing/2014/main" id="{CAC5D1B9-3AC6-4D29-9B99-48DBBE6843C3}"/>
              </a:ext>
            </a:extLst>
          </p:cNvPr>
          <p:cNvSpPr>
            <a:spLocks noChangeArrowheads="1"/>
          </p:cNvSpPr>
          <p:nvPr/>
        </p:nvSpPr>
        <p:spPr bwMode="auto">
          <a:xfrm>
            <a:off x="5291139" y="2312989"/>
            <a:ext cx="757237" cy="738187"/>
          </a:xfrm>
          <a:prstGeom prst="ellipse">
            <a:avLst/>
          </a:prstGeom>
          <a:solidFill>
            <a:schemeClr val="accent1"/>
          </a:solidFill>
          <a:ln w="9525">
            <a:solidFill>
              <a:schemeClr val="tx1"/>
            </a:solidFill>
            <a:round/>
            <a:headEnd/>
            <a:tailEnd/>
          </a:ln>
        </p:spPr>
        <p:txBody>
          <a:bodyPr wrap="none" anchor="ctr"/>
          <a:lstStyle/>
          <a:p>
            <a:pPr algn="ctr" eaLnBrk="1" hangingPunct="1">
              <a:defRPr/>
            </a:pPr>
            <a:r>
              <a:rPr lang="en-US" sz="2400">
                <a:solidFill>
                  <a:schemeClr val="bg1"/>
                </a:solidFill>
                <a:latin typeface="+mj-lt"/>
                <a:cs typeface="Arial" charset="0"/>
              </a:rPr>
              <a:t>1</a:t>
            </a:r>
          </a:p>
        </p:txBody>
      </p:sp>
      <p:sp>
        <p:nvSpPr>
          <p:cNvPr id="44044" name="Oval 11">
            <a:extLst>
              <a:ext uri="{FF2B5EF4-FFF2-40B4-BE49-F238E27FC236}">
                <a16:creationId xmlns:a16="http://schemas.microsoft.com/office/drawing/2014/main" id="{AB19BECD-5DBF-429A-B89F-905EE3360BD8}"/>
              </a:ext>
            </a:extLst>
          </p:cNvPr>
          <p:cNvSpPr>
            <a:spLocks noChangeArrowheads="1"/>
          </p:cNvSpPr>
          <p:nvPr/>
        </p:nvSpPr>
        <p:spPr bwMode="auto">
          <a:xfrm>
            <a:off x="6931026" y="3721101"/>
            <a:ext cx="765175" cy="746125"/>
          </a:xfrm>
          <a:prstGeom prst="ellipse">
            <a:avLst/>
          </a:prstGeom>
          <a:solidFill>
            <a:schemeClr val="accent1">
              <a:lumMod val="60000"/>
              <a:lumOff val="40000"/>
            </a:schemeClr>
          </a:solidFill>
          <a:ln w="9525">
            <a:solidFill>
              <a:schemeClr val="tx1"/>
            </a:solidFill>
            <a:round/>
            <a:headEnd/>
            <a:tailEnd/>
          </a:ln>
        </p:spPr>
        <p:txBody>
          <a:bodyPr wrap="none" anchor="ctr"/>
          <a:lstStyle/>
          <a:p>
            <a:pPr algn="ctr" eaLnBrk="1" hangingPunct="1">
              <a:defRPr/>
            </a:pPr>
            <a:r>
              <a:rPr lang="en-US" sz="2400">
                <a:latin typeface="+mj-lt"/>
                <a:cs typeface="Arial" charset="0"/>
              </a:rPr>
              <a:t>2’</a:t>
            </a:r>
          </a:p>
        </p:txBody>
      </p:sp>
      <p:sp>
        <p:nvSpPr>
          <p:cNvPr id="44045" name="Line 22">
            <a:extLst>
              <a:ext uri="{FF2B5EF4-FFF2-40B4-BE49-F238E27FC236}">
                <a16:creationId xmlns:a16="http://schemas.microsoft.com/office/drawing/2014/main" id="{8A9FEAFF-B647-4186-A40A-6C57B78DB433}"/>
              </a:ext>
            </a:extLst>
          </p:cNvPr>
          <p:cNvSpPr>
            <a:spLocks noChangeShapeType="1"/>
          </p:cNvSpPr>
          <p:nvPr/>
        </p:nvSpPr>
        <p:spPr bwMode="auto">
          <a:xfrm flipV="1">
            <a:off x="4286250" y="2681289"/>
            <a:ext cx="1004888" cy="1208087"/>
          </a:xfrm>
          <a:prstGeom prst="line">
            <a:avLst/>
          </a:prstGeom>
          <a:noFill/>
          <a:ln w="38100">
            <a:solidFill>
              <a:schemeClr val="tx1"/>
            </a:solidFill>
            <a:round/>
            <a:headEnd/>
            <a:tailEnd type="triangle" w="lg" len="lg"/>
          </a:ln>
        </p:spPr>
        <p:txBody>
          <a:bodyPr/>
          <a:lstStyle/>
          <a:p>
            <a:pPr eaLnBrk="1" hangingPunct="1">
              <a:defRPr/>
            </a:pPr>
            <a:endParaRPr lang="en-US">
              <a:latin typeface="+mj-lt"/>
              <a:cs typeface="Arial" charset="0"/>
            </a:endParaRPr>
          </a:p>
        </p:txBody>
      </p:sp>
      <p:sp>
        <p:nvSpPr>
          <p:cNvPr id="44046" name="Line 23">
            <a:extLst>
              <a:ext uri="{FF2B5EF4-FFF2-40B4-BE49-F238E27FC236}">
                <a16:creationId xmlns:a16="http://schemas.microsoft.com/office/drawing/2014/main" id="{7418B890-E9AE-4A68-B3B4-3AA6DA8C4AA7}"/>
              </a:ext>
            </a:extLst>
          </p:cNvPr>
          <p:cNvSpPr>
            <a:spLocks noChangeShapeType="1"/>
          </p:cNvSpPr>
          <p:nvPr/>
        </p:nvSpPr>
        <p:spPr bwMode="auto">
          <a:xfrm flipV="1">
            <a:off x="5984876" y="2705100"/>
            <a:ext cx="906463" cy="1119188"/>
          </a:xfrm>
          <a:prstGeom prst="line">
            <a:avLst/>
          </a:prstGeom>
          <a:noFill/>
          <a:ln w="38100">
            <a:solidFill>
              <a:schemeClr val="tx1"/>
            </a:solidFill>
            <a:round/>
            <a:headEnd/>
            <a:tailEnd type="triangle" w="lg" len="lg"/>
          </a:ln>
        </p:spPr>
        <p:txBody>
          <a:bodyPr/>
          <a:lstStyle/>
          <a:p>
            <a:pPr eaLnBrk="1" hangingPunct="1">
              <a:defRPr/>
            </a:pPr>
            <a:endParaRPr lang="en-US">
              <a:latin typeface="+mj-lt"/>
              <a:cs typeface="Arial" charset="0"/>
            </a:endParaRPr>
          </a:p>
        </p:txBody>
      </p:sp>
      <p:sp>
        <p:nvSpPr>
          <p:cNvPr id="44047" name="Line 27">
            <a:extLst>
              <a:ext uri="{FF2B5EF4-FFF2-40B4-BE49-F238E27FC236}">
                <a16:creationId xmlns:a16="http://schemas.microsoft.com/office/drawing/2014/main" id="{5186BC28-A923-45B5-94D3-5C2E57D44675}"/>
              </a:ext>
            </a:extLst>
          </p:cNvPr>
          <p:cNvSpPr>
            <a:spLocks noChangeShapeType="1"/>
          </p:cNvSpPr>
          <p:nvPr/>
        </p:nvSpPr>
        <p:spPr bwMode="auto">
          <a:xfrm flipV="1">
            <a:off x="3967163" y="3051176"/>
            <a:ext cx="0" cy="671513"/>
          </a:xfrm>
          <a:prstGeom prst="line">
            <a:avLst/>
          </a:prstGeom>
          <a:noFill/>
          <a:ln w="34925">
            <a:solidFill>
              <a:schemeClr val="tx1"/>
            </a:solidFill>
            <a:round/>
            <a:headEnd type="triangle" w="lg" len="lg"/>
            <a:tailEnd/>
          </a:ln>
        </p:spPr>
        <p:txBody>
          <a:bodyPr/>
          <a:lstStyle/>
          <a:p>
            <a:pPr eaLnBrk="1" hangingPunct="1">
              <a:defRPr/>
            </a:pPr>
            <a:endParaRPr lang="en-US">
              <a:latin typeface="+mj-lt"/>
              <a:cs typeface="Arial" charset="0"/>
            </a:endParaRPr>
          </a:p>
        </p:txBody>
      </p:sp>
      <p:sp>
        <p:nvSpPr>
          <p:cNvPr id="44048" name="Text Box 32">
            <a:extLst>
              <a:ext uri="{FF2B5EF4-FFF2-40B4-BE49-F238E27FC236}">
                <a16:creationId xmlns:a16="http://schemas.microsoft.com/office/drawing/2014/main" id="{ADDC561D-9F30-4202-9368-7263314C0119}"/>
              </a:ext>
            </a:extLst>
          </p:cNvPr>
          <p:cNvSpPr txBox="1">
            <a:spLocks noChangeArrowheads="1"/>
          </p:cNvSpPr>
          <p:nvPr/>
        </p:nvSpPr>
        <p:spPr bwMode="auto">
          <a:xfrm>
            <a:off x="3695700" y="3170239"/>
            <a:ext cx="503238"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49" name="Text Box 33">
            <a:extLst>
              <a:ext uri="{FF2B5EF4-FFF2-40B4-BE49-F238E27FC236}">
                <a16:creationId xmlns:a16="http://schemas.microsoft.com/office/drawing/2014/main" id="{097C0149-9391-4573-B185-E4B85D9230A7}"/>
              </a:ext>
            </a:extLst>
          </p:cNvPr>
          <p:cNvSpPr txBox="1">
            <a:spLocks noChangeArrowheads="1"/>
          </p:cNvSpPr>
          <p:nvPr/>
        </p:nvSpPr>
        <p:spPr bwMode="auto">
          <a:xfrm>
            <a:off x="5354639" y="3235326"/>
            <a:ext cx="504825"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50" name="Line 34">
            <a:extLst>
              <a:ext uri="{FF2B5EF4-FFF2-40B4-BE49-F238E27FC236}">
                <a16:creationId xmlns:a16="http://schemas.microsoft.com/office/drawing/2014/main" id="{CB199553-D93E-436F-9528-ED0250FBC0FA}"/>
              </a:ext>
            </a:extLst>
          </p:cNvPr>
          <p:cNvSpPr>
            <a:spLocks noChangeShapeType="1"/>
          </p:cNvSpPr>
          <p:nvPr/>
        </p:nvSpPr>
        <p:spPr bwMode="auto">
          <a:xfrm flipV="1">
            <a:off x="5691188" y="3062288"/>
            <a:ext cx="0" cy="671512"/>
          </a:xfrm>
          <a:prstGeom prst="line">
            <a:avLst/>
          </a:prstGeom>
          <a:noFill/>
          <a:ln w="34925">
            <a:solidFill>
              <a:schemeClr val="tx1"/>
            </a:solidFill>
            <a:round/>
            <a:headEnd type="triangle" w="lg" len="lg"/>
            <a:tailEnd/>
          </a:ln>
        </p:spPr>
        <p:txBody>
          <a:bodyPr/>
          <a:lstStyle/>
          <a:p>
            <a:pPr eaLnBrk="1" hangingPunct="1">
              <a:defRPr/>
            </a:pPr>
            <a:endParaRPr lang="en-US">
              <a:latin typeface="+mj-lt"/>
              <a:cs typeface="Arial" charset="0"/>
            </a:endParaRPr>
          </a:p>
        </p:txBody>
      </p:sp>
      <p:sp>
        <p:nvSpPr>
          <p:cNvPr id="44051" name="Line 35">
            <a:extLst>
              <a:ext uri="{FF2B5EF4-FFF2-40B4-BE49-F238E27FC236}">
                <a16:creationId xmlns:a16="http://schemas.microsoft.com/office/drawing/2014/main" id="{E16B6F3D-C56C-42FC-BF23-DBF482961B1E}"/>
              </a:ext>
            </a:extLst>
          </p:cNvPr>
          <p:cNvSpPr>
            <a:spLocks noChangeShapeType="1"/>
          </p:cNvSpPr>
          <p:nvPr/>
        </p:nvSpPr>
        <p:spPr bwMode="auto">
          <a:xfrm flipV="1">
            <a:off x="7302500" y="3051176"/>
            <a:ext cx="0" cy="671513"/>
          </a:xfrm>
          <a:prstGeom prst="line">
            <a:avLst/>
          </a:prstGeom>
          <a:noFill/>
          <a:ln w="34925">
            <a:solidFill>
              <a:schemeClr val="tx1"/>
            </a:solidFill>
            <a:round/>
            <a:headEnd type="triangle" w="lg" len="lg"/>
            <a:tailEnd/>
          </a:ln>
        </p:spPr>
        <p:txBody>
          <a:bodyPr/>
          <a:lstStyle/>
          <a:p>
            <a:pPr eaLnBrk="1" hangingPunct="1">
              <a:defRPr/>
            </a:pPr>
            <a:endParaRPr lang="en-US">
              <a:latin typeface="+mj-lt"/>
              <a:cs typeface="Arial" charset="0"/>
            </a:endParaRPr>
          </a:p>
        </p:txBody>
      </p:sp>
      <p:sp>
        <p:nvSpPr>
          <p:cNvPr id="44052" name="Text Box 36">
            <a:extLst>
              <a:ext uri="{FF2B5EF4-FFF2-40B4-BE49-F238E27FC236}">
                <a16:creationId xmlns:a16="http://schemas.microsoft.com/office/drawing/2014/main" id="{D602BD6C-F0A9-4D82-8CCD-7C5B8B259C0C}"/>
              </a:ext>
            </a:extLst>
          </p:cNvPr>
          <p:cNvSpPr txBox="1">
            <a:spLocks noChangeArrowheads="1"/>
          </p:cNvSpPr>
          <p:nvPr/>
        </p:nvSpPr>
        <p:spPr bwMode="auto">
          <a:xfrm>
            <a:off x="4403726" y="3146425"/>
            <a:ext cx="504825" cy="457200"/>
          </a:xfrm>
          <a:prstGeom prst="rect">
            <a:avLst/>
          </a:prstGeom>
          <a:noFill/>
          <a:ln w="9525">
            <a:noFill/>
            <a:miter lim="800000"/>
            <a:headEnd/>
            <a:tailEnd/>
          </a:ln>
        </p:spPr>
        <p:txBody>
          <a:bodyPr>
            <a:spAutoFit/>
          </a:bodyPr>
          <a:lstStyle/>
          <a:p>
            <a:pPr eaLnBrk="1" hangingPunct="1">
              <a:defRPr/>
            </a:pPr>
            <a:r>
              <a:rPr lang="en-US" sz="2400">
                <a:latin typeface="+mj-lt"/>
                <a:cs typeface="Arial" charset="0"/>
              </a:rPr>
              <a:t>0</a:t>
            </a:r>
          </a:p>
        </p:txBody>
      </p:sp>
      <p:sp>
        <p:nvSpPr>
          <p:cNvPr id="44053" name="Text Box 37">
            <a:extLst>
              <a:ext uri="{FF2B5EF4-FFF2-40B4-BE49-F238E27FC236}">
                <a16:creationId xmlns:a16="http://schemas.microsoft.com/office/drawing/2014/main" id="{024F510E-8513-497D-862B-FDA1676D308F}"/>
              </a:ext>
            </a:extLst>
          </p:cNvPr>
          <p:cNvSpPr txBox="1">
            <a:spLocks noChangeArrowheads="1"/>
          </p:cNvSpPr>
          <p:nvPr/>
        </p:nvSpPr>
        <p:spPr bwMode="auto">
          <a:xfrm>
            <a:off x="6300789" y="2867026"/>
            <a:ext cx="5032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a:t>
            </a:r>
          </a:p>
        </p:txBody>
      </p:sp>
      <p:sp>
        <p:nvSpPr>
          <p:cNvPr id="44054" name="Text Box 38">
            <a:extLst>
              <a:ext uri="{FF2B5EF4-FFF2-40B4-BE49-F238E27FC236}">
                <a16:creationId xmlns:a16="http://schemas.microsoft.com/office/drawing/2014/main" id="{A5F03A9D-47ED-4F40-A31C-0640ACC3D29E}"/>
              </a:ext>
            </a:extLst>
          </p:cNvPr>
          <p:cNvSpPr txBox="1">
            <a:spLocks noChangeArrowheads="1"/>
          </p:cNvSpPr>
          <p:nvPr/>
        </p:nvSpPr>
        <p:spPr bwMode="auto">
          <a:xfrm>
            <a:off x="3794126" y="4784726"/>
            <a:ext cx="506413"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55" name="Text Box 40">
            <a:extLst>
              <a:ext uri="{FF2B5EF4-FFF2-40B4-BE49-F238E27FC236}">
                <a16:creationId xmlns:a16="http://schemas.microsoft.com/office/drawing/2014/main" id="{FA5D228C-226B-406F-9B62-C21C7222E96C}"/>
              </a:ext>
            </a:extLst>
          </p:cNvPr>
          <p:cNvSpPr txBox="1">
            <a:spLocks noChangeArrowheads="1"/>
          </p:cNvSpPr>
          <p:nvPr/>
        </p:nvSpPr>
        <p:spPr bwMode="auto">
          <a:xfrm>
            <a:off x="7002464" y="3114676"/>
            <a:ext cx="5032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56" name="Text Box 45">
            <a:extLst>
              <a:ext uri="{FF2B5EF4-FFF2-40B4-BE49-F238E27FC236}">
                <a16:creationId xmlns:a16="http://schemas.microsoft.com/office/drawing/2014/main" id="{91B1046B-6C1C-403D-A48D-9BDFA11812DF}"/>
              </a:ext>
            </a:extLst>
          </p:cNvPr>
          <p:cNvSpPr txBox="1">
            <a:spLocks noChangeArrowheads="1"/>
          </p:cNvSpPr>
          <p:nvPr/>
        </p:nvSpPr>
        <p:spPr bwMode="auto">
          <a:xfrm>
            <a:off x="3021014" y="2289176"/>
            <a:ext cx="6937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000</a:t>
            </a:r>
          </a:p>
        </p:txBody>
      </p:sp>
      <p:sp>
        <p:nvSpPr>
          <p:cNvPr id="44057" name="Text Box 46">
            <a:extLst>
              <a:ext uri="{FF2B5EF4-FFF2-40B4-BE49-F238E27FC236}">
                <a16:creationId xmlns:a16="http://schemas.microsoft.com/office/drawing/2014/main" id="{187134B6-0711-4813-B619-E11809900D43}"/>
              </a:ext>
            </a:extLst>
          </p:cNvPr>
          <p:cNvSpPr txBox="1">
            <a:spLocks noChangeArrowheads="1"/>
          </p:cNvSpPr>
          <p:nvPr/>
        </p:nvSpPr>
        <p:spPr bwMode="auto">
          <a:xfrm>
            <a:off x="3057526" y="3790951"/>
            <a:ext cx="690563"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001</a:t>
            </a:r>
          </a:p>
        </p:txBody>
      </p:sp>
      <p:sp>
        <p:nvSpPr>
          <p:cNvPr id="44058" name="Text Box 47">
            <a:extLst>
              <a:ext uri="{FF2B5EF4-FFF2-40B4-BE49-F238E27FC236}">
                <a16:creationId xmlns:a16="http://schemas.microsoft.com/office/drawing/2014/main" id="{DEAECD61-FED5-4068-97D8-E39DA5120092}"/>
              </a:ext>
            </a:extLst>
          </p:cNvPr>
          <p:cNvSpPr txBox="1">
            <a:spLocks noChangeArrowheads="1"/>
          </p:cNvSpPr>
          <p:nvPr/>
        </p:nvSpPr>
        <p:spPr bwMode="auto">
          <a:xfrm>
            <a:off x="4778376" y="2274889"/>
            <a:ext cx="695325"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011</a:t>
            </a:r>
          </a:p>
        </p:txBody>
      </p:sp>
      <p:sp>
        <p:nvSpPr>
          <p:cNvPr id="44059" name="Text Box 48">
            <a:extLst>
              <a:ext uri="{FF2B5EF4-FFF2-40B4-BE49-F238E27FC236}">
                <a16:creationId xmlns:a16="http://schemas.microsoft.com/office/drawing/2014/main" id="{78563ECD-92A6-4C98-B78E-ECEDDCB256B8}"/>
              </a:ext>
            </a:extLst>
          </p:cNvPr>
          <p:cNvSpPr txBox="1">
            <a:spLocks noChangeArrowheads="1"/>
          </p:cNvSpPr>
          <p:nvPr/>
        </p:nvSpPr>
        <p:spPr bwMode="auto">
          <a:xfrm>
            <a:off x="4811714" y="3759201"/>
            <a:ext cx="6937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010</a:t>
            </a:r>
          </a:p>
        </p:txBody>
      </p:sp>
      <p:sp>
        <p:nvSpPr>
          <p:cNvPr id="44060" name="Text Box 49">
            <a:extLst>
              <a:ext uri="{FF2B5EF4-FFF2-40B4-BE49-F238E27FC236}">
                <a16:creationId xmlns:a16="http://schemas.microsoft.com/office/drawing/2014/main" id="{7D714A45-567E-4B70-8481-B8BEDFFDD1F9}"/>
              </a:ext>
            </a:extLst>
          </p:cNvPr>
          <p:cNvSpPr txBox="1">
            <a:spLocks noChangeArrowheads="1"/>
          </p:cNvSpPr>
          <p:nvPr/>
        </p:nvSpPr>
        <p:spPr bwMode="auto">
          <a:xfrm>
            <a:off x="6357939" y="2262189"/>
            <a:ext cx="693737"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110</a:t>
            </a:r>
          </a:p>
        </p:txBody>
      </p:sp>
      <p:sp>
        <p:nvSpPr>
          <p:cNvPr id="44061" name="Text Box 50">
            <a:extLst>
              <a:ext uri="{FF2B5EF4-FFF2-40B4-BE49-F238E27FC236}">
                <a16:creationId xmlns:a16="http://schemas.microsoft.com/office/drawing/2014/main" id="{638EED24-989B-4FFD-B059-96386E268F7F}"/>
              </a:ext>
            </a:extLst>
          </p:cNvPr>
          <p:cNvSpPr txBox="1">
            <a:spLocks noChangeArrowheads="1"/>
          </p:cNvSpPr>
          <p:nvPr/>
        </p:nvSpPr>
        <p:spPr bwMode="auto">
          <a:xfrm>
            <a:off x="6426201" y="3721101"/>
            <a:ext cx="695325"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100</a:t>
            </a:r>
          </a:p>
        </p:txBody>
      </p:sp>
      <p:sp>
        <p:nvSpPr>
          <p:cNvPr id="44062" name="Text Box 38">
            <a:extLst>
              <a:ext uri="{FF2B5EF4-FFF2-40B4-BE49-F238E27FC236}">
                <a16:creationId xmlns:a16="http://schemas.microsoft.com/office/drawing/2014/main" id="{FDD0AF17-9017-4034-8D3D-53C353A70598}"/>
              </a:ext>
            </a:extLst>
          </p:cNvPr>
          <p:cNvSpPr txBox="1">
            <a:spLocks noChangeArrowheads="1"/>
          </p:cNvSpPr>
          <p:nvPr/>
        </p:nvSpPr>
        <p:spPr bwMode="auto">
          <a:xfrm>
            <a:off x="5594351" y="4760914"/>
            <a:ext cx="504825"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63" name="Text Box 38">
            <a:extLst>
              <a:ext uri="{FF2B5EF4-FFF2-40B4-BE49-F238E27FC236}">
                <a16:creationId xmlns:a16="http://schemas.microsoft.com/office/drawing/2014/main" id="{F7ED8040-BDD0-451A-87D8-C348BC3DB063}"/>
              </a:ext>
            </a:extLst>
          </p:cNvPr>
          <p:cNvSpPr txBox="1">
            <a:spLocks noChangeArrowheads="1"/>
          </p:cNvSpPr>
          <p:nvPr/>
        </p:nvSpPr>
        <p:spPr bwMode="auto">
          <a:xfrm>
            <a:off x="7170739" y="4740276"/>
            <a:ext cx="504825"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1</a:t>
            </a:r>
          </a:p>
        </p:txBody>
      </p:sp>
      <p:sp>
        <p:nvSpPr>
          <p:cNvPr id="44064" name="Arc 34">
            <a:extLst>
              <a:ext uri="{FF2B5EF4-FFF2-40B4-BE49-F238E27FC236}">
                <a16:creationId xmlns:a16="http://schemas.microsoft.com/office/drawing/2014/main" id="{0D3920A1-D8CB-41BF-805C-3536949552C5}"/>
              </a:ext>
            </a:extLst>
          </p:cNvPr>
          <p:cNvSpPr>
            <a:spLocks/>
          </p:cNvSpPr>
          <p:nvPr/>
        </p:nvSpPr>
        <p:spPr bwMode="auto">
          <a:xfrm rot="17930317" flipV="1">
            <a:off x="3714750" y="1968500"/>
            <a:ext cx="522288" cy="579438"/>
          </a:xfrm>
          <a:custGeom>
            <a:avLst/>
            <a:gdLst>
              <a:gd name="T0" fmla="*/ 1 w 39344"/>
              <a:gd name="T1" fmla="*/ 0 h 43200"/>
              <a:gd name="T2" fmla="*/ 0 w 39344"/>
              <a:gd name="T3" fmla="*/ 2 h 43200"/>
              <a:gd name="T4" fmla="*/ 1 w 39344"/>
              <a:gd name="T5" fmla="*/ 2 h 43200"/>
              <a:gd name="T6" fmla="*/ 0 60000 65536"/>
              <a:gd name="T7" fmla="*/ 0 60000 65536"/>
              <a:gd name="T8" fmla="*/ 0 60000 65536"/>
              <a:gd name="T9" fmla="*/ 0 w 39344"/>
              <a:gd name="T10" fmla="*/ 0 h 43200"/>
              <a:gd name="T11" fmla="*/ 39344 w 39344"/>
              <a:gd name="T12" fmla="*/ 43200 h 43200"/>
            </a:gdLst>
            <a:ahLst/>
            <a:cxnLst>
              <a:cxn ang="T6">
                <a:pos x="T0" y="T1"/>
              </a:cxn>
              <a:cxn ang="T7">
                <a:pos x="T2" y="T3"/>
              </a:cxn>
              <a:cxn ang="T8">
                <a:pos x="T4" y="T5"/>
              </a:cxn>
            </a:cxnLst>
            <a:rect l="T9" t="T10" r="T11" b="T12"/>
            <a:pathLst>
              <a:path w="39344" h="43200" fill="none" extrusionOk="0">
                <a:moveTo>
                  <a:pt x="17743" y="0"/>
                </a:moveTo>
                <a:cubicBezTo>
                  <a:pt x="29673" y="0"/>
                  <a:pt x="39344" y="9670"/>
                  <a:pt x="39344" y="21600"/>
                </a:cubicBezTo>
                <a:cubicBezTo>
                  <a:pt x="39344" y="33529"/>
                  <a:pt x="29673" y="43200"/>
                  <a:pt x="17744" y="43200"/>
                </a:cubicBezTo>
                <a:cubicBezTo>
                  <a:pt x="10665" y="43200"/>
                  <a:pt x="4036" y="39732"/>
                  <a:pt x="0" y="33917"/>
                </a:cubicBezTo>
              </a:path>
              <a:path w="39344" h="43200" stroke="0" extrusionOk="0">
                <a:moveTo>
                  <a:pt x="17743" y="0"/>
                </a:moveTo>
                <a:cubicBezTo>
                  <a:pt x="29673" y="0"/>
                  <a:pt x="39344" y="9670"/>
                  <a:pt x="39344" y="21600"/>
                </a:cubicBezTo>
                <a:cubicBezTo>
                  <a:pt x="39344" y="33529"/>
                  <a:pt x="29673" y="43200"/>
                  <a:pt x="17744" y="43200"/>
                </a:cubicBezTo>
                <a:cubicBezTo>
                  <a:pt x="10665" y="43200"/>
                  <a:pt x="4036" y="39732"/>
                  <a:pt x="0" y="33917"/>
                </a:cubicBezTo>
                <a:lnTo>
                  <a:pt x="17744" y="21600"/>
                </a:lnTo>
                <a:lnTo>
                  <a:pt x="17743" y="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44065" name="Arc 35">
            <a:extLst>
              <a:ext uri="{FF2B5EF4-FFF2-40B4-BE49-F238E27FC236}">
                <a16:creationId xmlns:a16="http://schemas.microsoft.com/office/drawing/2014/main" id="{203F07A4-1E31-4980-91FD-022EB0FAED66}"/>
              </a:ext>
            </a:extLst>
          </p:cNvPr>
          <p:cNvSpPr>
            <a:spLocks/>
          </p:cNvSpPr>
          <p:nvPr/>
        </p:nvSpPr>
        <p:spPr bwMode="auto">
          <a:xfrm rot="17930317" flipV="1">
            <a:off x="5429250" y="1955800"/>
            <a:ext cx="522288" cy="579438"/>
          </a:xfrm>
          <a:custGeom>
            <a:avLst/>
            <a:gdLst>
              <a:gd name="T0" fmla="*/ 1 w 39344"/>
              <a:gd name="T1" fmla="*/ 0 h 43200"/>
              <a:gd name="T2" fmla="*/ 0 w 39344"/>
              <a:gd name="T3" fmla="*/ 2 h 43200"/>
              <a:gd name="T4" fmla="*/ 1 w 39344"/>
              <a:gd name="T5" fmla="*/ 2 h 43200"/>
              <a:gd name="T6" fmla="*/ 0 60000 65536"/>
              <a:gd name="T7" fmla="*/ 0 60000 65536"/>
              <a:gd name="T8" fmla="*/ 0 60000 65536"/>
              <a:gd name="T9" fmla="*/ 0 w 39344"/>
              <a:gd name="T10" fmla="*/ 0 h 43200"/>
              <a:gd name="T11" fmla="*/ 39344 w 39344"/>
              <a:gd name="T12" fmla="*/ 43200 h 43200"/>
            </a:gdLst>
            <a:ahLst/>
            <a:cxnLst>
              <a:cxn ang="T6">
                <a:pos x="T0" y="T1"/>
              </a:cxn>
              <a:cxn ang="T7">
                <a:pos x="T2" y="T3"/>
              </a:cxn>
              <a:cxn ang="T8">
                <a:pos x="T4" y="T5"/>
              </a:cxn>
            </a:cxnLst>
            <a:rect l="T9" t="T10" r="T11" b="T12"/>
            <a:pathLst>
              <a:path w="39344" h="43200" fill="none" extrusionOk="0">
                <a:moveTo>
                  <a:pt x="17743" y="0"/>
                </a:moveTo>
                <a:cubicBezTo>
                  <a:pt x="29673" y="0"/>
                  <a:pt x="39344" y="9670"/>
                  <a:pt x="39344" y="21600"/>
                </a:cubicBezTo>
                <a:cubicBezTo>
                  <a:pt x="39344" y="33529"/>
                  <a:pt x="29673" y="43200"/>
                  <a:pt x="17744" y="43200"/>
                </a:cubicBezTo>
                <a:cubicBezTo>
                  <a:pt x="10665" y="43200"/>
                  <a:pt x="4036" y="39732"/>
                  <a:pt x="0" y="33917"/>
                </a:cubicBezTo>
              </a:path>
              <a:path w="39344" h="43200" stroke="0" extrusionOk="0">
                <a:moveTo>
                  <a:pt x="17743" y="0"/>
                </a:moveTo>
                <a:cubicBezTo>
                  <a:pt x="29673" y="0"/>
                  <a:pt x="39344" y="9670"/>
                  <a:pt x="39344" y="21600"/>
                </a:cubicBezTo>
                <a:cubicBezTo>
                  <a:pt x="39344" y="33529"/>
                  <a:pt x="29673" y="43200"/>
                  <a:pt x="17744" y="43200"/>
                </a:cubicBezTo>
                <a:cubicBezTo>
                  <a:pt x="10665" y="43200"/>
                  <a:pt x="4036" y="39732"/>
                  <a:pt x="0" y="33917"/>
                </a:cubicBezTo>
                <a:lnTo>
                  <a:pt x="17744" y="21600"/>
                </a:lnTo>
                <a:lnTo>
                  <a:pt x="17743" y="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44066" name="Arc 36">
            <a:extLst>
              <a:ext uri="{FF2B5EF4-FFF2-40B4-BE49-F238E27FC236}">
                <a16:creationId xmlns:a16="http://schemas.microsoft.com/office/drawing/2014/main" id="{5116D4A7-8E30-4EF2-A524-4E41103549B7}"/>
              </a:ext>
            </a:extLst>
          </p:cNvPr>
          <p:cNvSpPr>
            <a:spLocks/>
          </p:cNvSpPr>
          <p:nvPr/>
        </p:nvSpPr>
        <p:spPr bwMode="auto">
          <a:xfrm rot="17930317" flipV="1">
            <a:off x="7016750" y="1968500"/>
            <a:ext cx="522288" cy="579438"/>
          </a:xfrm>
          <a:custGeom>
            <a:avLst/>
            <a:gdLst>
              <a:gd name="T0" fmla="*/ 1 w 39344"/>
              <a:gd name="T1" fmla="*/ 0 h 43200"/>
              <a:gd name="T2" fmla="*/ 0 w 39344"/>
              <a:gd name="T3" fmla="*/ 2 h 43200"/>
              <a:gd name="T4" fmla="*/ 1 w 39344"/>
              <a:gd name="T5" fmla="*/ 2 h 43200"/>
              <a:gd name="T6" fmla="*/ 0 60000 65536"/>
              <a:gd name="T7" fmla="*/ 0 60000 65536"/>
              <a:gd name="T8" fmla="*/ 0 60000 65536"/>
              <a:gd name="T9" fmla="*/ 0 w 39344"/>
              <a:gd name="T10" fmla="*/ 0 h 43200"/>
              <a:gd name="T11" fmla="*/ 39344 w 39344"/>
              <a:gd name="T12" fmla="*/ 43200 h 43200"/>
            </a:gdLst>
            <a:ahLst/>
            <a:cxnLst>
              <a:cxn ang="T6">
                <a:pos x="T0" y="T1"/>
              </a:cxn>
              <a:cxn ang="T7">
                <a:pos x="T2" y="T3"/>
              </a:cxn>
              <a:cxn ang="T8">
                <a:pos x="T4" y="T5"/>
              </a:cxn>
            </a:cxnLst>
            <a:rect l="T9" t="T10" r="T11" b="T12"/>
            <a:pathLst>
              <a:path w="39344" h="43200" fill="none" extrusionOk="0">
                <a:moveTo>
                  <a:pt x="17743" y="0"/>
                </a:moveTo>
                <a:cubicBezTo>
                  <a:pt x="29673" y="0"/>
                  <a:pt x="39344" y="9670"/>
                  <a:pt x="39344" y="21600"/>
                </a:cubicBezTo>
                <a:cubicBezTo>
                  <a:pt x="39344" y="33529"/>
                  <a:pt x="29673" y="43200"/>
                  <a:pt x="17744" y="43200"/>
                </a:cubicBezTo>
                <a:cubicBezTo>
                  <a:pt x="10665" y="43200"/>
                  <a:pt x="4036" y="39732"/>
                  <a:pt x="0" y="33917"/>
                </a:cubicBezTo>
              </a:path>
              <a:path w="39344" h="43200" stroke="0" extrusionOk="0">
                <a:moveTo>
                  <a:pt x="17743" y="0"/>
                </a:moveTo>
                <a:cubicBezTo>
                  <a:pt x="29673" y="0"/>
                  <a:pt x="39344" y="9670"/>
                  <a:pt x="39344" y="21600"/>
                </a:cubicBezTo>
                <a:cubicBezTo>
                  <a:pt x="39344" y="33529"/>
                  <a:pt x="29673" y="43200"/>
                  <a:pt x="17744" y="43200"/>
                </a:cubicBezTo>
                <a:cubicBezTo>
                  <a:pt x="10665" y="43200"/>
                  <a:pt x="4036" y="39732"/>
                  <a:pt x="0" y="33917"/>
                </a:cubicBezTo>
                <a:lnTo>
                  <a:pt x="17744" y="21600"/>
                </a:lnTo>
                <a:lnTo>
                  <a:pt x="17743" y="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44067" name="Arc 37">
            <a:extLst>
              <a:ext uri="{FF2B5EF4-FFF2-40B4-BE49-F238E27FC236}">
                <a16:creationId xmlns:a16="http://schemas.microsoft.com/office/drawing/2014/main" id="{19109115-2AC8-46E0-A9E3-CA86733B1528}"/>
              </a:ext>
            </a:extLst>
          </p:cNvPr>
          <p:cNvSpPr>
            <a:spLocks/>
          </p:cNvSpPr>
          <p:nvPr/>
        </p:nvSpPr>
        <p:spPr bwMode="auto">
          <a:xfrm rot="6467523" flipV="1">
            <a:off x="7101682" y="4218782"/>
            <a:ext cx="514350" cy="579437"/>
          </a:xfrm>
          <a:custGeom>
            <a:avLst/>
            <a:gdLst>
              <a:gd name="T0" fmla="*/ 1 w 38687"/>
              <a:gd name="T1" fmla="*/ 0 h 43200"/>
              <a:gd name="T2" fmla="*/ 0 w 38687"/>
              <a:gd name="T3" fmla="*/ 2 h 43200"/>
              <a:gd name="T4" fmla="*/ 1 w 38687"/>
              <a:gd name="T5" fmla="*/ 2 h 43200"/>
              <a:gd name="T6" fmla="*/ 0 60000 65536"/>
              <a:gd name="T7" fmla="*/ 0 60000 65536"/>
              <a:gd name="T8" fmla="*/ 0 60000 65536"/>
              <a:gd name="T9" fmla="*/ 0 w 38687"/>
              <a:gd name="T10" fmla="*/ 0 h 43200"/>
              <a:gd name="T11" fmla="*/ 38687 w 38687"/>
              <a:gd name="T12" fmla="*/ 43200 h 43200"/>
            </a:gdLst>
            <a:ahLst/>
            <a:cxnLst>
              <a:cxn ang="T6">
                <a:pos x="T0" y="T1"/>
              </a:cxn>
              <a:cxn ang="T7">
                <a:pos x="T2" y="T3"/>
              </a:cxn>
              <a:cxn ang="T8">
                <a:pos x="T4" y="T5"/>
              </a:cxn>
            </a:cxnLst>
            <a:rect l="T9" t="T10" r="T11" b="T12"/>
            <a:pathLst>
              <a:path w="38687" h="43200" fill="none" extrusionOk="0">
                <a:moveTo>
                  <a:pt x="17086" y="0"/>
                </a:moveTo>
                <a:cubicBezTo>
                  <a:pt x="29016" y="0"/>
                  <a:pt x="38687" y="9670"/>
                  <a:pt x="38687" y="21600"/>
                </a:cubicBezTo>
                <a:cubicBezTo>
                  <a:pt x="38687" y="33529"/>
                  <a:pt x="29016" y="43200"/>
                  <a:pt x="17087" y="43200"/>
                </a:cubicBezTo>
                <a:cubicBezTo>
                  <a:pt x="10400" y="43200"/>
                  <a:pt x="4090" y="40103"/>
                  <a:pt x="0" y="34813"/>
                </a:cubicBezTo>
              </a:path>
              <a:path w="38687" h="43200" stroke="0" extrusionOk="0">
                <a:moveTo>
                  <a:pt x="17086" y="0"/>
                </a:moveTo>
                <a:cubicBezTo>
                  <a:pt x="29016" y="0"/>
                  <a:pt x="38687" y="9670"/>
                  <a:pt x="38687" y="21600"/>
                </a:cubicBezTo>
                <a:cubicBezTo>
                  <a:pt x="38687" y="33529"/>
                  <a:pt x="29016" y="43200"/>
                  <a:pt x="17087" y="43200"/>
                </a:cubicBezTo>
                <a:cubicBezTo>
                  <a:pt x="10400" y="43200"/>
                  <a:pt x="4090" y="40103"/>
                  <a:pt x="0" y="34813"/>
                </a:cubicBezTo>
                <a:lnTo>
                  <a:pt x="17087" y="21600"/>
                </a:lnTo>
                <a:lnTo>
                  <a:pt x="17086" y="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44068" name="Arc 38">
            <a:extLst>
              <a:ext uri="{FF2B5EF4-FFF2-40B4-BE49-F238E27FC236}">
                <a16:creationId xmlns:a16="http://schemas.microsoft.com/office/drawing/2014/main" id="{3753A708-BCDC-4F3D-B3C0-071F2630A18E}"/>
              </a:ext>
            </a:extLst>
          </p:cNvPr>
          <p:cNvSpPr>
            <a:spLocks/>
          </p:cNvSpPr>
          <p:nvPr/>
        </p:nvSpPr>
        <p:spPr bwMode="auto">
          <a:xfrm rot="6655191" flipV="1">
            <a:off x="5493544" y="4250531"/>
            <a:ext cx="514350" cy="579438"/>
          </a:xfrm>
          <a:custGeom>
            <a:avLst/>
            <a:gdLst>
              <a:gd name="T0" fmla="*/ 1 w 38687"/>
              <a:gd name="T1" fmla="*/ 0 h 43200"/>
              <a:gd name="T2" fmla="*/ 0 w 38687"/>
              <a:gd name="T3" fmla="*/ 2 h 43200"/>
              <a:gd name="T4" fmla="*/ 1 w 38687"/>
              <a:gd name="T5" fmla="*/ 2 h 43200"/>
              <a:gd name="T6" fmla="*/ 0 60000 65536"/>
              <a:gd name="T7" fmla="*/ 0 60000 65536"/>
              <a:gd name="T8" fmla="*/ 0 60000 65536"/>
              <a:gd name="T9" fmla="*/ 0 w 38687"/>
              <a:gd name="T10" fmla="*/ 0 h 43200"/>
              <a:gd name="T11" fmla="*/ 38687 w 38687"/>
              <a:gd name="T12" fmla="*/ 43200 h 43200"/>
            </a:gdLst>
            <a:ahLst/>
            <a:cxnLst>
              <a:cxn ang="T6">
                <a:pos x="T0" y="T1"/>
              </a:cxn>
              <a:cxn ang="T7">
                <a:pos x="T2" y="T3"/>
              </a:cxn>
              <a:cxn ang="T8">
                <a:pos x="T4" y="T5"/>
              </a:cxn>
            </a:cxnLst>
            <a:rect l="T9" t="T10" r="T11" b="T12"/>
            <a:pathLst>
              <a:path w="38687" h="43200" fill="none" extrusionOk="0">
                <a:moveTo>
                  <a:pt x="15932" y="30"/>
                </a:moveTo>
                <a:cubicBezTo>
                  <a:pt x="16317" y="10"/>
                  <a:pt x="16702" y="-1"/>
                  <a:pt x="17087" y="0"/>
                </a:cubicBezTo>
                <a:cubicBezTo>
                  <a:pt x="29016" y="0"/>
                  <a:pt x="38687" y="9670"/>
                  <a:pt x="38687" y="21600"/>
                </a:cubicBezTo>
                <a:cubicBezTo>
                  <a:pt x="38687" y="33529"/>
                  <a:pt x="29016" y="43200"/>
                  <a:pt x="17087" y="43200"/>
                </a:cubicBezTo>
                <a:cubicBezTo>
                  <a:pt x="10400" y="43200"/>
                  <a:pt x="4090" y="40103"/>
                  <a:pt x="0" y="34813"/>
                </a:cubicBezTo>
              </a:path>
              <a:path w="38687" h="43200" stroke="0" extrusionOk="0">
                <a:moveTo>
                  <a:pt x="15932" y="30"/>
                </a:moveTo>
                <a:cubicBezTo>
                  <a:pt x="16317" y="10"/>
                  <a:pt x="16702" y="-1"/>
                  <a:pt x="17087" y="0"/>
                </a:cubicBezTo>
                <a:cubicBezTo>
                  <a:pt x="29016" y="0"/>
                  <a:pt x="38687" y="9670"/>
                  <a:pt x="38687" y="21600"/>
                </a:cubicBezTo>
                <a:cubicBezTo>
                  <a:pt x="38687" y="33529"/>
                  <a:pt x="29016" y="43200"/>
                  <a:pt x="17087" y="43200"/>
                </a:cubicBezTo>
                <a:cubicBezTo>
                  <a:pt x="10400" y="43200"/>
                  <a:pt x="4090" y="40103"/>
                  <a:pt x="0" y="34813"/>
                </a:cubicBezTo>
                <a:lnTo>
                  <a:pt x="17087" y="21600"/>
                </a:lnTo>
                <a:lnTo>
                  <a:pt x="15932" y="3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44069" name="Arc 39">
            <a:extLst>
              <a:ext uri="{FF2B5EF4-FFF2-40B4-BE49-F238E27FC236}">
                <a16:creationId xmlns:a16="http://schemas.microsoft.com/office/drawing/2014/main" id="{1E133D69-04ED-4768-B777-5D8B8665BA1B}"/>
              </a:ext>
            </a:extLst>
          </p:cNvPr>
          <p:cNvSpPr>
            <a:spLocks/>
          </p:cNvSpPr>
          <p:nvPr/>
        </p:nvSpPr>
        <p:spPr bwMode="auto">
          <a:xfrm rot="6467523" flipV="1">
            <a:off x="3691732" y="4291807"/>
            <a:ext cx="514350" cy="579437"/>
          </a:xfrm>
          <a:custGeom>
            <a:avLst/>
            <a:gdLst>
              <a:gd name="T0" fmla="*/ 1 w 38687"/>
              <a:gd name="T1" fmla="*/ 0 h 43200"/>
              <a:gd name="T2" fmla="*/ 0 w 38687"/>
              <a:gd name="T3" fmla="*/ 2 h 43200"/>
              <a:gd name="T4" fmla="*/ 1 w 38687"/>
              <a:gd name="T5" fmla="*/ 2 h 43200"/>
              <a:gd name="T6" fmla="*/ 0 60000 65536"/>
              <a:gd name="T7" fmla="*/ 0 60000 65536"/>
              <a:gd name="T8" fmla="*/ 0 60000 65536"/>
              <a:gd name="T9" fmla="*/ 0 w 38687"/>
              <a:gd name="T10" fmla="*/ 0 h 43200"/>
              <a:gd name="T11" fmla="*/ 38687 w 38687"/>
              <a:gd name="T12" fmla="*/ 43200 h 43200"/>
            </a:gdLst>
            <a:ahLst/>
            <a:cxnLst>
              <a:cxn ang="T6">
                <a:pos x="T0" y="T1"/>
              </a:cxn>
              <a:cxn ang="T7">
                <a:pos x="T2" y="T3"/>
              </a:cxn>
              <a:cxn ang="T8">
                <a:pos x="T4" y="T5"/>
              </a:cxn>
            </a:cxnLst>
            <a:rect l="T9" t="T10" r="T11" b="T12"/>
            <a:pathLst>
              <a:path w="38687" h="43200" fill="none" extrusionOk="0">
                <a:moveTo>
                  <a:pt x="9165" y="1505"/>
                </a:moveTo>
                <a:cubicBezTo>
                  <a:pt x="11687" y="510"/>
                  <a:pt x="14375" y="-1"/>
                  <a:pt x="17087" y="0"/>
                </a:cubicBezTo>
                <a:cubicBezTo>
                  <a:pt x="29016" y="0"/>
                  <a:pt x="38687" y="9670"/>
                  <a:pt x="38687" y="21600"/>
                </a:cubicBezTo>
                <a:cubicBezTo>
                  <a:pt x="38687" y="33529"/>
                  <a:pt x="29016" y="43200"/>
                  <a:pt x="17087" y="43200"/>
                </a:cubicBezTo>
                <a:cubicBezTo>
                  <a:pt x="10400" y="43200"/>
                  <a:pt x="4090" y="40103"/>
                  <a:pt x="0" y="34813"/>
                </a:cubicBezTo>
              </a:path>
              <a:path w="38687" h="43200" stroke="0" extrusionOk="0">
                <a:moveTo>
                  <a:pt x="9165" y="1505"/>
                </a:moveTo>
                <a:cubicBezTo>
                  <a:pt x="11687" y="510"/>
                  <a:pt x="14375" y="-1"/>
                  <a:pt x="17087" y="0"/>
                </a:cubicBezTo>
                <a:cubicBezTo>
                  <a:pt x="29016" y="0"/>
                  <a:pt x="38687" y="9670"/>
                  <a:pt x="38687" y="21600"/>
                </a:cubicBezTo>
                <a:cubicBezTo>
                  <a:pt x="38687" y="33529"/>
                  <a:pt x="29016" y="43200"/>
                  <a:pt x="17087" y="43200"/>
                </a:cubicBezTo>
                <a:cubicBezTo>
                  <a:pt x="10400" y="43200"/>
                  <a:pt x="4090" y="40103"/>
                  <a:pt x="0" y="34813"/>
                </a:cubicBezTo>
                <a:lnTo>
                  <a:pt x="17087" y="21600"/>
                </a:lnTo>
                <a:lnTo>
                  <a:pt x="9165" y="1505"/>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a:latin typeface="+mj-lt"/>
              <a:cs typeface="Arial" charset="0"/>
            </a:endParaRPr>
          </a:p>
        </p:txBody>
      </p:sp>
      <p:sp>
        <p:nvSpPr>
          <p:cNvPr id="52261" name="Line 39">
            <a:extLst>
              <a:ext uri="{FF2B5EF4-FFF2-40B4-BE49-F238E27FC236}">
                <a16:creationId xmlns:a16="http://schemas.microsoft.com/office/drawing/2014/main" id="{74BCA8AC-42F4-4490-CB1E-779B54FE869F}"/>
              </a:ext>
            </a:extLst>
          </p:cNvPr>
          <p:cNvSpPr>
            <a:spLocks noChangeShapeType="1"/>
          </p:cNvSpPr>
          <p:nvPr/>
        </p:nvSpPr>
        <p:spPr bwMode="auto">
          <a:xfrm flipH="1" flipV="1">
            <a:off x="4305301" y="2895601"/>
            <a:ext cx="2854325" cy="8747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 name="Text Box 37">
            <a:extLst>
              <a:ext uri="{FF2B5EF4-FFF2-40B4-BE49-F238E27FC236}">
                <a16:creationId xmlns:a16="http://schemas.microsoft.com/office/drawing/2014/main" id="{48843F68-0D90-4C72-AD3D-557C80058D5A}"/>
              </a:ext>
            </a:extLst>
          </p:cNvPr>
          <p:cNvSpPr txBox="1">
            <a:spLocks noChangeArrowheads="1"/>
          </p:cNvSpPr>
          <p:nvPr/>
        </p:nvSpPr>
        <p:spPr bwMode="auto">
          <a:xfrm>
            <a:off x="6591300" y="3302001"/>
            <a:ext cx="503238" cy="396875"/>
          </a:xfrm>
          <a:prstGeom prst="rect">
            <a:avLst/>
          </a:prstGeom>
          <a:noFill/>
          <a:ln w="9525">
            <a:noFill/>
            <a:miter lim="800000"/>
            <a:headEnd/>
            <a:tailEnd/>
          </a:ln>
        </p:spPr>
        <p:txBody>
          <a:bodyPr>
            <a:spAutoFit/>
          </a:bodyPr>
          <a:lstStyle/>
          <a:p>
            <a:pPr eaLnBrk="1" hangingPunct="1">
              <a:defRPr/>
            </a:pPr>
            <a:r>
              <a:rPr lang="en-US" sz="2000">
                <a:latin typeface="+mj-lt"/>
                <a:cs typeface="Arial" charset="0"/>
              </a:rPr>
              <a:t>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118E25F-CC86-4BF7-8E2B-218F17A044A6}"/>
              </a:ext>
            </a:extLst>
          </p:cNvPr>
          <p:cNvGraphicFramePr>
            <a:graphicFrameLocks noGrp="1"/>
          </p:cNvGraphicFramePr>
          <p:nvPr>
            <p:extLst>
              <p:ext uri="{D42A27DB-BD31-4B8C-83A1-F6EECF244321}">
                <p14:modId xmlns:p14="http://schemas.microsoft.com/office/powerpoint/2010/main" val="1676418607"/>
              </p:ext>
            </p:extLst>
          </p:nvPr>
        </p:nvGraphicFramePr>
        <p:xfrm>
          <a:off x="4495800" y="1701801"/>
          <a:ext cx="2590800" cy="2786320"/>
        </p:xfrm>
        <a:graphic>
          <a:graphicData uri="http://schemas.openxmlformats.org/drawingml/2006/table">
            <a:tbl>
              <a:tblPr firstRow="1" bandRow="1">
                <a:tableStyleId>{5C22544A-7EE6-4342-B048-85BDC9FD1C3A}</a:tableStyleId>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tblGrid>
              <a:tr h="396160">
                <a:tc>
                  <a:txBody>
                    <a:bodyPr/>
                    <a:lstStyle/>
                    <a:p>
                      <a:r>
                        <a:rPr lang="en-US" sz="1400" b="0" dirty="0">
                          <a:solidFill>
                            <a:schemeClr val="bg1"/>
                          </a:solidFill>
                        </a:rPr>
                        <a:t>S       X</a:t>
                      </a:r>
                    </a:p>
                  </a:txBody>
                  <a:tcPr marT="45698" marB="45698">
                    <a:lnTlToBr w="12700" cap="flat" cmpd="sng" algn="ctr">
                      <a:solidFill>
                        <a:schemeClr val="tx1"/>
                      </a:solidFill>
                      <a:prstDash val="solid"/>
                      <a:round/>
                      <a:headEnd type="none" w="med" len="med"/>
                      <a:tailEnd type="none" w="med" len="med"/>
                    </a:lnTlToBr>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bg1"/>
                          </a:solidFill>
                          <a:effectLst/>
                          <a:latin typeface="Arial" pitchFamily="34" charset="0"/>
                          <a:cs typeface="Arial" pitchFamily="34" charset="0"/>
                        </a:rPr>
                        <a:t>0</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marT="45698" marB="45698"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bg1"/>
                          </a:solidFill>
                          <a:effectLst/>
                          <a:latin typeface="Arial" pitchFamily="34" charset="0"/>
                          <a:cs typeface="Arial" pitchFamily="34" charset="0"/>
                        </a:rPr>
                        <a:t>1</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marT="45698" marB="45698" horzOverflow="overflow"/>
                </a:tc>
                <a:extLst>
                  <a:ext uri="{0D108BD9-81ED-4DB2-BD59-A6C34878D82A}">
                    <a16:rowId xmlns:a16="http://schemas.microsoft.com/office/drawing/2014/main" val="10000"/>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1"/>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2"/>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3"/>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4"/>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5"/>
                  </a:ext>
                </a:extLst>
              </a:tr>
              <a:tr h="39831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777" marB="46777" anchor="ct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777" marB="46777" anchor="ctr" horzOverflow="overflow"/>
                </a:tc>
                <a:extLst>
                  <a:ext uri="{0D108BD9-81ED-4DB2-BD59-A6C34878D82A}">
                    <a16:rowId xmlns:a16="http://schemas.microsoft.com/office/drawing/2014/main" val="10006"/>
                  </a:ext>
                </a:extLst>
              </a:tr>
            </a:tbl>
          </a:graphicData>
        </a:graphic>
      </p:graphicFrame>
      <p:sp>
        <p:nvSpPr>
          <p:cNvPr id="53285" name="Rectangle 4">
            <a:extLst>
              <a:ext uri="{FF2B5EF4-FFF2-40B4-BE49-F238E27FC236}">
                <a16:creationId xmlns:a16="http://schemas.microsoft.com/office/drawing/2014/main" id="{F0F77BB7-2F86-4D8B-3CB5-540DFC68CB47}"/>
              </a:ext>
            </a:extLst>
          </p:cNvPr>
          <p:cNvSpPr>
            <a:spLocks noGrp="1" noChangeArrowheads="1"/>
          </p:cNvSpPr>
          <p:nvPr>
            <p:ph type="title"/>
          </p:nvPr>
        </p:nvSpPr>
        <p:spPr/>
        <p:txBody>
          <a:bodyPr/>
          <a:lstStyle/>
          <a:p>
            <a:r>
              <a:rPr lang="en-US" altLang="en-US"/>
              <a:t>Primitive Flow Table</a:t>
            </a:r>
            <a:endParaRPr lang="ru-RU" altLang="en-US"/>
          </a:p>
        </p:txBody>
      </p:sp>
      <p:sp>
        <p:nvSpPr>
          <p:cNvPr id="53286" name="Oval 40">
            <a:extLst>
              <a:ext uri="{FF2B5EF4-FFF2-40B4-BE49-F238E27FC236}">
                <a16:creationId xmlns:a16="http://schemas.microsoft.com/office/drawing/2014/main" id="{D400C147-ACF2-B6BD-57B7-E6D72158F31D}"/>
              </a:ext>
            </a:extLst>
          </p:cNvPr>
          <p:cNvSpPr>
            <a:spLocks noChangeArrowheads="1"/>
          </p:cNvSpPr>
          <p:nvPr/>
        </p:nvSpPr>
        <p:spPr bwMode="auto">
          <a:xfrm>
            <a:off x="5334000" y="20828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3287" name="Oval 40">
            <a:extLst>
              <a:ext uri="{FF2B5EF4-FFF2-40B4-BE49-F238E27FC236}">
                <a16:creationId xmlns:a16="http://schemas.microsoft.com/office/drawing/2014/main" id="{5D301659-8D37-0A84-75C4-139CBF3EDB81}"/>
              </a:ext>
            </a:extLst>
          </p:cNvPr>
          <p:cNvSpPr>
            <a:spLocks noChangeArrowheads="1"/>
          </p:cNvSpPr>
          <p:nvPr/>
        </p:nvSpPr>
        <p:spPr bwMode="auto">
          <a:xfrm>
            <a:off x="5334000" y="28448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3288" name="Oval 40">
            <a:extLst>
              <a:ext uri="{FF2B5EF4-FFF2-40B4-BE49-F238E27FC236}">
                <a16:creationId xmlns:a16="http://schemas.microsoft.com/office/drawing/2014/main" id="{D4F6FE53-7769-60D4-0572-BCBCE21C407F}"/>
              </a:ext>
            </a:extLst>
          </p:cNvPr>
          <p:cNvSpPr>
            <a:spLocks noChangeArrowheads="1"/>
          </p:cNvSpPr>
          <p:nvPr/>
        </p:nvSpPr>
        <p:spPr bwMode="auto">
          <a:xfrm>
            <a:off x="5334000" y="36830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3289" name="Oval 40">
            <a:extLst>
              <a:ext uri="{FF2B5EF4-FFF2-40B4-BE49-F238E27FC236}">
                <a16:creationId xmlns:a16="http://schemas.microsoft.com/office/drawing/2014/main" id="{F152BB3A-B351-2482-1BF9-DE386FB9EDFF}"/>
              </a:ext>
            </a:extLst>
          </p:cNvPr>
          <p:cNvSpPr>
            <a:spLocks noChangeArrowheads="1"/>
          </p:cNvSpPr>
          <p:nvPr/>
        </p:nvSpPr>
        <p:spPr bwMode="auto">
          <a:xfrm>
            <a:off x="6172200" y="24638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3290" name="Oval 40">
            <a:extLst>
              <a:ext uri="{FF2B5EF4-FFF2-40B4-BE49-F238E27FC236}">
                <a16:creationId xmlns:a16="http://schemas.microsoft.com/office/drawing/2014/main" id="{A53DE261-33FC-E375-3978-6863B6A774FE}"/>
              </a:ext>
            </a:extLst>
          </p:cNvPr>
          <p:cNvSpPr>
            <a:spLocks noChangeArrowheads="1"/>
          </p:cNvSpPr>
          <p:nvPr/>
        </p:nvSpPr>
        <p:spPr bwMode="auto">
          <a:xfrm>
            <a:off x="6172200" y="32258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3291" name="Oval 40">
            <a:extLst>
              <a:ext uri="{FF2B5EF4-FFF2-40B4-BE49-F238E27FC236}">
                <a16:creationId xmlns:a16="http://schemas.microsoft.com/office/drawing/2014/main" id="{0C097221-3191-80B7-C67B-0FDDE811CC61}"/>
              </a:ext>
            </a:extLst>
          </p:cNvPr>
          <p:cNvSpPr>
            <a:spLocks noChangeArrowheads="1"/>
          </p:cNvSpPr>
          <p:nvPr/>
        </p:nvSpPr>
        <p:spPr bwMode="auto">
          <a:xfrm>
            <a:off x="6172200" y="4064000"/>
            <a:ext cx="935038" cy="431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81">
            <a:extLst>
              <a:ext uri="{FF2B5EF4-FFF2-40B4-BE49-F238E27FC236}">
                <a16:creationId xmlns:a16="http://schemas.microsoft.com/office/drawing/2014/main" id="{B6E89726-F52C-3B27-9AAF-44F5A13A4533}"/>
              </a:ext>
            </a:extLst>
          </p:cNvPr>
          <p:cNvSpPr>
            <a:spLocks noChangeArrowheads="1"/>
          </p:cNvSpPr>
          <p:nvPr/>
        </p:nvSpPr>
        <p:spPr bwMode="auto">
          <a:xfrm>
            <a:off x="6858000" y="2032682"/>
            <a:ext cx="2103438" cy="2103438"/>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dirty="0"/>
          </a:p>
        </p:txBody>
      </p:sp>
      <p:sp>
        <p:nvSpPr>
          <p:cNvPr id="54275" name="Rectangle 80">
            <a:extLst>
              <a:ext uri="{FF2B5EF4-FFF2-40B4-BE49-F238E27FC236}">
                <a16:creationId xmlns:a16="http://schemas.microsoft.com/office/drawing/2014/main" id="{2CD76C28-CD50-F2D2-9CC9-DCAA4DD8D1BB}"/>
              </a:ext>
            </a:extLst>
          </p:cNvPr>
          <p:cNvSpPr>
            <a:spLocks noChangeArrowheads="1"/>
          </p:cNvSpPr>
          <p:nvPr/>
        </p:nvSpPr>
        <p:spPr bwMode="auto">
          <a:xfrm>
            <a:off x="2971800" y="2047875"/>
            <a:ext cx="2103438" cy="2103438"/>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chemeClr val="bg1"/>
              </a:solidFill>
            </a:endParaRPr>
          </a:p>
        </p:txBody>
      </p:sp>
      <p:sp>
        <p:nvSpPr>
          <p:cNvPr id="54276" name="Rectangle 4">
            <a:extLst>
              <a:ext uri="{FF2B5EF4-FFF2-40B4-BE49-F238E27FC236}">
                <a16:creationId xmlns:a16="http://schemas.microsoft.com/office/drawing/2014/main" id="{E4FD86A1-DBEA-18B7-419B-5E3C4A50B17E}"/>
              </a:ext>
            </a:extLst>
          </p:cNvPr>
          <p:cNvSpPr>
            <a:spLocks noGrp="1" noChangeArrowheads="1"/>
          </p:cNvSpPr>
          <p:nvPr>
            <p:ph type="title"/>
          </p:nvPr>
        </p:nvSpPr>
        <p:spPr/>
        <p:txBody>
          <a:bodyPr/>
          <a:lstStyle/>
          <a:p>
            <a:r>
              <a:rPr lang="en-US" altLang="en-US"/>
              <a:t>Excitation Functions</a:t>
            </a:r>
            <a:endParaRPr lang="ru-RU" altLang="en-US"/>
          </a:p>
        </p:txBody>
      </p:sp>
      <p:sp>
        <p:nvSpPr>
          <p:cNvPr id="54277" name="AutoShape 73">
            <a:extLst>
              <a:ext uri="{FF2B5EF4-FFF2-40B4-BE49-F238E27FC236}">
                <a16:creationId xmlns:a16="http://schemas.microsoft.com/office/drawing/2014/main" id="{F7F57AE7-D866-4AD8-D5B2-7589F25CD4D4}"/>
              </a:ext>
            </a:extLst>
          </p:cNvPr>
          <p:cNvSpPr>
            <a:spLocks/>
          </p:cNvSpPr>
          <p:nvPr/>
        </p:nvSpPr>
        <p:spPr bwMode="auto">
          <a:xfrm rot="5400000">
            <a:off x="8377238" y="1201738"/>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278" name="Rectangle 5">
            <a:extLst>
              <a:ext uri="{FF2B5EF4-FFF2-40B4-BE49-F238E27FC236}">
                <a16:creationId xmlns:a16="http://schemas.microsoft.com/office/drawing/2014/main" id="{7A99D9C9-38EE-737E-1DD5-F03F1C99E645}"/>
              </a:ext>
            </a:extLst>
          </p:cNvPr>
          <p:cNvSpPr>
            <a:spLocks noChangeArrowheads="1"/>
          </p:cNvSpPr>
          <p:nvPr/>
        </p:nvSpPr>
        <p:spPr bwMode="auto">
          <a:xfrm>
            <a:off x="7680325" y="4276726"/>
            <a:ext cx="5207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x</a:t>
            </a:r>
            <a:endParaRPr lang="ru-RU" altLang="en-US"/>
          </a:p>
        </p:txBody>
      </p:sp>
      <p:sp>
        <p:nvSpPr>
          <p:cNvPr id="54279" name="Rectangle 6">
            <a:extLst>
              <a:ext uri="{FF2B5EF4-FFF2-40B4-BE49-F238E27FC236}">
                <a16:creationId xmlns:a16="http://schemas.microsoft.com/office/drawing/2014/main" id="{6C9DDF95-A94E-531C-2371-3F7607B37961}"/>
              </a:ext>
            </a:extLst>
          </p:cNvPr>
          <p:cNvSpPr>
            <a:spLocks noChangeArrowheads="1"/>
          </p:cNvSpPr>
          <p:nvPr/>
        </p:nvSpPr>
        <p:spPr bwMode="auto">
          <a:xfrm>
            <a:off x="3300413" y="4140201"/>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x</a:t>
            </a:r>
            <a:endParaRPr lang="ru-RU" altLang="en-US"/>
          </a:p>
        </p:txBody>
      </p:sp>
      <p:sp>
        <p:nvSpPr>
          <p:cNvPr id="54280" name="Rectangle 9">
            <a:extLst>
              <a:ext uri="{FF2B5EF4-FFF2-40B4-BE49-F238E27FC236}">
                <a16:creationId xmlns:a16="http://schemas.microsoft.com/office/drawing/2014/main" id="{8AF902BA-0510-B5B3-BCA6-3D7211A49B1E}"/>
              </a:ext>
            </a:extLst>
          </p:cNvPr>
          <p:cNvSpPr>
            <a:spLocks noChangeArrowheads="1"/>
          </p:cNvSpPr>
          <p:nvPr/>
        </p:nvSpPr>
        <p:spPr bwMode="auto">
          <a:xfrm>
            <a:off x="2987675" y="2039939"/>
            <a:ext cx="5207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281" name="Rectangle 10">
            <a:extLst>
              <a:ext uri="{FF2B5EF4-FFF2-40B4-BE49-F238E27FC236}">
                <a16:creationId xmlns:a16="http://schemas.microsoft.com/office/drawing/2014/main" id="{298AA26A-CBA4-0832-C7DE-569E5ABCF2AF}"/>
              </a:ext>
            </a:extLst>
          </p:cNvPr>
          <p:cNvSpPr>
            <a:spLocks noChangeArrowheads="1"/>
          </p:cNvSpPr>
          <p:nvPr/>
        </p:nvSpPr>
        <p:spPr bwMode="auto">
          <a:xfrm>
            <a:off x="2986089" y="2578100"/>
            <a:ext cx="5222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282" name="Rectangle 11">
            <a:extLst>
              <a:ext uri="{FF2B5EF4-FFF2-40B4-BE49-F238E27FC236}">
                <a16:creationId xmlns:a16="http://schemas.microsoft.com/office/drawing/2014/main" id="{36B43BCD-FF0D-D63F-8279-132D8228045C}"/>
              </a:ext>
            </a:extLst>
          </p:cNvPr>
          <p:cNvSpPr>
            <a:spLocks noChangeArrowheads="1"/>
          </p:cNvSpPr>
          <p:nvPr/>
        </p:nvSpPr>
        <p:spPr bwMode="auto">
          <a:xfrm>
            <a:off x="4030664" y="2039939"/>
            <a:ext cx="5222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283" name="Rectangle 12">
            <a:extLst>
              <a:ext uri="{FF2B5EF4-FFF2-40B4-BE49-F238E27FC236}">
                <a16:creationId xmlns:a16="http://schemas.microsoft.com/office/drawing/2014/main" id="{476BF96F-A42B-4185-13BF-B11EA9934EFB}"/>
              </a:ext>
            </a:extLst>
          </p:cNvPr>
          <p:cNvSpPr>
            <a:spLocks noChangeArrowheads="1"/>
          </p:cNvSpPr>
          <p:nvPr/>
        </p:nvSpPr>
        <p:spPr bwMode="auto">
          <a:xfrm>
            <a:off x="4552950" y="2039939"/>
            <a:ext cx="5222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284" name="Rectangle 13">
            <a:extLst>
              <a:ext uri="{FF2B5EF4-FFF2-40B4-BE49-F238E27FC236}">
                <a16:creationId xmlns:a16="http://schemas.microsoft.com/office/drawing/2014/main" id="{4E78B91A-25D6-0949-2D85-EB56A90868C2}"/>
              </a:ext>
            </a:extLst>
          </p:cNvPr>
          <p:cNvSpPr>
            <a:spLocks noChangeArrowheads="1"/>
          </p:cNvSpPr>
          <p:nvPr/>
        </p:nvSpPr>
        <p:spPr bwMode="auto">
          <a:xfrm>
            <a:off x="2987675" y="2593976"/>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285" name="Rectangle 14">
            <a:extLst>
              <a:ext uri="{FF2B5EF4-FFF2-40B4-BE49-F238E27FC236}">
                <a16:creationId xmlns:a16="http://schemas.microsoft.com/office/drawing/2014/main" id="{2FA06951-F711-B931-148D-593EA89C3C3A}"/>
              </a:ext>
            </a:extLst>
          </p:cNvPr>
          <p:cNvSpPr>
            <a:spLocks noChangeArrowheads="1"/>
          </p:cNvSpPr>
          <p:nvPr/>
        </p:nvSpPr>
        <p:spPr bwMode="auto">
          <a:xfrm>
            <a:off x="4552950" y="2593976"/>
            <a:ext cx="5222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286" name="Rectangle 15">
            <a:extLst>
              <a:ext uri="{FF2B5EF4-FFF2-40B4-BE49-F238E27FC236}">
                <a16:creationId xmlns:a16="http://schemas.microsoft.com/office/drawing/2014/main" id="{ADC5283E-107E-CE8D-88D3-BEAAF7EF2852}"/>
              </a:ext>
            </a:extLst>
          </p:cNvPr>
          <p:cNvSpPr>
            <a:spLocks noChangeArrowheads="1"/>
          </p:cNvSpPr>
          <p:nvPr/>
        </p:nvSpPr>
        <p:spPr bwMode="auto">
          <a:xfrm>
            <a:off x="2987675" y="3149600"/>
            <a:ext cx="5207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287" name="Rectangle 16">
            <a:extLst>
              <a:ext uri="{FF2B5EF4-FFF2-40B4-BE49-F238E27FC236}">
                <a16:creationId xmlns:a16="http://schemas.microsoft.com/office/drawing/2014/main" id="{E30CDED1-7E37-F3F8-26DE-00065780C073}"/>
              </a:ext>
            </a:extLst>
          </p:cNvPr>
          <p:cNvSpPr>
            <a:spLocks noChangeArrowheads="1"/>
          </p:cNvSpPr>
          <p:nvPr/>
        </p:nvSpPr>
        <p:spPr bwMode="auto">
          <a:xfrm>
            <a:off x="4030664" y="3111500"/>
            <a:ext cx="5222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288" name="Rectangle 17">
            <a:extLst>
              <a:ext uri="{FF2B5EF4-FFF2-40B4-BE49-F238E27FC236}">
                <a16:creationId xmlns:a16="http://schemas.microsoft.com/office/drawing/2014/main" id="{EB85A2CB-0CAE-8D88-5D17-9B02544CE0BC}"/>
              </a:ext>
            </a:extLst>
          </p:cNvPr>
          <p:cNvSpPr>
            <a:spLocks noChangeArrowheads="1"/>
          </p:cNvSpPr>
          <p:nvPr/>
        </p:nvSpPr>
        <p:spPr bwMode="auto">
          <a:xfrm>
            <a:off x="4552950" y="3111500"/>
            <a:ext cx="5222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289" name="Rectangle 18">
            <a:extLst>
              <a:ext uri="{FF2B5EF4-FFF2-40B4-BE49-F238E27FC236}">
                <a16:creationId xmlns:a16="http://schemas.microsoft.com/office/drawing/2014/main" id="{4E8FFF39-C7F7-77EB-82D2-661EF8572371}"/>
              </a:ext>
            </a:extLst>
          </p:cNvPr>
          <p:cNvSpPr>
            <a:spLocks noChangeArrowheads="1"/>
          </p:cNvSpPr>
          <p:nvPr/>
        </p:nvSpPr>
        <p:spPr bwMode="auto">
          <a:xfrm>
            <a:off x="3508375" y="3640139"/>
            <a:ext cx="5222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290" name="Rectangle 19">
            <a:extLst>
              <a:ext uri="{FF2B5EF4-FFF2-40B4-BE49-F238E27FC236}">
                <a16:creationId xmlns:a16="http://schemas.microsoft.com/office/drawing/2014/main" id="{8D66633E-A7DE-C48E-CBC4-4E781002C0AA}"/>
              </a:ext>
            </a:extLst>
          </p:cNvPr>
          <p:cNvSpPr>
            <a:spLocks noChangeArrowheads="1"/>
          </p:cNvSpPr>
          <p:nvPr/>
        </p:nvSpPr>
        <p:spPr bwMode="auto">
          <a:xfrm>
            <a:off x="4030664" y="3614739"/>
            <a:ext cx="5222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291" name="Rectangle 20">
            <a:extLst>
              <a:ext uri="{FF2B5EF4-FFF2-40B4-BE49-F238E27FC236}">
                <a16:creationId xmlns:a16="http://schemas.microsoft.com/office/drawing/2014/main" id="{7BF61A98-A965-A840-E30D-14F9DC9DFFC4}"/>
              </a:ext>
            </a:extLst>
          </p:cNvPr>
          <p:cNvSpPr>
            <a:spLocks noChangeArrowheads="1"/>
          </p:cNvSpPr>
          <p:nvPr/>
        </p:nvSpPr>
        <p:spPr bwMode="auto">
          <a:xfrm>
            <a:off x="4552950" y="3602039"/>
            <a:ext cx="5222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292" name="Line 21">
            <a:extLst>
              <a:ext uri="{FF2B5EF4-FFF2-40B4-BE49-F238E27FC236}">
                <a16:creationId xmlns:a16="http://schemas.microsoft.com/office/drawing/2014/main" id="{3CF2262F-5E0E-51D4-240C-B0AA226AE39C}"/>
              </a:ext>
            </a:extLst>
          </p:cNvPr>
          <p:cNvSpPr>
            <a:spLocks noChangeShapeType="1"/>
          </p:cNvSpPr>
          <p:nvPr/>
        </p:nvSpPr>
        <p:spPr bwMode="auto">
          <a:xfrm>
            <a:off x="3508375" y="2039938"/>
            <a:ext cx="0" cy="208756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3" name="Line 22">
            <a:extLst>
              <a:ext uri="{FF2B5EF4-FFF2-40B4-BE49-F238E27FC236}">
                <a16:creationId xmlns:a16="http://schemas.microsoft.com/office/drawing/2014/main" id="{C8FF9823-E347-50C5-487D-F4CD23D55AD0}"/>
              </a:ext>
            </a:extLst>
          </p:cNvPr>
          <p:cNvSpPr>
            <a:spLocks noChangeShapeType="1"/>
          </p:cNvSpPr>
          <p:nvPr/>
        </p:nvSpPr>
        <p:spPr bwMode="auto">
          <a:xfrm>
            <a:off x="4030663" y="2039938"/>
            <a:ext cx="0" cy="208756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4" name="Line 23">
            <a:extLst>
              <a:ext uri="{FF2B5EF4-FFF2-40B4-BE49-F238E27FC236}">
                <a16:creationId xmlns:a16="http://schemas.microsoft.com/office/drawing/2014/main" id="{77E71847-2D88-F495-0E2B-FA5C3588640B}"/>
              </a:ext>
            </a:extLst>
          </p:cNvPr>
          <p:cNvSpPr>
            <a:spLocks noChangeShapeType="1"/>
          </p:cNvSpPr>
          <p:nvPr/>
        </p:nvSpPr>
        <p:spPr bwMode="auto">
          <a:xfrm>
            <a:off x="4552950" y="2039938"/>
            <a:ext cx="0" cy="208756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5" name="Line 24">
            <a:extLst>
              <a:ext uri="{FF2B5EF4-FFF2-40B4-BE49-F238E27FC236}">
                <a16:creationId xmlns:a16="http://schemas.microsoft.com/office/drawing/2014/main" id="{9D4BADB1-EEBB-B8F4-6BA1-7318425E3180}"/>
              </a:ext>
            </a:extLst>
          </p:cNvPr>
          <p:cNvSpPr>
            <a:spLocks noChangeShapeType="1"/>
          </p:cNvSpPr>
          <p:nvPr/>
        </p:nvSpPr>
        <p:spPr bwMode="auto">
          <a:xfrm>
            <a:off x="2987676" y="2543175"/>
            <a:ext cx="2087563"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6" name="Line 25">
            <a:extLst>
              <a:ext uri="{FF2B5EF4-FFF2-40B4-BE49-F238E27FC236}">
                <a16:creationId xmlns:a16="http://schemas.microsoft.com/office/drawing/2014/main" id="{5B1032D6-FF4D-BACD-4E1F-E2831556E8BC}"/>
              </a:ext>
            </a:extLst>
          </p:cNvPr>
          <p:cNvSpPr>
            <a:spLocks noChangeShapeType="1"/>
          </p:cNvSpPr>
          <p:nvPr/>
        </p:nvSpPr>
        <p:spPr bwMode="auto">
          <a:xfrm>
            <a:off x="2987676" y="3073400"/>
            <a:ext cx="2087563"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7" name="Line 26">
            <a:extLst>
              <a:ext uri="{FF2B5EF4-FFF2-40B4-BE49-F238E27FC236}">
                <a16:creationId xmlns:a16="http://schemas.microsoft.com/office/drawing/2014/main" id="{56903060-7AF5-1612-DDC3-6206666104FB}"/>
              </a:ext>
            </a:extLst>
          </p:cNvPr>
          <p:cNvSpPr>
            <a:spLocks noChangeShapeType="1"/>
          </p:cNvSpPr>
          <p:nvPr/>
        </p:nvSpPr>
        <p:spPr bwMode="auto">
          <a:xfrm>
            <a:off x="2987676" y="3614738"/>
            <a:ext cx="2087563"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8" name="Line 27">
            <a:extLst>
              <a:ext uri="{FF2B5EF4-FFF2-40B4-BE49-F238E27FC236}">
                <a16:creationId xmlns:a16="http://schemas.microsoft.com/office/drawing/2014/main" id="{4818F5D0-8B6A-5AF8-9531-356C006DFE19}"/>
              </a:ext>
            </a:extLst>
          </p:cNvPr>
          <p:cNvSpPr>
            <a:spLocks noChangeShapeType="1"/>
          </p:cNvSpPr>
          <p:nvPr/>
        </p:nvSpPr>
        <p:spPr bwMode="auto">
          <a:xfrm>
            <a:off x="2987675" y="2039938"/>
            <a:ext cx="0" cy="208756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9" name="Line 28">
            <a:extLst>
              <a:ext uri="{FF2B5EF4-FFF2-40B4-BE49-F238E27FC236}">
                <a16:creationId xmlns:a16="http://schemas.microsoft.com/office/drawing/2014/main" id="{99F8D350-9062-C27C-8633-FECD5EBAABC5}"/>
              </a:ext>
            </a:extLst>
          </p:cNvPr>
          <p:cNvSpPr>
            <a:spLocks noChangeShapeType="1"/>
          </p:cNvSpPr>
          <p:nvPr/>
        </p:nvSpPr>
        <p:spPr bwMode="auto">
          <a:xfrm>
            <a:off x="5075238" y="2039938"/>
            <a:ext cx="0" cy="208756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0" name="Line 29">
            <a:extLst>
              <a:ext uri="{FF2B5EF4-FFF2-40B4-BE49-F238E27FC236}">
                <a16:creationId xmlns:a16="http://schemas.microsoft.com/office/drawing/2014/main" id="{C41A6265-99F9-A574-83FD-2C7E69458D04}"/>
              </a:ext>
            </a:extLst>
          </p:cNvPr>
          <p:cNvSpPr>
            <a:spLocks noChangeShapeType="1"/>
          </p:cNvSpPr>
          <p:nvPr/>
        </p:nvSpPr>
        <p:spPr bwMode="auto">
          <a:xfrm>
            <a:off x="2987676" y="2039938"/>
            <a:ext cx="20875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1" name="Line 30">
            <a:extLst>
              <a:ext uri="{FF2B5EF4-FFF2-40B4-BE49-F238E27FC236}">
                <a16:creationId xmlns:a16="http://schemas.microsoft.com/office/drawing/2014/main" id="{3EB73AED-D58F-44AC-A41C-5F2EA4DDC181}"/>
              </a:ext>
            </a:extLst>
          </p:cNvPr>
          <p:cNvSpPr>
            <a:spLocks noChangeShapeType="1"/>
          </p:cNvSpPr>
          <p:nvPr/>
        </p:nvSpPr>
        <p:spPr bwMode="auto">
          <a:xfrm>
            <a:off x="2987676" y="4130675"/>
            <a:ext cx="20875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2" name="Text Box 161">
            <a:extLst>
              <a:ext uri="{FF2B5EF4-FFF2-40B4-BE49-F238E27FC236}">
                <a16:creationId xmlns:a16="http://schemas.microsoft.com/office/drawing/2014/main" id="{3FF6864C-8C02-9505-37CD-C25F2CFA2ABF}"/>
              </a:ext>
            </a:extLst>
          </p:cNvPr>
          <p:cNvSpPr txBox="1">
            <a:spLocks noChangeArrowheads="1"/>
          </p:cNvSpPr>
          <p:nvPr/>
        </p:nvSpPr>
        <p:spPr bwMode="auto">
          <a:xfrm>
            <a:off x="2814638" y="1590676"/>
            <a:ext cx="2519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q</a:t>
            </a:r>
            <a:r>
              <a:rPr lang="en-US" altLang="en-US" sz="2000" baseline="-25000">
                <a:latin typeface="Times New Roman" panose="02020603050405020304" pitchFamily="18" charset="0"/>
              </a:rPr>
              <a:t>3</a:t>
            </a:r>
            <a:r>
              <a:rPr lang="en-US" altLang="en-US" sz="2000">
                <a:latin typeface="Times New Roman" panose="02020603050405020304" pitchFamily="18" charset="0"/>
              </a:rPr>
              <a:t>x 00  01    11     10</a:t>
            </a:r>
          </a:p>
        </p:txBody>
      </p:sp>
      <p:sp>
        <p:nvSpPr>
          <p:cNvPr id="54303" name="Line 162">
            <a:extLst>
              <a:ext uri="{FF2B5EF4-FFF2-40B4-BE49-F238E27FC236}">
                <a16:creationId xmlns:a16="http://schemas.microsoft.com/office/drawing/2014/main" id="{ABC94DB9-8C64-9E97-5A1F-B052B92A9C8E}"/>
              </a:ext>
            </a:extLst>
          </p:cNvPr>
          <p:cNvSpPr>
            <a:spLocks noChangeShapeType="1"/>
          </p:cNvSpPr>
          <p:nvPr/>
        </p:nvSpPr>
        <p:spPr bwMode="auto">
          <a:xfrm>
            <a:off x="2771775" y="1725614"/>
            <a:ext cx="215900" cy="30162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4" name="Text Box 163">
            <a:extLst>
              <a:ext uri="{FF2B5EF4-FFF2-40B4-BE49-F238E27FC236}">
                <a16:creationId xmlns:a16="http://schemas.microsoft.com/office/drawing/2014/main" id="{C26A9362-5129-3556-1810-B687EBB3F911}"/>
              </a:ext>
            </a:extLst>
          </p:cNvPr>
          <p:cNvSpPr txBox="1">
            <a:spLocks noChangeArrowheads="1"/>
          </p:cNvSpPr>
          <p:nvPr/>
        </p:nvSpPr>
        <p:spPr bwMode="auto">
          <a:xfrm>
            <a:off x="2435225" y="1741489"/>
            <a:ext cx="6238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q</a:t>
            </a:r>
            <a:r>
              <a:rPr lang="en-US" altLang="en-US" sz="2000" baseline="-25000">
                <a:latin typeface="Times New Roman" panose="02020603050405020304" pitchFamily="18" charset="0"/>
              </a:rPr>
              <a:t>1</a:t>
            </a:r>
            <a:r>
              <a:rPr lang="en-US" altLang="en-US" sz="2000">
                <a:latin typeface="Times New Roman" panose="02020603050405020304" pitchFamily="18" charset="0"/>
              </a:rPr>
              <a:t>q</a:t>
            </a:r>
            <a:r>
              <a:rPr lang="en-US" altLang="en-US" sz="2000" baseline="-25000">
                <a:latin typeface="Times New Roman" panose="02020603050405020304" pitchFamily="18" charset="0"/>
              </a:rPr>
              <a:t>2</a:t>
            </a:r>
          </a:p>
          <a:p>
            <a:pPr eaLnBrk="1" hangingPunct="1">
              <a:spcBef>
                <a:spcPct val="50000"/>
              </a:spcBef>
            </a:pPr>
            <a:r>
              <a:rPr lang="en-US" altLang="en-US" sz="2000">
                <a:latin typeface="Times New Roman" panose="02020603050405020304" pitchFamily="18" charset="0"/>
              </a:rPr>
              <a:t>00</a:t>
            </a:r>
          </a:p>
          <a:p>
            <a:pPr eaLnBrk="1" hangingPunct="1">
              <a:spcBef>
                <a:spcPct val="50000"/>
              </a:spcBef>
            </a:pPr>
            <a:r>
              <a:rPr lang="en-US" altLang="en-US" sz="2000">
                <a:latin typeface="Times New Roman" panose="02020603050405020304" pitchFamily="18" charset="0"/>
              </a:rPr>
              <a:t>01</a:t>
            </a:r>
          </a:p>
          <a:p>
            <a:pPr eaLnBrk="1" hangingPunct="1">
              <a:spcBef>
                <a:spcPct val="50000"/>
              </a:spcBef>
            </a:pPr>
            <a:r>
              <a:rPr lang="en-US" altLang="en-US" sz="2000">
                <a:latin typeface="Times New Roman" panose="02020603050405020304" pitchFamily="18" charset="0"/>
              </a:rPr>
              <a:t>11</a:t>
            </a:r>
          </a:p>
          <a:p>
            <a:pPr eaLnBrk="1" hangingPunct="1">
              <a:spcBef>
                <a:spcPct val="50000"/>
              </a:spcBef>
            </a:pPr>
            <a:r>
              <a:rPr lang="en-US" altLang="en-US" sz="2000">
                <a:latin typeface="Times New Roman" panose="02020603050405020304" pitchFamily="18" charset="0"/>
              </a:rPr>
              <a:t>10</a:t>
            </a:r>
          </a:p>
        </p:txBody>
      </p:sp>
      <p:sp>
        <p:nvSpPr>
          <p:cNvPr id="54305" name="AutoShape 198">
            <a:extLst>
              <a:ext uri="{FF2B5EF4-FFF2-40B4-BE49-F238E27FC236}">
                <a16:creationId xmlns:a16="http://schemas.microsoft.com/office/drawing/2014/main" id="{4D7C210D-B9C6-4AD5-C7C7-7FB4A51DA9CC}"/>
              </a:ext>
            </a:extLst>
          </p:cNvPr>
          <p:cNvSpPr>
            <a:spLocks noChangeArrowheads="1"/>
          </p:cNvSpPr>
          <p:nvPr/>
        </p:nvSpPr>
        <p:spPr bwMode="auto">
          <a:xfrm>
            <a:off x="8531226" y="2095500"/>
            <a:ext cx="358775" cy="1943100"/>
          </a:xfrm>
          <a:prstGeom prst="roundRect">
            <a:avLst>
              <a:gd name="adj" fmla="val 16667"/>
            </a:avLst>
          </a:prstGeom>
          <a:noFill/>
          <a:ln w="317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 name="AutoShape 199">
            <a:extLst>
              <a:ext uri="{FF2B5EF4-FFF2-40B4-BE49-F238E27FC236}">
                <a16:creationId xmlns:a16="http://schemas.microsoft.com/office/drawing/2014/main" id="{3B5DD35A-F07B-4790-A58E-11480717564D}"/>
              </a:ext>
            </a:extLst>
          </p:cNvPr>
          <p:cNvSpPr>
            <a:spLocks noChangeArrowheads="1"/>
          </p:cNvSpPr>
          <p:nvPr/>
        </p:nvSpPr>
        <p:spPr bwMode="auto">
          <a:xfrm>
            <a:off x="3049588" y="2641600"/>
            <a:ext cx="431800" cy="927100"/>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ru-RU" sz="2000">
              <a:solidFill>
                <a:schemeClr val="bg1"/>
              </a:solidFill>
              <a:latin typeface="Arial" charset="0"/>
              <a:cs typeface="Arial" charset="0"/>
            </a:endParaRPr>
          </a:p>
        </p:txBody>
      </p:sp>
      <p:sp>
        <p:nvSpPr>
          <p:cNvPr id="54307" name="Text Box 208">
            <a:extLst>
              <a:ext uri="{FF2B5EF4-FFF2-40B4-BE49-F238E27FC236}">
                <a16:creationId xmlns:a16="http://schemas.microsoft.com/office/drawing/2014/main" id="{1BE85F39-1872-756B-B277-7647729BB3CF}"/>
              </a:ext>
            </a:extLst>
          </p:cNvPr>
          <p:cNvSpPr txBox="1">
            <a:spLocks noChangeArrowheads="1"/>
          </p:cNvSpPr>
          <p:nvPr/>
        </p:nvSpPr>
        <p:spPr bwMode="auto">
          <a:xfrm>
            <a:off x="5218113" y="1798638"/>
            <a:ext cx="806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latin typeface="Times New Roman" panose="02020603050405020304" pitchFamily="18" charset="0"/>
              </a:rPr>
              <a:t>q</a:t>
            </a:r>
            <a:r>
              <a:rPr lang="en-US" altLang="en-US" sz="2400" baseline="-25000">
                <a:latin typeface="Times New Roman" panose="02020603050405020304" pitchFamily="18" charset="0"/>
              </a:rPr>
              <a:t>1</a:t>
            </a:r>
            <a:r>
              <a:rPr lang="en-US" altLang="en-US" sz="2400">
                <a:latin typeface="Times New Roman" panose="02020603050405020304" pitchFamily="18" charset="0"/>
              </a:rPr>
              <a:t>*</a:t>
            </a:r>
          </a:p>
        </p:txBody>
      </p:sp>
      <p:sp>
        <p:nvSpPr>
          <p:cNvPr id="54308" name="Rectangle 37">
            <a:extLst>
              <a:ext uri="{FF2B5EF4-FFF2-40B4-BE49-F238E27FC236}">
                <a16:creationId xmlns:a16="http://schemas.microsoft.com/office/drawing/2014/main" id="{7E79DF88-5F4B-FEB4-DD72-B89714C36F57}"/>
              </a:ext>
            </a:extLst>
          </p:cNvPr>
          <p:cNvSpPr>
            <a:spLocks noChangeArrowheads="1"/>
          </p:cNvSpPr>
          <p:nvPr/>
        </p:nvSpPr>
        <p:spPr bwMode="auto">
          <a:xfrm>
            <a:off x="3511550" y="3154364"/>
            <a:ext cx="5207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09" name="AutoShape 199">
            <a:extLst>
              <a:ext uri="{FF2B5EF4-FFF2-40B4-BE49-F238E27FC236}">
                <a16:creationId xmlns:a16="http://schemas.microsoft.com/office/drawing/2014/main" id="{F28AF3FA-693E-8019-EACE-FDDD680B34F5}"/>
              </a:ext>
            </a:extLst>
          </p:cNvPr>
          <p:cNvSpPr>
            <a:spLocks noChangeArrowheads="1"/>
          </p:cNvSpPr>
          <p:nvPr/>
        </p:nvSpPr>
        <p:spPr bwMode="auto">
          <a:xfrm>
            <a:off x="3597275" y="3162300"/>
            <a:ext cx="865188" cy="863600"/>
          </a:xfrm>
          <a:prstGeom prst="roundRect">
            <a:avLst>
              <a:gd name="adj" fmla="val 16667"/>
            </a:avLst>
          </a:prstGeom>
          <a:noFill/>
          <a:ln w="317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310" name="AutoShape 202">
            <a:extLst>
              <a:ext uri="{FF2B5EF4-FFF2-40B4-BE49-F238E27FC236}">
                <a16:creationId xmlns:a16="http://schemas.microsoft.com/office/drawing/2014/main" id="{0C611CE0-9F54-2948-8A0B-35CC223527C0}"/>
              </a:ext>
            </a:extLst>
          </p:cNvPr>
          <p:cNvSpPr>
            <a:spLocks noChangeArrowheads="1"/>
          </p:cNvSpPr>
          <p:nvPr/>
        </p:nvSpPr>
        <p:spPr bwMode="auto">
          <a:xfrm>
            <a:off x="3130551" y="3141663"/>
            <a:ext cx="1800225" cy="411162"/>
          </a:xfrm>
          <a:prstGeom prst="roundRect">
            <a:avLst>
              <a:gd name="adj" fmla="val 16667"/>
            </a:avLst>
          </a:pr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311" name="AutoShape 40">
            <a:extLst>
              <a:ext uri="{FF2B5EF4-FFF2-40B4-BE49-F238E27FC236}">
                <a16:creationId xmlns:a16="http://schemas.microsoft.com/office/drawing/2014/main" id="{7586A8C5-763D-37F4-6619-3BDE7D6E265C}"/>
              </a:ext>
            </a:extLst>
          </p:cNvPr>
          <p:cNvSpPr>
            <a:spLocks/>
          </p:cNvSpPr>
          <p:nvPr/>
        </p:nvSpPr>
        <p:spPr bwMode="auto">
          <a:xfrm>
            <a:off x="2266950" y="3246439"/>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2" name="Rectangle 41">
            <a:extLst>
              <a:ext uri="{FF2B5EF4-FFF2-40B4-BE49-F238E27FC236}">
                <a16:creationId xmlns:a16="http://schemas.microsoft.com/office/drawing/2014/main" id="{FB929750-CA9C-A7BB-C2B5-F05B651D3822}"/>
              </a:ext>
            </a:extLst>
          </p:cNvPr>
          <p:cNvSpPr>
            <a:spLocks noChangeArrowheads="1"/>
          </p:cNvSpPr>
          <p:nvPr/>
        </p:nvSpPr>
        <p:spPr bwMode="auto">
          <a:xfrm>
            <a:off x="1892300" y="3357564"/>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q</a:t>
            </a:r>
            <a:r>
              <a:rPr lang="en-US" altLang="en-US" baseline="-25000"/>
              <a:t>1</a:t>
            </a:r>
            <a:endParaRPr lang="ru-RU" altLang="en-US"/>
          </a:p>
        </p:txBody>
      </p:sp>
      <p:sp>
        <p:nvSpPr>
          <p:cNvPr id="54313" name="Rectangle 42">
            <a:extLst>
              <a:ext uri="{FF2B5EF4-FFF2-40B4-BE49-F238E27FC236}">
                <a16:creationId xmlns:a16="http://schemas.microsoft.com/office/drawing/2014/main" id="{094103A3-B1E2-C222-2A86-3442E94C55B0}"/>
              </a:ext>
            </a:extLst>
          </p:cNvPr>
          <p:cNvSpPr>
            <a:spLocks noChangeArrowheads="1"/>
          </p:cNvSpPr>
          <p:nvPr/>
        </p:nvSpPr>
        <p:spPr bwMode="auto">
          <a:xfrm>
            <a:off x="5362575" y="2743201"/>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q</a:t>
            </a:r>
            <a:r>
              <a:rPr lang="en-US" altLang="en-US" baseline="-25000"/>
              <a:t>2</a:t>
            </a:r>
            <a:endParaRPr lang="ru-RU" altLang="en-US"/>
          </a:p>
        </p:txBody>
      </p:sp>
      <p:sp>
        <p:nvSpPr>
          <p:cNvPr id="54314" name="AutoShape 43">
            <a:extLst>
              <a:ext uri="{FF2B5EF4-FFF2-40B4-BE49-F238E27FC236}">
                <a16:creationId xmlns:a16="http://schemas.microsoft.com/office/drawing/2014/main" id="{A0190742-E072-5EDE-7D7E-E0BDFF199FFF}"/>
              </a:ext>
            </a:extLst>
          </p:cNvPr>
          <p:cNvSpPr>
            <a:spLocks/>
          </p:cNvSpPr>
          <p:nvPr/>
        </p:nvSpPr>
        <p:spPr bwMode="auto">
          <a:xfrm rot="10800000">
            <a:off x="5146675" y="2671764"/>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5" name="Rectangle 44">
            <a:extLst>
              <a:ext uri="{FF2B5EF4-FFF2-40B4-BE49-F238E27FC236}">
                <a16:creationId xmlns:a16="http://schemas.microsoft.com/office/drawing/2014/main" id="{32194260-395A-A1EE-5D85-B235B0E9FED5}"/>
              </a:ext>
            </a:extLst>
          </p:cNvPr>
          <p:cNvSpPr>
            <a:spLocks noChangeArrowheads="1"/>
          </p:cNvSpPr>
          <p:nvPr/>
        </p:nvSpPr>
        <p:spPr bwMode="auto">
          <a:xfrm>
            <a:off x="6872288" y="2019300"/>
            <a:ext cx="5207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316" name="Rectangle 45">
            <a:extLst>
              <a:ext uri="{FF2B5EF4-FFF2-40B4-BE49-F238E27FC236}">
                <a16:creationId xmlns:a16="http://schemas.microsoft.com/office/drawing/2014/main" id="{044BBA15-46C6-08F2-8671-47845D0DF250}"/>
              </a:ext>
            </a:extLst>
          </p:cNvPr>
          <p:cNvSpPr>
            <a:spLocks noChangeArrowheads="1"/>
          </p:cNvSpPr>
          <p:nvPr/>
        </p:nvSpPr>
        <p:spPr bwMode="auto">
          <a:xfrm>
            <a:off x="6870700" y="2589896"/>
            <a:ext cx="5222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17" name="Rectangle 46">
            <a:extLst>
              <a:ext uri="{FF2B5EF4-FFF2-40B4-BE49-F238E27FC236}">
                <a16:creationId xmlns:a16="http://schemas.microsoft.com/office/drawing/2014/main" id="{BF5539D9-7952-D037-4321-FB40ADAA0BCA}"/>
              </a:ext>
            </a:extLst>
          </p:cNvPr>
          <p:cNvSpPr>
            <a:spLocks noChangeArrowheads="1"/>
          </p:cNvSpPr>
          <p:nvPr/>
        </p:nvSpPr>
        <p:spPr bwMode="auto">
          <a:xfrm>
            <a:off x="7915275" y="2019300"/>
            <a:ext cx="5222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318" name="Rectangle 47">
            <a:extLst>
              <a:ext uri="{FF2B5EF4-FFF2-40B4-BE49-F238E27FC236}">
                <a16:creationId xmlns:a16="http://schemas.microsoft.com/office/drawing/2014/main" id="{113741CA-B41D-BEA6-D44D-4D3F343A803E}"/>
              </a:ext>
            </a:extLst>
          </p:cNvPr>
          <p:cNvSpPr>
            <a:spLocks noChangeArrowheads="1"/>
          </p:cNvSpPr>
          <p:nvPr/>
        </p:nvSpPr>
        <p:spPr bwMode="auto">
          <a:xfrm>
            <a:off x="8437564" y="2019300"/>
            <a:ext cx="5222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319" name="Rectangle 48">
            <a:extLst>
              <a:ext uri="{FF2B5EF4-FFF2-40B4-BE49-F238E27FC236}">
                <a16:creationId xmlns:a16="http://schemas.microsoft.com/office/drawing/2014/main" id="{DAA61978-B8BE-271B-A62C-084379B7D48E}"/>
              </a:ext>
            </a:extLst>
          </p:cNvPr>
          <p:cNvSpPr>
            <a:spLocks noChangeArrowheads="1"/>
          </p:cNvSpPr>
          <p:nvPr/>
        </p:nvSpPr>
        <p:spPr bwMode="auto">
          <a:xfrm>
            <a:off x="6872288" y="2573339"/>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320" name="Rectangle 49">
            <a:extLst>
              <a:ext uri="{FF2B5EF4-FFF2-40B4-BE49-F238E27FC236}">
                <a16:creationId xmlns:a16="http://schemas.microsoft.com/office/drawing/2014/main" id="{A113A9E4-981B-A6D1-8387-CAD1D97056CF}"/>
              </a:ext>
            </a:extLst>
          </p:cNvPr>
          <p:cNvSpPr>
            <a:spLocks noChangeArrowheads="1"/>
          </p:cNvSpPr>
          <p:nvPr/>
        </p:nvSpPr>
        <p:spPr bwMode="auto">
          <a:xfrm>
            <a:off x="8437564" y="2573339"/>
            <a:ext cx="52228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endParaRPr lang="ru-RU" altLang="en-US" sz="2000"/>
          </a:p>
        </p:txBody>
      </p:sp>
      <p:sp>
        <p:nvSpPr>
          <p:cNvPr id="54321" name="Rectangle 50">
            <a:extLst>
              <a:ext uri="{FF2B5EF4-FFF2-40B4-BE49-F238E27FC236}">
                <a16:creationId xmlns:a16="http://schemas.microsoft.com/office/drawing/2014/main" id="{7F761AC0-A1F2-4F3B-3E0B-CB5226F28C8D}"/>
              </a:ext>
            </a:extLst>
          </p:cNvPr>
          <p:cNvSpPr>
            <a:spLocks noChangeArrowheads="1"/>
          </p:cNvSpPr>
          <p:nvPr/>
        </p:nvSpPr>
        <p:spPr bwMode="auto">
          <a:xfrm>
            <a:off x="6872288" y="3128964"/>
            <a:ext cx="5207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22" name="Rectangle 51">
            <a:extLst>
              <a:ext uri="{FF2B5EF4-FFF2-40B4-BE49-F238E27FC236}">
                <a16:creationId xmlns:a16="http://schemas.microsoft.com/office/drawing/2014/main" id="{934C5E71-6859-11C2-9A11-4194490AE274}"/>
              </a:ext>
            </a:extLst>
          </p:cNvPr>
          <p:cNvSpPr>
            <a:spLocks noChangeArrowheads="1"/>
          </p:cNvSpPr>
          <p:nvPr/>
        </p:nvSpPr>
        <p:spPr bwMode="auto">
          <a:xfrm>
            <a:off x="7915275" y="3090864"/>
            <a:ext cx="5222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323" name="Rectangle 52">
            <a:extLst>
              <a:ext uri="{FF2B5EF4-FFF2-40B4-BE49-F238E27FC236}">
                <a16:creationId xmlns:a16="http://schemas.microsoft.com/office/drawing/2014/main" id="{6927424B-37E7-5E49-A384-3BA98BBF0F38}"/>
              </a:ext>
            </a:extLst>
          </p:cNvPr>
          <p:cNvSpPr>
            <a:spLocks noChangeArrowheads="1"/>
          </p:cNvSpPr>
          <p:nvPr/>
        </p:nvSpPr>
        <p:spPr bwMode="auto">
          <a:xfrm>
            <a:off x="7915275" y="3594100"/>
            <a:ext cx="5222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324" name="Rectangle 53">
            <a:extLst>
              <a:ext uri="{FF2B5EF4-FFF2-40B4-BE49-F238E27FC236}">
                <a16:creationId xmlns:a16="http://schemas.microsoft.com/office/drawing/2014/main" id="{30F528B0-F4BF-88DA-6CC6-05537961BC75}"/>
              </a:ext>
            </a:extLst>
          </p:cNvPr>
          <p:cNvSpPr>
            <a:spLocks noChangeArrowheads="1"/>
          </p:cNvSpPr>
          <p:nvPr/>
        </p:nvSpPr>
        <p:spPr bwMode="auto">
          <a:xfrm>
            <a:off x="8480425" y="3581400"/>
            <a:ext cx="5222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54325" name="Line 54">
            <a:extLst>
              <a:ext uri="{FF2B5EF4-FFF2-40B4-BE49-F238E27FC236}">
                <a16:creationId xmlns:a16="http://schemas.microsoft.com/office/drawing/2014/main" id="{71ECD5DB-54C7-EC3B-DB44-A916F605C49E}"/>
              </a:ext>
            </a:extLst>
          </p:cNvPr>
          <p:cNvSpPr>
            <a:spLocks noChangeShapeType="1"/>
          </p:cNvSpPr>
          <p:nvPr/>
        </p:nvSpPr>
        <p:spPr bwMode="auto">
          <a:xfrm>
            <a:off x="7392988" y="2019301"/>
            <a:ext cx="0" cy="208756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6" name="Line 55">
            <a:extLst>
              <a:ext uri="{FF2B5EF4-FFF2-40B4-BE49-F238E27FC236}">
                <a16:creationId xmlns:a16="http://schemas.microsoft.com/office/drawing/2014/main" id="{100E05F6-BF1D-1EF3-D06F-6AEA6A57D3AD}"/>
              </a:ext>
            </a:extLst>
          </p:cNvPr>
          <p:cNvSpPr>
            <a:spLocks noChangeShapeType="1"/>
          </p:cNvSpPr>
          <p:nvPr/>
        </p:nvSpPr>
        <p:spPr bwMode="auto">
          <a:xfrm>
            <a:off x="7915275" y="2019301"/>
            <a:ext cx="0" cy="208756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7" name="Line 56">
            <a:extLst>
              <a:ext uri="{FF2B5EF4-FFF2-40B4-BE49-F238E27FC236}">
                <a16:creationId xmlns:a16="http://schemas.microsoft.com/office/drawing/2014/main" id="{263DC4EB-0364-AE85-A5B0-69BAAEFB61FE}"/>
              </a:ext>
            </a:extLst>
          </p:cNvPr>
          <p:cNvSpPr>
            <a:spLocks noChangeShapeType="1"/>
          </p:cNvSpPr>
          <p:nvPr/>
        </p:nvSpPr>
        <p:spPr bwMode="auto">
          <a:xfrm>
            <a:off x="8437563" y="2019301"/>
            <a:ext cx="0" cy="208756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8" name="Line 57">
            <a:extLst>
              <a:ext uri="{FF2B5EF4-FFF2-40B4-BE49-F238E27FC236}">
                <a16:creationId xmlns:a16="http://schemas.microsoft.com/office/drawing/2014/main" id="{3C9AD1F0-C0D3-F491-5BF2-B12D8E8981FB}"/>
              </a:ext>
            </a:extLst>
          </p:cNvPr>
          <p:cNvSpPr>
            <a:spLocks noChangeShapeType="1"/>
          </p:cNvSpPr>
          <p:nvPr/>
        </p:nvSpPr>
        <p:spPr bwMode="auto">
          <a:xfrm>
            <a:off x="6872288" y="2522538"/>
            <a:ext cx="2087562"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9" name="Line 58">
            <a:extLst>
              <a:ext uri="{FF2B5EF4-FFF2-40B4-BE49-F238E27FC236}">
                <a16:creationId xmlns:a16="http://schemas.microsoft.com/office/drawing/2014/main" id="{1F2D2C08-202D-8C1B-9E29-39FEC000891B}"/>
              </a:ext>
            </a:extLst>
          </p:cNvPr>
          <p:cNvSpPr>
            <a:spLocks noChangeShapeType="1"/>
          </p:cNvSpPr>
          <p:nvPr/>
        </p:nvSpPr>
        <p:spPr bwMode="auto">
          <a:xfrm>
            <a:off x="6872288" y="3052763"/>
            <a:ext cx="2087562"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0" name="Line 59">
            <a:extLst>
              <a:ext uri="{FF2B5EF4-FFF2-40B4-BE49-F238E27FC236}">
                <a16:creationId xmlns:a16="http://schemas.microsoft.com/office/drawing/2014/main" id="{FD53E80C-AF63-DF0F-8678-D8D04CF473F9}"/>
              </a:ext>
            </a:extLst>
          </p:cNvPr>
          <p:cNvSpPr>
            <a:spLocks noChangeShapeType="1"/>
          </p:cNvSpPr>
          <p:nvPr/>
        </p:nvSpPr>
        <p:spPr bwMode="auto">
          <a:xfrm>
            <a:off x="6872288" y="3594100"/>
            <a:ext cx="2087562"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1" name="Line 60">
            <a:extLst>
              <a:ext uri="{FF2B5EF4-FFF2-40B4-BE49-F238E27FC236}">
                <a16:creationId xmlns:a16="http://schemas.microsoft.com/office/drawing/2014/main" id="{61DE4D99-C7C9-6946-B769-56FBFC04EDBD}"/>
              </a:ext>
            </a:extLst>
          </p:cNvPr>
          <p:cNvSpPr>
            <a:spLocks noChangeShapeType="1"/>
          </p:cNvSpPr>
          <p:nvPr/>
        </p:nvSpPr>
        <p:spPr bwMode="auto">
          <a:xfrm>
            <a:off x="6872288" y="2019301"/>
            <a:ext cx="0" cy="20875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2" name="Line 61">
            <a:extLst>
              <a:ext uri="{FF2B5EF4-FFF2-40B4-BE49-F238E27FC236}">
                <a16:creationId xmlns:a16="http://schemas.microsoft.com/office/drawing/2014/main" id="{6D75C0F5-7D8A-15B9-2C9E-8754089FFDEC}"/>
              </a:ext>
            </a:extLst>
          </p:cNvPr>
          <p:cNvSpPr>
            <a:spLocks noChangeShapeType="1"/>
          </p:cNvSpPr>
          <p:nvPr/>
        </p:nvSpPr>
        <p:spPr bwMode="auto">
          <a:xfrm>
            <a:off x="8959850" y="2019301"/>
            <a:ext cx="0" cy="20875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3" name="Line 62">
            <a:extLst>
              <a:ext uri="{FF2B5EF4-FFF2-40B4-BE49-F238E27FC236}">
                <a16:creationId xmlns:a16="http://schemas.microsoft.com/office/drawing/2014/main" id="{59804A8A-22E3-78CF-BB4C-FB4EEFD2D09A}"/>
              </a:ext>
            </a:extLst>
          </p:cNvPr>
          <p:cNvSpPr>
            <a:spLocks noChangeShapeType="1"/>
          </p:cNvSpPr>
          <p:nvPr/>
        </p:nvSpPr>
        <p:spPr bwMode="auto">
          <a:xfrm>
            <a:off x="6872288" y="2019300"/>
            <a:ext cx="20875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4" name="Line 63">
            <a:extLst>
              <a:ext uri="{FF2B5EF4-FFF2-40B4-BE49-F238E27FC236}">
                <a16:creationId xmlns:a16="http://schemas.microsoft.com/office/drawing/2014/main" id="{145210C0-2ECE-1F71-E528-573A196909D0}"/>
              </a:ext>
            </a:extLst>
          </p:cNvPr>
          <p:cNvSpPr>
            <a:spLocks noChangeShapeType="1"/>
          </p:cNvSpPr>
          <p:nvPr/>
        </p:nvSpPr>
        <p:spPr bwMode="auto">
          <a:xfrm>
            <a:off x="6872288" y="4110038"/>
            <a:ext cx="20875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5" name="Text Box 161">
            <a:extLst>
              <a:ext uri="{FF2B5EF4-FFF2-40B4-BE49-F238E27FC236}">
                <a16:creationId xmlns:a16="http://schemas.microsoft.com/office/drawing/2014/main" id="{664BC606-32A5-FAF3-EA3C-846D1C31995B}"/>
              </a:ext>
            </a:extLst>
          </p:cNvPr>
          <p:cNvSpPr txBox="1">
            <a:spLocks noChangeArrowheads="1"/>
          </p:cNvSpPr>
          <p:nvPr/>
        </p:nvSpPr>
        <p:spPr bwMode="auto">
          <a:xfrm>
            <a:off x="6700838" y="1570039"/>
            <a:ext cx="2519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q</a:t>
            </a:r>
            <a:r>
              <a:rPr lang="en-US" altLang="en-US" sz="2000" baseline="-25000">
                <a:latin typeface="Times New Roman" panose="02020603050405020304" pitchFamily="18" charset="0"/>
              </a:rPr>
              <a:t>3</a:t>
            </a:r>
            <a:r>
              <a:rPr lang="en-US" altLang="en-US" sz="2000">
                <a:latin typeface="Times New Roman" panose="02020603050405020304" pitchFamily="18" charset="0"/>
              </a:rPr>
              <a:t>x 00  01    11     10</a:t>
            </a:r>
          </a:p>
        </p:txBody>
      </p:sp>
      <p:sp>
        <p:nvSpPr>
          <p:cNvPr id="54336" name="Line 162">
            <a:extLst>
              <a:ext uri="{FF2B5EF4-FFF2-40B4-BE49-F238E27FC236}">
                <a16:creationId xmlns:a16="http://schemas.microsoft.com/office/drawing/2014/main" id="{2EB45CDE-1E38-099E-BBE2-3155DE9EF49D}"/>
              </a:ext>
            </a:extLst>
          </p:cNvPr>
          <p:cNvSpPr>
            <a:spLocks noChangeShapeType="1"/>
          </p:cNvSpPr>
          <p:nvPr/>
        </p:nvSpPr>
        <p:spPr bwMode="auto">
          <a:xfrm>
            <a:off x="6656388" y="1704976"/>
            <a:ext cx="215900" cy="30162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7" name="Text Box 163">
            <a:extLst>
              <a:ext uri="{FF2B5EF4-FFF2-40B4-BE49-F238E27FC236}">
                <a16:creationId xmlns:a16="http://schemas.microsoft.com/office/drawing/2014/main" id="{1F3BB95D-BE1D-9552-450D-BCE0A5D4B006}"/>
              </a:ext>
            </a:extLst>
          </p:cNvPr>
          <p:cNvSpPr txBox="1">
            <a:spLocks noChangeArrowheads="1"/>
          </p:cNvSpPr>
          <p:nvPr/>
        </p:nvSpPr>
        <p:spPr bwMode="auto">
          <a:xfrm>
            <a:off x="6319839" y="1720851"/>
            <a:ext cx="62388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q</a:t>
            </a:r>
            <a:r>
              <a:rPr lang="en-US" altLang="en-US" sz="2000" baseline="-25000">
                <a:latin typeface="Times New Roman" panose="02020603050405020304" pitchFamily="18" charset="0"/>
              </a:rPr>
              <a:t>1</a:t>
            </a:r>
            <a:r>
              <a:rPr lang="en-US" altLang="en-US" sz="2000">
                <a:latin typeface="Times New Roman" panose="02020603050405020304" pitchFamily="18" charset="0"/>
              </a:rPr>
              <a:t>q</a:t>
            </a:r>
            <a:r>
              <a:rPr lang="en-US" altLang="en-US" sz="2000" baseline="-25000">
                <a:latin typeface="Times New Roman" panose="02020603050405020304" pitchFamily="18" charset="0"/>
              </a:rPr>
              <a:t>2</a:t>
            </a:r>
          </a:p>
          <a:p>
            <a:pPr eaLnBrk="1" hangingPunct="1">
              <a:spcBef>
                <a:spcPct val="50000"/>
              </a:spcBef>
            </a:pPr>
            <a:r>
              <a:rPr lang="en-US" altLang="en-US" sz="2000">
                <a:latin typeface="Times New Roman" panose="02020603050405020304" pitchFamily="18" charset="0"/>
              </a:rPr>
              <a:t>00</a:t>
            </a:r>
          </a:p>
          <a:p>
            <a:pPr eaLnBrk="1" hangingPunct="1">
              <a:spcBef>
                <a:spcPct val="50000"/>
              </a:spcBef>
            </a:pPr>
            <a:r>
              <a:rPr lang="en-US" altLang="en-US" sz="2000">
                <a:latin typeface="Times New Roman" panose="02020603050405020304" pitchFamily="18" charset="0"/>
              </a:rPr>
              <a:t>01</a:t>
            </a:r>
          </a:p>
          <a:p>
            <a:pPr eaLnBrk="1" hangingPunct="1">
              <a:spcBef>
                <a:spcPct val="50000"/>
              </a:spcBef>
            </a:pPr>
            <a:r>
              <a:rPr lang="en-US" altLang="en-US" sz="2000">
                <a:latin typeface="Times New Roman" panose="02020603050405020304" pitchFamily="18" charset="0"/>
              </a:rPr>
              <a:t>11</a:t>
            </a:r>
          </a:p>
          <a:p>
            <a:pPr eaLnBrk="1" hangingPunct="1">
              <a:spcBef>
                <a:spcPct val="50000"/>
              </a:spcBef>
            </a:pPr>
            <a:r>
              <a:rPr lang="en-US" altLang="en-US" sz="2000">
                <a:latin typeface="Times New Roman" panose="02020603050405020304" pitchFamily="18" charset="0"/>
              </a:rPr>
              <a:t>10</a:t>
            </a:r>
          </a:p>
        </p:txBody>
      </p:sp>
      <p:sp>
        <p:nvSpPr>
          <p:cNvPr id="54338" name="Text Box 208">
            <a:extLst>
              <a:ext uri="{FF2B5EF4-FFF2-40B4-BE49-F238E27FC236}">
                <a16:creationId xmlns:a16="http://schemas.microsoft.com/office/drawing/2014/main" id="{EF87B6D7-A2EE-76CD-6E94-EB7AB6EC1D54}"/>
              </a:ext>
            </a:extLst>
          </p:cNvPr>
          <p:cNvSpPr txBox="1">
            <a:spLocks noChangeArrowheads="1"/>
          </p:cNvSpPr>
          <p:nvPr/>
        </p:nvSpPr>
        <p:spPr bwMode="auto">
          <a:xfrm>
            <a:off x="9102725" y="1778000"/>
            <a:ext cx="649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pPr>
            <a:r>
              <a:rPr lang="en-US" altLang="en-US" sz="2400">
                <a:latin typeface="Times New Roman" panose="02020603050405020304" pitchFamily="18" charset="0"/>
              </a:rPr>
              <a:t>q</a:t>
            </a:r>
            <a:r>
              <a:rPr lang="en-US" altLang="en-US" sz="2400" baseline="-25000">
                <a:latin typeface="Times New Roman" panose="02020603050405020304" pitchFamily="18" charset="0"/>
              </a:rPr>
              <a:t>2</a:t>
            </a:r>
            <a:r>
              <a:rPr lang="en-US" altLang="en-US" sz="2400">
                <a:latin typeface="Times New Roman" panose="02020603050405020304" pitchFamily="18" charset="0"/>
              </a:rPr>
              <a:t>*</a:t>
            </a:r>
          </a:p>
        </p:txBody>
      </p:sp>
      <p:sp>
        <p:nvSpPr>
          <p:cNvPr id="54339" name="AutoShape 202">
            <a:extLst>
              <a:ext uri="{FF2B5EF4-FFF2-40B4-BE49-F238E27FC236}">
                <a16:creationId xmlns:a16="http://schemas.microsoft.com/office/drawing/2014/main" id="{573678CA-79C4-2F04-8781-66DEB63E2007}"/>
              </a:ext>
            </a:extLst>
          </p:cNvPr>
          <p:cNvSpPr>
            <a:spLocks noChangeArrowheads="1"/>
          </p:cNvSpPr>
          <p:nvPr/>
        </p:nvSpPr>
        <p:spPr bwMode="auto">
          <a:xfrm>
            <a:off x="7040564" y="2573338"/>
            <a:ext cx="1800225" cy="411162"/>
          </a:xfrm>
          <a:prstGeom prst="roundRect">
            <a:avLst>
              <a:gd name="adj" fmla="val 16667"/>
            </a:avLst>
          </a:pr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340" name="AutoShape 69">
            <a:extLst>
              <a:ext uri="{FF2B5EF4-FFF2-40B4-BE49-F238E27FC236}">
                <a16:creationId xmlns:a16="http://schemas.microsoft.com/office/drawing/2014/main" id="{50187FB7-F6DF-FE59-3909-5DC14C5A2150}"/>
              </a:ext>
            </a:extLst>
          </p:cNvPr>
          <p:cNvSpPr>
            <a:spLocks/>
          </p:cNvSpPr>
          <p:nvPr/>
        </p:nvSpPr>
        <p:spPr bwMode="auto">
          <a:xfrm>
            <a:off x="6151563" y="3225801"/>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41" name="Rectangle 70">
            <a:extLst>
              <a:ext uri="{FF2B5EF4-FFF2-40B4-BE49-F238E27FC236}">
                <a16:creationId xmlns:a16="http://schemas.microsoft.com/office/drawing/2014/main" id="{8D6EF3A8-0C17-9E24-9EF7-7786A5768BF9}"/>
              </a:ext>
            </a:extLst>
          </p:cNvPr>
          <p:cNvSpPr>
            <a:spLocks noChangeArrowheads="1"/>
          </p:cNvSpPr>
          <p:nvPr/>
        </p:nvSpPr>
        <p:spPr bwMode="auto">
          <a:xfrm>
            <a:off x="9247188" y="2722564"/>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q</a:t>
            </a:r>
            <a:r>
              <a:rPr lang="en-US" altLang="en-US" baseline="-25000"/>
              <a:t>2</a:t>
            </a:r>
            <a:endParaRPr lang="ru-RU" altLang="en-US"/>
          </a:p>
        </p:txBody>
      </p:sp>
      <p:sp>
        <p:nvSpPr>
          <p:cNvPr id="54342" name="AutoShape 71">
            <a:extLst>
              <a:ext uri="{FF2B5EF4-FFF2-40B4-BE49-F238E27FC236}">
                <a16:creationId xmlns:a16="http://schemas.microsoft.com/office/drawing/2014/main" id="{AC67022A-10CE-08BD-8CE2-A64F36204C3A}"/>
              </a:ext>
            </a:extLst>
          </p:cNvPr>
          <p:cNvSpPr>
            <a:spLocks/>
          </p:cNvSpPr>
          <p:nvPr/>
        </p:nvSpPr>
        <p:spPr bwMode="auto">
          <a:xfrm rot="10800000">
            <a:off x="9031288" y="2651126"/>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43" name="Rectangle 72">
            <a:extLst>
              <a:ext uri="{FF2B5EF4-FFF2-40B4-BE49-F238E27FC236}">
                <a16:creationId xmlns:a16="http://schemas.microsoft.com/office/drawing/2014/main" id="{A8E074BC-4B5C-ADA2-4090-B17623824B8B}"/>
              </a:ext>
            </a:extLst>
          </p:cNvPr>
          <p:cNvSpPr>
            <a:spLocks noChangeArrowheads="1"/>
          </p:cNvSpPr>
          <p:nvPr/>
        </p:nvSpPr>
        <p:spPr bwMode="auto">
          <a:xfrm>
            <a:off x="5761038" y="3365501"/>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a:t>q</a:t>
            </a:r>
            <a:r>
              <a:rPr lang="en-US" altLang="en-US" baseline="-25000"/>
              <a:t>1</a:t>
            </a:r>
            <a:endParaRPr lang="ru-RU" altLang="en-US"/>
          </a:p>
        </p:txBody>
      </p:sp>
      <p:sp>
        <p:nvSpPr>
          <p:cNvPr id="54344" name="AutoShape 74">
            <a:extLst>
              <a:ext uri="{FF2B5EF4-FFF2-40B4-BE49-F238E27FC236}">
                <a16:creationId xmlns:a16="http://schemas.microsoft.com/office/drawing/2014/main" id="{D451ED8B-A1E0-76E0-C4CD-2A83592268FF}"/>
              </a:ext>
            </a:extLst>
          </p:cNvPr>
          <p:cNvSpPr>
            <a:spLocks/>
          </p:cNvSpPr>
          <p:nvPr/>
        </p:nvSpPr>
        <p:spPr bwMode="auto">
          <a:xfrm rot="16200000">
            <a:off x="7807326" y="3903663"/>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45" name="AutoShape 75">
            <a:extLst>
              <a:ext uri="{FF2B5EF4-FFF2-40B4-BE49-F238E27FC236}">
                <a16:creationId xmlns:a16="http://schemas.microsoft.com/office/drawing/2014/main" id="{7A59CBDC-7CC8-0739-8DCE-D14BAF11326E}"/>
              </a:ext>
            </a:extLst>
          </p:cNvPr>
          <p:cNvSpPr>
            <a:spLocks/>
          </p:cNvSpPr>
          <p:nvPr/>
        </p:nvSpPr>
        <p:spPr bwMode="auto">
          <a:xfrm rot="5400000">
            <a:off x="4491038" y="1201738"/>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46" name="AutoShape 76">
            <a:extLst>
              <a:ext uri="{FF2B5EF4-FFF2-40B4-BE49-F238E27FC236}">
                <a16:creationId xmlns:a16="http://schemas.microsoft.com/office/drawing/2014/main" id="{16EA810B-A0F0-83C5-595C-5289490D5B34}"/>
              </a:ext>
            </a:extLst>
          </p:cNvPr>
          <p:cNvSpPr>
            <a:spLocks/>
          </p:cNvSpPr>
          <p:nvPr/>
        </p:nvSpPr>
        <p:spPr bwMode="auto">
          <a:xfrm rot="16200000">
            <a:off x="3879851" y="3937001"/>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47" name="Rectangle 77">
            <a:extLst>
              <a:ext uri="{FF2B5EF4-FFF2-40B4-BE49-F238E27FC236}">
                <a16:creationId xmlns:a16="http://schemas.microsoft.com/office/drawing/2014/main" id="{850D91FE-6096-7AA4-6FCA-5B4AEA843CFD}"/>
              </a:ext>
            </a:extLst>
          </p:cNvPr>
          <p:cNvSpPr>
            <a:spLocks noChangeArrowheads="1"/>
          </p:cNvSpPr>
          <p:nvPr/>
        </p:nvSpPr>
        <p:spPr bwMode="auto">
          <a:xfrm>
            <a:off x="7916864" y="2557464"/>
            <a:ext cx="5222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a:solidFill>
                  <a:schemeClr val="bg1"/>
                </a:solidFill>
              </a:rPr>
              <a:t>1</a:t>
            </a:r>
          </a:p>
        </p:txBody>
      </p:sp>
      <p:sp>
        <p:nvSpPr>
          <p:cNvPr id="54348" name="Rectangle 78">
            <a:extLst>
              <a:ext uri="{FF2B5EF4-FFF2-40B4-BE49-F238E27FC236}">
                <a16:creationId xmlns:a16="http://schemas.microsoft.com/office/drawing/2014/main" id="{4761B84A-EBBC-65D4-F5E2-DBB722215418}"/>
              </a:ext>
            </a:extLst>
          </p:cNvPr>
          <p:cNvSpPr>
            <a:spLocks noChangeArrowheads="1"/>
          </p:cNvSpPr>
          <p:nvPr/>
        </p:nvSpPr>
        <p:spPr bwMode="auto">
          <a:xfrm>
            <a:off x="8386764" y="2544764"/>
            <a:ext cx="5222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49" name="Rectangle 79">
            <a:extLst>
              <a:ext uri="{FF2B5EF4-FFF2-40B4-BE49-F238E27FC236}">
                <a16:creationId xmlns:a16="http://schemas.microsoft.com/office/drawing/2014/main" id="{2496FDAC-007D-014D-CBF6-E57F3D20ADCA}"/>
              </a:ext>
            </a:extLst>
          </p:cNvPr>
          <p:cNvSpPr>
            <a:spLocks noChangeArrowheads="1"/>
          </p:cNvSpPr>
          <p:nvPr/>
        </p:nvSpPr>
        <p:spPr bwMode="auto">
          <a:xfrm>
            <a:off x="7378700" y="2527300"/>
            <a:ext cx="5222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50" name="Rectangle 80">
            <a:extLst>
              <a:ext uri="{FF2B5EF4-FFF2-40B4-BE49-F238E27FC236}">
                <a16:creationId xmlns:a16="http://schemas.microsoft.com/office/drawing/2014/main" id="{2A37A390-DD46-8381-419F-F4646EA74417}"/>
              </a:ext>
            </a:extLst>
          </p:cNvPr>
          <p:cNvSpPr>
            <a:spLocks noChangeArrowheads="1"/>
          </p:cNvSpPr>
          <p:nvPr/>
        </p:nvSpPr>
        <p:spPr bwMode="auto">
          <a:xfrm>
            <a:off x="8424864" y="2095500"/>
            <a:ext cx="5222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1</a:t>
            </a:r>
          </a:p>
        </p:txBody>
      </p:sp>
      <p:sp>
        <p:nvSpPr>
          <p:cNvPr id="54351" name="Rectangle 81">
            <a:extLst>
              <a:ext uri="{FF2B5EF4-FFF2-40B4-BE49-F238E27FC236}">
                <a16:creationId xmlns:a16="http://schemas.microsoft.com/office/drawing/2014/main" id="{566FA8FC-7BFE-3C1B-3418-F5574A79A463}"/>
              </a:ext>
            </a:extLst>
          </p:cNvPr>
          <p:cNvSpPr>
            <a:spLocks noChangeArrowheads="1"/>
          </p:cNvSpPr>
          <p:nvPr/>
        </p:nvSpPr>
        <p:spPr bwMode="auto">
          <a:xfrm>
            <a:off x="8459789" y="3081339"/>
            <a:ext cx="5222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sz="2000" dirty="0">
                <a:solidFill>
                  <a:schemeClr val="bg1"/>
                </a:solidFill>
              </a:rPr>
              <a:t>-</a:t>
            </a:r>
          </a:p>
        </p:txBody>
      </p:sp>
      <p:sp>
        <p:nvSpPr>
          <p:cNvPr id="3" name="AutoShape 82">
            <a:extLst>
              <a:ext uri="{FF2B5EF4-FFF2-40B4-BE49-F238E27FC236}">
                <a16:creationId xmlns:a16="http://schemas.microsoft.com/office/drawing/2014/main" id="{09410B16-C09B-4D6B-BE5F-04269F3592F9}"/>
              </a:ext>
            </a:extLst>
          </p:cNvPr>
          <p:cNvSpPr>
            <a:spLocks/>
          </p:cNvSpPr>
          <p:nvPr/>
        </p:nvSpPr>
        <p:spPr bwMode="auto">
          <a:xfrm>
            <a:off x="6731000" y="2598739"/>
            <a:ext cx="584200" cy="923925"/>
          </a:xfrm>
          <a:prstGeom prst="rightBracket">
            <a:avLst>
              <a:gd name="adj" fmla="val 13179"/>
            </a:avLst>
          </a:prstGeom>
          <a:noFill/>
          <a:ln w="25400">
            <a:solidFill>
              <a:schemeClr val="accent1">
                <a:lumMod val="20000"/>
                <a:lumOff val="80000"/>
              </a:schemeClr>
            </a:solidFill>
            <a:round/>
            <a:headEnd/>
            <a:tailEnd/>
          </a:ln>
        </p:spPr>
        <p:txBody>
          <a:bodyPr wrap="none" anchor="ctr"/>
          <a:lstStyle/>
          <a:p>
            <a:pPr eaLnBrk="1" hangingPunct="1">
              <a:defRPr/>
            </a:pPr>
            <a:endParaRPr lang="ru-RU">
              <a:latin typeface="Arial" charset="0"/>
              <a:cs typeface="Arial" charset="0"/>
            </a:endParaRPr>
          </a:p>
        </p:txBody>
      </p:sp>
      <p:sp>
        <p:nvSpPr>
          <p:cNvPr id="4" name="AutoShape 83">
            <a:extLst>
              <a:ext uri="{FF2B5EF4-FFF2-40B4-BE49-F238E27FC236}">
                <a16:creationId xmlns:a16="http://schemas.microsoft.com/office/drawing/2014/main" id="{B9F9A49F-D81F-4014-AD36-8F0092F3DE07}"/>
              </a:ext>
            </a:extLst>
          </p:cNvPr>
          <p:cNvSpPr>
            <a:spLocks/>
          </p:cNvSpPr>
          <p:nvPr/>
        </p:nvSpPr>
        <p:spPr bwMode="auto">
          <a:xfrm rot="10800000">
            <a:off x="8602663" y="2595564"/>
            <a:ext cx="584200" cy="923925"/>
          </a:xfrm>
          <a:prstGeom prst="rightBracket">
            <a:avLst>
              <a:gd name="adj" fmla="val 13179"/>
            </a:avLst>
          </a:prstGeom>
          <a:noFill/>
          <a:ln w="25400">
            <a:solidFill>
              <a:schemeClr val="accent1">
                <a:lumMod val="20000"/>
                <a:lumOff val="80000"/>
              </a:schemeClr>
            </a:solidFill>
            <a:round/>
            <a:headEnd/>
            <a:tailEnd/>
          </a:ln>
        </p:spPr>
        <p:txBody>
          <a:bodyPr wrap="none" anchor="ctr"/>
          <a:lstStyle/>
          <a:p>
            <a:pPr eaLnBrk="1" hangingPunct="1">
              <a:defRPr/>
            </a:pPr>
            <a:endParaRPr lang="ru-RU">
              <a:latin typeface="Arial" charset="0"/>
              <a:cs typeface="Arial"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2">
            <a:extLst>
              <a:ext uri="{FF2B5EF4-FFF2-40B4-BE49-F238E27FC236}">
                <a16:creationId xmlns:a16="http://schemas.microsoft.com/office/drawing/2014/main" id="{50E233DD-4BF5-1955-B7B6-448918D33CC9}"/>
              </a:ext>
            </a:extLst>
          </p:cNvPr>
          <p:cNvSpPr>
            <a:spLocks noChangeArrowheads="1"/>
          </p:cNvSpPr>
          <p:nvPr/>
        </p:nvSpPr>
        <p:spPr bwMode="auto">
          <a:xfrm>
            <a:off x="3422650" y="2495550"/>
            <a:ext cx="2103438" cy="2103438"/>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chemeClr val="bg1"/>
              </a:solidFill>
            </a:endParaRPr>
          </a:p>
        </p:txBody>
      </p:sp>
      <p:sp>
        <p:nvSpPr>
          <p:cNvPr id="55299" name="Rectangle 4">
            <a:extLst>
              <a:ext uri="{FF2B5EF4-FFF2-40B4-BE49-F238E27FC236}">
                <a16:creationId xmlns:a16="http://schemas.microsoft.com/office/drawing/2014/main" id="{3770106F-B2CC-DBE0-ECDB-C0A3CACBC87A}"/>
              </a:ext>
            </a:extLst>
          </p:cNvPr>
          <p:cNvSpPr>
            <a:spLocks noGrp="1" noChangeArrowheads="1"/>
          </p:cNvSpPr>
          <p:nvPr>
            <p:ph type="title"/>
          </p:nvPr>
        </p:nvSpPr>
        <p:spPr/>
        <p:txBody>
          <a:bodyPr/>
          <a:lstStyle/>
          <a:p>
            <a:r>
              <a:rPr lang="en-US" altLang="en-US"/>
              <a:t>Excitation Functions</a:t>
            </a:r>
            <a:endParaRPr lang="ru-RU" altLang="en-US"/>
          </a:p>
        </p:txBody>
      </p:sp>
      <p:grpSp>
        <p:nvGrpSpPr>
          <p:cNvPr id="55300" name="Group 5">
            <a:extLst>
              <a:ext uri="{FF2B5EF4-FFF2-40B4-BE49-F238E27FC236}">
                <a16:creationId xmlns:a16="http://schemas.microsoft.com/office/drawing/2014/main" id="{06E847BD-5198-B0B1-23EA-999ADF037A32}"/>
              </a:ext>
            </a:extLst>
          </p:cNvPr>
          <p:cNvGrpSpPr>
            <a:grpSpLocks/>
          </p:cNvGrpSpPr>
          <p:nvPr/>
        </p:nvGrpSpPr>
        <p:grpSpPr bwMode="auto">
          <a:xfrm>
            <a:off x="2286000" y="2181225"/>
            <a:ext cx="4044950" cy="2693988"/>
            <a:chOff x="1114" y="2608"/>
            <a:chExt cx="2548" cy="1697"/>
          </a:xfrm>
        </p:grpSpPr>
        <p:sp>
          <p:nvSpPr>
            <p:cNvPr id="2" name="AutoShape 198">
              <a:extLst>
                <a:ext uri="{FF2B5EF4-FFF2-40B4-BE49-F238E27FC236}">
                  <a16:creationId xmlns:a16="http://schemas.microsoft.com/office/drawing/2014/main" id="{F23A1C07-C833-4672-8A92-3258FAC45549}"/>
                </a:ext>
              </a:extLst>
            </p:cNvPr>
            <p:cNvSpPr>
              <a:spLocks noChangeArrowheads="1"/>
            </p:cNvSpPr>
            <p:nvPr/>
          </p:nvSpPr>
          <p:spPr bwMode="auto">
            <a:xfrm>
              <a:off x="2880" y="2854"/>
              <a:ext cx="226" cy="1224"/>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ru-RU">
                <a:solidFill>
                  <a:schemeClr val="bg1"/>
                </a:solidFill>
                <a:latin typeface="+mj-lt"/>
                <a:cs typeface="Arial" charset="0"/>
              </a:endParaRPr>
            </a:p>
          </p:txBody>
        </p:sp>
        <p:sp>
          <p:nvSpPr>
            <p:cNvPr id="47115" name="Rectangle 7">
              <a:extLst>
                <a:ext uri="{FF2B5EF4-FFF2-40B4-BE49-F238E27FC236}">
                  <a16:creationId xmlns:a16="http://schemas.microsoft.com/office/drawing/2014/main" id="{2B1E2477-E155-46ED-89FA-783BB80A9EAD}"/>
                </a:ext>
              </a:extLst>
            </p:cNvPr>
            <p:cNvSpPr>
              <a:spLocks noChangeArrowheads="1"/>
            </p:cNvSpPr>
            <p:nvPr/>
          </p:nvSpPr>
          <p:spPr bwMode="auto">
            <a:xfrm>
              <a:off x="1835" y="2806"/>
              <a:ext cx="328"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solidFill>
                  <a:schemeClr val="bg1"/>
                </a:solidFill>
                <a:latin typeface="+mj-lt"/>
                <a:cs typeface="Arial" charset="0"/>
              </a:endParaRPr>
            </a:p>
          </p:txBody>
        </p:sp>
        <p:sp>
          <p:nvSpPr>
            <p:cNvPr id="47116" name="Rectangle 8">
              <a:extLst>
                <a:ext uri="{FF2B5EF4-FFF2-40B4-BE49-F238E27FC236}">
                  <a16:creationId xmlns:a16="http://schemas.microsoft.com/office/drawing/2014/main" id="{7D3B91B9-3EC2-4FD5-A2F8-C8784BD104A5}"/>
                </a:ext>
              </a:extLst>
            </p:cNvPr>
            <p:cNvSpPr>
              <a:spLocks noChangeArrowheads="1"/>
            </p:cNvSpPr>
            <p:nvPr/>
          </p:nvSpPr>
          <p:spPr bwMode="auto">
            <a:xfrm>
              <a:off x="2154" y="2840"/>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1</a:t>
              </a:r>
            </a:p>
          </p:txBody>
        </p:sp>
        <p:sp>
          <p:nvSpPr>
            <p:cNvPr id="47117" name="Rectangle 9">
              <a:extLst>
                <a:ext uri="{FF2B5EF4-FFF2-40B4-BE49-F238E27FC236}">
                  <a16:creationId xmlns:a16="http://schemas.microsoft.com/office/drawing/2014/main" id="{D2A7703F-8ACF-4D3E-9922-15668F66B962}"/>
                </a:ext>
              </a:extLst>
            </p:cNvPr>
            <p:cNvSpPr>
              <a:spLocks noChangeArrowheads="1"/>
            </p:cNvSpPr>
            <p:nvPr/>
          </p:nvSpPr>
          <p:spPr bwMode="auto">
            <a:xfrm>
              <a:off x="2492" y="2806"/>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solidFill>
                  <a:schemeClr val="bg1"/>
                </a:solidFill>
                <a:latin typeface="+mj-lt"/>
                <a:cs typeface="Arial" charset="0"/>
              </a:endParaRPr>
            </a:p>
          </p:txBody>
        </p:sp>
        <p:sp>
          <p:nvSpPr>
            <p:cNvPr id="47118" name="Rectangle 10">
              <a:extLst>
                <a:ext uri="{FF2B5EF4-FFF2-40B4-BE49-F238E27FC236}">
                  <a16:creationId xmlns:a16="http://schemas.microsoft.com/office/drawing/2014/main" id="{F4E3872F-014B-4490-8E97-3E667D99AC5E}"/>
                </a:ext>
              </a:extLst>
            </p:cNvPr>
            <p:cNvSpPr>
              <a:spLocks noChangeArrowheads="1"/>
            </p:cNvSpPr>
            <p:nvPr/>
          </p:nvSpPr>
          <p:spPr bwMode="auto">
            <a:xfrm>
              <a:off x="2821" y="2806"/>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solidFill>
                  <a:schemeClr val="bg1"/>
                </a:solidFill>
                <a:latin typeface="+mj-lt"/>
                <a:cs typeface="Arial" charset="0"/>
              </a:endParaRPr>
            </a:p>
          </p:txBody>
        </p:sp>
        <p:sp>
          <p:nvSpPr>
            <p:cNvPr id="47119" name="Rectangle 11">
              <a:extLst>
                <a:ext uri="{FF2B5EF4-FFF2-40B4-BE49-F238E27FC236}">
                  <a16:creationId xmlns:a16="http://schemas.microsoft.com/office/drawing/2014/main" id="{F3476892-3BA4-4A43-AC3E-62158F302E44}"/>
                </a:ext>
              </a:extLst>
            </p:cNvPr>
            <p:cNvSpPr>
              <a:spLocks noChangeArrowheads="1"/>
            </p:cNvSpPr>
            <p:nvPr/>
          </p:nvSpPr>
          <p:spPr bwMode="auto">
            <a:xfrm>
              <a:off x="2821" y="3155"/>
              <a:ext cx="329"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solidFill>
                  <a:schemeClr val="bg1"/>
                </a:solidFill>
                <a:latin typeface="+mj-lt"/>
                <a:cs typeface="Arial" charset="0"/>
              </a:endParaRPr>
            </a:p>
          </p:txBody>
        </p:sp>
        <p:sp>
          <p:nvSpPr>
            <p:cNvPr id="47120" name="Rectangle 12">
              <a:extLst>
                <a:ext uri="{FF2B5EF4-FFF2-40B4-BE49-F238E27FC236}">
                  <a16:creationId xmlns:a16="http://schemas.microsoft.com/office/drawing/2014/main" id="{62F5741B-C8A7-4D1D-B830-E4C1D53383DE}"/>
                </a:ext>
              </a:extLst>
            </p:cNvPr>
            <p:cNvSpPr>
              <a:spLocks noChangeArrowheads="1"/>
            </p:cNvSpPr>
            <p:nvPr/>
          </p:nvSpPr>
          <p:spPr bwMode="auto">
            <a:xfrm>
              <a:off x="2492" y="3481"/>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a:t>
              </a:r>
            </a:p>
          </p:txBody>
        </p:sp>
        <p:sp>
          <p:nvSpPr>
            <p:cNvPr id="47121" name="Rectangle 13">
              <a:extLst>
                <a:ext uri="{FF2B5EF4-FFF2-40B4-BE49-F238E27FC236}">
                  <a16:creationId xmlns:a16="http://schemas.microsoft.com/office/drawing/2014/main" id="{8AC6EF14-EA8C-465A-A5CF-68C931E95620}"/>
                </a:ext>
              </a:extLst>
            </p:cNvPr>
            <p:cNvSpPr>
              <a:spLocks noChangeArrowheads="1"/>
            </p:cNvSpPr>
            <p:nvPr/>
          </p:nvSpPr>
          <p:spPr bwMode="auto">
            <a:xfrm>
              <a:off x="2492" y="3798"/>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a:t>
              </a:r>
            </a:p>
          </p:txBody>
        </p:sp>
        <p:sp>
          <p:nvSpPr>
            <p:cNvPr id="47122" name="Rectangle 14">
              <a:extLst>
                <a:ext uri="{FF2B5EF4-FFF2-40B4-BE49-F238E27FC236}">
                  <a16:creationId xmlns:a16="http://schemas.microsoft.com/office/drawing/2014/main" id="{E4187E6F-6EA7-4C17-A226-3DC1B3373624}"/>
                </a:ext>
              </a:extLst>
            </p:cNvPr>
            <p:cNvSpPr>
              <a:spLocks noChangeArrowheads="1"/>
            </p:cNvSpPr>
            <p:nvPr/>
          </p:nvSpPr>
          <p:spPr bwMode="auto">
            <a:xfrm>
              <a:off x="2848" y="3790"/>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a:t>
              </a:r>
            </a:p>
          </p:txBody>
        </p:sp>
        <p:sp>
          <p:nvSpPr>
            <p:cNvPr id="47123" name="Line 15">
              <a:extLst>
                <a:ext uri="{FF2B5EF4-FFF2-40B4-BE49-F238E27FC236}">
                  <a16:creationId xmlns:a16="http://schemas.microsoft.com/office/drawing/2014/main" id="{166FA49D-09A3-4A43-8DA1-E10EA836BE11}"/>
                </a:ext>
              </a:extLst>
            </p:cNvPr>
            <p:cNvSpPr>
              <a:spLocks noChangeShapeType="1"/>
            </p:cNvSpPr>
            <p:nvPr/>
          </p:nvSpPr>
          <p:spPr bwMode="auto">
            <a:xfrm>
              <a:off x="2163" y="2806"/>
              <a:ext cx="0" cy="1315"/>
            </a:xfrm>
            <a:prstGeom prst="line">
              <a:avLst/>
            </a:prstGeom>
            <a:noFill/>
            <a:ln w="12700"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24" name="Line 16">
              <a:extLst>
                <a:ext uri="{FF2B5EF4-FFF2-40B4-BE49-F238E27FC236}">
                  <a16:creationId xmlns:a16="http://schemas.microsoft.com/office/drawing/2014/main" id="{F177D3CF-EA05-4DD6-8926-DB015D6C106A}"/>
                </a:ext>
              </a:extLst>
            </p:cNvPr>
            <p:cNvSpPr>
              <a:spLocks noChangeShapeType="1"/>
            </p:cNvSpPr>
            <p:nvPr/>
          </p:nvSpPr>
          <p:spPr bwMode="auto">
            <a:xfrm>
              <a:off x="2492" y="2806"/>
              <a:ext cx="0" cy="1315"/>
            </a:xfrm>
            <a:prstGeom prst="line">
              <a:avLst/>
            </a:prstGeom>
            <a:noFill/>
            <a:ln w="12700" algn="ctr">
              <a:solidFill>
                <a:schemeClr val="tx1"/>
              </a:solidFill>
              <a:round/>
              <a:headEnd/>
              <a:tailEnd/>
            </a:ln>
          </p:spPr>
          <p:txBody>
            <a:bodyPr/>
            <a:lstStyle/>
            <a:p>
              <a:pPr eaLnBrk="1" hangingPunct="1">
                <a:defRPr/>
              </a:pPr>
              <a:endParaRPr lang="en-US" sz="1600" dirty="0">
                <a:solidFill>
                  <a:schemeClr val="bg1"/>
                </a:solidFill>
                <a:latin typeface="+mj-lt"/>
                <a:cs typeface="Arial" charset="0"/>
              </a:endParaRPr>
            </a:p>
          </p:txBody>
        </p:sp>
        <p:sp>
          <p:nvSpPr>
            <p:cNvPr id="47125" name="Line 17">
              <a:extLst>
                <a:ext uri="{FF2B5EF4-FFF2-40B4-BE49-F238E27FC236}">
                  <a16:creationId xmlns:a16="http://schemas.microsoft.com/office/drawing/2014/main" id="{1ADD7114-9C9C-4B57-A61E-AB6A8B8C9D7A}"/>
                </a:ext>
              </a:extLst>
            </p:cNvPr>
            <p:cNvSpPr>
              <a:spLocks noChangeShapeType="1"/>
            </p:cNvSpPr>
            <p:nvPr/>
          </p:nvSpPr>
          <p:spPr bwMode="auto">
            <a:xfrm>
              <a:off x="2821" y="2806"/>
              <a:ext cx="0" cy="1315"/>
            </a:xfrm>
            <a:prstGeom prst="line">
              <a:avLst/>
            </a:prstGeom>
            <a:noFill/>
            <a:ln w="12700"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26" name="Line 18">
              <a:extLst>
                <a:ext uri="{FF2B5EF4-FFF2-40B4-BE49-F238E27FC236}">
                  <a16:creationId xmlns:a16="http://schemas.microsoft.com/office/drawing/2014/main" id="{F9695A5E-2702-4439-B0A0-D01E7150EA14}"/>
                </a:ext>
              </a:extLst>
            </p:cNvPr>
            <p:cNvSpPr>
              <a:spLocks noChangeShapeType="1"/>
            </p:cNvSpPr>
            <p:nvPr/>
          </p:nvSpPr>
          <p:spPr bwMode="auto">
            <a:xfrm>
              <a:off x="1835" y="3123"/>
              <a:ext cx="1315" cy="0"/>
            </a:xfrm>
            <a:prstGeom prst="line">
              <a:avLst/>
            </a:prstGeom>
            <a:noFill/>
            <a:ln w="12700"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27" name="Line 19">
              <a:extLst>
                <a:ext uri="{FF2B5EF4-FFF2-40B4-BE49-F238E27FC236}">
                  <a16:creationId xmlns:a16="http://schemas.microsoft.com/office/drawing/2014/main" id="{B85ED8AF-841B-47C4-8B54-CFE2BE7CA38C}"/>
                </a:ext>
              </a:extLst>
            </p:cNvPr>
            <p:cNvSpPr>
              <a:spLocks noChangeShapeType="1"/>
            </p:cNvSpPr>
            <p:nvPr/>
          </p:nvSpPr>
          <p:spPr bwMode="auto">
            <a:xfrm>
              <a:off x="1835" y="3457"/>
              <a:ext cx="1315" cy="0"/>
            </a:xfrm>
            <a:prstGeom prst="line">
              <a:avLst/>
            </a:prstGeom>
            <a:noFill/>
            <a:ln w="12700"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28" name="Line 20">
              <a:extLst>
                <a:ext uri="{FF2B5EF4-FFF2-40B4-BE49-F238E27FC236}">
                  <a16:creationId xmlns:a16="http://schemas.microsoft.com/office/drawing/2014/main" id="{A83DC91F-F877-40F7-B9A8-518E1092B57C}"/>
                </a:ext>
              </a:extLst>
            </p:cNvPr>
            <p:cNvSpPr>
              <a:spLocks noChangeShapeType="1"/>
            </p:cNvSpPr>
            <p:nvPr/>
          </p:nvSpPr>
          <p:spPr bwMode="auto">
            <a:xfrm>
              <a:off x="1835" y="3798"/>
              <a:ext cx="1315" cy="0"/>
            </a:xfrm>
            <a:prstGeom prst="line">
              <a:avLst/>
            </a:prstGeom>
            <a:noFill/>
            <a:ln w="12700"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29" name="Line 21">
              <a:extLst>
                <a:ext uri="{FF2B5EF4-FFF2-40B4-BE49-F238E27FC236}">
                  <a16:creationId xmlns:a16="http://schemas.microsoft.com/office/drawing/2014/main" id="{3BA7C7CE-CA23-4AAC-A817-B5912C033D83}"/>
                </a:ext>
              </a:extLst>
            </p:cNvPr>
            <p:cNvSpPr>
              <a:spLocks noChangeShapeType="1"/>
            </p:cNvSpPr>
            <p:nvPr/>
          </p:nvSpPr>
          <p:spPr bwMode="auto">
            <a:xfrm>
              <a:off x="1835" y="2806"/>
              <a:ext cx="0" cy="1315"/>
            </a:xfrm>
            <a:prstGeom prst="line">
              <a:avLst/>
            </a:prstGeom>
            <a:noFill/>
            <a:ln w="28575"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30" name="Line 22">
              <a:extLst>
                <a:ext uri="{FF2B5EF4-FFF2-40B4-BE49-F238E27FC236}">
                  <a16:creationId xmlns:a16="http://schemas.microsoft.com/office/drawing/2014/main" id="{83902065-2F14-41F6-8076-ADEE4B7B49CA}"/>
                </a:ext>
              </a:extLst>
            </p:cNvPr>
            <p:cNvSpPr>
              <a:spLocks noChangeShapeType="1"/>
            </p:cNvSpPr>
            <p:nvPr/>
          </p:nvSpPr>
          <p:spPr bwMode="auto">
            <a:xfrm>
              <a:off x="3150" y="2806"/>
              <a:ext cx="0" cy="1315"/>
            </a:xfrm>
            <a:prstGeom prst="line">
              <a:avLst/>
            </a:prstGeom>
            <a:noFill/>
            <a:ln w="28575"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31" name="Line 23">
              <a:extLst>
                <a:ext uri="{FF2B5EF4-FFF2-40B4-BE49-F238E27FC236}">
                  <a16:creationId xmlns:a16="http://schemas.microsoft.com/office/drawing/2014/main" id="{D2B5C7AB-175D-4EC0-9B38-C1A206B769E3}"/>
                </a:ext>
              </a:extLst>
            </p:cNvPr>
            <p:cNvSpPr>
              <a:spLocks noChangeShapeType="1"/>
            </p:cNvSpPr>
            <p:nvPr/>
          </p:nvSpPr>
          <p:spPr bwMode="auto">
            <a:xfrm>
              <a:off x="1835" y="2806"/>
              <a:ext cx="1315" cy="0"/>
            </a:xfrm>
            <a:prstGeom prst="line">
              <a:avLst/>
            </a:prstGeom>
            <a:noFill/>
            <a:ln w="28575"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32" name="Line 24">
              <a:extLst>
                <a:ext uri="{FF2B5EF4-FFF2-40B4-BE49-F238E27FC236}">
                  <a16:creationId xmlns:a16="http://schemas.microsoft.com/office/drawing/2014/main" id="{5B9D627D-F1CA-45E2-AF2D-83F7E3C41D7C}"/>
                </a:ext>
              </a:extLst>
            </p:cNvPr>
            <p:cNvSpPr>
              <a:spLocks noChangeShapeType="1"/>
            </p:cNvSpPr>
            <p:nvPr/>
          </p:nvSpPr>
          <p:spPr bwMode="auto">
            <a:xfrm>
              <a:off x="1835" y="4123"/>
              <a:ext cx="1315" cy="0"/>
            </a:xfrm>
            <a:prstGeom prst="line">
              <a:avLst/>
            </a:prstGeom>
            <a:noFill/>
            <a:ln w="28575" algn="ctr">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33" name="Line 162">
              <a:extLst>
                <a:ext uri="{FF2B5EF4-FFF2-40B4-BE49-F238E27FC236}">
                  <a16:creationId xmlns:a16="http://schemas.microsoft.com/office/drawing/2014/main" id="{2C7CC56F-F474-46A2-8199-531B2574312B}"/>
                </a:ext>
              </a:extLst>
            </p:cNvPr>
            <p:cNvSpPr>
              <a:spLocks noChangeShapeType="1"/>
            </p:cNvSpPr>
            <p:nvPr/>
          </p:nvSpPr>
          <p:spPr bwMode="auto">
            <a:xfrm>
              <a:off x="1699" y="2608"/>
              <a:ext cx="136" cy="190"/>
            </a:xfrm>
            <a:prstGeom prst="line">
              <a:avLst/>
            </a:prstGeom>
            <a:noFill/>
            <a:ln w="31750">
              <a:solidFill>
                <a:schemeClr val="tx1"/>
              </a:solidFill>
              <a:round/>
              <a:headEnd/>
              <a:tailEnd/>
            </a:ln>
          </p:spPr>
          <p:txBody>
            <a:bodyPr/>
            <a:lstStyle/>
            <a:p>
              <a:pPr eaLnBrk="1" hangingPunct="1">
                <a:defRPr/>
              </a:pPr>
              <a:endParaRPr lang="en-US" sz="1600">
                <a:solidFill>
                  <a:schemeClr val="bg1"/>
                </a:solidFill>
                <a:latin typeface="+mj-lt"/>
                <a:cs typeface="Arial" charset="0"/>
              </a:endParaRPr>
            </a:p>
          </p:txBody>
        </p:sp>
        <p:sp>
          <p:nvSpPr>
            <p:cNvPr id="47134" name="Text Box 163">
              <a:extLst>
                <a:ext uri="{FF2B5EF4-FFF2-40B4-BE49-F238E27FC236}">
                  <a16:creationId xmlns:a16="http://schemas.microsoft.com/office/drawing/2014/main" id="{874D3C43-FC17-40CC-8171-F583D8C258A5}"/>
                </a:ext>
              </a:extLst>
            </p:cNvPr>
            <p:cNvSpPr txBox="1">
              <a:spLocks noChangeArrowheads="1"/>
            </p:cNvSpPr>
            <p:nvPr/>
          </p:nvSpPr>
          <p:spPr bwMode="auto">
            <a:xfrm>
              <a:off x="1487" y="2664"/>
              <a:ext cx="393" cy="1280"/>
            </a:xfrm>
            <a:prstGeom prst="rect">
              <a:avLst/>
            </a:prstGeom>
            <a:noFill/>
            <a:ln w="9525">
              <a:noFill/>
              <a:miter lim="800000"/>
              <a:headEnd/>
              <a:tailEnd/>
            </a:ln>
          </p:spPr>
          <p:txBody>
            <a:bodyPr>
              <a:spAutoFit/>
            </a:bodyPr>
            <a:lstStyle/>
            <a:p>
              <a:pPr eaLnBrk="1" hangingPunct="1">
                <a:spcBef>
                  <a:spcPct val="50000"/>
                </a:spcBef>
                <a:defRPr/>
              </a:pPr>
              <a:r>
                <a:rPr lang="en-US" dirty="0">
                  <a:solidFill>
                    <a:schemeClr val="bg1"/>
                  </a:solidFill>
                  <a:latin typeface="+mj-lt"/>
                  <a:cs typeface="Arial" charset="0"/>
                </a:rPr>
                <a:t>q</a:t>
              </a:r>
              <a:r>
                <a:rPr lang="en-US" baseline="-25000" dirty="0">
                  <a:solidFill>
                    <a:schemeClr val="bg1"/>
                  </a:solidFill>
                  <a:latin typeface="+mj-lt"/>
                  <a:cs typeface="Arial" charset="0"/>
                </a:rPr>
                <a:t>1</a:t>
              </a:r>
              <a:r>
                <a:rPr lang="en-US" dirty="0">
                  <a:solidFill>
                    <a:schemeClr val="bg1"/>
                  </a:solidFill>
                  <a:latin typeface="+mj-lt"/>
                  <a:cs typeface="Arial" charset="0"/>
                </a:rPr>
                <a:t>q</a:t>
              </a:r>
              <a:r>
                <a:rPr lang="en-US" baseline="-25000" dirty="0">
                  <a:solidFill>
                    <a:schemeClr val="bg1"/>
                  </a:solidFill>
                  <a:latin typeface="+mj-lt"/>
                  <a:cs typeface="Arial" charset="0"/>
                </a:rPr>
                <a:t>2</a:t>
              </a:r>
            </a:p>
            <a:p>
              <a:pPr eaLnBrk="1" hangingPunct="1">
                <a:spcBef>
                  <a:spcPct val="50000"/>
                </a:spcBef>
                <a:defRPr/>
              </a:pPr>
              <a:r>
                <a:rPr lang="en-US" dirty="0">
                  <a:solidFill>
                    <a:schemeClr val="bg1"/>
                  </a:solidFill>
                  <a:latin typeface="+mj-lt"/>
                  <a:cs typeface="Arial" charset="0"/>
                </a:rPr>
                <a:t>00</a:t>
              </a:r>
            </a:p>
            <a:p>
              <a:pPr eaLnBrk="1" hangingPunct="1">
                <a:spcBef>
                  <a:spcPct val="50000"/>
                </a:spcBef>
                <a:defRPr/>
              </a:pPr>
              <a:r>
                <a:rPr lang="en-US" dirty="0">
                  <a:solidFill>
                    <a:schemeClr val="bg1"/>
                  </a:solidFill>
                  <a:latin typeface="+mj-lt"/>
                  <a:cs typeface="Arial" charset="0"/>
                </a:rPr>
                <a:t>01</a:t>
              </a:r>
            </a:p>
            <a:p>
              <a:pPr eaLnBrk="1" hangingPunct="1">
                <a:spcBef>
                  <a:spcPct val="50000"/>
                </a:spcBef>
                <a:defRPr/>
              </a:pPr>
              <a:r>
                <a:rPr lang="en-US" dirty="0">
                  <a:solidFill>
                    <a:schemeClr val="bg1"/>
                  </a:solidFill>
                  <a:latin typeface="+mj-lt"/>
                  <a:cs typeface="Arial" charset="0"/>
                </a:rPr>
                <a:t>11</a:t>
              </a:r>
            </a:p>
            <a:p>
              <a:pPr eaLnBrk="1" hangingPunct="1">
                <a:spcBef>
                  <a:spcPct val="50000"/>
                </a:spcBef>
                <a:defRPr/>
              </a:pPr>
              <a:r>
                <a:rPr lang="en-US" dirty="0">
                  <a:solidFill>
                    <a:schemeClr val="bg1"/>
                  </a:solidFill>
                  <a:latin typeface="+mj-lt"/>
                  <a:cs typeface="Arial" charset="0"/>
                </a:rPr>
                <a:t>10</a:t>
              </a:r>
            </a:p>
          </p:txBody>
        </p:sp>
        <p:sp>
          <p:nvSpPr>
            <p:cNvPr id="47135" name="AutoShape 202">
              <a:extLst>
                <a:ext uri="{FF2B5EF4-FFF2-40B4-BE49-F238E27FC236}">
                  <a16:creationId xmlns:a16="http://schemas.microsoft.com/office/drawing/2014/main" id="{60BA8799-9DBD-477F-B57D-CF7F114915F4}"/>
                </a:ext>
              </a:extLst>
            </p:cNvPr>
            <p:cNvSpPr>
              <a:spLocks noChangeArrowheads="1"/>
            </p:cNvSpPr>
            <p:nvPr/>
          </p:nvSpPr>
          <p:spPr bwMode="auto">
            <a:xfrm>
              <a:off x="2245" y="2840"/>
              <a:ext cx="541" cy="259"/>
            </a:xfrm>
            <a:prstGeom prst="roundRect">
              <a:avLst>
                <a:gd name="adj" fmla="val 16667"/>
              </a:avLst>
            </a:prstGeom>
            <a:noFill/>
            <a:ln w="31750">
              <a:solidFill>
                <a:srgbClr val="0000FF"/>
              </a:solidFill>
              <a:round/>
              <a:headEnd/>
              <a:tailEnd/>
            </a:ln>
          </p:spPr>
          <p:txBody>
            <a:bodyPr wrap="none" anchor="ctr"/>
            <a:lstStyle/>
            <a:p>
              <a:pPr eaLnBrk="1" hangingPunct="1">
                <a:defRPr/>
              </a:pPr>
              <a:endParaRPr lang="ru-RU">
                <a:solidFill>
                  <a:schemeClr val="bg1"/>
                </a:solidFill>
                <a:latin typeface="+mj-lt"/>
                <a:cs typeface="Arial" charset="0"/>
              </a:endParaRPr>
            </a:p>
          </p:txBody>
        </p:sp>
        <p:sp>
          <p:nvSpPr>
            <p:cNvPr id="47136" name="AutoShape 28">
              <a:extLst>
                <a:ext uri="{FF2B5EF4-FFF2-40B4-BE49-F238E27FC236}">
                  <a16:creationId xmlns:a16="http://schemas.microsoft.com/office/drawing/2014/main" id="{7A332278-41F8-4F5C-8825-34A978C911AD}"/>
                </a:ext>
              </a:extLst>
            </p:cNvPr>
            <p:cNvSpPr>
              <a:spLocks/>
            </p:cNvSpPr>
            <p:nvPr/>
          </p:nvSpPr>
          <p:spPr bwMode="auto">
            <a:xfrm>
              <a:off x="1381" y="3566"/>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solidFill>
                  <a:schemeClr val="bg1"/>
                </a:solidFill>
                <a:latin typeface="+mj-lt"/>
                <a:cs typeface="Arial" charset="0"/>
              </a:endParaRPr>
            </a:p>
          </p:txBody>
        </p:sp>
        <p:sp>
          <p:nvSpPr>
            <p:cNvPr id="47137" name="Rectangle 29">
              <a:extLst>
                <a:ext uri="{FF2B5EF4-FFF2-40B4-BE49-F238E27FC236}">
                  <a16:creationId xmlns:a16="http://schemas.microsoft.com/office/drawing/2014/main" id="{1D33883C-5335-4684-BCB2-BD4A22EC60FF}"/>
                </a:ext>
              </a:extLst>
            </p:cNvPr>
            <p:cNvSpPr>
              <a:spLocks noChangeArrowheads="1"/>
            </p:cNvSpPr>
            <p:nvPr/>
          </p:nvSpPr>
          <p:spPr bwMode="auto">
            <a:xfrm>
              <a:off x="3334" y="3294"/>
              <a:ext cx="328"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solidFill>
                    <a:schemeClr val="bg1"/>
                  </a:solidFill>
                  <a:latin typeface="+mj-lt"/>
                  <a:cs typeface="Arial" charset="0"/>
                </a:rPr>
                <a:t>q</a:t>
              </a:r>
              <a:r>
                <a:rPr lang="en-US" sz="1600" baseline="-25000">
                  <a:solidFill>
                    <a:schemeClr val="bg1"/>
                  </a:solidFill>
                  <a:latin typeface="+mj-lt"/>
                  <a:cs typeface="Arial" charset="0"/>
                </a:rPr>
                <a:t>2</a:t>
              </a:r>
              <a:endParaRPr lang="ru-RU" sz="1600">
                <a:solidFill>
                  <a:schemeClr val="bg1"/>
                </a:solidFill>
                <a:latin typeface="+mj-lt"/>
                <a:cs typeface="Arial" charset="0"/>
              </a:endParaRPr>
            </a:p>
          </p:txBody>
        </p:sp>
        <p:sp>
          <p:nvSpPr>
            <p:cNvPr id="47138" name="AutoShape 30">
              <a:extLst>
                <a:ext uri="{FF2B5EF4-FFF2-40B4-BE49-F238E27FC236}">
                  <a16:creationId xmlns:a16="http://schemas.microsoft.com/office/drawing/2014/main" id="{70CFA75C-25D3-4912-8692-4E37B628CB33}"/>
                </a:ext>
              </a:extLst>
            </p:cNvPr>
            <p:cNvSpPr>
              <a:spLocks/>
            </p:cNvSpPr>
            <p:nvPr/>
          </p:nvSpPr>
          <p:spPr bwMode="auto">
            <a:xfrm rot="10800000">
              <a:off x="3195" y="3204"/>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solidFill>
                  <a:schemeClr val="bg1"/>
                </a:solidFill>
                <a:latin typeface="+mj-lt"/>
                <a:cs typeface="Arial" charset="0"/>
              </a:endParaRPr>
            </a:p>
          </p:txBody>
        </p:sp>
        <p:sp>
          <p:nvSpPr>
            <p:cNvPr id="47139" name="AutoShape 31">
              <a:extLst>
                <a:ext uri="{FF2B5EF4-FFF2-40B4-BE49-F238E27FC236}">
                  <a16:creationId xmlns:a16="http://schemas.microsoft.com/office/drawing/2014/main" id="{8307699E-807B-467E-8624-742E5391A160}"/>
                </a:ext>
              </a:extLst>
            </p:cNvPr>
            <p:cNvSpPr>
              <a:spLocks/>
            </p:cNvSpPr>
            <p:nvPr/>
          </p:nvSpPr>
          <p:spPr bwMode="auto">
            <a:xfrm rot="-5400000">
              <a:off x="2400" y="4014"/>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solidFill>
                  <a:schemeClr val="bg1"/>
                </a:solidFill>
                <a:latin typeface="+mj-lt"/>
                <a:cs typeface="Arial" charset="0"/>
              </a:endParaRPr>
            </a:p>
          </p:txBody>
        </p:sp>
        <p:sp>
          <p:nvSpPr>
            <p:cNvPr id="47140" name="Rectangle 32">
              <a:extLst>
                <a:ext uri="{FF2B5EF4-FFF2-40B4-BE49-F238E27FC236}">
                  <a16:creationId xmlns:a16="http://schemas.microsoft.com/office/drawing/2014/main" id="{4904BE7A-A52C-4E14-84F8-411F8A615D6E}"/>
                </a:ext>
              </a:extLst>
            </p:cNvPr>
            <p:cNvSpPr>
              <a:spLocks noChangeArrowheads="1"/>
            </p:cNvSpPr>
            <p:nvPr/>
          </p:nvSpPr>
          <p:spPr bwMode="auto">
            <a:xfrm>
              <a:off x="2517" y="2840"/>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1</a:t>
              </a:r>
            </a:p>
          </p:txBody>
        </p:sp>
        <p:sp>
          <p:nvSpPr>
            <p:cNvPr id="47141" name="Rectangle 33">
              <a:extLst>
                <a:ext uri="{FF2B5EF4-FFF2-40B4-BE49-F238E27FC236}">
                  <a16:creationId xmlns:a16="http://schemas.microsoft.com/office/drawing/2014/main" id="{B23DB259-7E95-4B68-80D2-FF6C3E7419D6}"/>
                </a:ext>
              </a:extLst>
            </p:cNvPr>
            <p:cNvSpPr>
              <a:spLocks noChangeArrowheads="1"/>
            </p:cNvSpPr>
            <p:nvPr/>
          </p:nvSpPr>
          <p:spPr bwMode="auto">
            <a:xfrm>
              <a:off x="2813" y="3137"/>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1</a:t>
              </a:r>
            </a:p>
          </p:txBody>
        </p:sp>
        <p:sp>
          <p:nvSpPr>
            <p:cNvPr id="47142" name="Rectangle 34">
              <a:extLst>
                <a:ext uri="{FF2B5EF4-FFF2-40B4-BE49-F238E27FC236}">
                  <a16:creationId xmlns:a16="http://schemas.microsoft.com/office/drawing/2014/main" id="{7ED4B1D9-3111-4E2A-BF12-2C04D4E99078}"/>
                </a:ext>
              </a:extLst>
            </p:cNvPr>
            <p:cNvSpPr>
              <a:spLocks noChangeArrowheads="1"/>
            </p:cNvSpPr>
            <p:nvPr/>
          </p:nvSpPr>
          <p:spPr bwMode="auto">
            <a:xfrm>
              <a:off x="2813" y="2854"/>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1</a:t>
              </a:r>
            </a:p>
          </p:txBody>
        </p:sp>
        <p:sp>
          <p:nvSpPr>
            <p:cNvPr id="47143" name="Rectangle 35">
              <a:extLst>
                <a:ext uri="{FF2B5EF4-FFF2-40B4-BE49-F238E27FC236}">
                  <a16:creationId xmlns:a16="http://schemas.microsoft.com/office/drawing/2014/main" id="{514977F3-2C57-48E8-81D0-CA47ED27AAF6}"/>
                </a:ext>
              </a:extLst>
            </p:cNvPr>
            <p:cNvSpPr>
              <a:spLocks noChangeArrowheads="1"/>
            </p:cNvSpPr>
            <p:nvPr/>
          </p:nvSpPr>
          <p:spPr bwMode="auto">
            <a:xfrm>
              <a:off x="2835" y="3475"/>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solidFill>
                    <a:schemeClr val="bg1"/>
                  </a:solidFill>
                  <a:latin typeface="+mj-lt"/>
                  <a:cs typeface="Arial" charset="0"/>
                </a:rPr>
                <a:t>-</a:t>
              </a:r>
            </a:p>
          </p:txBody>
        </p:sp>
        <p:sp>
          <p:nvSpPr>
            <p:cNvPr id="47144" name="AutoShape 36">
              <a:extLst>
                <a:ext uri="{FF2B5EF4-FFF2-40B4-BE49-F238E27FC236}">
                  <a16:creationId xmlns:a16="http://schemas.microsoft.com/office/drawing/2014/main" id="{733CD3A0-6963-4F2B-BF64-308E2B05302E}"/>
                </a:ext>
              </a:extLst>
            </p:cNvPr>
            <p:cNvSpPr>
              <a:spLocks/>
            </p:cNvSpPr>
            <p:nvPr/>
          </p:nvSpPr>
          <p:spPr bwMode="auto">
            <a:xfrm rot="5400000">
              <a:off x="2621" y="2606"/>
              <a:ext cx="368" cy="582"/>
            </a:xfrm>
            <a:prstGeom prst="rightBracket">
              <a:avLst>
                <a:gd name="adj" fmla="val 13179"/>
              </a:avLst>
            </a:prstGeom>
            <a:noFill/>
            <a:ln w="25400">
              <a:solidFill>
                <a:schemeClr val="bg1"/>
              </a:solidFill>
              <a:round/>
              <a:headEnd/>
              <a:tailEnd/>
            </a:ln>
          </p:spPr>
          <p:txBody>
            <a:bodyPr wrap="none" anchor="ctr"/>
            <a:lstStyle/>
            <a:p>
              <a:pPr eaLnBrk="1" hangingPunct="1">
                <a:defRPr/>
              </a:pPr>
              <a:endParaRPr lang="ru-RU" sz="1600">
                <a:solidFill>
                  <a:schemeClr val="bg1"/>
                </a:solidFill>
                <a:latin typeface="+mj-lt"/>
                <a:cs typeface="Arial" charset="0"/>
              </a:endParaRPr>
            </a:p>
          </p:txBody>
        </p:sp>
        <p:sp>
          <p:nvSpPr>
            <p:cNvPr id="47145" name="AutoShape 37">
              <a:extLst>
                <a:ext uri="{FF2B5EF4-FFF2-40B4-BE49-F238E27FC236}">
                  <a16:creationId xmlns:a16="http://schemas.microsoft.com/office/drawing/2014/main" id="{A0561F84-EF6F-4EAB-8B08-0CB5A7896FFD}"/>
                </a:ext>
              </a:extLst>
            </p:cNvPr>
            <p:cNvSpPr>
              <a:spLocks/>
            </p:cNvSpPr>
            <p:nvPr/>
          </p:nvSpPr>
          <p:spPr bwMode="auto">
            <a:xfrm rot="-5400000">
              <a:off x="2632" y="3755"/>
              <a:ext cx="368" cy="582"/>
            </a:xfrm>
            <a:prstGeom prst="rightBracket">
              <a:avLst>
                <a:gd name="adj" fmla="val 13179"/>
              </a:avLst>
            </a:prstGeom>
            <a:noFill/>
            <a:ln w="25400">
              <a:solidFill>
                <a:schemeClr val="bg1"/>
              </a:solidFill>
              <a:round/>
              <a:headEnd/>
              <a:tailEnd/>
            </a:ln>
          </p:spPr>
          <p:txBody>
            <a:bodyPr wrap="none" anchor="ctr"/>
            <a:lstStyle/>
            <a:p>
              <a:pPr eaLnBrk="1" hangingPunct="1">
                <a:defRPr/>
              </a:pPr>
              <a:endParaRPr lang="ru-RU" sz="1600">
                <a:solidFill>
                  <a:schemeClr val="bg1"/>
                </a:solidFill>
                <a:latin typeface="+mj-lt"/>
                <a:cs typeface="Arial" charset="0"/>
              </a:endParaRPr>
            </a:p>
          </p:txBody>
        </p:sp>
        <p:sp>
          <p:nvSpPr>
            <p:cNvPr id="47146" name="Rectangle 38">
              <a:extLst>
                <a:ext uri="{FF2B5EF4-FFF2-40B4-BE49-F238E27FC236}">
                  <a16:creationId xmlns:a16="http://schemas.microsoft.com/office/drawing/2014/main" id="{3C1C9729-3E49-46CA-A4EB-82C70FEC6444}"/>
                </a:ext>
              </a:extLst>
            </p:cNvPr>
            <p:cNvSpPr>
              <a:spLocks noChangeArrowheads="1"/>
            </p:cNvSpPr>
            <p:nvPr/>
          </p:nvSpPr>
          <p:spPr bwMode="auto">
            <a:xfrm>
              <a:off x="1114" y="3652"/>
              <a:ext cx="328"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solidFill>
                    <a:schemeClr val="bg1"/>
                  </a:solidFill>
                  <a:latin typeface="+mj-lt"/>
                  <a:cs typeface="Arial" charset="0"/>
                </a:rPr>
                <a:t>q</a:t>
              </a:r>
              <a:r>
                <a:rPr lang="en-US" sz="1600" baseline="-25000">
                  <a:solidFill>
                    <a:schemeClr val="bg1"/>
                  </a:solidFill>
                  <a:latin typeface="+mj-lt"/>
                  <a:cs typeface="Arial" charset="0"/>
                </a:rPr>
                <a:t>1</a:t>
              </a:r>
              <a:endParaRPr lang="ru-RU" sz="1600">
                <a:solidFill>
                  <a:schemeClr val="bg1"/>
                </a:solidFill>
                <a:latin typeface="+mj-lt"/>
                <a:cs typeface="Arial" charset="0"/>
              </a:endParaRPr>
            </a:p>
          </p:txBody>
        </p:sp>
      </p:grpSp>
      <p:sp>
        <p:nvSpPr>
          <p:cNvPr id="55301" name="Text Box 39">
            <a:extLst>
              <a:ext uri="{FF2B5EF4-FFF2-40B4-BE49-F238E27FC236}">
                <a16:creationId xmlns:a16="http://schemas.microsoft.com/office/drawing/2014/main" id="{7148A1E3-D854-4C1F-C68C-990024194B36}"/>
              </a:ext>
            </a:extLst>
          </p:cNvPr>
          <p:cNvSpPr txBox="1">
            <a:spLocks noChangeArrowheads="1"/>
          </p:cNvSpPr>
          <p:nvPr/>
        </p:nvSpPr>
        <p:spPr bwMode="auto">
          <a:xfrm>
            <a:off x="6175375" y="2832101"/>
            <a:ext cx="3671888"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1</a:t>
            </a:r>
            <a:r>
              <a:rPr lang="en-US" altLang="en-US" sz="2000"/>
              <a:t>* =q</a:t>
            </a:r>
            <a:r>
              <a:rPr lang="en-US" altLang="en-US" sz="2000" baseline="-25000"/>
              <a:t>2</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1</a:t>
            </a:r>
            <a:r>
              <a:rPr lang="en-US" altLang="en-US" sz="2000">
                <a:sym typeface="Symbol" panose="05050102010706020507" pitchFamily="18" charset="2"/>
              </a:rPr>
              <a:t>x</a:t>
            </a:r>
          </a:p>
          <a:p>
            <a:pPr eaLnBrk="1" hangingPunct="1">
              <a:spcBef>
                <a:spcPct val="50000"/>
              </a:spcBef>
            </a:pP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 = q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x+q</a:t>
            </a:r>
            <a:r>
              <a:rPr lang="en-US" altLang="en-US" sz="2000" baseline="-25000">
                <a:sym typeface="Symbol" panose="05050102010706020507" pitchFamily="18" charset="2"/>
              </a:rPr>
              <a:t>3</a:t>
            </a:r>
            <a:r>
              <a:rPr lang="en-US" altLang="en-US" sz="2000">
                <a:sym typeface="Symbol" panose="05050102010706020507" pitchFamily="18" charset="2"/>
              </a:rPr>
              <a:t>x</a:t>
            </a:r>
          </a:p>
          <a:p>
            <a:pPr eaLnBrk="1" hangingPunct="1">
              <a:spcBef>
                <a:spcPct val="50000"/>
              </a:spcBef>
            </a:pP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a:t>
            </a:r>
            <a:r>
              <a:rPr lang="en-US" altLang="en-US" sz="2000" baseline="-25000">
                <a:sym typeface="Symbol" panose="05050102010706020507" pitchFamily="18" charset="2"/>
              </a:rPr>
              <a:t> </a:t>
            </a:r>
            <a:r>
              <a:rPr lang="en-US" altLang="en-US" sz="2000">
                <a:sym typeface="Symbol" panose="05050102010706020507" pitchFamily="18" charset="2"/>
              </a:rPr>
              <a:t>= q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x+q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a:t>
            </a:r>
          </a:p>
          <a:p>
            <a:pPr eaLnBrk="1" hangingPunct="1">
              <a:spcBef>
                <a:spcPct val="50000"/>
              </a:spcBef>
            </a:pPr>
            <a:r>
              <a:rPr lang="en-US" altLang="en-US" sz="2000">
                <a:sym typeface="Symbol" panose="05050102010706020507" pitchFamily="18" charset="2"/>
              </a:rPr>
              <a:t>Static hazards are removed</a:t>
            </a:r>
          </a:p>
        </p:txBody>
      </p:sp>
      <p:sp>
        <p:nvSpPr>
          <p:cNvPr id="55302" name="Text Box 40">
            <a:extLst>
              <a:ext uri="{FF2B5EF4-FFF2-40B4-BE49-F238E27FC236}">
                <a16:creationId xmlns:a16="http://schemas.microsoft.com/office/drawing/2014/main" id="{62B48251-A9B8-1A6A-1321-992B3591D930}"/>
              </a:ext>
            </a:extLst>
          </p:cNvPr>
          <p:cNvSpPr txBox="1">
            <a:spLocks noChangeArrowheads="1"/>
          </p:cNvSpPr>
          <p:nvPr/>
        </p:nvSpPr>
        <p:spPr bwMode="auto">
          <a:xfrm>
            <a:off x="6103939" y="2133601"/>
            <a:ext cx="406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Next state functions q</a:t>
            </a:r>
            <a:r>
              <a:rPr lang="en-US" altLang="en-US" sz="2000" baseline="-25000"/>
              <a:t>1</a:t>
            </a:r>
            <a:r>
              <a:rPr lang="en-US" altLang="en-US" sz="2000"/>
              <a:t>*,q</a:t>
            </a:r>
            <a:r>
              <a:rPr lang="en-US" altLang="en-US" sz="2000" baseline="-25000"/>
              <a:t>2</a:t>
            </a:r>
            <a:r>
              <a:rPr lang="en-US" altLang="en-US" sz="2000"/>
              <a:t>*</a:t>
            </a:r>
            <a:r>
              <a:rPr lang="en-US" altLang="en-US" sz="2000" baseline="-25000"/>
              <a:t> </a:t>
            </a:r>
            <a:r>
              <a:rPr lang="en-US" altLang="en-US" sz="2000"/>
              <a:t>,q</a:t>
            </a:r>
            <a:r>
              <a:rPr lang="en-US" altLang="en-US" sz="2000" baseline="-25000"/>
              <a:t>3</a:t>
            </a:r>
            <a:r>
              <a:rPr lang="en-US" altLang="en-US" sz="2000"/>
              <a:t>*.</a:t>
            </a:r>
            <a:endParaRPr lang="ru-RU" altLang="en-US" sz="2000"/>
          </a:p>
        </p:txBody>
      </p:sp>
      <p:sp>
        <p:nvSpPr>
          <p:cNvPr id="3" name="Text Box 161">
            <a:extLst>
              <a:ext uri="{FF2B5EF4-FFF2-40B4-BE49-F238E27FC236}">
                <a16:creationId xmlns:a16="http://schemas.microsoft.com/office/drawing/2014/main" id="{5AAF7B19-69D5-49FF-8DFF-9921D4E5A05E}"/>
              </a:ext>
            </a:extLst>
          </p:cNvPr>
          <p:cNvSpPr txBox="1">
            <a:spLocks noChangeArrowheads="1"/>
          </p:cNvSpPr>
          <p:nvPr/>
        </p:nvSpPr>
        <p:spPr bwMode="auto">
          <a:xfrm>
            <a:off x="3348038" y="2100264"/>
            <a:ext cx="2519362" cy="369887"/>
          </a:xfrm>
          <a:prstGeom prst="rect">
            <a:avLst/>
          </a:prstGeom>
          <a:noFill/>
          <a:ln w="9525">
            <a:noFill/>
            <a:miter lim="800000"/>
            <a:headEnd/>
            <a:tailEnd/>
          </a:ln>
        </p:spPr>
        <p:txBody>
          <a:bodyPr>
            <a:spAutoFit/>
          </a:bodyPr>
          <a:lstStyle/>
          <a:p>
            <a:pPr eaLnBrk="1" hangingPunct="1">
              <a:spcBef>
                <a:spcPct val="50000"/>
              </a:spcBef>
              <a:defRPr/>
            </a:pPr>
            <a:r>
              <a:rPr lang="en-US" dirty="0">
                <a:latin typeface="+mj-lt"/>
                <a:cs typeface="Arial" charset="0"/>
              </a:rPr>
              <a:t>q</a:t>
            </a:r>
            <a:r>
              <a:rPr lang="en-US" baseline="-25000" dirty="0">
                <a:latin typeface="+mj-lt"/>
                <a:cs typeface="Arial" charset="0"/>
              </a:rPr>
              <a:t>3</a:t>
            </a:r>
            <a:r>
              <a:rPr lang="en-US" dirty="0">
                <a:latin typeface="+mj-lt"/>
                <a:cs typeface="Arial" charset="0"/>
              </a:rPr>
              <a:t>x 00  01    11     10</a:t>
            </a:r>
          </a:p>
        </p:txBody>
      </p:sp>
      <p:sp>
        <p:nvSpPr>
          <p:cNvPr id="47111" name="Text Box 208">
            <a:extLst>
              <a:ext uri="{FF2B5EF4-FFF2-40B4-BE49-F238E27FC236}">
                <a16:creationId xmlns:a16="http://schemas.microsoft.com/office/drawing/2014/main" id="{D4E24170-983B-4076-B9A8-A6FC9B315A63}"/>
              </a:ext>
            </a:extLst>
          </p:cNvPr>
          <p:cNvSpPr txBox="1">
            <a:spLocks noChangeArrowheads="1"/>
          </p:cNvSpPr>
          <p:nvPr/>
        </p:nvSpPr>
        <p:spPr bwMode="auto">
          <a:xfrm>
            <a:off x="5380038" y="1919288"/>
            <a:ext cx="792162" cy="400050"/>
          </a:xfrm>
          <a:prstGeom prst="rect">
            <a:avLst/>
          </a:prstGeom>
          <a:noFill/>
          <a:ln w="9525">
            <a:noFill/>
            <a:miter lim="800000"/>
            <a:headEnd/>
            <a:tailEnd/>
          </a:ln>
        </p:spPr>
        <p:txBody>
          <a:bodyPr>
            <a:spAutoFit/>
          </a:bodyPr>
          <a:lstStyle/>
          <a:p>
            <a:pPr rtl="1" eaLnBrk="1" hangingPunct="1">
              <a:spcBef>
                <a:spcPct val="50000"/>
              </a:spcBef>
              <a:defRPr/>
            </a:pPr>
            <a:r>
              <a:rPr lang="en-US" sz="2000" dirty="0">
                <a:latin typeface="+mj-lt"/>
                <a:cs typeface="Arial" charset="0"/>
              </a:rPr>
              <a:t>q</a:t>
            </a:r>
            <a:r>
              <a:rPr lang="en-US" sz="2000" baseline="-25000" dirty="0">
                <a:latin typeface="+mj-lt"/>
                <a:cs typeface="Arial" charset="0"/>
              </a:rPr>
              <a:t>3</a:t>
            </a:r>
            <a:r>
              <a:rPr lang="en-US" sz="2000" dirty="0">
                <a:latin typeface="+mj-lt"/>
                <a:cs typeface="Arial" charset="0"/>
              </a:rPr>
              <a:t>*</a:t>
            </a:r>
          </a:p>
        </p:txBody>
      </p:sp>
      <p:sp>
        <p:nvSpPr>
          <p:cNvPr id="55305" name="AutoShape 43">
            <a:extLst>
              <a:ext uri="{FF2B5EF4-FFF2-40B4-BE49-F238E27FC236}">
                <a16:creationId xmlns:a16="http://schemas.microsoft.com/office/drawing/2014/main" id="{5DEB60EF-AB97-998A-952E-E684692E07D5}"/>
              </a:ext>
            </a:extLst>
          </p:cNvPr>
          <p:cNvSpPr>
            <a:spLocks/>
          </p:cNvSpPr>
          <p:nvPr/>
        </p:nvSpPr>
        <p:spPr bwMode="auto">
          <a:xfrm rot="5400000">
            <a:off x="4811713" y="1639888"/>
            <a:ext cx="215900" cy="708025"/>
          </a:xfrm>
          <a:prstGeom prst="leftBrace">
            <a:avLst>
              <a:gd name="adj1" fmla="val 273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5306" name="Rectangle 44">
            <a:extLst>
              <a:ext uri="{FF2B5EF4-FFF2-40B4-BE49-F238E27FC236}">
                <a16:creationId xmlns:a16="http://schemas.microsoft.com/office/drawing/2014/main" id="{C6BACDA9-4AC0-DDA4-07FC-A3E79D807C0C}"/>
              </a:ext>
            </a:extLst>
          </p:cNvPr>
          <p:cNvSpPr>
            <a:spLocks noChangeArrowheads="1"/>
          </p:cNvSpPr>
          <p:nvPr/>
        </p:nvSpPr>
        <p:spPr bwMode="auto">
          <a:xfrm>
            <a:off x="4114800" y="4800601"/>
            <a:ext cx="5207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rgbClr val="0000FF"/>
              </a:buClr>
              <a:buSzPct val="100000"/>
              <a:buFont typeface="Arial" panose="020B0604020202020204" pitchFamily="34" charset="0"/>
              <a:buNone/>
            </a:pPr>
            <a:r>
              <a:rPr lang="en-US" altLang="en-US" b="1"/>
              <a:t>x</a:t>
            </a:r>
            <a:endParaRPr lang="ru-RU" altLang="en-US" b="1"/>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a:extLst>
              <a:ext uri="{FF2B5EF4-FFF2-40B4-BE49-F238E27FC236}">
                <a16:creationId xmlns:a16="http://schemas.microsoft.com/office/drawing/2014/main" id="{303D59AE-7FB6-AB65-FDE3-DBE6F3EC7348}"/>
              </a:ext>
            </a:extLst>
          </p:cNvPr>
          <p:cNvSpPr>
            <a:spLocks noGrp="1" noChangeArrowheads="1"/>
          </p:cNvSpPr>
          <p:nvPr>
            <p:ph type="title"/>
          </p:nvPr>
        </p:nvSpPr>
        <p:spPr/>
        <p:txBody>
          <a:bodyPr/>
          <a:lstStyle/>
          <a:p>
            <a:r>
              <a:rPr lang="en-US" altLang="en-US"/>
              <a:t>Counter Circuit</a:t>
            </a:r>
            <a:endParaRPr lang="ru-RU" altLang="en-US"/>
          </a:p>
        </p:txBody>
      </p:sp>
      <p:grpSp>
        <p:nvGrpSpPr>
          <p:cNvPr id="56323" name="Group 121">
            <a:extLst>
              <a:ext uri="{FF2B5EF4-FFF2-40B4-BE49-F238E27FC236}">
                <a16:creationId xmlns:a16="http://schemas.microsoft.com/office/drawing/2014/main" id="{50810BFC-FEBF-640E-07A0-3AF39075B4FA}"/>
              </a:ext>
            </a:extLst>
          </p:cNvPr>
          <p:cNvGrpSpPr>
            <a:grpSpLocks/>
          </p:cNvGrpSpPr>
          <p:nvPr/>
        </p:nvGrpSpPr>
        <p:grpSpPr bwMode="auto">
          <a:xfrm>
            <a:off x="3594100" y="914400"/>
            <a:ext cx="4521200" cy="5030812"/>
            <a:chOff x="2102254" y="914400"/>
            <a:chExt cx="4521314" cy="5030811"/>
          </a:xfrm>
        </p:grpSpPr>
        <p:sp>
          <p:nvSpPr>
            <p:cNvPr id="56324" name="AutoShape 91">
              <a:extLst>
                <a:ext uri="{FF2B5EF4-FFF2-40B4-BE49-F238E27FC236}">
                  <a16:creationId xmlns:a16="http://schemas.microsoft.com/office/drawing/2014/main" id="{22465658-973C-F9CB-F30B-636ED141BB63}"/>
                </a:ext>
              </a:extLst>
            </p:cNvPr>
            <p:cNvSpPr>
              <a:spLocks noChangeArrowheads="1"/>
            </p:cNvSpPr>
            <p:nvPr/>
          </p:nvSpPr>
          <p:spPr bwMode="auto">
            <a:xfrm>
              <a:off x="3855474" y="1163137"/>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25" name="Oval 90">
              <a:extLst>
                <a:ext uri="{FF2B5EF4-FFF2-40B4-BE49-F238E27FC236}">
                  <a16:creationId xmlns:a16="http://schemas.microsoft.com/office/drawing/2014/main" id="{3F224EFC-A881-41AA-B252-8D1828F04106}"/>
                </a:ext>
              </a:extLst>
            </p:cNvPr>
            <p:cNvSpPr>
              <a:spLocks noChangeArrowheads="1"/>
            </p:cNvSpPr>
            <p:nvPr/>
          </p:nvSpPr>
          <p:spPr bwMode="auto">
            <a:xfrm>
              <a:off x="4313805" y="1339702"/>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26" name="Oval 90">
              <a:extLst>
                <a:ext uri="{FF2B5EF4-FFF2-40B4-BE49-F238E27FC236}">
                  <a16:creationId xmlns:a16="http://schemas.microsoft.com/office/drawing/2014/main" id="{5796DD06-2680-7E79-4EFD-B14385E4BC7D}"/>
                </a:ext>
              </a:extLst>
            </p:cNvPr>
            <p:cNvSpPr>
              <a:spLocks noChangeArrowheads="1"/>
            </p:cNvSpPr>
            <p:nvPr/>
          </p:nvSpPr>
          <p:spPr bwMode="auto">
            <a:xfrm>
              <a:off x="4302660" y="1813979"/>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27" name="AutoShape 91">
              <a:extLst>
                <a:ext uri="{FF2B5EF4-FFF2-40B4-BE49-F238E27FC236}">
                  <a16:creationId xmlns:a16="http://schemas.microsoft.com/office/drawing/2014/main" id="{B911CFE5-0F81-8FEC-A25B-1D7BEC85D74B}"/>
                </a:ext>
              </a:extLst>
            </p:cNvPr>
            <p:cNvSpPr>
              <a:spLocks noChangeArrowheads="1"/>
            </p:cNvSpPr>
            <p:nvPr/>
          </p:nvSpPr>
          <p:spPr bwMode="auto">
            <a:xfrm>
              <a:off x="3859653" y="1641280"/>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28" name="Oval 90">
              <a:extLst>
                <a:ext uri="{FF2B5EF4-FFF2-40B4-BE49-F238E27FC236}">
                  <a16:creationId xmlns:a16="http://schemas.microsoft.com/office/drawing/2014/main" id="{7D908ED0-2EDC-CDE8-67FA-31BDB70F5CCF}"/>
                </a:ext>
              </a:extLst>
            </p:cNvPr>
            <p:cNvSpPr>
              <a:spLocks noChangeArrowheads="1"/>
            </p:cNvSpPr>
            <p:nvPr/>
          </p:nvSpPr>
          <p:spPr bwMode="auto">
            <a:xfrm>
              <a:off x="4302660" y="2288255"/>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29" name="AutoShape 91">
              <a:extLst>
                <a:ext uri="{FF2B5EF4-FFF2-40B4-BE49-F238E27FC236}">
                  <a16:creationId xmlns:a16="http://schemas.microsoft.com/office/drawing/2014/main" id="{E2C89184-6AFC-ABA8-834D-6E36145569EA}"/>
                </a:ext>
              </a:extLst>
            </p:cNvPr>
            <p:cNvSpPr>
              <a:spLocks noChangeArrowheads="1"/>
            </p:cNvSpPr>
            <p:nvPr/>
          </p:nvSpPr>
          <p:spPr bwMode="auto">
            <a:xfrm>
              <a:off x="3859653" y="2115557"/>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0" name="AutoShape 91">
              <a:extLst>
                <a:ext uri="{FF2B5EF4-FFF2-40B4-BE49-F238E27FC236}">
                  <a16:creationId xmlns:a16="http://schemas.microsoft.com/office/drawing/2014/main" id="{C03797DE-628F-C219-EC71-650DAE4A6085}"/>
                </a:ext>
              </a:extLst>
            </p:cNvPr>
            <p:cNvSpPr>
              <a:spLocks noChangeArrowheads="1"/>
            </p:cNvSpPr>
            <p:nvPr/>
          </p:nvSpPr>
          <p:spPr bwMode="auto">
            <a:xfrm>
              <a:off x="3866619" y="2709691"/>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1" name="Oval 90">
              <a:extLst>
                <a:ext uri="{FF2B5EF4-FFF2-40B4-BE49-F238E27FC236}">
                  <a16:creationId xmlns:a16="http://schemas.microsoft.com/office/drawing/2014/main" id="{7ED59631-A058-D8E4-A3CB-02075495A300}"/>
                </a:ext>
              </a:extLst>
            </p:cNvPr>
            <p:cNvSpPr>
              <a:spLocks noChangeArrowheads="1"/>
            </p:cNvSpPr>
            <p:nvPr/>
          </p:nvSpPr>
          <p:spPr bwMode="auto">
            <a:xfrm>
              <a:off x="4324950" y="2886256"/>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2" name="Oval 90">
              <a:extLst>
                <a:ext uri="{FF2B5EF4-FFF2-40B4-BE49-F238E27FC236}">
                  <a16:creationId xmlns:a16="http://schemas.microsoft.com/office/drawing/2014/main" id="{674AD61B-8C2B-B328-03A8-6682E1B5F7B3}"/>
                </a:ext>
              </a:extLst>
            </p:cNvPr>
            <p:cNvSpPr>
              <a:spLocks noChangeArrowheads="1"/>
            </p:cNvSpPr>
            <p:nvPr/>
          </p:nvSpPr>
          <p:spPr bwMode="auto">
            <a:xfrm>
              <a:off x="4313805" y="3360533"/>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3" name="AutoShape 91">
              <a:extLst>
                <a:ext uri="{FF2B5EF4-FFF2-40B4-BE49-F238E27FC236}">
                  <a16:creationId xmlns:a16="http://schemas.microsoft.com/office/drawing/2014/main" id="{526270A2-E42A-13F2-64EF-55FCAA9ACEC7}"/>
                </a:ext>
              </a:extLst>
            </p:cNvPr>
            <p:cNvSpPr>
              <a:spLocks noChangeArrowheads="1"/>
            </p:cNvSpPr>
            <p:nvPr/>
          </p:nvSpPr>
          <p:spPr bwMode="auto">
            <a:xfrm>
              <a:off x="3870798" y="3187834"/>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4" name="Oval 90">
              <a:extLst>
                <a:ext uri="{FF2B5EF4-FFF2-40B4-BE49-F238E27FC236}">
                  <a16:creationId xmlns:a16="http://schemas.microsoft.com/office/drawing/2014/main" id="{8CE116AF-540E-C7FF-C1FC-2575D5FD1465}"/>
                </a:ext>
              </a:extLst>
            </p:cNvPr>
            <p:cNvSpPr>
              <a:spLocks noChangeArrowheads="1"/>
            </p:cNvSpPr>
            <p:nvPr/>
          </p:nvSpPr>
          <p:spPr bwMode="auto">
            <a:xfrm>
              <a:off x="4313805" y="3834809"/>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5" name="AutoShape 91">
              <a:extLst>
                <a:ext uri="{FF2B5EF4-FFF2-40B4-BE49-F238E27FC236}">
                  <a16:creationId xmlns:a16="http://schemas.microsoft.com/office/drawing/2014/main" id="{21B2FDB7-BC3E-5D3C-7674-7C52D1F056A7}"/>
                </a:ext>
              </a:extLst>
            </p:cNvPr>
            <p:cNvSpPr>
              <a:spLocks noChangeArrowheads="1"/>
            </p:cNvSpPr>
            <p:nvPr/>
          </p:nvSpPr>
          <p:spPr bwMode="auto">
            <a:xfrm>
              <a:off x="3870798" y="3662111"/>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6" name="AutoShape 91">
              <a:extLst>
                <a:ext uri="{FF2B5EF4-FFF2-40B4-BE49-F238E27FC236}">
                  <a16:creationId xmlns:a16="http://schemas.microsoft.com/office/drawing/2014/main" id="{CF600EF1-1853-13BF-9F92-BB3CA5B6628B}"/>
                </a:ext>
              </a:extLst>
            </p:cNvPr>
            <p:cNvSpPr>
              <a:spLocks noChangeArrowheads="1"/>
            </p:cNvSpPr>
            <p:nvPr/>
          </p:nvSpPr>
          <p:spPr bwMode="auto">
            <a:xfrm>
              <a:off x="3873585" y="4249801"/>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7" name="Oval 90">
              <a:extLst>
                <a:ext uri="{FF2B5EF4-FFF2-40B4-BE49-F238E27FC236}">
                  <a16:creationId xmlns:a16="http://schemas.microsoft.com/office/drawing/2014/main" id="{206F5144-373C-EA68-9595-FA315B86F181}"/>
                </a:ext>
              </a:extLst>
            </p:cNvPr>
            <p:cNvSpPr>
              <a:spLocks noChangeArrowheads="1"/>
            </p:cNvSpPr>
            <p:nvPr/>
          </p:nvSpPr>
          <p:spPr bwMode="auto">
            <a:xfrm>
              <a:off x="4331915" y="4426366"/>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8" name="Oval 90">
              <a:extLst>
                <a:ext uri="{FF2B5EF4-FFF2-40B4-BE49-F238E27FC236}">
                  <a16:creationId xmlns:a16="http://schemas.microsoft.com/office/drawing/2014/main" id="{1C873CAC-8F63-D1FB-3823-E18B458A5941}"/>
                </a:ext>
              </a:extLst>
            </p:cNvPr>
            <p:cNvSpPr>
              <a:spLocks noChangeArrowheads="1"/>
            </p:cNvSpPr>
            <p:nvPr/>
          </p:nvSpPr>
          <p:spPr bwMode="auto">
            <a:xfrm>
              <a:off x="4320770" y="4900643"/>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39" name="AutoShape 91">
              <a:extLst>
                <a:ext uri="{FF2B5EF4-FFF2-40B4-BE49-F238E27FC236}">
                  <a16:creationId xmlns:a16="http://schemas.microsoft.com/office/drawing/2014/main" id="{4BCB5402-24EF-E687-525D-10218E06765E}"/>
                </a:ext>
              </a:extLst>
            </p:cNvPr>
            <p:cNvSpPr>
              <a:spLocks noChangeArrowheads="1"/>
            </p:cNvSpPr>
            <p:nvPr/>
          </p:nvSpPr>
          <p:spPr bwMode="auto">
            <a:xfrm>
              <a:off x="3877764" y="4727944"/>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0" name="AutoShape 91">
              <a:extLst>
                <a:ext uri="{FF2B5EF4-FFF2-40B4-BE49-F238E27FC236}">
                  <a16:creationId xmlns:a16="http://schemas.microsoft.com/office/drawing/2014/main" id="{8157F12D-618C-92BD-6829-954AB9A0044F}"/>
                </a:ext>
              </a:extLst>
            </p:cNvPr>
            <p:cNvSpPr>
              <a:spLocks noChangeArrowheads="1"/>
            </p:cNvSpPr>
            <p:nvPr/>
          </p:nvSpPr>
          <p:spPr bwMode="auto">
            <a:xfrm>
              <a:off x="5343307" y="1656746"/>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1" name="Oval 90">
              <a:extLst>
                <a:ext uri="{FF2B5EF4-FFF2-40B4-BE49-F238E27FC236}">
                  <a16:creationId xmlns:a16="http://schemas.microsoft.com/office/drawing/2014/main" id="{818C6BC0-F4CC-505E-01E1-A8831DC79783}"/>
                </a:ext>
              </a:extLst>
            </p:cNvPr>
            <p:cNvSpPr>
              <a:spLocks noChangeArrowheads="1"/>
            </p:cNvSpPr>
            <p:nvPr/>
          </p:nvSpPr>
          <p:spPr bwMode="auto">
            <a:xfrm>
              <a:off x="5801638" y="1833311"/>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2" name="AutoShape 91">
              <a:extLst>
                <a:ext uri="{FF2B5EF4-FFF2-40B4-BE49-F238E27FC236}">
                  <a16:creationId xmlns:a16="http://schemas.microsoft.com/office/drawing/2014/main" id="{0584B9D7-2643-EFAD-3C36-7DD4CB3E835D}"/>
                </a:ext>
              </a:extLst>
            </p:cNvPr>
            <p:cNvSpPr>
              <a:spLocks noChangeArrowheads="1"/>
            </p:cNvSpPr>
            <p:nvPr/>
          </p:nvSpPr>
          <p:spPr bwMode="auto">
            <a:xfrm>
              <a:off x="5323804" y="3198145"/>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3" name="Oval 90">
              <a:extLst>
                <a:ext uri="{FF2B5EF4-FFF2-40B4-BE49-F238E27FC236}">
                  <a16:creationId xmlns:a16="http://schemas.microsoft.com/office/drawing/2014/main" id="{4A5E4522-C0A2-93FF-17C9-97539B914CEE}"/>
                </a:ext>
              </a:extLst>
            </p:cNvPr>
            <p:cNvSpPr>
              <a:spLocks noChangeArrowheads="1"/>
            </p:cNvSpPr>
            <p:nvPr/>
          </p:nvSpPr>
          <p:spPr bwMode="auto">
            <a:xfrm>
              <a:off x="5782134" y="3374710"/>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4" name="AutoShape 91">
              <a:extLst>
                <a:ext uri="{FF2B5EF4-FFF2-40B4-BE49-F238E27FC236}">
                  <a16:creationId xmlns:a16="http://schemas.microsoft.com/office/drawing/2014/main" id="{117E82CF-A87D-077F-6072-6389F68AF049}"/>
                </a:ext>
              </a:extLst>
            </p:cNvPr>
            <p:cNvSpPr>
              <a:spLocks noChangeArrowheads="1"/>
            </p:cNvSpPr>
            <p:nvPr/>
          </p:nvSpPr>
          <p:spPr bwMode="auto">
            <a:xfrm>
              <a:off x="5339128" y="4713767"/>
              <a:ext cx="443006" cy="466544"/>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5" name="Oval 90">
              <a:extLst>
                <a:ext uri="{FF2B5EF4-FFF2-40B4-BE49-F238E27FC236}">
                  <a16:creationId xmlns:a16="http://schemas.microsoft.com/office/drawing/2014/main" id="{22B41F45-BD6E-1BEB-3B97-CBB39DEB00DD}"/>
                </a:ext>
              </a:extLst>
            </p:cNvPr>
            <p:cNvSpPr>
              <a:spLocks noChangeArrowheads="1"/>
            </p:cNvSpPr>
            <p:nvPr/>
          </p:nvSpPr>
          <p:spPr bwMode="auto">
            <a:xfrm>
              <a:off x="5797459" y="4890332"/>
              <a:ext cx="139310" cy="128879"/>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46" name="Line 28">
              <a:extLst>
                <a:ext uri="{FF2B5EF4-FFF2-40B4-BE49-F238E27FC236}">
                  <a16:creationId xmlns:a16="http://schemas.microsoft.com/office/drawing/2014/main" id="{7B234449-6432-C67B-7BBE-B19EB3511967}"/>
                </a:ext>
              </a:extLst>
            </p:cNvPr>
            <p:cNvSpPr>
              <a:spLocks noChangeShapeType="1"/>
            </p:cNvSpPr>
            <p:nvPr/>
          </p:nvSpPr>
          <p:spPr bwMode="auto">
            <a:xfrm flipV="1">
              <a:off x="6442465" y="914400"/>
              <a:ext cx="0" cy="46770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7" name="Line 29">
              <a:extLst>
                <a:ext uri="{FF2B5EF4-FFF2-40B4-BE49-F238E27FC236}">
                  <a16:creationId xmlns:a16="http://schemas.microsoft.com/office/drawing/2014/main" id="{47E4716E-858A-2A4D-5B24-77774B4BA4A6}"/>
                </a:ext>
              </a:extLst>
            </p:cNvPr>
            <p:cNvSpPr>
              <a:spLocks noChangeShapeType="1"/>
            </p:cNvSpPr>
            <p:nvPr/>
          </p:nvSpPr>
          <p:spPr bwMode="auto">
            <a:xfrm>
              <a:off x="5940948" y="4948328"/>
              <a:ext cx="48897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8" name="Line 30">
              <a:extLst>
                <a:ext uri="{FF2B5EF4-FFF2-40B4-BE49-F238E27FC236}">
                  <a16:creationId xmlns:a16="http://schemas.microsoft.com/office/drawing/2014/main" id="{E11D78BD-E022-FDDD-F006-0392EF975A1A}"/>
                </a:ext>
              </a:extLst>
            </p:cNvPr>
            <p:cNvSpPr>
              <a:spLocks noChangeShapeType="1"/>
            </p:cNvSpPr>
            <p:nvPr/>
          </p:nvSpPr>
          <p:spPr bwMode="auto">
            <a:xfrm>
              <a:off x="5929803" y="3439149"/>
              <a:ext cx="48897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9" name="Line 31">
              <a:extLst>
                <a:ext uri="{FF2B5EF4-FFF2-40B4-BE49-F238E27FC236}">
                  <a16:creationId xmlns:a16="http://schemas.microsoft.com/office/drawing/2014/main" id="{6A451AD2-BAA9-F981-6B21-576B571E3909}"/>
                </a:ext>
              </a:extLst>
            </p:cNvPr>
            <p:cNvSpPr>
              <a:spLocks noChangeShapeType="1"/>
            </p:cNvSpPr>
            <p:nvPr/>
          </p:nvSpPr>
          <p:spPr bwMode="auto">
            <a:xfrm>
              <a:off x="5952093" y="1891307"/>
              <a:ext cx="48897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0" name="Line 32">
              <a:extLst>
                <a:ext uri="{FF2B5EF4-FFF2-40B4-BE49-F238E27FC236}">
                  <a16:creationId xmlns:a16="http://schemas.microsoft.com/office/drawing/2014/main" id="{7664368A-2413-1C90-E1EB-81AC4D333617}"/>
                </a:ext>
              </a:extLst>
            </p:cNvPr>
            <p:cNvSpPr>
              <a:spLocks noChangeShapeType="1"/>
            </p:cNvSpPr>
            <p:nvPr/>
          </p:nvSpPr>
          <p:spPr bwMode="auto">
            <a:xfrm>
              <a:off x="3225792" y="920844"/>
              <a:ext cx="32208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1" name="Line 33">
              <a:extLst>
                <a:ext uri="{FF2B5EF4-FFF2-40B4-BE49-F238E27FC236}">
                  <a16:creationId xmlns:a16="http://schemas.microsoft.com/office/drawing/2014/main" id="{8D27E867-E7C7-C708-5B84-7256BA5F3175}"/>
                </a:ext>
              </a:extLst>
            </p:cNvPr>
            <p:cNvSpPr>
              <a:spLocks noChangeShapeType="1"/>
            </p:cNvSpPr>
            <p:nvPr/>
          </p:nvSpPr>
          <p:spPr bwMode="auto">
            <a:xfrm flipH="1" flipV="1">
              <a:off x="3214647" y="918266"/>
              <a:ext cx="19503" cy="41460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2" name="Line 34">
              <a:extLst>
                <a:ext uri="{FF2B5EF4-FFF2-40B4-BE49-F238E27FC236}">
                  <a16:creationId xmlns:a16="http://schemas.microsoft.com/office/drawing/2014/main" id="{222BAAB5-7AA3-F19F-5A68-93F1E264F0C2}"/>
                </a:ext>
              </a:extLst>
            </p:cNvPr>
            <p:cNvSpPr>
              <a:spLocks noChangeShapeType="1"/>
            </p:cNvSpPr>
            <p:nvPr/>
          </p:nvSpPr>
          <p:spPr bwMode="auto">
            <a:xfrm>
              <a:off x="2133600" y="3516477"/>
              <a:ext cx="111866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3" name="Text Box 35">
              <a:extLst>
                <a:ext uri="{FF2B5EF4-FFF2-40B4-BE49-F238E27FC236}">
                  <a16:creationId xmlns:a16="http://schemas.microsoft.com/office/drawing/2014/main" id="{4346C8E1-3575-5E50-9ADC-E9073BC65BBF}"/>
                </a:ext>
              </a:extLst>
            </p:cNvPr>
            <p:cNvSpPr txBox="1">
              <a:spLocks noChangeArrowheads="1"/>
            </p:cNvSpPr>
            <p:nvPr/>
          </p:nvSpPr>
          <p:spPr bwMode="auto">
            <a:xfrm>
              <a:off x="3305728" y="2186441"/>
              <a:ext cx="349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X</a:t>
              </a:r>
              <a:endParaRPr lang="ru-RU" altLang="en-US" sz="1400"/>
            </a:p>
          </p:txBody>
        </p:sp>
        <p:sp>
          <p:nvSpPr>
            <p:cNvPr id="56354" name="AutoShape 82">
              <a:extLst>
                <a:ext uri="{FF2B5EF4-FFF2-40B4-BE49-F238E27FC236}">
                  <a16:creationId xmlns:a16="http://schemas.microsoft.com/office/drawing/2014/main" id="{032C83C1-382C-87FA-F3E0-C021501B6739}"/>
                </a:ext>
              </a:extLst>
            </p:cNvPr>
            <p:cNvSpPr>
              <a:spLocks noChangeArrowheads="1"/>
            </p:cNvSpPr>
            <p:nvPr/>
          </p:nvSpPr>
          <p:spPr bwMode="auto">
            <a:xfrm rot="5400000">
              <a:off x="5351951" y="2426878"/>
              <a:ext cx="420147" cy="359420"/>
            </a:xfrm>
            <a:prstGeom prst="triangle">
              <a:avLst>
                <a:gd name="adj" fmla="val 50000"/>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55" name="Oval 83">
              <a:extLst>
                <a:ext uri="{FF2B5EF4-FFF2-40B4-BE49-F238E27FC236}">
                  <a16:creationId xmlns:a16="http://schemas.microsoft.com/office/drawing/2014/main" id="{5C834DF9-3E5A-3BE9-E3F8-37B1AFE653A0}"/>
                </a:ext>
              </a:extLst>
            </p:cNvPr>
            <p:cNvSpPr>
              <a:spLocks noChangeArrowheads="1"/>
            </p:cNvSpPr>
            <p:nvPr/>
          </p:nvSpPr>
          <p:spPr bwMode="auto">
            <a:xfrm>
              <a:off x="5744521" y="2558902"/>
              <a:ext cx="135131" cy="125013"/>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56" name="Text Box 38">
              <a:extLst>
                <a:ext uri="{FF2B5EF4-FFF2-40B4-BE49-F238E27FC236}">
                  <a16:creationId xmlns:a16="http://schemas.microsoft.com/office/drawing/2014/main" id="{0E546F44-1AB8-5BC4-8862-6DDFF90D2231}"/>
                </a:ext>
              </a:extLst>
            </p:cNvPr>
            <p:cNvSpPr txBox="1">
              <a:spLocks noChangeArrowheads="1"/>
            </p:cNvSpPr>
            <p:nvPr/>
          </p:nvSpPr>
          <p:spPr bwMode="auto">
            <a:xfrm>
              <a:off x="6028713" y="1510936"/>
              <a:ext cx="56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r>
                <a:rPr lang="en-US" altLang="en-US" baseline="30000"/>
                <a:t>*</a:t>
              </a:r>
              <a:endParaRPr lang="ru-RU" altLang="en-US"/>
            </a:p>
          </p:txBody>
        </p:sp>
        <p:sp>
          <p:nvSpPr>
            <p:cNvPr id="56357" name="Line 39">
              <a:extLst>
                <a:ext uri="{FF2B5EF4-FFF2-40B4-BE49-F238E27FC236}">
                  <a16:creationId xmlns:a16="http://schemas.microsoft.com/office/drawing/2014/main" id="{64AEE1DE-34A6-5724-2E2D-D50E949CEBF0}"/>
                </a:ext>
              </a:extLst>
            </p:cNvPr>
            <p:cNvSpPr>
              <a:spLocks noChangeShapeType="1"/>
            </p:cNvSpPr>
            <p:nvPr/>
          </p:nvSpPr>
          <p:spPr bwMode="auto">
            <a:xfrm>
              <a:off x="5865721" y="2609165"/>
              <a:ext cx="5837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8" name="AutoShape 82">
              <a:extLst>
                <a:ext uri="{FF2B5EF4-FFF2-40B4-BE49-F238E27FC236}">
                  <a16:creationId xmlns:a16="http://schemas.microsoft.com/office/drawing/2014/main" id="{7A44BECE-588C-9C9B-451B-B94780F9042A}"/>
                </a:ext>
              </a:extLst>
            </p:cNvPr>
            <p:cNvSpPr>
              <a:spLocks noChangeArrowheads="1"/>
            </p:cNvSpPr>
            <p:nvPr/>
          </p:nvSpPr>
          <p:spPr bwMode="auto">
            <a:xfrm rot="5400000">
              <a:off x="5329661" y="3950233"/>
              <a:ext cx="420147" cy="359420"/>
            </a:xfrm>
            <a:prstGeom prst="triangle">
              <a:avLst>
                <a:gd name="adj" fmla="val 50000"/>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59" name="Oval 83">
              <a:extLst>
                <a:ext uri="{FF2B5EF4-FFF2-40B4-BE49-F238E27FC236}">
                  <a16:creationId xmlns:a16="http://schemas.microsoft.com/office/drawing/2014/main" id="{F4B5C24E-89A6-3534-DDF6-1A346CF92568}"/>
                </a:ext>
              </a:extLst>
            </p:cNvPr>
            <p:cNvSpPr>
              <a:spLocks noChangeArrowheads="1"/>
            </p:cNvSpPr>
            <p:nvPr/>
          </p:nvSpPr>
          <p:spPr bwMode="auto">
            <a:xfrm>
              <a:off x="5722231" y="4082258"/>
              <a:ext cx="135131" cy="125013"/>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60" name="Line 42">
              <a:extLst>
                <a:ext uri="{FF2B5EF4-FFF2-40B4-BE49-F238E27FC236}">
                  <a16:creationId xmlns:a16="http://schemas.microsoft.com/office/drawing/2014/main" id="{24736452-6930-3AF5-2B9C-70E80FC6A27A}"/>
                </a:ext>
              </a:extLst>
            </p:cNvPr>
            <p:cNvSpPr>
              <a:spLocks noChangeShapeType="1"/>
            </p:cNvSpPr>
            <p:nvPr/>
          </p:nvSpPr>
          <p:spPr bwMode="auto">
            <a:xfrm>
              <a:off x="5843431" y="4132521"/>
              <a:ext cx="5837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1" name="AutoShape 82">
              <a:extLst>
                <a:ext uri="{FF2B5EF4-FFF2-40B4-BE49-F238E27FC236}">
                  <a16:creationId xmlns:a16="http://schemas.microsoft.com/office/drawing/2014/main" id="{DB340E60-C73D-30F6-F778-6F40624336FE}"/>
                </a:ext>
              </a:extLst>
            </p:cNvPr>
            <p:cNvSpPr>
              <a:spLocks noChangeArrowheads="1"/>
            </p:cNvSpPr>
            <p:nvPr/>
          </p:nvSpPr>
          <p:spPr bwMode="auto">
            <a:xfrm rot="5400000">
              <a:off x="5340806" y="5401416"/>
              <a:ext cx="420147" cy="359420"/>
            </a:xfrm>
            <a:prstGeom prst="triangle">
              <a:avLst>
                <a:gd name="adj" fmla="val 50000"/>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62" name="Oval 83">
              <a:extLst>
                <a:ext uri="{FF2B5EF4-FFF2-40B4-BE49-F238E27FC236}">
                  <a16:creationId xmlns:a16="http://schemas.microsoft.com/office/drawing/2014/main" id="{75D8EC2C-2C06-47B3-3749-A4FA618BC910}"/>
                </a:ext>
              </a:extLst>
            </p:cNvPr>
            <p:cNvSpPr>
              <a:spLocks noChangeArrowheads="1"/>
            </p:cNvSpPr>
            <p:nvPr/>
          </p:nvSpPr>
          <p:spPr bwMode="auto">
            <a:xfrm>
              <a:off x="5733376" y="5533441"/>
              <a:ext cx="135131" cy="125013"/>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363" name="Line 45">
              <a:extLst>
                <a:ext uri="{FF2B5EF4-FFF2-40B4-BE49-F238E27FC236}">
                  <a16:creationId xmlns:a16="http://schemas.microsoft.com/office/drawing/2014/main" id="{1008F2A0-F437-6F8B-9CA5-EB85AD14A83D}"/>
                </a:ext>
              </a:extLst>
            </p:cNvPr>
            <p:cNvSpPr>
              <a:spLocks noChangeShapeType="1"/>
            </p:cNvSpPr>
            <p:nvPr/>
          </p:nvSpPr>
          <p:spPr bwMode="auto">
            <a:xfrm>
              <a:off x="5854576" y="5583704"/>
              <a:ext cx="5837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4" name="Line 46">
              <a:extLst>
                <a:ext uri="{FF2B5EF4-FFF2-40B4-BE49-F238E27FC236}">
                  <a16:creationId xmlns:a16="http://schemas.microsoft.com/office/drawing/2014/main" id="{A37C041F-E5BB-CDE7-1097-D93432E4DB8B}"/>
                </a:ext>
              </a:extLst>
            </p:cNvPr>
            <p:cNvSpPr>
              <a:spLocks noChangeShapeType="1"/>
            </p:cNvSpPr>
            <p:nvPr/>
          </p:nvSpPr>
          <p:spPr bwMode="auto">
            <a:xfrm>
              <a:off x="6140162" y="1897751"/>
              <a:ext cx="0" cy="364729"/>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65" name="Line 47">
              <a:extLst>
                <a:ext uri="{FF2B5EF4-FFF2-40B4-BE49-F238E27FC236}">
                  <a16:creationId xmlns:a16="http://schemas.microsoft.com/office/drawing/2014/main" id="{91D1D07D-97F7-8847-C772-D5E2A6BD29FF}"/>
                </a:ext>
              </a:extLst>
            </p:cNvPr>
            <p:cNvSpPr>
              <a:spLocks noChangeShapeType="1"/>
            </p:cNvSpPr>
            <p:nvPr/>
          </p:nvSpPr>
          <p:spPr bwMode="auto">
            <a:xfrm>
              <a:off x="6140162" y="4947039"/>
              <a:ext cx="0" cy="32091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66" name="Line 48">
              <a:extLst>
                <a:ext uri="{FF2B5EF4-FFF2-40B4-BE49-F238E27FC236}">
                  <a16:creationId xmlns:a16="http://schemas.microsoft.com/office/drawing/2014/main" id="{3141FEC7-ABA2-DBA3-F056-958BD80EA95D}"/>
                </a:ext>
              </a:extLst>
            </p:cNvPr>
            <p:cNvSpPr>
              <a:spLocks noChangeShapeType="1"/>
            </p:cNvSpPr>
            <p:nvPr/>
          </p:nvSpPr>
          <p:spPr bwMode="auto">
            <a:xfrm>
              <a:off x="6129017" y="3448171"/>
              <a:ext cx="0" cy="336375"/>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67" name="Line 49">
              <a:extLst>
                <a:ext uri="{FF2B5EF4-FFF2-40B4-BE49-F238E27FC236}">
                  <a16:creationId xmlns:a16="http://schemas.microsoft.com/office/drawing/2014/main" id="{050B3EA1-BF45-544E-055A-2403644D4AB4}"/>
                </a:ext>
              </a:extLst>
            </p:cNvPr>
            <p:cNvSpPr>
              <a:spLocks noChangeShapeType="1"/>
            </p:cNvSpPr>
            <p:nvPr/>
          </p:nvSpPr>
          <p:spPr bwMode="auto">
            <a:xfrm>
              <a:off x="5130163" y="5267949"/>
              <a:ext cx="10099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8" name="Line 50">
              <a:extLst>
                <a:ext uri="{FF2B5EF4-FFF2-40B4-BE49-F238E27FC236}">
                  <a16:creationId xmlns:a16="http://schemas.microsoft.com/office/drawing/2014/main" id="{E92DABDB-9623-F14C-4EEE-45339BA52E20}"/>
                </a:ext>
              </a:extLst>
            </p:cNvPr>
            <p:cNvSpPr>
              <a:spLocks noChangeShapeType="1"/>
            </p:cNvSpPr>
            <p:nvPr/>
          </p:nvSpPr>
          <p:spPr bwMode="auto">
            <a:xfrm>
              <a:off x="5130163" y="5267949"/>
              <a:ext cx="0" cy="3209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9" name="Line 51">
              <a:extLst>
                <a:ext uri="{FF2B5EF4-FFF2-40B4-BE49-F238E27FC236}">
                  <a16:creationId xmlns:a16="http://schemas.microsoft.com/office/drawing/2014/main" id="{6DA5D50A-FAA6-4020-B2BE-FF43964879D9}"/>
                </a:ext>
              </a:extLst>
            </p:cNvPr>
            <p:cNvSpPr>
              <a:spLocks noChangeShapeType="1"/>
            </p:cNvSpPr>
            <p:nvPr/>
          </p:nvSpPr>
          <p:spPr bwMode="auto">
            <a:xfrm>
              <a:off x="5130163" y="5590148"/>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0" name="Line 52">
              <a:extLst>
                <a:ext uri="{FF2B5EF4-FFF2-40B4-BE49-F238E27FC236}">
                  <a16:creationId xmlns:a16="http://schemas.microsoft.com/office/drawing/2014/main" id="{BC742237-9208-3735-4A4B-7D77D8CFD671}"/>
                </a:ext>
              </a:extLst>
            </p:cNvPr>
            <p:cNvSpPr>
              <a:spLocks noChangeShapeType="1"/>
            </p:cNvSpPr>
            <p:nvPr/>
          </p:nvSpPr>
          <p:spPr bwMode="auto">
            <a:xfrm>
              <a:off x="5099514" y="3796145"/>
              <a:ext cx="0" cy="3209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1" name="Line 53">
              <a:extLst>
                <a:ext uri="{FF2B5EF4-FFF2-40B4-BE49-F238E27FC236}">
                  <a16:creationId xmlns:a16="http://schemas.microsoft.com/office/drawing/2014/main" id="{5E11D29B-7E50-E54E-95B8-55EEFA40460B}"/>
                </a:ext>
              </a:extLst>
            </p:cNvPr>
            <p:cNvSpPr>
              <a:spLocks noChangeShapeType="1"/>
            </p:cNvSpPr>
            <p:nvPr/>
          </p:nvSpPr>
          <p:spPr bwMode="auto">
            <a:xfrm>
              <a:off x="5099514" y="4118344"/>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2" name="Line 54">
              <a:extLst>
                <a:ext uri="{FF2B5EF4-FFF2-40B4-BE49-F238E27FC236}">
                  <a16:creationId xmlns:a16="http://schemas.microsoft.com/office/drawing/2014/main" id="{8E7B7F76-D6E5-E749-8FD1-F068DC86CA55}"/>
                </a:ext>
              </a:extLst>
            </p:cNvPr>
            <p:cNvSpPr>
              <a:spLocks noChangeShapeType="1"/>
            </p:cNvSpPr>
            <p:nvPr/>
          </p:nvSpPr>
          <p:spPr bwMode="auto">
            <a:xfrm>
              <a:off x="5125983" y="2265057"/>
              <a:ext cx="0" cy="3363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3" name="Line 55">
              <a:extLst>
                <a:ext uri="{FF2B5EF4-FFF2-40B4-BE49-F238E27FC236}">
                  <a16:creationId xmlns:a16="http://schemas.microsoft.com/office/drawing/2014/main" id="{5136A92D-33FD-7B56-CAF8-DAC68B66E005}"/>
                </a:ext>
              </a:extLst>
            </p:cNvPr>
            <p:cNvSpPr>
              <a:spLocks noChangeShapeType="1"/>
            </p:cNvSpPr>
            <p:nvPr/>
          </p:nvSpPr>
          <p:spPr bwMode="auto">
            <a:xfrm>
              <a:off x="5125983" y="2607877"/>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4" name="Line 56">
              <a:extLst>
                <a:ext uri="{FF2B5EF4-FFF2-40B4-BE49-F238E27FC236}">
                  <a16:creationId xmlns:a16="http://schemas.microsoft.com/office/drawing/2014/main" id="{4052642D-1816-05AE-3AE0-E7DAA333AB02}"/>
                </a:ext>
              </a:extLst>
            </p:cNvPr>
            <p:cNvSpPr>
              <a:spLocks noChangeShapeType="1"/>
            </p:cNvSpPr>
            <p:nvPr/>
          </p:nvSpPr>
          <p:spPr bwMode="auto">
            <a:xfrm>
              <a:off x="5107873" y="3796145"/>
              <a:ext cx="10099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5" name="Line 57">
              <a:extLst>
                <a:ext uri="{FF2B5EF4-FFF2-40B4-BE49-F238E27FC236}">
                  <a16:creationId xmlns:a16="http://schemas.microsoft.com/office/drawing/2014/main" id="{83DC4819-1013-6C4B-3BE3-68634ED0FF8B}"/>
                </a:ext>
              </a:extLst>
            </p:cNvPr>
            <p:cNvSpPr>
              <a:spLocks noChangeShapeType="1"/>
            </p:cNvSpPr>
            <p:nvPr/>
          </p:nvSpPr>
          <p:spPr bwMode="auto">
            <a:xfrm>
              <a:off x="5121804" y="2265057"/>
              <a:ext cx="10099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6" name="Line 58">
              <a:extLst>
                <a:ext uri="{FF2B5EF4-FFF2-40B4-BE49-F238E27FC236}">
                  <a16:creationId xmlns:a16="http://schemas.microsoft.com/office/drawing/2014/main" id="{73839A27-3D45-3181-11A0-FAD848A605D0}"/>
                </a:ext>
              </a:extLst>
            </p:cNvPr>
            <p:cNvSpPr>
              <a:spLocks noChangeShapeType="1"/>
            </p:cNvSpPr>
            <p:nvPr/>
          </p:nvSpPr>
          <p:spPr bwMode="auto">
            <a:xfrm>
              <a:off x="4453115" y="1869397"/>
              <a:ext cx="8846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7" name="Line 59">
              <a:extLst>
                <a:ext uri="{FF2B5EF4-FFF2-40B4-BE49-F238E27FC236}">
                  <a16:creationId xmlns:a16="http://schemas.microsoft.com/office/drawing/2014/main" id="{570643B1-7B60-4BC5-F2CA-5D72889D0C22}"/>
                </a:ext>
              </a:extLst>
            </p:cNvPr>
            <p:cNvSpPr>
              <a:spLocks noChangeShapeType="1"/>
            </p:cNvSpPr>
            <p:nvPr/>
          </p:nvSpPr>
          <p:spPr bwMode="auto">
            <a:xfrm>
              <a:off x="5066080" y="1722474"/>
              <a:ext cx="26886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8" name="Line 60">
              <a:extLst>
                <a:ext uri="{FF2B5EF4-FFF2-40B4-BE49-F238E27FC236}">
                  <a16:creationId xmlns:a16="http://schemas.microsoft.com/office/drawing/2014/main" id="{3659C8AA-5F91-9453-E23E-2276C91FF6EE}"/>
                </a:ext>
              </a:extLst>
            </p:cNvPr>
            <p:cNvSpPr>
              <a:spLocks noChangeShapeType="1"/>
            </p:cNvSpPr>
            <p:nvPr/>
          </p:nvSpPr>
          <p:spPr bwMode="auto">
            <a:xfrm>
              <a:off x="4843184" y="2034363"/>
              <a:ext cx="47086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9" name="Line 61">
              <a:extLst>
                <a:ext uri="{FF2B5EF4-FFF2-40B4-BE49-F238E27FC236}">
                  <a16:creationId xmlns:a16="http://schemas.microsoft.com/office/drawing/2014/main" id="{8401F2B6-98F0-56A8-2387-569FCD419C6F}"/>
                </a:ext>
              </a:extLst>
            </p:cNvPr>
            <p:cNvSpPr>
              <a:spLocks noChangeShapeType="1"/>
            </p:cNvSpPr>
            <p:nvPr/>
          </p:nvSpPr>
          <p:spPr bwMode="auto">
            <a:xfrm>
              <a:off x="4446149" y="3427550"/>
              <a:ext cx="8846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0" name="Line 62">
              <a:extLst>
                <a:ext uri="{FF2B5EF4-FFF2-40B4-BE49-F238E27FC236}">
                  <a16:creationId xmlns:a16="http://schemas.microsoft.com/office/drawing/2014/main" id="{C9FB3AF8-504E-F9E9-548F-D0C52A47AC1A}"/>
                </a:ext>
              </a:extLst>
            </p:cNvPr>
            <p:cNvSpPr>
              <a:spLocks noChangeShapeType="1"/>
            </p:cNvSpPr>
            <p:nvPr/>
          </p:nvSpPr>
          <p:spPr bwMode="auto">
            <a:xfrm>
              <a:off x="4836218" y="3582205"/>
              <a:ext cx="47365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1" name="Line 63">
              <a:extLst>
                <a:ext uri="{FF2B5EF4-FFF2-40B4-BE49-F238E27FC236}">
                  <a16:creationId xmlns:a16="http://schemas.microsoft.com/office/drawing/2014/main" id="{8FDE84E4-AC95-11C8-D69B-835B05AC8785}"/>
                </a:ext>
              </a:extLst>
            </p:cNvPr>
            <p:cNvSpPr>
              <a:spLocks noChangeShapeType="1"/>
            </p:cNvSpPr>
            <p:nvPr/>
          </p:nvSpPr>
          <p:spPr bwMode="auto">
            <a:xfrm>
              <a:off x="5070259" y="3262584"/>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2" name="Line 64">
              <a:extLst>
                <a:ext uri="{FF2B5EF4-FFF2-40B4-BE49-F238E27FC236}">
                  <a16:creationId xmlns:a16="http://schemas.microsoft.com/office/drawing/2014/main" id="{93093371-CC10-47B4-D1E5-DB555916BE8E}"/>
                </a:ext>
              </a:extLst>
            </p:cNvPr>
            <p:cNvSpPr>
              <a:spLocks noChangeShapeType="1"/>
            </p:cNvSpPr>
            <p:nvPr/>
          </p:nvSpPr>
          <p:spPr bwMode="auto">
            <a:xfrm>
              <a:off x="4475405" y="4957350"/>
              <a:ext cx="85257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3" name="Line 65">
              <a:extLst>
                <a:ext uri="{FF2B5EF4-FFF2-40B4-BE49-F238E27FC236}">
                  <a16:creationId xmlns:a16="http://schemas.microsoft.com/office/drawing/2014/main" id="{66708C77-2B97-3860-2CF1-13F45ADCF3C9}"/>
                </a:ext>
              </a:extLst>
            </p:cNvPr>
            <p:cNvSpPr>
              <a:spLocks noChangeShapeType="1"/>
            </p:cNvSpPr>
            <p:nvPr/>
          </p:nvSpPr>
          <p:spPr bwMode="auto">
            <a:xfrm>
              <a:off x="5081404" y="4802694"/>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4" name="Line 66">
              <a:extLst>
                <a:ext uri="{FF2B5EF4-FFF2-40B4-BE49-F238E27FC236}">
                  <a16:creationId xmlns:a16="http://schemas.microsoft.com/office/drawing/2014/main" id="{5607DDD5-1B6F-2DAC-04CB-E0341B2DBEC1}"/>
                </a:ext>
              </a:extLst>
            </p:cNvPr>
            <p:cNvSpPr>
              <a:spLocks noChangeShapeType="1"/>
            </p:cNvSpPr>
            <p:nvPr/>
          </p:nvSpPr>
          <p:spPr bwMode="auto">
            <a:xfrm>
              <a:off x="4832039" y="5105561"/>
              <a:ext cx="48897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5" name="Line 67">
              <a:extLst>
                <a:ext uri="{FF2B5EF4-FFF2-40B4-BE49-F238E27FC236}">
                  <a16:creationId xmlns:a16="http://schemas.microsoft.com/office/drawing/2014/main" id="{9FC6F5B8-B229-721B-6898-039099C6C088}"/>
                </a:ext>
              </a:extLst>
            </p:cNvPr>
            <p:cNvSpPr>
              <a:spLocks noChangeShapeType="1"/>
            </p:cNvSpPr>
            <p:nvPr/>
          </p:nvSpPr>
          <p:spPr bwMode="auto">
            <a:xfrm flipV="1">
              <a:off x="5066080" y="1402853"/>
              <a:ext cx="0" cy="3067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6" name="Line 68">
              <a:extLst>
                <a:ext uri="{FF2B5EF4-FFF2-40B4-BE49-F238E27FC236}">
                  <a16:creationId xmlns:a16="http://schemas.microsoft.com/office/drawing/2014/main" id="{44B9E7A9-BF7E-08DD-BF73-028982D8FD90}"/>
                </a:ext>
              </a:extLst>
            </p:cNvPr>
            <p:cNvSpPr>
              <a:spLocks noChangeShapeType="1"/>
            </p:cNvSpPr>
            <p:nvPr/>
          </p:nvSpPr>
          <p:spPr bwMode="auto">
            <a:xfrm>
              <a:off x="4479584" y="1402853"/>
              <a:ext cx="5837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7" name="Line 69">
              <a:extLst>
                <a:ext uri="{FF2B5EF4-FFF2-40B4-BE49-F238E27FC236}">
                  <a16:creationId xmlns:a16="http://schemas.microsoft.com/office/drawing/2014/main" id="{B397F1C8-F1B4-5915-253E-984EED9FAA83}"/>
                </a:ext>
              </a:extLst>
            </p:cNvPr>
            <p:cNvSpPr>
              <a:spLocks noChangeShapeType="1"/>
            </p:cNvSpPr>
            <p:nvPr/>
          </p:nvSpPr>
          <p:spPr bwMode="auto">
            <a:xfrm>
              <a:off x="4435005" y="2344962"/>
              <a:ext cx="3942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8" name="Line 70">
              <a:extLst>
                <a:ext uri="{FF2B5EF4-FFF2-40B4-BE49-F238E27FC236}">
                  <a16:creationId xmlns:a16="http://schemas.microsoft.com/office/drawing/2014/main" id="{EB55D336-B087-3BF4-8395-2666742AF182}"/>
                </a:ext>
              </a:extLst>
            </p:cNvPr>
            <p:cNvSpPr>
              <a:spLocks noChangeShapeType="1"/>
            </p:cNvSpPr>
            <p:nvPr/>
          </p:nvSpPr>
          <p:spPr bwMode="auto">
            <a:xfrm flipV="1">
              <a:off x="4836218" y="2034363"/>
              <a:ext cx="0" cy="31317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9" name="Line 71">
              <a:extLst>
                <a:ext uri="{FF2B5EF4-FFF2-40B4-BE49-F238E27FC236}">
                  <a16:creationId xmlns:a16="http://schemas.microsoft.com/office/drawing/2014/main" id="{D5611D88-E82B-03C7-FBFF-8318ABF747C6}"/>
                </a:ext>
              </a:extLst>
            </p:cNvPr>
            <p:cNvSpPr>
              <a:spLocks noChangeShapeType="1"/>
            </p:cNvSpPr>
            <p:nvPr/>
          </p:nvSpPr>
          <p:spPr bwMode="auto">
            <a:xfrm>
              <a:off x="4468439" y="2953274"/>
              <a:ext cx="5837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0" name="Line 72">
              <a:extLst>
                <a:ext uri="{FF2B5EF4-FFF2-40B4-BE49-F238E27FC236}">
                  <a16:creationId xmlns:a16="http://schemas.microsoft.com/office/drawing/2014/main" id="{E911395C-881D-713D-11EA-927DFA40EBA7}"/>
                </a:ext>
              </a:extLst>
            </p:cNvPr>
            <p:cNvSpPr>
              <a:spLocks noChangeShapeType="1"/>
            </p:cNvSpPr>
            <p:nvPr/>
          </p:nvSpPr>
          <p:spPr bwMode="auto">
            <a:xfrm flipV="1">
              <a:off x="5066080" y="2953274"/>
              <a:ext cx="0" cy="3067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1" name="Line 73">
              <a:extLst>
                <a:ext uri="{FF2B5EF4-FFF2-40B4-BE49-F238E27FC236}">
                  <a16:creationId xmlns:a16="http://schemas.microsoft.com/office/drawing/2014/main" id="{64521714-216A-C5BD-91C2-6550B21C92E9}"/>
                </a:ext>
              </a:extLst>
            </p:cNvPr>
            <p:cNvSpPr>
              <a:spLocks noChangeShapeType="1"/>
            </p:cNvSpPr>
            <p:nvPr/>
          </p:nvSpPr>
          <p:spPr bwMode="auto">
            <a:xfrm flipV="1">
              <a:off x="4836218" y="3586072"/>
              <a:ext cx="0" cy="15078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2" name="Line 74">
              <a:extLst>
                <a:ext uri="{FF2B5EF4-FFF2-40B4-BE49-F238E27FC236}">
                  <a16:creationId xmlns:a16="http://schemas.microsoft.com/office/drawing/2014/main" id="{B5D52E32-B5F4-9415-CF8C-B66B25E6A8EC}"/>
                </a:ext>
              </a:extLst>
            </p:cNvPr>
            <p:cNvSpPr>
              <a:spLocks noChangeShapeType="1"/>
            </p:cNvSpPr>
            <p:nvPr/>
          </p:nvSpPr>
          <p:spPr bwMode="auto">
            <a:xfrm>
              <a:off x="4446149" y="3891516"/>
              <a:ext cx="381710" cy="0"/>
            </a:xfrm>
            <a:prstGeom prst="line">
              <a:avLst/>
            </a:prstGeom>
            <a:noFill/>
            <a:ln w="1905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93" name="Line 75">
              <a:extLst>
                <a:ext uri="{FF2B5EF4-FFF2-40B4-BE49-F238E27FC236}">
                  <a16:creationId xmlns:a16="http://schemas.microsoft.com/office/drawing/2014/main" id="{7AA93501-EA25-DEAF-1058-E1F1553B7B2C}"/>
                </a:ext>
              </a:extLst>
            </p:cNvPr>
            <p:cNvSpPr>
              <a:spLocks noChangeShapeType="1"/>
            </p:cNvSpPr>
            <p:nvPr/>
          </p:nvSpPr>
          <p:spPr bwMode="auto">
            <a:xfrm>
              <a:off x="4486549" y="4480496"/>
              <a:ext cx="5837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4" name="Line 76">
              <a:extLst>
                <a:ext uri="{FF2B5EF4-FFF2-40B4-BE49-F238E27FC236}">
                  <a16:creationId xmlns:a16="http://schemas.microsoft.com/office/drawing/2014/main" id="{978A3B6E-FF09-6C82-90FA-A3C154988528}"/>
                </a:ext>
              </a:extLst>
            </p:cNvPr>
            <p:cNvSpPr>
              <a:spLocks noChangeShapeType="1"/>
            </p:cNvSpPr>
            <p:nvPr/>
          </p:nvSpPr>
          <p:spPr bwMode="auto">
            <a:xfrm flipV="1">
              <a:off x="5066080" y="4480496"/>
              <a:ext cx="0" cy="3273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5" name="Line 77">
              <a:extLst>
                <a:ext uri="{FF2B5EF4-FFF2-40B4-BE49-F238E27FC236}">
                  <a16:creationId xmlns:a16="http://schemas.microsoft.com/office/drawing/2014/main" id="{EFD4CD0A-9682-F37C-338B-99A4505AB949}"/>
                </a:ext>
              </a:extLst>
            </p:cNvPr>
            <p:cNvSpPr>
              <a:spLocks noChangeShapeType="1"/>
            </p:cNvSpPr>
            <p:nvPr/>
          </p:nvSpPr>
          <p:spPr bwMode="auto">
            <a:xfrm>
              <a:off x="3214647" y="1234021"/>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6" name="Line 78">
              <a:extLst>
                <a:ext uri="{FF2B5EF4-FFF2-40B4-BE49-F238E27FC236}">
                  <a16:creationId xmlns:a16="http://schemas.microsoft.com/office/drawing/2014/main" id="{F2CA8ACB-669D-DCDE-53B6-F4F31D8B6BC7}"/>
                </a:ext>
              </a:extLst>
            </p:cNvPr>
            <p:cNvSpPr>
              <a:spLocks noChangeShapeType="1"/>
            </p:cNvSpPr>
            <p:nvPr/>
          </p:nvSpPr>
          <p:spPr bwMode="auto">
            <a:xfrm>
              <a:off x="3211861" y="1392543"/>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7" name="Line 79">
              <a:extLst>
                <a:ext uri="{FF2B5EF4-FFF2-40B4-BE49-F238E27FC236}">
                  <a16:creationId xmlns:a16="http://schemas.microsoft.com/office/drawing/2014/main" id="{5FDF245F-6FA2-F803-97A2-B25DBF1E77BB}"/>
                </a:ext>
              </a:extLst>
            </p:cNvPr>
            <p:cNvSpPr>
              <a:spLocks noChangeShapeType="1"/>
            </p:cNvSpPr>
            <p:nvPr/>
          </p:nvSpPr>
          <p:spPr bwMode="auto">
            <a:xfrm>
              <a:off x="3223006" y="1547198"/>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8" name="Text Box 80">
              <a:extLst>
                <a:ext uri="{FF2B5EF4-FFF2-40B4-BE49-F238E27FC236}">
                  <a16:creationId xmlns:a16="http://schemas.microsoft.com/office/drawing/2014/main" id="{B3ACF9EF-E241-FD4B-BCCB-DC54F466B31B}"/>
                </a:ext>
              </a:extLst>
            </p:cNvPr>
            <p:cNvSpPr txBox="1">
              <a:spLocks noChangeArrowheads="1"/>
            </p:cNvSpPr>
            <p:nvPr/>
          </p:nvSpPr>
          <p:spPr bwMode="auto">
            <a:xfrm>
              <a:off x="5936769" y="2239281"/>
              <a:ext cx="56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a:t>q</a:t>
              </a:r>
              <a:r>
                <a:rPr lang="en-US" altLang="en-US" baseline="-25000"/>
                <a:t>1</a:t>
              </a:r>
              <a:endParaRPr lang="ru-RU" altLang="en-US"/>
            </a:p>
          </p:txBody>
        </p:sp>
        <p:sp>
          <p:nvSpPr>
            <p:cNvPr id="56399" name="Text Box 81">
              <a:extLst>
                <a:ext uri="{FF2B5EF4-FFF2-40B4-BE49-F238E27FC236}">
                  <a16:creationId xmlns:a16="http://schemas.microsoft.com/office/drawing/2014/main" id="{59B9806C-853E-04F5-6504-784B7B28D787}"/>
                </a:ext>
              </a:extLst>
            </p:cNvPr>
            <p:cNvSpPr txBox="1">
              <a:spLocks noChangeArrowheads="1"/>
            </p:cNvSpPr>
            <p:nvPr/>
          </p:nvSpPr>
          <p:spPr bwMode="auto">
            <a:xfrm>
              <a:off x="6062148" y="3114373"/>
              <a:ext cx="56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r>
                <a:rPr lang="en-US" altLang="en-US" baseline="30000"/>
                <a:t>*</a:t>
              </a:r>
              <a:endParaRPr lang="ru-RU" altLang="en-US"/>
            </a:p>
          </p:txBody>
        </p:sp>
        <p:sp>
          <p:nvSpPr>
            <p:cNvPr id="56400" name="Text Box 82">
              <a:extLst>
                <a:ext uri="{FF2B5EF4-FFF2-40B4-BE49-F238E27FC236}">
                  <a16:creationId xmlns:a16="http://schemas.microsoft.com/office/drawing/2014/main" id="{0B8EEAA9-48D3-0496-F644-758C1072FF07}"/>
                </a:ext>
              </a:extLst>
            </p:cNvPr>
            <p:cNvSpPr txBox="1">
              <a:spLocks noChangeArrowheads="1"/>
            </p:cNvSpPr>
            <p:nvPr/>
          </p:nvSpPr>
          <p:spPr bwMode="auto">
            <a:xfrm>
              <a:off x="5950700" y="3778102"/>
              <a:ext cx="5614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a:t>q</a:t>
              </a:r>
              <a:r>
                <a:rPr lang="en-US" altLang="en-US" baseline="-25000"/>
                <a:t>2</a:t>
              </a:r>
              <a:r>
                <a:rPr lang="en-US" altLang="en-US" baseline="30000"/>
                <a:t>*</a:t>
              </a:r>
              <a:endParaRPr lang="ru-RU" altLang="en-US"/>
            </a:p>
          </p:txBody>
        </p:sp>
        <p:sp>
          <p:nvSpPr>
            <p:cNvPr id="56401" name="Text Box 83">
              <a:extLst>
                <a:ext uri="{FF2B5EF4-FFF2-40B4-BE49-F238E27FC236}">
                  <a16:creationId xmlns:a16="http://schemas.microsoft.com/office/drawing/2014/main" id="{14595ECD-A5EE-6D54-A673-F77854D86C93}"/>
                </a:ext>
              </a:extLst>
            </p:cNvPr>
            <p:cNvSpPr txBox="1">
              <a:spLocks noChangeArrowheads="1"/>
            </p:cNvSpPr>
            <p:nvPr/>
          </p:nvSpPr>
          <p:spPr bwMode="auto">
            <a:xfrm>
              <a:off x="6035166" y="4624841"/>
              <a:ext cx="56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r>
                <a:rPr lang="en-US" altLang="en-US" baseline="30000"/>
                <a:t>*</a:t>
              </a:r>
              <a:endParaRPr lang="ru-RU" altLang="en-US"/>
            </a:p>
          </p:txBody>
        </p:sp>
        <p:sp>
          <p:nvSpPr>
            <p:cNvPr id="56402" name="Text Box 84">
              <a:extLst>
                <a:ext uri="{FF2B5EF4-FFF2-40B4-BE49-F238E27FC236}">
                  <a16:creationId xmlns:a16="http://schemas.microsoft.com/office/drawing/2014/main" id="{34341A5E-AB54-4F09-038B-F8ACCB14DE4F}"/>
                </a:ext>
              </a:extLst>
            </p:cNvPr>
            <p:cNvSpPr txBox="1">
              <a:spLocks noChangeArrowheads="1"/>
            </p:cNvSpPr>
            <p:nvPr/>
          </p:nvSpPr>
          <p:spPr bwMode="auto">
            <a:xfrm>
              <a:off x="5970203" y="5298880"/>
              <a:ext cx="5614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a:t>q</a:t>
              </a:r>
              <a:r>
                <a:rPr lang="en-US" altLang="en-US" baseline="-25000"/>
                <a:t>3</a:t>
              </a:r>
              <a:r>
                <a:rPr lang="en-US" altLang="en-US" baseline="30000"/>
                <a:t>*</a:t>
              </a:r>
              <a:endParaRPr lang="ru-RU" altLang="en-US"/>
            </a:p>
          </p:txBody>
        </p:sp>
        <p:sp>
          <p:nvSpPr>
            <p:cNvPr id="56403" name="Line 85">
              <a:extLst>
                <a:ext uri="{FF2B5EF4-FFF2-40B4-BE49-F238E27FC236}">
                  <a16:creationId xmlns:a16="http://schemas.microsoft.com/office/drawing/2014/main" id="{75B94B50-41DE-8A87-CA16-4E0E9FFE5AA6}"/>
                </a:ext>
              </a:extLst>
            </p:cNvPr>
            <p:cNvSpPr>
              <a:spLocks noChangeShapeType="1"/>
            </p:cNvSpPr>
            <p:nvPr/>
          </p:nvSpPr>
          <p:spPr bwMode="auto">
            <a:xfrm>
              <a:off x="3211861" y="1763716"/>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4" name="Line 86">
              <a:extLst>
                <a:ext uri="{FF2B5EF4-FFF2-40B4-BE49-F238E27FC236}">
                  <a16:creationId xmlns:a16="http://schemas.microsoft.com/office/drawing/2014/main" id="{6688C1AC-118B-4597-3689-AB1318744A4B}"/>
                </a:ext>
              </a:extLst>
            </p:cNvPr>
            <p:cNvSpPr>
              <a:spLocks noChangeShapeType="1"/>
            </p:cNvSpPr>
            <p:nvPr/>
          </p:nvSpPr>
          <p:spPr bwMode="auto">
            <a:xfrm>
              <a:off x="3211861" y="1951880"/>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5" name="Line 87">
              <a:extLst>
                <a:ext uri="{FF2B5EF4-FFF2-40B4-BE49-F238E27FC236}">
                  <a16:creationId xmlns:a16="http://schemas.microsoft.com/office/drawing/2014/main" id="{9308596E-0058-60F9-4A6A-D9CD228EE90E}"/>
                </a:ext>
              </a:extLst>
            </p:cNvPr>
            <p:cNvSpPr>
              <a:spLocks noChangeShapeType="1"/>
            </p:cNvSpPr>
            <p:nvPr/>
          </p:nvSpPr>
          <p:spPr bwMode="auto">
            <a:xfrm>
              <a:off x="3234151" y="2244436"/>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6" name="Line 88">
              <a:extLst>
                <a:ext uri="{FF2B5EF4-FFF2-40B4-BE49-F238E27FC236}">
                  <a16:creationId xmlns:a16="http://schemas.microsoft.com/office/drawing/2014/main" id="{27D50557-9A29-8922-19E2-567A405B20E5}"/>
                </a:ext>
              </a:extLst>
            </p:cNvPr>
            <p:cNvSpPr>
              <a:spLocks noChangeShapeType="1"/>
            </p:cNvSpPr>
            <p:nvPr/>
          </p:nvSpPr>
          <p:spPr bwMode="auto">
            <a:xfrm>
              <a:off x="3207682" y="2440333"/>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7" name="Line 89">
              <a:extLst>
                <a:ext uri="{FF2B5EF4-FFF2-40B4-BE49-F238E27FC236}">
                  <a16:creationId xmlns:a16="http://schemas.microsoft.com/office/drawing/2014/main" id="{56A5454D-E0E0-36F8-8D3C-33B23CD7ED07}"/>
                </a:ext>
              </a:extLst>
            </p:cNvPr>
            <p:cNvSpPr>
              <a:spLocks noChangeShapeType="1"/>
            </p:cNvSpPr>
            <p:nvPr/>
          </p:nvSpPr>
          <p:spPr bwMode="auto">
            <a:xfrm>
              <a:off x="3234151" y="2829549"/>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8" name="Line 90">
              <a:extLst>
                <a:ext uri="{FF2B5EF4-FFF2-40B4-BE49-F238E27FC236}">
                  <a16:creationId xmlns:a16="http://schemas.microsoft.com/office/drawing/2014/main" id="{B022C4BA-D060-A9D1-418E-9E543B41F305}"/>
                </a:ext>
              </a:extLst>
            </p:cNvPr>
            <p:cNvSpPr>
              <a:spLocks noChangeShapeType="1"/>
            </p:cNvSpPr>
            <p:nvPr/>
          </p:nvSpPr>
          <p:spPr bwMode="auto">
            <a:xfrm>
              <a:off x="3216040" y="3328313"/>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9" name="Line 91">
              <a:extLst>
                <a:ext uri="{FF2B5EF4-FFF2-40B4-BE49-F238E27FC236}">
                  <a16:creationId xmlns:a16="http://schemas.microsoft.com/office/drawing/2014/main" id="{19727539-8285-A065-33B0-903AEC8204BF}"/>
                </a:ext>
              </a:extLst>
            </p:cNvPr>
            <p:cNvSpPr>
              <a:spLocks noChangeShapeType="1"/>
            </p:cNvSpPr>
            <p:nvPr/>
          </p:nvSpPr>
          <p:spPr bwMode="auto">
            <a:xfrm>
              <a:off x="3211861" y="3046067"/>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0" name="Line 92">
              <a:extLst>
                <a:ext uri="{FF2B5EF4-FFF2-40B4-BE49-F238E27FC236}">
                  <a16:creationId xmlns:a16="http://schemas.microsoft.com/office/drawing/2014/main" id="{EF37FCCA-A4A6-A923-179E-A1F629824B0B}"/>
                </a:ext>
              </a:extLst>
            </p:cNvPr>
            <p:cNvSpPr>
              <a:spLocks noChangeShapeType="1"/>
            </p:cNvSpPr>
            <p:nvPr/>
          </p:nvSpPr>
          <p:spPr bwMode="auto">
            <a:xfrm>
              <a:off x="3223006" y="3517766"/>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1" name="Line 93">
              <a:extLst>
                <a:ext uri="{FF2B5EF4-FFF2-40B4-BE49-F238E27FC236}">
                  <a16:creationId xmlns:a16="http://schemas.microsoft.com/office/drawing/2014/main" id="{9918F22F-147A-D3CA-9180-E73C8013E6D0}"/>
                </a:ext>
              </a:extLst>
            </p:cNvPr>
            <p:cNvSpPr>
              <a:spLocks noChangeShapeType="1"/>
            </p:cNvSpPr>
            <p:nvPr/>
          </p:nvSpPr>
          <p:spPr bwMode="auto">
            <a:xfrm>
              <a:off x="3216040" y="3792279"/>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2" name="Line 94">
              <a:extLst>
                <a:ext uri="{FF2B5EF4-FFF2-40B4-BE49-F238E27FC236}">
                  <a16:creationId xmlns:a16="http://schemas.microsoft.com/office/drawing/2014/main" id="{63F59166-3B2D-6C65-C28F-F0C54E064C85}"/>
                </a:ext>
              </a:extLst>
            </p:cNvPr>
            <p:cNvSpPr>
              <a:spLocks noChangeShapeType="1"/>
            </p:cNvSpPr>
            <p:nvPr/>
          </p:nvSpPr>
          <p:spPr bwMode="auto">
            <a:xfrm>
              <a:off x="3223006" y="4012663"/>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3" name="Line 95">
              <a:extLst>
                <a:ext uri="{FF2B5EF4-FFF2-40B4-BE49-F238E27FC236}">
                  <a16:creationId xmlns:a16="http://schemas.microsoft.com/office/drawing/2014/main" id="{97336D0C-68E5-A291-03D2-7137B3EA922F}"/>
                </a:ext>
              </a:extLst>
            </p:cNvPr>
            <p:cNvSpPr>
              <a:spLocks noChangeShapeType="1"/>
            </p:cNvSpPr>
            <p:nvPr/>
          </p:nvSpPr>
          <p:spPr bwMode="auto">
            <a:xfrm>
              <a:off x="3227185" y="4359349"/>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4" name="Line 96">
              <a:extLst>
                <a:ext uri="{FF2B5EF4-FFF2-40B4-BE49-F238E27FC236}">
                  <a16:creationId xmlns:a16="http://schemas.microsoft.com/office/drawing/2014/main" id="{BD55DA15-D15B-B608-1414-F238C5EF3736}"/>
                </a:ext>
              </a:extLst>
            </p:cNvPr>
            <p:cNvSpPr>
              <a:spLocks noChangeShapeType="1"/>
            </p:cNvSpPr>
            <p:nvPr/>
          </p:nvSpPr>
          <p:spPr bwMode="auto">
            <a:xfrm>
              <a:off x="3234151" y="4641595"/>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5" name="Line 97">
              <a:extLst>
                <a:ext uri="{FF2B5EF4-FFF2-40B4-BE49-F238E27FC236}">
                  <a16:creationId xmlns:a16="http://schemas.microsoft.com/office/drawing/2014/main" id="{35B8E24F-A9B6-12C6-FB87-54051F4350AE}"/>
                </a:ext>
              </a:extLst>
            </p:cNvPr>
            <p:cNvSpPr>
              <a:spLocks noChangeShapeType="1"/>
            </p:cNvSpPr>
            <p:nvPr/>
          </p:nvSpPr>
          <p:spPr bwMode="auto">
            <a:xfrm>
              <a:off x="3229971" y="4503694"/>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6" name="Line 98">
              <a:extLst>
                <a:ext uri="{FF2B5EF4-FFF2-40B4-BE49-F238E27FC236}">
                  <a16:creationId xmlns:a16="http://schemas.microsoft.com/office/drawing/2014/main" id="{577B37C7-FB1F-3132-C147-E8C4DA444140}"/>
                </a:ext>
              </a:extLst>
            </p:cNvPr>
            <p:cNvSpPr>
              <a:spLocks noChangeShapeType="1"/>
            </p:cNvSpPr>
            <p:nvPr/>
          </p:nvSpPr>
          <p:spPr bwMode="auto">
            <a:xfrm>
              <a:off x="3227185" y="4872289"/>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7" name="Line 99">
              <a:extLst>
                <a:ext uri="{FF2B5EF4-FFF2-40B4-BE49-F238E27FC236}">
                  <a16:creationId xmlns:a16="http://schemas.microsoft.com/office/drawing/2014/main" id="{3144EE18-2CD1-9646-2D3D-8344E7F362CC}"/>
                </a:ext>
              </a:extLst>
            </p:cNvPr>
            <p:cNvSpPr>
              <a:spLocks noChangeShapeType="1"/>
            </p:cNvSpPr>
            <p:nvPr/>
          </p:nvSpPr>
          <p:spPr bwMode="auto">
            <a:xfrm>
              <a:off x="3234151" y="5051432"/>
              <a:ext cx="6324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18" name="Text Box 100">
              <a:extLst>
                <a:ext uri="{FF2B5EF4-FFF2-40B4-BE49-F238E27FC236}">
                  <a16:creationId xmlns:a16="http://schemas.microsoft.com/office/drawing/2014/main" id="{CA859905-9E74-088F-91C9-F77BE06CE6B6}"/>
                </a:ext>
              </a:extLst>
            </p:cNvPr>
            <p:cNvSpPr txBox="1">
              <a:spLocks noChangeArrowheads="1"/>
            </p:cNvSpPr>
            <p:nvPr/>
          </p:nvSpPr>
          <p:spPr bwMode="auto">
            <a:xfrm>
              <a:off x="3305728" y="955641"/>
              <a:ext cx="5614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q</a:t>
              </a:r>
              <a:r>
                <a:rPr lang="en-US" altLang="en-US" sz="1200" baseline="-25000"/>
                <a:t>2</a:t>
              </a:r>
              <a:endParaRPr lang="ru-RU" altLang="en-US" sz="1200"/>
            </a:p>
          </p:txBody>
        </p:sp>
        <p:sp>
          <p:nvSpPr>
            <p:cNvPr id="56419" name="Text Box 101">
              <a:extLst>
                <a:ext uri="{FF2B5EF4-FFF2-40B4-BE49-F238E27FC236}">
                  <a16:creationId xmlns:a16="http://schemas.microsoft.com/office/drawing/2014/main" id="{F98516EF-2DDC-4F39-E21B-878B11FB93D1}"/>
                </a:ext>
              </a:extLst>
            </p:cNvPr>
            <p:cNvSpPr txBox="1">
              <a:spLocks noChangeArrowheads="1"/>
            </p:cNvSpPr>
            <p:nvPr/>
          </p:nvSpPr>
          <p:spPr bwMode="auto">
            <a:xfrm>
              <a:off x="3305728" y="1172159"/>
              <a:ext cx="5614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~q</a:t>
              </a:r>
              <a:r>
                <a:rPr lang="en-US" altLang="en-US" sz="1200" baseline="-25000"/>
                <a:t>3</a:t>
              </a:r>
              <a:endParaRPr lang="ru-RU" altLang="en-US" sz="1200"/>
            </a:p>
          </p:txBody>
        </p:sp>
        <p:sp>
          <p:nvSpPr>
            <p:cNvPr id="56420" name="Text Box 102">
              <a:extLst>
                <a:ext uri="{FF2B5EF4-FFF2-40B4-BE49-F238E27FC236}">
                  <a16:creationId xmlns:a16="http://schemas.microsoft.com/office/drawing/2014/main" id="{B08B8A5E-4C34-87B6-0614-8801A10B4B35}"/>
                </a:ext>
              </a:extLst>
            </p:cNvPr>
            <p:cNvSpPr txBox="1">
              <a:spLocks noChangeArrowheads="1"/>
            </p:cNvSpPr>
            <p:nvPr/>
          </p:nvSpPr>
          <p:spPr bwMode="auto">
            <a:xfrm>
              <a:off x="3305728" y="1343569"/>
              <a:ext cx="4792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~X</a:t>
              </a:r>
              <a:endParaRPr lang="ru-RU" altLang="en-US" sz="1100"/>
            </a:p>
          </p:txBody>
        </p:sp>
        <p:sp>
          <p:nvSpPr>
            <p:cNvPr id="56421" name="Text Box 103">
              <a:extLst>
                <a:ext uri="{FF2B5EF4-FFF2-40B4-BE49-F238E27FC236}">
                  <a16:creationId xmlns:a16="http://schemas.microsoft.com/office/drawing/2014/main" id="{AE3F9267-CE4E-A23F-B3F7-5095A2B3C623}"/>
                </a:ext>
              </a:extLst>
            </p:cNvPr>
            <p:cNvSpPr txBox="1">
              <a:spLocks noChangeArrowheads="1"/>
            </p:cNvSpPr>
            <p:nvPr/>
          </p:nvSpPr>
          <p:spPr bwMode="auto">
            <a:xfrm>
              <a:off x="3305728" y="1440228"/>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1</a:t>
              </a:r>
              <a:endParaRPr lang="ru-RU" altLang="en-US" sz="1400"/>
            </a:p>
          </p:txBody>
        </p:sp>
        <p:sp>
          <p:nvSpPr>
            <p:cNvPr id="56422" name="Text Box 104">
              <a:extLst>
                <a:ext uri="{FF2B5EF4-FFF2-40B4-BE49-F238E27FC236}">
                  <a16:creationId xmlns:a16="http://schemas.microsoft.com/office/drawing/2014/main" id="{3FD63A8D-38FB-6928-2FC4-66EC6CD1F46B}"/>
                </a:ext>
              </a:extLst>
            </p:cNvPr>
            <p:cNvSpPr txBox="1">
              <a:spLocks noChangeArrowheads="1"/>
            </p:cNvSpPr>
            <p:nvPr/>
          </p:nvSpPr>
          <p:spPr bwMode="auto">
            <a:xfrm>
              <a:off x="3305728" y="1691543"/>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2</a:t>
              </a:r>
              <a:endParaRPr lang="ru-RU" altLang="en-US" sz="1400"/>
            </a:p>
          </p:txBody>
        </p:sp>
        <p:sp>
          <p:nvSpPr>
            <p:cNvPr id="56423" name="Text Box 105">
              <a:extLst>
                <a:ext uri="{FF2B5EF4-FFF2-40B4-BE49-F238E27FC236}">
                  <a16:creationId xmlns:a16="http://schemas.microsoft.com/office/drawing/2014/main" id="{F8A12729-0686-CF48-04EC-CEDD0C737291}"/>
                </a:ext>
              </a:extLst>
            </p:cNvPr>
            <p:cNvSpPr txBox="1">
              <a:spLocks noChangeArrowheads="1"/>
            </p:cNvSpPr>
            <p:nvPr/>
          </p:nvSpPr>
          <p:spPr bwMode="auto">
            <a:xfrm>
              <a:off x="3305728" y="1938992"/>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1</a:t>
              </a:r>
              <a:endParaRPr lang="ru-RU" altLang="en-US" sz="1400"/>
            </a:p>
          </p:txBody>
        </p:sp>
        <p:sp>
          <p:nvSpPr>
            <p:cNvPr id="56424" name="Text Box 106">
              <a:extLst>
                <a:ext uri="{FF2B5EF4-FFF2-40B4-BE49-F238E27FC236}">
                  <a16:creationId xmlns:a16="http://schemas.microsoft.com/office/drawing/2014/main" id="{06F75481-37DD-6AC8-48A7-46D3D3F02433}"/>
                </a:ext>
              </a:extLst>
            </p:cNvPr>
            <p:cNvSpPr txBox="1">
              <a:spLocks noChangeArrowheads="1"/>
            </p:cNvSpPr>
            <p:nvPr/>
          </p:nvSpPr>
          <p:spPr bwMode="auto">
            <a:xfrm>
              <a:off x="2102254" y="3198145"/>
              <a:ext cx="3496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X</a:t>
              </a:r>
              <a:endParaRPr lang="ru-RU" altLang="en-US" sz="1200"/>
            </a:p>
          </p:txBody>
        </p:sp>
        <p:sp>
          <p:nvSpPr>
            <p:cNvPr id="56425" name="Text Box 107">
              <a:extLst>
                <a:ext uri="{FF2B5EF4-FFF2-40B4-BE49-F238E27FC236}">
                  <a16:creationId xmlns:a16="http://schemas.microsoft.com/office/drawing/2014/main" id="{0E5831AD-22CE-FC75-2237-11A4C3E97F66}"/>
                </a:ext>
              </a:extLst>
            </p:cNvPr>
            <p:cNvSpPr txBox="1">
              <a:spLocks noChangeArrowheads="1"/>
            </p:cNvSpPr>
            <p:nvPr/>
          </p:nvSpPr>
          <p:spPr bwMode="auto">
            <a:xfrm>
              <a:off x="3305728" y="2547303"/>
              <a:ext cx="5056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1</a:t>
              </a:r>
              <a:endParaRPr lang="ru-RU" altLang="en-US" sz="1400"/>
            </a:p>
          </p:txBody>
        </p:sp>
        <p:sp>
          <p:nvSpPr>
            <p:cNvPr id="56426" name="Text Box 108">
              <a:extLst>
                <a:ext uri="{FF2B5EF4-FFF2-40B4-BE49-F238E27FC236}">
                  <a16:creationId xmlns:a16="http://schemas.microsoft.com/office/drawing/2014/main" id="{5BEDAB6F-EAC7-3FBF-86F8-718D4FAF4471}"/>
                </a:ext>
              </a:extLst>
            </p:cNvPr>
            <p:cNvSpPr txBox="1">
              <a:spLocks noChangeArrowheads="1"/>
            </p:cNvSpPr>
            <p:nvPr/>
          </p:nvSpPr>
          <p:spPr bwMode="auto">
            <a:xfrm>
              <a:off x="3305728" y="2759954"/>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2</a:t>
              </a:r>
              <a:endParaRPr lang="ru-RU" altLang="en-US" sz="1400"/>
            </a:p>
          </p:txBody>
        </p:sp>
        <p:sp>
          <p:nvSpPr>
            <p:cNvPr id="56427" name="Text Box 109">
              <a:extLst>
                <a:ext uri="{FF2B5EF4-FFF2-40B4-BE49-F238E27FC236}">
                  <a16:creationId xmlns:a16="http://schemas.microsoft.com/office/drawing/2014/main" id="{48E15DE8-31A1-6465-845F-E1DECC41F0AF}"/>
                </a:ext>
              </a:extLst>
            </p:cNvPr>
            <p:cNvSpPr txBox="1">
              <a:spLocks noChangeArrowheads="1"/>
            </p:cNvSpPr>
            <p:nvPr/>
          </p:nvSpPr>
          <p:spPr bwMode="auto">
            <a:xfrm>
              <a:off x="3305728" y="3076998"/>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2</a:t>
              </a:r>
              <a:endParaRPr lang="ru-RU" altLang="en-US" sz="1400"/>
            </a:p>
          </p:txBody>
        </p:sp>
        <p:sp>
          <p:nvSpPr>
            <p:cNvPr id="56428" name="AutoShape 82">
              <a:extLst>
                <a:ext uri="{FF2B5EF4-FFF2-40B4-BE49-F238E27FC236}">
                  <a16:creationId xmlns:a16="http://schemas.microsoft.com/office/drawing/2014/main" id="{4ED3E617-D0B3-51C0-5BBD-9E12BE4CCABF}"/>
                </a:ext>
              </a:extLst>
            </p:cNvPr>
            <p:cNvSpPr>
              <a:spLocks noChangeArrowheads="1"/>
            </p:cNvSpPr>
            <p:nvPr/>
          </p:nvSpPr>
          <p:spPr bwMode="auto">
            <a:xfrm rot="5400000">
              <a:off x="2565992" y="3624027"/>
              <a:ext cx="391794" cy="328772"/>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429" name="Oval 83">
              <a:extLst>
                <a:ext uri="{FF2B5EF4-FFF2-40B4-BE49-F238E27FC236}">
                  <a16:creationId xmlns:a16="http://schemas.microsoft.com/office/drawing/2014/main" id="{CF37FFC1-5D78-243C-2E55-692265FDCFB8}"/>
                </a:ext>
              </a:extLst>
            </p:cNvPr>
            <p:cNvSpPr>
              <a:spLocks noChangeArrowheads="1"/>
            </p:cNvSpPr>
            <p:nvPr/>
          </p:nvSpPr>
          <p:spPr bwMode="auto">
            <a:xfrm>
              <a:off x="2929061" y="3744594"/>
              <a:ext cx="119807" cy="1108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6430" name="Line 112">
              <a:extLst>
                <a:ext uri="{FF2B5EF4-FFF2-40B4-BE49-F238E27FC236}">
                  <a16:creationId xmlns:a16="http://schemas.microsoft.com/office/drawing/2014/main" id="{5704BDAB-E9FB-F2FD-4F51-98255207478B}"/>
                </a:ext>
              </a:extLst>
            </p:cNvPr>
            <p:cNvSpPr>
              <a:spLocks noChangeShapeType="1"/>
            </p:cNvSpPr>
            <p:nvPr/>
          </p:nvSpPr>
          <p:spPr bwMode="auto">
            <a:xfrm>
              <a:off x="2325848" y="3520343"/>
              <a:ext cx="0" cy="262914"/>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431" name="Line 113">
              <a:extLst>
                <a:ext uri="{FF2B5EF4-FFF2-40B4-BE49-F238E27FC236}">
                  <a16:creationId xmlns:a16="http://schemas.microsoft.com/office/drawing/2014/main" id="{7BB35A96-D185-75A7-8E97-3AC098E30110}"/>
                </a:ext>
              </a:extLst>
            </p:cNvPr>
            <p:cNvSpPr>
              <a:spLocks noChangeShapeType="1"/>
            </p:cNvSpPr>
            <p:nvPr/>
          </p:nvSpPr>
          <p:spPr bwMode="auto">
            <a:xfrm>
              <a:off x="2325848" y="3780680"/>
              <a:ext cx="2521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32" name="Line 114">
              <a:extLst>
                <a:ext uri="{FF2B5EF4-FFF2-40B4-BE49-F238E27FC236}">
                  <a16:creationId xmlns:a16="http://schemas.microsoft.com/office/drawing/2014/main" id="{F56B5226-AF14-2E1C-82D8-3FAD3487458D}"/>
                </a:ext>
              </a:extLst>
            </p:cNvPr>
            <p:cNvSpPr>
              <a:spLocks noChangeShapeType="1"/>
            </p:cNvSpPr>
            <p:nvPr/>
          </p:nvSpPr>
          <p:spPr bwMode="auto">
            <a:xfrm>
              <a:off x="3030061" y="3788413"/>
              <a:ext cx="15742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33" name="Text Box 115">
              <a:extLst>
                <a:ext uri="{FF2B5EF4-FFF2-40B4-BE49-F238E27FC236}">
                  <a16:creationId xmlns:a16="http://schemas.microsoft.com/office/drawing/2014/main" id="{079A16AF-24DD-E0D7-F2BB-75CA1D0CD2E1}"/>
                </a:ext>
              </a:extLst>
            </p:cNvPr>
            <p:cNvSpPr txBox="1">
              <a:spLocks noChangeArrowheads="1"/>
            </p:cNvSpPr>
            <p:nvPr/>
          </p:nvSpPr>
          <p:spPr bwMode="auto">
            <a:xfrm>
              <a:off x="2824579" y="3544830"/>
              <a:ext cx="4430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~X</a:t>
              </a:r>
              <a:endParaRPr lang="ru-RU" altLang="en-US" sz="1200"/>
            </a:p>
          </p:txBody>
        </p:sp>
        <p:sp>
          <p:nvSpPr>
            <p:cNvPr id="56434" name="Text Box 116">
              <a:extLst>
                <a:ext uri="{FF2B5EF4-FFF2-40B4-BE49-F238E27FC236}">
                  <a16:creationId xmlns:a16="http://schemas.microsoft.com/office/drawing/2014/main" id="{B11278E0-CE3E-58E5-A64E-C67B9AD0AC34}"/>
                </a:ext>
              </a:extLst>
            </p:cNvPr>
            <p:cNvSpPr txBox="1">
              <a:spLocks noChangeArrowheads="1"/>
            </p:cNvSpPr>
            <p:nvPr/>
          </p:nvSpPr>
          <p:spPr bwMode="auto">
            <a:xfrm>
              <a:off x="3305728" y="3806456"/>
              <a:ext cx="4430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~X</a:t>
              </a:r>
              <a:endParaRPr lang="ru-RU" altLang="en-US" sz="1200"/>
            </a:p>
          </p:txBody>
        </p:sp>
        <p:sp>
          <p:nvSpPr>
            <p:cNvPr id="56435" name="Text Box 117">
              <a:extLst>
                <a:ext uri="{FF2B5EF4-FFF2-40B4-BE49-F238E27FC236}">
                  <a16:creationId xmlns:a16="http://schemas.microsoft.com/office/drawing/2014/main" id="{BFBA6BC1-08EE-0752-BB13-33D980F69ECD}"/>
                </a:ext>
              </a:extLst>
            </p:cNvPr>
            <p:cNvSpPr txBox="1">
              <a:spLocks noChangeArrowheads="1"/>
            </p:cNvSpPr>
            <p:nvPr/>
          </p:nvSpPr>
          <p:spPr bwMode="auto">
            <a:xfrm>
              <a:off x="3305728" y="3297382"/>
              <a:ext cx="4430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~X</a:t>
              </a:r>
              <a:endParaRPr lang="ru-RU" altLang="en-US" sz="1200"/>
            </a:p>
          </p:txBody>
        </p:sp>
        <p:sp>
          <p:nvSpPr>
            <p:cNvPr id="56436" name="Text Box 118">
              <a:extLst>
                <a:ext uri="{FF2B5EF4-FFF2-40B4-BE49-F238E27FC236}">
                  <a16:creationId xmlns:a16="http://schemas.microsoft.com/office/drawing/2014/main" id="{31EFD361-58DF-5290-0793-3BA95CF670A3}"/>
                </a:ext>
              </a:extLst>
            </p:cNvPr>
            <p:cNvSpPr txBox="1">
              <a:spLocks noChangeArrowheads="1"/>
            </p:cNvSpPr>
            <p:nvPr/>
          </p:nvSpPr>
          <p:spPr bwMode="auto">
            <a:xfrm>
              <a:off x="3390178" y="3350034"/>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3</a:t>
              </a:r>
              <a:endParaRPr lang="ru-RU" altLang="en-US" sz="1400"/>
            </a:p>
          </p:txBody>
        </p:sp>
        <p:sp>
          <p:nvSpPr>
            <p:cNvPr id="56437" name="Text Box 119">
              <a:extLst>
                <a:ext uri="{FF2B5EF4-FFF2-40B4-BE49-F238E27FC236}">
                  <a16:creationId xmlns:a16="http://schemas.microsoft.com/office/drawing/2014/main" id="{AAFB1460-9009-EA8C-A443-697F2D03EF72}"/>
                </a:ext>
              </a:extLst>
            </p:cNvPr>
            <p:cNvSpPr txBox="1">
              <a:spLocks noChangeArrowheads="1"/>
            </p:cNvSpPr>
            <p:nvPr/>
          </p:nvSpPr>
          <p:spPr bwMode="auto">
            <a:xfrm>
              <a:off x="3305728" y="4066792"/>
              <a:ext cx="5056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1</a:t>
              </a:r>
              <a:endParaRPr lang="ru-RU" altLang="en-US" sz="1400"/>
            </a:p>
          </p:txBody>
        </p:sp>
        <p:sp>
          <p:nvSpPr>
            <p:cNvPr id="56438" name="Text Box 120">
              <a:extLst>
                <a:ext uri="{FF2B5EF4-FFF2-40B4-BE49-F238E27FC236}">
                  <a16:creationId xmlns:a16="http://schemas.microsoft.com/office/drawing/2014/main" id="{57060AD5-347D-26E2-EC0B-42729A2E8765}"/>
                </a:ext>
              </a:extLst>
            </p:cNvPr>
            <p:cNvSpPr txBox="1">
              <a:spLocks noChangeArrowheads="1"/>
            </p:cNvSpPr>
            <p:nvPr/>
          </p:nvSpPr>
          <p:spPr bwMode="auto">
            <a:xfrm>
              <a:off x="3305728" y="4242068"/>
              <a:ext cx="5056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2</a:t>
              </a:r>
              <a:endParaRPr lang="ru-RU" altLang="en-US" sz="1400"/>
            </a:p>
          </p:txBody>
        </p:sp>
        <p:sp>
          <p:nvSpPr>
            <p:cNvPr id="56439" name="Text Box 121">
              <a:extLst>
                <a:ext uri="{FF2B5EF4-FFF2-40B4-BE49-F238E27FC236}">
                  <a16:creationId xmlns:a16="http://schemas.microsoft.com/office/drawing/2014/main" id="{C7B2A4A6-FD88-240F-46C6-6644082138C6}"/>
                </a:ext>
              </a:extLst>
            </p:cNvPr>
            <p:cNvSpPr txBox="1">
              <a:spLocks noChangeArrowheads="1"/>
            </p:cNvSpPr>
            <p:nvPr/>
          </p:nvSpPr>
          <p:spPr bwMode="auto">
            <a:xfrm>
              <a:off x="3305728" y="4428944"/>
              <a:ext cx="349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X</a:t>
              </a:r>
              <a:endParaRPr lang="ru-RU" altLang="en-US" sz="1400"/>
            </a:p>
          </p:txBody>
        </p:sp>
        <p:sp>
          <p:nvSpPr>
            <p:cNvPr id="56440" name="Text Box 122">
              <a:extLst>
                <a:ext uri="{FF2B5EF4-FFF2-40B4-BE49-F238E27FC236}">
                  <a16:creationId xmlns:a16="http://schemas.microsoft.com/office/drawing/2014/main" id="{7956342A-8DF8-C0EE-6ECB-3E5D7E75B2CD}"/>
                </a:ext>
              </a:extLst>
            </p:cNvPr>
            <p:cNvSpPr txBox="1">
              <a:spLocks noChangeArrowheads="1"/>
            </p:cNvSpPr>
            <p:nvPr/>
          </p:nvSpPr>
          <p:spPr bwMode="auto">
            <a:xfrm>
              <a:off x="3305728" y="4604220"/>
              <a:ext cx="5056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2</a:t>
              </a:r>
              <a:endParaRPr lang="ru-RU" altLang="en-US" sz="1400"/>
            </a:p>
          </p:txBody>
        </p:sp>
        <p:sp>
          <p:nvSpPr>
            <p:cNvPr id="56441" name="Text Box 123">
              <a:extLst>
                <a:ext uri="{FF2B5EF4-FFF2-40B4-BE49-F238E27FC236}">
                  <a16:creationId xmlns:a16="http://schemas.microsoft.com/office/drawing/2014/main" id="{C0341026-3650-63B1-B5D7-EA0A105117C5}"/>
                </a:ext>
              </a:extLst>
            </p:cNvPr>
            <p:cNvSpPr txBox="1">
              <a:spLocks noChangeArrowheads="1"/>
            </p:cNvSpPr>
            <p:nvPr/>
          </p:nvSpPr>
          <p:spPr bwMode="auto">
            <a:xfrm>
              <a:off x="3305728" y="4779496"/>
              <a:ext cx="4499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a:t>
              </a:r>
              <a:r>
                <a:rPr lang="en-US" altLang="en-US" sz="1400" baseline="-25000"/>
                <a:t>3</a:t>
              </a:r>
              <a:endParaRPr lang="ru-RU" altLang="en-US" sz="1400"/>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962FBCD-F2E6-B6A8-A835-78206A1870AE}"/>
              </a:ext>
            </a:extLst>
          </p:cNvPr>
          <p:cNvSpPr>
            <a:spLocks noGrp="1" noChangeArrowheads="1"/>
          </p:cNvSpPr>
          <p:nvPr>
            <p:ph type="title"/>
          </p:nvPr>
        </p:nvSpPr>
        <p:spPr/>
        <p:txBody>
          <a:bodyPr>
            <a:normAutofit/>
          </a:bodyPr>
          <a:lstStyle/>
          <a:p>
            <a:r>
              <a:rPr lang="en-US" altLang="en-US" dirty="0"/>
              <a:t>Analysis of Asynchronous FSM</a:t>
            </a:r>
          </a:p>
        </p:txBody>
      </p:sp>
      <p:sp>
        <p:nvSpPr>
          <p:cNvPr id="57347" name="Content Placeholder 2">
            <a:extLst>
              <a:ext uri="{FF2B5EF4-FFF2-40B4-BE49-F238E27FC236}">
                <a16:creationId xmlns:a16="http://schemas.microsoft.com/office/drawing/2014/main" id="{8595E5A4-B1E4-C659-E4EB-C63215BAAD05}"/>
              </a:ext>
            </a:extLst>
          </p:cNvPr>
          <p:cNvSpPr>
            <a:spLocks noGrp="1" noChangeArrowheads="1"/>
          </p:cNvSpPr>
          <p:nvPr>
            <p:ph type="body" sz="quarter" idx="10"/>
          </p:nvPr>
        </p:nvSpPr>
        <p:spPr/>
        <p:txBody>
          <a:bodyPr/>
          <a:lstStyle/>
          <a:p>
            <a:r>
              <a:rPr lang="en-US" altLang="en-US" dirty="0"/>
              <a:t>Example 1.The analysis of designed circuit (asynchronous T flip-flop circuit)</a:t>
            </a:r>
          </a:p>
          <a:p>
            <a:r>
              <a:rPr lang="en-US" altLang="en-US" dirty="0"/>
              <a:t>The next state function for given circuit is the following:</a:t>
            </a:r>
          </a:p>
          <a:p>
            <a:r>
              <a:rPr lang="en-US" altLang="en-US" dirty="0"/>
              <a:t>q1* = q1</a:t>
            </a:r>
            <a:r>
              <a:rPr lang="en-US" altLang="en-US" dirty="0">
                <a:sym typeface="Symbol" panose="05050102010706020507" pitchFamily="18" charset="2"/>
              </a:rPr>
              <a:t>~q2 + T~q2+~Tq1</a:t>
            </a:r>
          </a:p>
          <a:p>
            <a:r>
              <a:rPr lang="en-US" altLang="en-US" dirty="0">
                <a:sym typeface="Symbol" panose="05050102010706020507" pitchFamily="18" charset="2"/>
              </a:rPr>
              <a:t>q2*=q1q2+Tq2+~Tq1</a:t>
            </a:r>
          </a:p>
          <a:p>
            <a:r>
              <a:rPr lang="en-US" altLang="en-US" dirty="0">
                <a:sym typeface="Symbol" panose="05050102010706020507" pitchFamily="18" charset="2"/>
              </a:rPr>
              <a:t>These can be represented on Karnaugh maps</a:t>
            </a:r>
          </a:p>
          <a:p>
            <a:endParaRPr lang="en-US" altLang="en-US" dirty="0">
              <a:sym typeface="Symbol" panose="05050102010706020507" pitchFamily="18" charset="2"/>
            </a:endParaRPr>
          </a:p>
          <a:p>
            <a:endParaRPr lang="en-US" altLang="en-US" dirty="0">
              <a:sym typeface="Symbol" panose="05050102010706020507" pitchFamily="18" charset="2"/>
            </a:endParaRPr>
          </a:p>
          <a:p>
            <a:endParaRPr lang="en-US" altLang="en-US" dirty="0">
              <a:sym typeface="Symbol" panose="05050102010706020507" pitchFamily="18" charset="2"/>
            </a:endParaRPr>
          </a:p>
          <a:p>
            <a:endParaRPr lang="en-US" altLang="en-US" dirty="0">
              <a:sym typeface="Symbol" panose="05050102010706020507" pitchFamily="18" charset="2"/>
            </a:endParaRPr>
          </a:p>
          <a:p>
            <a:endParaRPr lang="en-US" altLang="en-US" dirty="0">
              <a:sym typeface="Symbol" panose="05050102010706020507" pitchFamily="18" charset="2"/>
            </a:endParaRPr>
          </a:p>
          <a:p>
            <a:endParaRPr lang="en-US" altLang="en-US" dirty="0">
              <a:sym typeface="Symbol" panose="05050102010706020507" pitchFamily="18" charset="2"/>
            </a:endParaRPr>
          </a:p>
          <a:p>
            <a:r>
              <a:rPr lang="en-US" altLang="en-US" dirty="0" err="1"/>
              <a:t>Аs</a:t>
            </a:r>
            <a:r>
              <a:rPr lang="en-US" altLang="en-US" dirty="0"/>
              <a:t> expected, there are no hazards in Karnaugh maps for q1*  and  q2*.</a:t>
            </a:r>
            <a:endParaRPr lang="en-US" altLang="en-US" dirty="0">
              <a:sym typeface="Symbol" panose="05050102010706020507" pitchFamily="18" charset="2"/>
            </a:endParaRPr>
          </a:p>
          <a:p>
            <a:endParaRPr lang="en-US" altLang="en-US" dirty="0"/>
          </a:p>
        </p:txBody>
      </p:sp>
      <p:grpSp>
        <p:nvGrpSpPr>
          <p:cNvPr id="57348" name="Group 60">
            <a:extLst>
              <a:ext uri="{FF2B5EF4-FFF2-40B4-BE49-F238E27FC236}">
                <a16:creationId xmlns:a16="http://schemas.microsoft.com/office/drawing/2014/main" id="{CD578AAD-CBEE-9D38-3A1F-71788305F23F}"/>
              </a:ext>
            </a:extLst>
          </p:cNvPr>
          <p:cNvGrpSpPr>
            <a:grpSpLocks/>
          </p:cNvGrpSpPr>
          <p:nvPr/>
        </p:nvGrpSpPr>
        <p:grpSpPr bwMode="auto">
          <a:xfrm>
            <a:off x="2385218" y="3943667"/>
            <a:ext cx="7421563" cy="1725613"/>
            <a:chOff x="381000" y="3124200"/>
            <a:chExt cx="7421563" cy="2101572"/>
          </a:xfrm>
        </p:grpSpPr>
        <p:sp>
          <p:nvSpPr>
            <p:cNvPr id="7" name="Text Box 86">
              <a:extLst>
                <a:ext uri="{FF2B5EF4-FFF2-40B4-BE49-F238E27FC236}">
                  <a16:creationId xmlns:a16="http://schemas.microsoft.com/office/drawing/2014/main" id="{94D6560D-DDD0-48DE-AE79-85FE061A2FDF}"/>
                </a:ext>
              </a:extLst>
            </p:cNvPr>
            <p:cNvSpPr txBox="1">
              <a:spLocks noChangeArrowheads="1"/>
            </p:cNvSpPr>
            <p:nvPr/>
          </p:nvSpPr>
          <p:spPr bwMode="auto">
            <a:xfrm>
              <a:off x="381000" y="3365872"/>
              <a:ext cx="457200" cy="411807"/>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8" name="Rectangle 80">
              <a:extLst>
                <a:ext uri="{FF2B5EF4-FFF2-40B4-BE49-F238E27FC236}">
                  <a16:creationId xmlns:a16="http://schemas.microsoft.com/office/drawing/2014/main" id="{BEF1B7DC-E413-42F4-98EF-B0112B7C5B7F}"/>
                </a:ext>
              </a:extLst>
            </p:cNvPr>
            <p:cNvSpPr>
              <a:spLocks noChangeArrowheads="1"/>
            </p:cNvSpPr>
            <p:nvPr/>
          </p:nvSpPr>
          <p:spPr bwMode="auto">
            <a:xfrm>
              <a:off x="990600" y="3644277"/>
              <a:ext cx="2667000" cy="1169687"/>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sz="1600" dirty="0">
                <a:cs typeface="Arial" charset="0"/>
              </a:endParaRPr>
            </a:p>
          </p:txBody>
        </p:sp>
        <p:sp>
          <p:nvSpPr>
            <p:cNvPr id="9" name="Line 81">
              <a:extLst>
                <a:ext uri="{FF2B5EF4-FFF2-40B4-BE49-F238E27FC236}">
                  <a16:creationId xmlns:a16="http://schemas.microsoft.com/office/drawing/2014/main" id="{C3D710C8-DB9A-435F-9096-F39523F95037}"/>
                </a:ext>
              </a:extLst>
            </p:cNvPr>
            <p:cNvSpPr>
              <a:spLocks noChangeShapeType="1"/>
            </p:cNvSpPr>
            <p:nvPr/>
          </p:nvSpPr>
          <p:spPr bwMode="auto">
            <a:xfrm>
              <a:off x="2311400" y="3644277"/>
              <a:ext cx="0" cy="116968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10" name="Line 82">
              <a:extLst>
                <a:ext uri="{FF2B5EF4-FFF2-40B4-BE49-F238E27FC236}">
                  <a16:creationId xmlns:a16="http://schemas.microsoft.com/office/drawing/2014/main" id="{8D1EDD99-F035-468F-B17B-668EA01A47BA}"/>
                </a:ext>
              </a:extLst>
            </p:cNvPr>
            <p:cNvSpPr>
              <a:spLocks noChangeShapeType="1"/>
            </p:cNvSpPr>
            <p:nvPr/>
          </p:nvSpPr>
          <p:spPr bwMode="auto">
            <a:xfrm>
              <a:off x="1625600" y="3644277"/>
              <a:ext cx="0" cy="116968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11" name="Line 83">
              <a:extLst>
                <a:ext uri="{FF2B5EF4-FFF2-40B4-BE49-F238E27FC236}">
                  <a16:creationId xmlns:a16="http://schemas.microsoft.com/office/drawing/2014/main" id="{889F0152-ED01-46BE-9AE4-788BE4315C69}"/>
                </a:ext>
              </a:extLst>
            </p:cNvPr>
            <p:cNvSpPr>
              <a:spLocks noChangeShapeType="1"/>
            </p:cNvSpPr>
            <p:nvPr/>
          </p:nvSpPr>
          <p:spPr bwMode="auto">
            <a:xfrm>
              <a:off x="2971800" y="3657810"/>
              <a:ext cx="0" cy="1169688"/>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12" name="Line 84">
              <a:extLst>
                <a:ext uri="{FF2B5EF4-FFF2-40B4-BE49-F238E27FC236}">
                  <a16:creationId xmlns:a16="http://schemas.microsoft.com/office/drawing/2014/main" id="{C78CD499-B25F-4B1D-9C92-E375263DC872}"/>
                </a:ext>
              </a:extLst>
            </p:cNvPr>
            <p:cNvSpPr>
              <a:spLocks noChangeShapeType="1"/>
            </p:cNvSpPr>
            <p:nvPr/>
          </p:nvSpPr>
          <p:spPr bwMode="auto">
            <a:xfrm>
              <a:off x="990600" y="4203020"/>
              <a:ext cx="2667000"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13" name="Line 85">
              <a:extLst>
                <a:ext uri="{FF2B5EF4-FFF2-40B4-BE49-F238E27FC236}">
                  <a16:creationId xmlns:a16="http://schemas.microsoft.com/office/drawing/2014/main" id="{B095E9DC-C93F-4C3A-90A8-D3E02FDBE318}"/>
                </a:ext>
              </a:extLst>
            </p:cNvPr>
            <p:cNvSpPr>
              <a:spLocks noChangeShapeType="1"/>
            </p:cNvSpPr>
            <p:nvPr/>
          </p:nvSpPr>
          <p:spPr bwMode="auto">
            <a:xfrm>
              <a:off x="609600" y="3288537"/>
              <a:ext cx="381000" cy="380873"/>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14" name="Text Box 87">
              <a:extLst>
                <a:ext uri="{FF2B5EF4-FFF2-40B4-BE49-F238E27FC236}">
                  <a16:creationId xmlns:a16="http://schemas.microsoft.com/office/drawing/2014/main" id="{7E8B58B7-AE74-4773-AE1E-1707F4B693DF}"/>
                </a:ext>
              </a:extLst>
            </p:cNvPr>
            <p:cNvSpPr txBox="1">
              <a:spLocks noChangeArrowheads="1"/>
            </p:cNvSpPr>
            <p:nvPr/>
          </p:nvSpPr>
          <p:spPr bwMode="auto">
            <a:xfrm>
              <a:off x="660400" y="3124200"/>
              <a:ext cx="673100" cy="411808"/>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15" name="Text Box 88">
              <a:extLst>
                <a:ext uri="{FF2B5EF4-FFF2-40B4-BE49-F238E27FC236}">
                  <a16:creationId xmlns:a16="http://schemas.microsoft.com/office/drawing/2014/main" id="{353019F3-7E53-4BC9-BBA4-27E1590C728A}"/>
                </a:ext>
              </a:extLst>
            </p:cNvPr>
            <p:cNvSpPr txBox="1">
              <a:spLocks noChangeArrowheads="1"/>
            </p:cNvSpPr>
            <p:nvPr/>
          </p:nvSpPr>
          <p:spPr bwMode="auto">
            <a:xfrm>
              <a:off x="1079500" y="3311737"/>
              <a:ext cx="533400" cy="411807"/>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16" name="Text Box 89">
              <a:extLst>
                <a:ext uri="{FF2B5EF4-FFF2-40B4-BE49-F238E27FC236}">
                  <a16:creationId xmlns:a16="http://schemas.microsoft.com/office/drawing/2014/main" id="{723EC05C-1DAE-4835-88C1-8FDB9E501D3B}"/>
                </a:ext>
              </a:extLst>
            </p:cNvPr>
            <p:cNvSpPr txBox="1">
              <a:spLocks noChangeArrowheads="1"/>
            </p:cNvSpPr>
            <p:nvPr/>
          </p:nvSpPr>
          <p:spPr bwMode="auto">
            <a:xfrm>
              <a:off x="1663700" y="3298203"/>
              <a:ext cx="533400" cy="40987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17" name="Text Box 90">
              <a:extLst>
                <a:ext uri="{FF2B5EF4-FFF2-40B4-BE49-F238E27FC236}">
                  <a16:creationId xmlns:a16="http://schemas.microsoft.com/office/drawing/2014/main" id="{D7EF5D8C-E831-4910-A652-6B8A4A4006FD}"/>
                </a:ext>
              </a:extLst>
            </p:cNvPr>
            <p:cNvSpPr txBox="1">
              <a:spLocks noChangeArrowheads="1"/>
            </p:cNvSpPr>
            <p:nvPr/>
          </p:nvSpPr>
          <p:spPr bwMode="auto">
            <a:xfrm>
              <a:off x="2349500" y="3311737"/>
              <a:ext cx="533400" cy="411807"/>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18" name="Text Box 91">
              <a:extLst>
                <a:ext uri="{FF2B5EF4-FFF2-40B4-BE49-F238E27FC236}">
                  <a16:creationId xmlns:a16="http://schemas.microsoft.com/office/drawing/2014/main" id="{0652B6DB-2B75-449C-ADBA-86EF95FF9090}"/>
                </a:ext>
              </a:extLst>
            </p:cNvPr>
            <p:cNvSpPr txBox="1">
              <a:spLocks noChangeArrowheads="1"/>
            </p:cNvSpPr>
            <p:nvPr/>
          </p:nvSpPr>
          <p:spPr bwMode="auto">
            <a:xfrm>
              <a:off x="3035300" y="3311737"/>
              <a:ext cx="533400" cy="411807"/>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19" name="Text Box 92">
              <a:extLst>
                <a:ext uri="{FF2B5EF4-FFF2-40B4-BE49-F238E27FC236}">
                  <a16:creationId xmlns:a16="http://schemas.microsoft.com/office/drawing/2014/main" id="{AB020A0F-E27B-4505-808E-C65A0D894756}"/>
                </a:ext>
              </a:extLst>
            </p:cNvPr>
            <p:cNvSpPr txBox="1">
              <a:spLocks noChangeArrowheads="1"/>
            </p:cNvSpPr>
            <p:nvPr/>
          </p:nvSpPr>
          <p:spPr bwMode="auto">
            <a:xfrm>
              <a:off x="541338" y="3733212"/>
              <a:ext cx="533400" cy="40987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20" name="Text Box 93">
              <a:extLst>
                <a:ext uri="{FF2B5EF4-FFF2-40B4-BE49-F238E27FC236}">
                  <a16:creationId xmlns:a16="http://schemas.microsoft.com/office/drawing/2014/main" id="{4D22141C-649D-42E7-BF21-ABF97908B381}"/>
                </a:ext>
              </a:extLst>
            </p:cNvPr>
            <p:cNvSpPr txBox="1">
              <a:spLocks noChangeArrowheads="1"/>
            </p:cNvSpPr>
            <p:nvPr/>
          </p:nvSpPr>
          <p:spPr bwMode="auto">
            <a:xfrm>
              <a:off x="584200" y="4301622"/>
              <a:ext cx="406400" cy="409874"/>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57363" name="Text Box 94">
              <a:extLst>
                <a:ext uri="{FF2B5EF4-FFF2-40B4-BE49-F238E27FC236}">
                  <a16:creationId xmlns:a16="http://schemas.microsoft.com/office/drawing/2014/main" id="{41E77D12-F44F-C102-2A9E-9C115509B6AD}"/>
                </a:ext>
              </a:extLst>
            </p:cNvPr>
            <p:cNvSpPr txBox="1">
              <a:spLocks noChangeArrowheads="1"/>
            </p:cNvSpPr>
            <p:nvPr/>
          </p:nvSpPr>
          <p:spPr bwMode="auto">
            <a:xfrm>
              <a:off x="1108075" y="3700344"/>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64" name="Text Box 95">
              <a:extLst>
                <a:ext uri="{FF2B5EF4-FFF2-40B4-BE49-F238E27FC236}">
                  <a16:creationId xmlns:a16="http://schemas.microsoft.com/office/drawing/2014/main" id="{E198A847-4FE8-803E-5311-79029946EE1C}"/>
                </a:ext>
              </a:extLst>
            </p:cNvPr>
            <p:cNvSpPr txBox="1">
              <a:spLocks noChangeArrowheads="1"/>
            </p:cNvSpPr>
            <p:nvPr/>
          </p:nvSpPr>
          <p:spPr bwMode="auto">
            <a:xfrm>
              <a:off x="1757362" y="3700344"/>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65" name="Text Box 96">
              <a:extLst>
                <a:ext uri="{FF2B5EF4-FFF2-40B4-BE49-F238E27FC236}">
                  <a16:creationId xmlns:a16="http://schemas.microsoft.com/office/drawing/2014/main" id="{ED672717-FD37-F658-FAEA-F296DB7E7885}"/>
                </a:ext>
              </a:extLst>
            </p:cNvPr>
            <p:cNvSpPr txBox="1">
              <a:spLocks noChangeArrowheads="1"/>
            </p:cNvSpPr>
            <p:nvPr/>
          </p:nvSpPr>
          <p:spPr bwMode="auto">
            <a:xfrm>
              <a:off x="2438400" y="3700344"/>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66" name="Text Box 97">
              <a:extLst>
                <a:ext uri="{FF2B5EF4-FFF2-40B4-BE49-F238E27FC236}">
                  <a16:creationId xmlns:a16="http://schemas.microsoft.com/office/drawing/2014/main" id="{9C71CD84-560F-47BB-19EA-5DF2FCB2D432}"/>
                </a:ext>
              </a:extLst>
            </p:cNvPr>
            <p:cNvSpPr txBox="1">
              <a:spLocks noChangeArrowheads="1"/>
            </p:cNvSpPr>
            <p:nvPr/>
          </p:nvSpPr>
          <p:spPr bwMode="auto">
            <a:xfrm>
              <a:off x="3009900" y="3700344"/>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67" name="Text Box 98">
              <a:extLst>
                <a:ext uri="{FF2B5EF4-FFF2-40B4-BE49-F238E27FC236}">
                  <a16:creationId xmlns:a16="http://schemas.microsoft.com/office/drawing/2014/main" id="{C0A9514B-B7A3-7A3E-63EB-79054825116D}"/>
                </a:ext>
              </a:extLst>
            </p:cNvPr>
            <p:cNvSpPr txBox="1">
              <a:spLocks noChangeArrowheads="1"/>
            </p:cNvSpPr>
            <p:nvPr/>
          </p:nvSpPr>
          <p:spPr bwMode="auto">
            <a:xfrm>
              <a:off x="1065213" y="4276488"/>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68" name="Text Box 99">
              <a:extLst>
                <a:ext uri="{FF2B5EF4-FFF2-40B4-BE49-F238E27FC236}">
                  <a16:creationId xmlns:a16="http://schemas.microsoft.com/office/drawing/2014/main" id="{C8F3F71B-7D3B-B028-E96B-5272F8943CBA}"/>
                </a:ext>
              </a:extLst>
            </p:cNvPr>
            <p:cNvSpPr txBox="1">
              <a:spLocks noChangeArrowheads="1"/>
            </p:cNvSpPr>
            <p:nvPr/>
          </p:nvSpPr>
          <p:spPr bwMode="auto">
            <a:xfrm>
              <a:off x="1714500" y="4276488"/>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69" name="Text Box 100">
              <a:extLst>
                <a:ext uri="{FF2B5EF4-FFF2-40B4-BE49-F238E27FC236}">
                  <a16:creationId xmlns:a16="http://schemas.microsoft.com/office/drawing/2014/main" id="{61F1004F-450D-FBAD-5940-497F39DAE02E}"/>
                </a:ext>
              </a:extLst>
            </p:cNvPr>
            <p:cNvSpPr txBox="1">
              <a:spLocks noChangeArrowheads="1"/>
            </p:cNvSpPr>
            <p:nvPr/>
          </p:nvSpPr>
          <p:spPr bwMode="auto">
            <a:xfrm>
              <a:off x="2387600" y="4276488"/>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70" name="Text Box 101">
              <a:extLst>
                <a:ext uri="{FF2B5EF4-FFF2-40B4-BE49-F238E27FC236}">
                  <a16:creationId xmlns:a16="http://schemas.microsoft.com/office/drawing/2014/main" id="{76A8A054-EE36-5A24-62F6-7539AE10B270}"/>
                </a:ext>
              </a:extLst>
            </p:cNvPr>
            <p:cNvSpPr txBox="1">
              <a:spLocks noChangeArrowheads="1"/>
            </p:cNvSpPr>
            <p:nvPr/>
          </p:nvSpPr>
          <p:spPr bwMode="auto">
            <a:xfrm>
              <a:off x="3009900" y="4276488"/>
              <a:ext cx="504825" cy="48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29" name="AutoShape 102">
              <a:extLst>
                <a:ext uri="{FF2B5EF4-FFF2-40B4-BE49-F238E27FC236}">
                  <a16:creationId xmlns:a16="http://schemas.microsoft.com/office/drawing/2014/main" id="{60EE4AA2-F210-467C-80B3-D0CAEB8BC428}"/>
                </a:ext>
              </a:extLst>
            </p:cNvPr>
            <p:cNvSpPr>
              <a:spLocks/>
            </p:cNvSpPr>
            <p:nvPr/>
          </p:nvSpPr>
          <p:spPr bwMode="auto">
            <a:xfrm rot="10800000" flipH="1">
              <a:off x="3133725" y="4276488"/>
              <a:ext cx="647700" cy="431142"/>
            </a:xfrm>
            <a:prstGeom prst="leftBracket">
              <a:avLst>
                <a:gd name="adj" fmla="val 8333"/>
              </a:avLst>
            </a:prstGeom>
            <a:noFill/>
            <a:ln w="25400">
              <a:solidFill>
                <a:schemeClr val="tx1"/>
              </a:solidFill>
              <a:round/>
              <a:headEnd/>
              <a:tailEnd/>
            </a:ln>
          </p:spPr>
          <p:txBody>
            <a:bodyPr rot="10800000" wrap="none" anchor="ctr"/>
            <a:lstStyle/>
            <a:p>
              <a:pPr eaLnBrk="1" hangingPunct="1">
                <a:defRPr/>
              </a:pPr>
              <a:endParaRPr lang="en-US" sz="1600" dirty="0">
                <a:cs typeface="Arial" charset="0"/>
              </a:endParaRPr>
            </a:p>
          </p:txBody>
        </p:sp>
        <p:sp>
          <p:nvSpPr>
            <p:cNvPr id="30" name="AutoShape 103">
              <a:extLst>
                <a:ext uri="{FF2B5EF4-FFF2-40B4-BE49-F238E27FC236}">
                  <a16:creationId xmlns:a16="http://schemas.microsoft.com/office/drawing/2014/main" id="{6B6CD6CF-B44F-4A8A-852E-45F68FE7844D}"/>
                </a:ext>
              </a:extLst>
            </p:cNvPr>
            <p:cNvSpPr>
              <a:spLocks/>
            </p:cNvSpPr>
            <p:nvPr/>
          </p:nvSpPr>
          <p:spPr bwMode="auto">
            <a:xfrm flipH="1">
              <a:off x="757238" y="4276488"/>
              <a:ext cx="719137" cy="431142"/>
            </a:xfrm>
            <a:prstGeom prst="leftBracket">
              <a:avLst>
                <a:gd name="adj" fmla="val 8333"/>
              </a:avLst>
            </a:prstGeom>
            <a:noFill/>
            <a:ln w="25400">
              <a:solidFill>
                <a:schemeClr val="tx1"/>
              </a:solidFill>
              <a:round/>
              <a:headEnd/>
              <a:tailEnd/>
            </a:ln>
          </p:spPr>
          <p:txBody>
            <a:bodyPr wrap="none" anchor="ctr"/>
            <a:lstStyle/>
            <a:p>
              <a:pPr eaLnBrk="1" hangingPunct="1">
                <a:defRPr/>
              </a:pPr>
              <a:endParaRPr lang="en-US" sz="1600" dirty="0">
                <a:cs typeface="Arial" charset="0"/>
              </a:endParaRPr>
            </a:p>
          </p:txBody>
        </p:sp>
        <p:sp>
          <p:nvSpPr>
            <p:cNvPr id="31" name="AutoShape 128">
              <a:extLst>
                <a:ext uri="{FF2B5EF4-FFF2-40B4-BE49-F238E27FC236}">
                  <a16:creationId xmlns:a16="http://schemas.microsoft.com/office/drawing/2014/main" id="{A65C35EF-1C04-4032-B778-34C830361F9A}"/>
                </a:ext>
              </a:extLst>
            </p:cNvPr>
            <p:cNvSpPr>
              <a:spLocks noChangeArrowheads="1"/>
            </p:cNvSpPr>
            <p:nvPr/>
          </p:nvSpPr>
          <p:spPr bwMode="auto">
            <a:xfrm>
              <a:off x="2454275" y="3696477"/>
              <a:ext cx="1008063" cy="444675"/>
            </a:xfrm>
            <a:prstGeom prst="roundRect">
              <a:avLst>
                <a:gd name="adj" fmla="val 16667"/>
              </a:avLst>
            </a:prstGeom>
            <a:noFill/>
            <a:ln w="25400">
              <a:solidFill>
                <a:srgbClr val="0000FF"/>
              </a:solidFill>
              <a:round/>
              <a:headEnd/>
              <a:tailEnd/>
            </a:ln>
          </p:spPr>
          <p:txBody>
            <a:bodyPr wrap="none" anchor="ctr"/>
            <a:lstStyle/>
            <a:p>
              <a:pPr eaLnBrk="1" hangingPunct="1">
                <a:defRPr/>
              </a:pPr>
              <a:endParaRPr lang="en-US" sz="1600" dirty="0">
                <a:cs typeface="Arial" charset="0"/>
              </a:endParaRPr>
            </a:p>
          </p:txBody>
        </p:sp>
        <p:sp>
          <p:nvSpPr>
            <p:cNvPr id="32" name="AutoShape 33">
              <a:extLst>
                <a:ext uri="{FF2B5EF4-FFF2-40B4-BE49-F238E27FC236}">
                  <a16:creationId xmlns:a16="http://schemas.microsoft.com/office/drawing/2014/main" id="{97FA233B-955A-4C7D-A723-7F4F5BE1D426}"/>
                </a:ext>
              </a:extLst>
            </p:cNvPr>
            <p:cNvSpPr>
              <a:spLocks noChangeArrowheads="1"/>
            </p:cNvSpPr>
            <p:nvPr/>
          </p:nvSpPr>
          <p:spPr bwMode="auto">
            <a:xfrm>
              <a:off x="3044825" y="3771879"/>
              <a:ext cx="504825" cy="1007284"/>
            </a:xfrm>
            <a:prstGeom prst="roundRect">
              <a:avLst>
                <a:gd name="adj" fmla="val 16667"/>
              </a:avLst>
            </a:prstGeom>
            <a:noFill/>
            <a:ln w="25400">
              <a:solidFill>
                <a:schemeClr val="accent1">
                  <a:lumMod val="20000"/>
                  <a:lumOff val="80000"/>
                </a:schemeClr>
              </a:solidFill>
              <a:prstDash val="dash"/>
              <a:round/>
              <a:headEnd/>
              <a:tailEnd/>
            </a:ln>
          </p:spPr>
          <p:txBody>
            <a:bodyPr wrap="none" anchor="ctr"/>
            <a:lstStyle/>
            <a:p>
              <a:pPr eaLnBrk="1" hangingPunct="1">
                <a:defRPr/>
              </a:pPr>
              <a:endParaRPr lang="en-US" sz="1600" dirty="0">
                <a:cs typeface="Arial" charset="0"/>
              </a:endParaRPr>
            </a:p>
          </p:txBody>
        </p:sp>
        <p:sp>
          <p:nvSpPr>
            <p:cNvPr id="33" name="Text Box 34">
              <a:extLst>
                <a:ext uri="{FF2B5EF4-FFF2-40B4-BE49-F238E27FC236}">
                  <a16:creationId xmlns:a16="http://schemas.microsoft.com/office/drawing/2014/main" id="{FFBB6BD3-1384-468C-BD07-1ED957D446D5}"/>
                </a:ext>
              </a:extLst>
            </p:cNvPr>
            <p:cNvSpPr txBox="1">
              <a:spLocks noChangeArrowheads="1"/>
            </p:cNvSpPr>
            <p:nvPr/>
          </p:nvSpPr>
          <p:spPr bwMode="auto">
            <a:xfrm>
              <a:off x="1604963" y="4813964"/>
              <a:ext cx="1152525" cy="411808"/>
            </a:xfrm>
            <a:prstGeom prst="rect">
              <a:avLst/>
            </a:prstGeom>
            <a:noFill/>
            <a:ln w="9525">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a:t>
              </a:r>
              <a:endParaRPr lang="ru-RU" sz="1600">
                <a:cs typeface="Arial" charset="0"/>
              </a:endParaRPr>
            </a:p>
          </p:txBody>
        </p:sp>
        <p:grpSp>
          <p:nvGrpSpPr>
            <p:cNvPr id="57376" name="Group 64">
              <a:extLst>
                <a:ext uri="{FF2B5EF4-FFF2-40B4-BE49-F238E27FC236}">
                  <a16:creationId xmlns:a16="http://schemas.microsoft.com/office/drawing/2014/main" id="{6D552A09-120C-F1C1-E6EE-EC47DBD79396}"/>
                </a:ext>
              </a:extLst>
            </p:cNvPr>
            <p:cNvGrpSpPr>
              <a:grpSpLocks/>
            </p:cNvGrpSpPr>
            <p:nvPr/>
          </p:nvGrpSpPr>
          <p:grpSpPr bwMode="auto">
            <a:xfrm>
              <a:off x="4525963" y="3165478"/>
              <a:ext cx="3276600" cy="2047877"/>
              <a:chOff x="2851" y="2373"/>
              <a:chExt cx="2064" cy="1290"/>
            </a:xfrm>
          </p:grpSpPr>
          <p:sp>
            <p:nvSpPr>
              <p:cNvPr id="35" name="Text Box 112">
                <a:extLst>
                  <a:ext uri="{FF2B5EF4-FFF2-40B4-BE49-F238E27FC236}">
                    <a16:creationId xmlns:a16="http://schemas.microsoft.com/office/drawing/2014/main" id="{1C82093B-394B-49C4-8DB8-EA053BDCF53B}"/>
                  </a:ext>
                </a:extLst>
              </p:cNvPr>
              <p:cNvSpPr txBox="1">
                <a:spLocks noChangeArrowheads="1"/>
              </p:cNvSpPr>
              <p:nvPr/>
            </p:nvSpPr>
            <p:spPr bwMode="auto">
              <a:xfrm>
                <a:off x="2851" y="2521"/>
                <a:ext cx="288" cy="258"/>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T</a:t>
                </a:r>
              </a:p>
            </p:txBody>
          </p:sp>
          <p:sp>
            <p:nvSpPr>
              <p:cNvPr id="36" name="Rectangle 106">
                <a:extLst>
                  <a:ext uri="{FF2B5EF4-FFF2-40B4-BE49-F238E27FC236}">
                    <a16:creationId xmlns:a16="http://schemas.microsoft.com/office/drawing/2014/main" id="{C8D1DA54-B6B4-4896-B7CE-A1BCB5EC55F7}"/>
                  </a:ext>
                </a:extLst>
              </p:cNvPr>
              <p:cNvSpPr>
                <a:spLocks noChangeArrowheads="1"/>
              </p:cNvSpPr>
              <p:nvPr/>
            </p:nvSpPr>
            <p:spPr bwMode="auto">
              <a:xfrm>
                <a:off x="3235" y="2700"/>
                <a:ext cx="1680" cy="737"/>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sz="1600" dirty="0">
                  <a:cs typeface="Arial" charset="0"/>
                </a:endParaRPr>
              </a:p>
            </p:txBody>
          </p:sp>
          <p:sp>
            <p:nvSpPr>
              <p:cNvPr id="37" name="Line 107">
                <a:extLst>
                  <a:ext uri="{FF2B5EF4-FFF2-40B4-BE49-F238E27FC236}">
                    <a16:creationId xmlns:a16="http://schemas.microsoft.com/office/drawing/2014/main" id="{CB9A5311-80D0-4412-B489-EE4A75D1478D}"/>
                  </a:ext>
                </a:extLst>
              </p:cNvPr>
              <p:cNvSpPr>
                <a:spLocks noChangeShapeType="1"/>
              </p:cNvSpPr>
              <p:nvPr/>
            </p:nvSpPr>
            <p:spPr bwMode="auto">
              <a:xfrm>
                <a:off x="4067" y="2700"/>
                <a:ext cx="0" cy="73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8" name="Line 108">
                <a:extLst>
                  <a:ext uri="{FF2B5EF4-FFF2-40B4-BE49-F238E27FC236}">
                    <a16:creationId xmlns:a16="http://schemas.microsoft.com/office/drawing/2014/main" id="{6A506E05-7444-492F-874E-D3C2764FA6F1}"/>
                  </a:ext>
                </a:extLst>
              </p:cNvPr>
              <p:cNvSpPr>
                <a:spLocks noChangeShapeType="1"/>
              </p:cNvSpPr>
              <p:nvPr/>
            </p:nvSpPr>
            <p:spPr bwMode="auto">
              <a:xfrm>
                <a:off x="3635" y="2700"/>
                <a:ext cx="0" cy="737"/>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39" name="Line 109">
                <a:extLst>
                  <a:ext uri="{FF2B5EF4-FFF2-40B4-BE49-F238E27FC236}">
                    <a16:creationId xmlns:a16="http://schemas.microsoft.com/office/drawing/2014/main" id="{C7B92B79-F004-47B4-B542-B9CADFAC6485}"/>
                  </a:ext>
                </a:extLst>
              </p:cNvPr>
              <p:cNvSpPr>
                <a:spLocks noChangeShapeType="1"/>
              </p:cNvSpPr>
              <p:nvPr/>
            </p:nvSpPr>
            <p:spPr bwMode="auto">
              <a:xfrm>
                <a:off x="4483" y="2709"/>
                <a:ext cx="0" cy="739"/>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40" name="Line 110">
                <a:extLst>
                  <a:ext uri="{FF2B5EF4-FFF2-40B4-BE49-F238E27FC236}">
                    <a16:creationId xmlns:a16="http://schemas.microsoft.com/office/drawing/2014/main" id="{05CF49A3-161D-4878-8148-CEF3D459CAC1}"/>
                  </a:ext>
                </a:extLst>
              </p:cNvPr>
              <p:cNvSpPr>
                <a:spLocks noChangeShapeType="1"/>
              </p:cNvSpPr>
              <p:nvPr/>
            </p:nvSpPr>
            <p:spPr bwMode="auto">
              <a:xfrm>
                <a:off x="3235" y="3052"/>
                <a:ext cx="1680" cy="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41" name="Line 111">
                <a:extLst>
                  <a:ext uri="{FF2B5EF4-FFF2-40B4-BE49-F238E27FC236}">
                    <a16:creationId xmlns:a16="http://schemas.microsoft.com/office/drawing/2014/main" id="{50AF28D2-2494-4CEF-94FF-7CBFA4DDE255}"/>
                  </a:ext>
                </a:extLst>
              </p:cNvPr>
              <p:cNvSpPr>
                <a:spLocks noChangeShapeType="1"/>
              </p:cNvSpPr>
              <p:nvPr/>
            </p:nvSpPr>
            <p:spPr bwMode="auto">
              <a:xfrm>
                <a:off x="2995" y="2476"/>
                <a:ext cx="240" cy="240"/>
              </a:xfrm>
              <a:prstGeom prst="line">
                <a:avLst/>
              </a:prstGeom>
              <a:noFill/>
              <a:ln w="25400">
                <a:solidFill>
                  <a:schemeClr val="tx1"/>
                </a:solidFill>
                <a:round/>
                <a:headEnd/>
                <a:tailEnd/>
              </a:ln>
            </p:spPr>
            <p:txBody>
              <a:bodyPr/>
              <a:lstStyle/>
              <a:p>
                <a:pPr eaLnBrk="1" hangingPunct="1">
                  <a:defRPr/>
                </a:pPr>
                <a:endParaRPr lang="en-US" sz="1600" dirty="0">
                  <a:cs typeface="Arial" charset="0"/>
                </a:endParaRPr>
              </a:p>
            </p:txBody>
          </p:sp>
          <p:sp>
            <p:nvSpPr>
              <p:cNvPr id="42" name="Text Box 113">
                <a:extLst>
                  <a:ext uri="{FF2B5EF4-FFF2-40B4-BE49-F238E27FC236}">
                    <a16:creationId xmlns:a16="http://schemas.microsoft.com/office/drawing/2014/main" id="{1949B1D4-E873-4412-8B48-2A0CEFB1BFEB}"/>
                  </a:ext>
                </a:extLst>
              </p:cNvPr>
              <p:cNvSpPr txBox="1">
                <a:spLocks noChangeArrowheads="1"/>
              </p:cNvSpPr>
              <p:nvPr/>
            </p:nvSpPr>
            <p:spPr bwMode="auto">
              <a:xfrm>
                <a:off x="3027" y="2373"/>
                <a:ext cx="424" cy="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1</a:t>
                </a:r>
                <a:r>
                  <a:rPr lang="en-US" sz="1600" dirty="0">
                    <a:cs typeface="Arial" charset="0"/>
                  </a:rPr>
                  <a:t>q</a:t>
                </a:r>
                <a:r>
                  <a:rPr lang="en-US" sz="1600" baseline="-25000" dirty="0">
                    <a:cs typeface="Arial" charset="0"/>
                  </a:rPr>
                  <a:t>2</a:t>
                </a:r>
                <a:endParaRPr lang="en-US" sz="1600" dirty="0">
                  <a:cs typeface="Arial" charset="0"/>
                </a:endParaRPr>
              </a:p>
            </p:txBody>
          </p:sp>
          <p:sp>
            <p:nvSpPr>
              <p:cNvPr id="43" name="Text Box 114">
                <a:extLst>
                  <a:ext uri="{FF2B5EF4-FFF2-40B4-BE49-F238E27FC236}">
                    <a16:creationId xmlns:a16="http://schemas.microsoft.com/office/drawing/2014/main" id="{7740DADC-3F50-4166-8346-D16BA8303092}"/>
                  </a:ext>
                </a:extLst>
              </p:cNvPr>
              <p:cNvSpPr txBox="1">
                <a:spLocks noChangeArrowheads="1"/>
              </p:cNvSpPr>
              <p:nvPr/>
            </p:nvSpPr>
            <p:spPr bwMode="auto">
              <a:xfrm>
                <a:off x="3291" y="2491"/>
                <a:ext cx="336" cy="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00</a:t>
                </a:r>
              </a:p>
            </p:txBody>
          </p:sp>
          <p:sp>
            <p:nvSpPr>
              <p:cNvPr id="44" name="Text Box 115">
                <a:extLst>
                  <a:ext uri="{FF2B5EF4-FFF2-40B4-BE49-F238E27FC236}">
                    <a16:creationId xmlns:a16="http://schemas.microsoft.com/office/drawing/2014/main" id="{0E0BADF5-82CA-4012-BFF3-5DF9549EF270}"/>
                  </a:ext>
                </a:extLst>
              </p:cNvPr>
              <p:cNvSpPr txBox="1">
                <a:spLocks noChangeArrowheads="1"/>
              </p:cNvSpPr>
              <p:nvPr/>
            </p:nvSpPr>
            <p:spPr bwMode="auto">
              <a:xfrm>
                <a:off x="3659" y="2482"/>
                <a:ext cx="336" cy="258"/>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01</a:t>
                </a:r>
              </a:p>
            </p:txBody>
          </p:sp>
          <p:sp>
            <p:nvSpPr>
              <p:cNvPr id="45" name="Text Box 116">
                <a:extLst>
                  <a:ext uri="{FF2B5EF4-FFF2-40B4-BE49-F238E27FC236}">
                    <a16:creationId xmlns:a16="http://schemas.microsoft.com/office/drawing/2014/main" id="{1BDC977F-86FC-40B6-90A2-32C89DA180AF}"/>
                  </a:ext>
                </a:extLst>
              </p:cNvPr>
              <p:cNvSpPr txBox="1">
                <a:spLocks noChangeArrowheads="1"/>
              </p:cNvSpPr>
              <p:nvPr/>
            </p:nvSpPr>
            <p:spPr bwMode="auto">
              <a:xfrm>
                <a:off x="4091" y="2491"/>
                <a:ext cx="336" cy="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11</a:t>
                </a:r>
              </a:p>
            </p:txBody>
          </p:sp>
          <p:sp>
            <p:nvSpPr>
              <p:cNvPr id="46" name="Text Box 117">
                <a:extLst>
                  <a:ext uri="{FF2B5EF4-FFF2-40B4-BE49-F238E27FC236}">
                    <a16:creationId xmlns:a16="http://schemas.microsoft.com/office/drawing/2014/main" id="{498AFE98-02BC-4A8D-A391-C10AC40AAE5E}"/>
                  </a:ext>
                </a:extLst>
              </p:cNvPr>
              <p:cNvSpPr txBox="1">
                <a:spLocks noChangeArrowheads="1"/>
              </p:cNvSpPr>
              <p:nvPr/>
            </p:nvSpPr>
            <p:spPr bwMode="auto">
              <a:xfrm>
                <a:off x="4523" y="2491"/>
                <a:ext cx="336" cy="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10</a:t>
                </a:r>
              </a:p>
            </p:txBody>
          </p:sp>
          <p:sp>
            <p:nvSpPr>
              <p:cNvPr id="47" name="Text Box 118">
                <a:extLst>
                  <a:ext uri="{FF2B5EF4-FFF2-40B4-BE49-F238E27FC236}">
                    <a16:creationId xmlns:a16="http://schemas.microsoft.com/office/drawing/2014/main" id="{DA9DC1B4-DCA4-4163-88FB-9380D3F356C2}"/>
                  </a:ext>
                </a:extLst>
              </p:cNvPr>
              <p:cNvSpPr txBox="1">
                <a:spLocks noChangeArrowheads="1"/>
              </p:cNvSpPr>
              <p:nvPr/>
            </p:nvSpPr>
            <p:spPr bwMode="auto">
              <a:xfrm>
                <a:off x="2971" y="2755"/>
                <a:ext cx="336" cy="259"/>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0</a:t>
                </a:r>
              </a:p>
            </p:txBody>
          </p:sp>
          <p:sp>
            <p:nvSpPr>
              <p:cNvPr id="48" name="Text Box 119">
                <a:extLst>
                  <a:ext uri="{FF2B5EF4-FFF2-40B4-BE49-F238E27FC236}">
                    <a16:creationId xmlns:a16="http://schemas.microsoft.com/office/drawing/2014/main" id="{68F98C58-F6FF-4CE5-8D54-3138F0EEE133}"/>
                  </a:ext>
                </a:extLst>
              </p:cNvPr>
              <p:cNvSpPr txBox="1">
                <a:spLocks noChangeArrowheads="1"/>
              </p:cNvSpPr>
              <p:nvPr/>
            </p:nvSpPr>
            <p:spPr bwMode="auto">
              <a:xfrm>
                <a:off x="2979" y="3114"/>
                <a:ext cx="256" cy="258"/>
              </a:xfrm>
              <a:prstGeom prst="rect">
                <a:avLst/>
              </a:prstGeom>
              <a:noFill/>
              <a:ln w="25400">
                <a:noFill/>
                <a:miter lim="800000"/>
                <a:headEnd/>
                <a:tailEnd/>
              </a:ln>
            </p:spPr>
            <p:txBody>
              <a:bodyPr>
                <a:spAutoFit/>
              </a:bodyPr>
              <a:lstStyle/>
              <a:p>
                <a:pPr eaLnBrk="1" hangingPunct="1">
                  <a:spcBef>
                    <a:spcPct val="50000"/>
                  </a:spcBef>
                  <a:defRPr/>
                </a:pPr>
                <a:r>
                  <a:rPr lang="en-US" sz="1600" dirty="0">
                    <a:cs typeface="Arial" charset="0"/>
                  </a:rPr>
                  <a:t>1</a:t>
                </a:r>
              </a:p>
            </p:txBody>
          </p:sp>
          <p:sp>
            <p:nvSpPr>
              <p:cNvPr id="57391" name="Text Box 120">
                <a:extLst>
                  <a:ext uri="{FF2B5EF4-FFF2-40B4-BE49-F238E27FC236}">
                    <a16:creationId xmlns:a16="http://schemas.microsoft.com/office/drawing/2014/main" id="{3D33E4C0-84F3-E227-2F79-4B720BF3267F}"/>
                  </a:ext>
                </a:extLst>
              </p:cNvPr>
              <p:cNvSpPr txBox="1">
                <a:spLocks noChangeArrowheads="1"/>
              </p:cNvSpPr>
              <p:nvPr/>
            </p:nvSpPr>
            <p:spPr bwMode="auto">
              <a:xfrm>
                <a:off x="3282" y="2734"/>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92" name="Text Box 121">
                <a:extLst>
                  <a:ext uri="{FF2B5EF4-FFF2-40B4-BE49-F238E27FC236}">
                    <a16:creationId xmlns:a16="http://schemas.microsoft.com/office/drawing/2014/main" id="{0BC478E5-7ED1-2A84-B672-8B7074FBC3BA}"/>
                  </a:ext>
                </a:extLst>
              </p:cNvPr>
              <p:cNvSpPr txBox="1">
                <a:spLocks noChangeArrowheads="1"/>
              </p:cNvSpPr>
              <p:nvPr/>
            </p:nvSpPr>
            <p:spPr bwMode="auto">
              <a:xfrm>
                <a:off x="3691" y="2734"/>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93" name="Text Box 122">
                <a:extLst>
                  <a:ext uri="{FF2B5EF4-FFF2-40B4-BE49-F238E27FC236}">
                    <a16:creationId xmlns:a16="http://schemas.microsoft.com/office/drawing/2014/main" id="{7A293AB0-75DB-5C53-4438-4E8E5D54D576}"/>
                  </a:ext>
                </a:extLst>
              </p:cNvPr>
              <p:cNvSpPr txBox="1">
                <a:spLocks noChangeArrowheads="1"/>
              </p:cNvSpPr>
              <p:nvPr/>
            </p:nvSpPr>
            <p:spPr bwMode="auto">
              <a:xfrm>
                <a:off x="4120" y="2734"/>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94" name="Text Box 123">
                <a:extLst>
                  <a:ext uri="{FF2B5EF4-FFF2-40B4-BE49-F238E27FC236}">
                    <a16:creationId xmlns:a16="http://schemas.microsoft.com/office/drawing/2014/main" id="{B775B720-68A9-85A8-E163-48EF7DA2304E}"/>
                  </a:ext>
                </a:extLst>
              </p:cNvPr>
              <p:cNvSpPr txBox="1">
                <a:spLocks noChangeArrowheads="1"/>
              </p:cNvSpPr>
              <p:nvPr/>
            </p:nvSpPr>
            <p:spPr bwMode="auto">
              <a:xfrm>
                <a:off x="4507" y="2734"/>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95" name="Text Box 124">
                <a:extLst>
                  <a:ext uri="{FF2B5EF4-FFF2-40B4-BE49-F238E27FC236}">
                    <a16:creationId xmlns:a16="http://schemas.microsoft.com/office/drawing/2014/main" id="{C4F867D6-EFD1-B6F7-C9F8-62912335C4B7}"/>
                  </a:ext>
                </a:extLst>
              </p:cNvPr>
              <p:cNvSpPr txBox="1">
                <a:spLocks noChangeArrowheads="1"/>
              </p:cNvSpPr>
              <p:nvPr/>
            </p:nvSpPr>
            <p:spPr bwMode="auto">
              <a:xfrm>
                <a:off x="3282" y="3098"/>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396" name="Text Box 125">
                <a:extLst>
                  <a:ext uri="{FF2B5EF4-FFF2-40B4-BE49-F238E27FC236}">
                    <a16:creationId xmlns:a16="http://schemas.microsoft.com/office/drawing/2014/main" id="{BFBF2FD8-43D7-9336-345A-565303EF9F33}"/>
                  </a:ext>
                </a:extLst>
              </p:cNvPr>
              <p:cNvSpPr txBox="1">
                <a:spLocks noChangeArrowheads="1"/>
              </p:cNvSpPr>
              <p:nvPr/>
            </p:nvSpPr>
            <p:spPr bwMode="auto">
              <a:xfrm>
                <a:off x="3691" y="3098"/>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97" name="Text Box 126">
                <a:extLst>
                  <a:ext uri="{FF2B5EF4-FFF2-40B4-BE49-F238E27FC236}">
                    <a16:creationId xmlns:a16="http://schemas.microsoft.com/office/drawing/2014/main" id="{2D054E16-B359-2FD1-2DD6-1FF9A6954405}"/>
                  </a:ext>
                </a:extLst>
              </p:cNvPr>
              <p:cNvSpPr txBox="1">
                <a:spLocks noChangeArrowheads="1"/>
              </p:cNvSpPr>
              <p:nvPr/>
            </p:nvSpPr>
            <p:spPr bwMode="auto">
              <a:xfrm>
                <a:off x="4115" y="3098"/>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1</a:t>
                </a:r>
              </a:p>
            </p:txBody>
          </p:sp>
          <p:sp>
            <p:nvSpPr>
              <p:cNvPr id="57398" name="Text Box 127">
                <a:extLst>
                  <a:ext uri="{FF2B5EF4-FFF2-40B4-BE49-F238E27FC236}">
                    <a16:creationId xmlns:a16="http://schemas.microsoft.com/office/drawing/2014/main" id="{3C888208-1851-F450-ED80-E20B30195EBE}"/>
                  </a:ext>
                </a:extLst>
              </p:cNvPr>
              <p:cNvSpPr txBox="1">
                <a:spLocks noChangeArrowheads="1"/>
              </p:cNvSpPr>
              <p:nvPr/>
            </p:nvSpPr>
            <p:spPr bwMode="auto">
              <a:xfrm>
                <a:off x="4507" y="3098"/>
                <a:ext cx="3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solidFill>
                      <a:schemeClr val="bg1"/>
                    </a:solidFill>
                  </a:rPr>
                  <a:t>0</a:t>
                </a:r>
              </a:p>
            </p:txBody>
          </p:sp>
          <p:sp>
            <p:nvSpPr>
              <p:cNvPr id="57" name="AutoShape 128">
                <a:extLst>
                  <a:ext uri="{FF2B5EF4-FFF2-40B4-BE49-F238E27FC236}">
                    <a16:creationId xmlns:a16="http://schemas.microsoft.com/office/drawing/2014/main" id="{58DF9251-E973-41B4-8D65-E6EB7AFB9C9E}"/>
                  </a:ext>
                </a:extLst>
              </p:cNvPr>
              <p:cNvSpPr>
                <a:spLocks noChangeArrowheads="1"/>
              </p:cNvSpPr>
              <p:nvPr/>
            </p:nvSpPr>
            <p:spPr bwMode="auto">
              <a:xfrm>
                <a:off x="3758" y="3098"/>
                <a:ext cx="635" cy="280"/>
              </a:xfrm>
              <a:prstGeom prst="roundRect">
                <a:avLst>
                  <a:gd name="adj" fmla="val 16667"/>
                </a:avLst>
              </a:prstGeom>
              <a:noFill/>
              <a:ln w="25400">
                <a:solidFill>
                  <a:schemeClr val="accent1">
                    <a:lumMod val="20000"/>
                    <a:lumOff val="80000"/>
                  </a:schemeClr>
                </a:solidFill>
                <a:round/>
                <a:headEnd/>
                <a:tailEnd/>
              </a:ln>
            </p:spPr>
            <p:txBody>
              <a:bodyPr wrap="none" anchor="ctr"/>
              <a:lstStyle/>
              <a:p>
                <a:pPr eaLnBrk="1" hangingPunct="1">
                  <a:defRPr/>
                </a:pPr>
                <a:endParaRPr lang="en-US" sz="1600" dirty="0">
                  <a:cs typeface="Arial" charset="0"/>
                </a:endParaRPr>
              </a:p>
            </p:txBody>
          </p:sp>
          <p:sp>
            <p:nvSpPr>
              <p:cNvPr id="58" name="AutoShape 128">
                <a:extLst>
                  <a:ext uri="{FF2B5EF4-FFF2-40B4-BE49-F238E27FC236}">
                    <a16:creationId xmlns:a16="http://schemas.microsoft.com/office/drawing/2014/main" id="{6CBA9E5F-3A31-4948-AA9D-6B7B67404EAA}"/>
                  </a:ext>
                </a:extLst>
              </p:cNvPr>
              <p:cNvSpPr>
                <a:spLocks noChangeArrowheads="1"/>
              </p:cNvSpPr>
              <p:nvPr/>
            </p:nvSpPr>
            <p:spPr bwMode="auto">
              <a:xfrm>
                <a:off x="4143" y="2733"/>
                <a:ext cx="635" cy="279"/>
              </a:xfrm>
              <a:prstGeom prst="roundRect">
                <a:avLst>
                  <a:gd name="adj" fmla="val 16667"/>
                </a:avLst>
              </a:prstGeom>
              <a:noFill/>
              <a:ln w="25400">
                <a:solidFill>
                  <a:srgbClr val="0000FF"/>
                </a:solidFill>
                <a:round/>
                <a:headEnd/>
                <a:tailEnd/>
              </a:ln>
            </p:spPr>
            <p:txBody>
              <a:bodyPr wrap="none" anchor="ctr"/>
              <a:lstStyle/>
              <a:p>
                <a:pPr eaLnBrk="1" hangingPunct="1">
                  <a:defRPr/>
                </a:pPr>
                <a:endParaRPr lang="en-US" sz="1600" dirty="0">
                  <a:cs typeface="Arial" charset="0"/>
                </a:endParaRPr>
              </a:p>
            </p:txBody>
          </p:sp>
          <p:sp>
            <p:nvSpPr>
              <p:cNvPr id="59" name="AutoShape 62">
                <a:extLst>
                  <a:ext uri="{FF2B5EF4-FFF2-40B4-BE49-F238E27FC236}">
                    <a16:creationId xmlns:a16="http://schemas.microsoft.com/office/drawing/2014/main" id="{6FDE98DE-8C23-4058-8197-38638D561AD2}"/>
                  </a:ext>
                </a:extLst>
              </p:cNvPr>
              <p:cNvSpPr>
                <a:spLocks noChangeArrowheads="1"/>
              </p:cNvSpPr>
              <p:nvPr/>
            </p:nvSpPr>
            <p:spPr bwMode="auto">
              <a:xfrm>
                <a:off x="4111" y="2772"/>
                <a:ext cx="318" cy="636"/>
              </a:xfrm>
              <a:prstGeom prst="roundRect">
                <a:avLst>
                  <a:gd name="adj" fmla="val 16667"/>
                </a:avLst>
              </a:prstGeom>
              <a:noFill/>
              <a:ln w="25400">
                <a:solidFill>
                  <a:schemeClr val="bg1"/>
                </a:solidFill>
                <a:prstDash val="dash"/>
                <a:round/>
                <a:headEnd/>
                <a:tailEnd/>
              </a:ln>
            </p:spPr>
            <p:txBody>
              <a:bodyPr wrap="none" anchor="ctr"/>
              <a:lstStyle/>
              <a:p>
                <a:pPr eaLnBrk="1" hangingPunct="1">
                  <a:defRPr/>
                </a:pPr>
                <a:endParaRPr lang="en-US" sz="1600" dirty="0">
                  <a:cs typeface="Arial" charset="0"/>
                </a:endParaRPr>
              </a:p>
            </p:txBody>
          </p:sp>
          <p:sp>
            <p:nvSpPr>
              <p:cNvPr id="60" name="Text Box 63">
                <a:extLst>
                  <a:ext uri="{FF2B5EF4-FFF2-40B4-BE49-F238E27FC236}">
                    <a16:creationId xmlns:a16="http://schemas.microsoft.com/office/drawing/2014/main" id="{EE2B8257-A1AC-4EDD-870E-59AAA5C12A0D}"/>
                  </a:ext>
                </a:extLst>
              </p:cNvPr>
              <p:cNvSpPr txBox="1">
                <a:spLocks noChangeArrowheads="1"/>
              </p:cNvSpPr>
              <p:nvPr/>
            </p:nvSpPr>
            <p:spPr bwMode="auto">
              <a:xfrm>
                <a:off x="3971" y="3404"/>
                <a:ext cx="724" cy="259"/>
              </a:xfrm>
              <a:prstGeom prst="rect">
                <a:avLst/>
              </a:prstGeom>
              <a:noFill/>
              <a:ln w="9525">
                <a:noFill/>
                <a:miter lim="800000"/>
                <a:headEnd/>
                <a:tailEnd/>
              </a:ln>
            </p:spPr>
            <p:txBody>
              <a:bodyPr>
                <a:spAutoFit/>
              </a:bodyPr>
              <a:lstStyle/>
              <a:p>
                <a:pPr eaLnBrk="1" hangingPunct="1">
                  <a:spcBef>
                    <a:spcPct val="50000"/>
                  </a:spcBef>
                  <a:defRPr/>
                </a:pPr>
                <a:r>
                  <a:rPr lang="en-US" sz="1600" dirty="0">
                    <a:cs typeface="Arial" charset="0"/>
                  </a:rPr>
                  <a:t>q</a:t>
                </a:r>
                <a:r>
                  <a:rPr lang="en-US" sz="1600" baseline="-25000" dirty="0">
                    <a:cs typeface="Arial" charset="0"/>
                  </a:rPr>
                  <a:t>2</a:t>
                </a:r>
                <a:r>
                  <a:rPr lang="en-US" sz="1600" dirty="0">
                    <a:cs typeface="Arial" charset="0"/>
                  </a:rPr>
                  <a:t>*</a:t>
                </a:r>
                <a:endParaRPr lang="ru-RU" sz="1600" dirty="0">
                  <a:cs typeface="Arial" charset="0"/>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7D4E4CC9-C9A1-89DF-ACF7-2B9A2FCF81E5}"/>
              </a:ext>
            </a:extLst>
          </p:cNvPr>
          <p:cNvSpPr>
            <a:spLocks noGrp="1" noChangeArrowheads="1"/>
          </p:cNvSpPr>
          <p:nvPr>
            <p:ph type="title"/>
          </p:nvPr>
        </p:nvSpPr>
        <p:spPr/>
        <p:txBody>
          <a:bodyPr/>
          <a:lstStyle/>
          <a:p>
            <a:r>
              <a:rPr lang="en-US" altLang="en-US"/>
              <a:t>Analysis of Asynchronous FSM (2)</a:t>
            </a:r>
            <a:endParaRPr lang="ru-RU" altLang="en-US"/>
          </a:p>
        </p:txBody>
      </p:sp>
      <p:sp>
        <p:nvSpPr>
          <p:cNvPr id="5" name="Text Placeholder 4">
            <a:extLst>
              <a:ext uri="{FF2B5EF4-FFF2-40B4-BE49-F238E27FC236}">
                <a16:creationId xmlns:a16="http://schemas.microsoft.com/office/drawing/2014/main" id="{1700B23E-B27C-7B45-2B98-AEF02C940904}"/>
              </a:ext>
            </a:extLst>
          </p:cNvPr>
          <p:cNvSpPr>
            <a:spLocks noGrp="1"/>
          </p:cNvSpPr>
          <p:nvPr>
            <p:ph type="body" sz="quarter" idx="10"/>
          </p:nvPr>
        </p:nvSpPr>
        <p:spPr/>
        <p:txBody>
          <a:bodyPr/>
          <a:lstStyle/>
          <a:p>
            <a:r>
              <a:rPr lang="en-US" altLang="en-US" sz="2400" dirty="0"/>
              <a:t>Combining Karnaugh maps gives the following map:</a:t>
            </a:r>
            <a:endParaRPr lang="ru-RU" altLang="en-US" sz="2400" dirty="0"/>
          </a:p>
          <a:p>
            <a:r>
              <a:rPr lang="en-US" altLang="en-US" sz="2400" dirty="0"/>
              <a:t>This is flow-table for asynchronous T flip-flop</a:t>
            </a:r>
            <a:endParaRPr lang="ru-RU" altLang="en-US" sz="2400" dirty="0"/>
          </a:p>
          <a:p>
            <a:endParaRPr lang="en-US" dirty="0"/>
          </a:p>
        </p:txBody>
      </p:sp>
      <p:grpSp>
        <p:nvGrpSpPr>
          <p:cNvPr id="58372" name="Group 31">
            <a:extLst>
              <a:ext uri="{FF2B5EF4-FFF2-40B4-BE49-F238E27FC236}">
                <a16:creationId xmlns:a16="http://schemas.microsoft.com/office/drawing/2014/main" id="{214A6150-BD5F-2EB1-6108-11A29F7EBDAF}"/>
              </a:ext>
            </a:extLst>
          </p:cNvPr>
          <p:cNvGrpSpPr>
            <a:grpSpLocks/>
          </p:cNvGrpSpPr>
          <p:nvPr/>
        </p:nvGrpSpPr>
        <p:grpSpPr bwMode="auto">
          <a:xfrm>
            <a:off x="4027714" y="2357437"/>
            <a:ext cx="3725636" cy="2222501"/>
            <a:chOff x="395288" y="2184399"/>
            <a:chExt cx="3314700" cy="2222501"/>
          </a:xfrm>
        </p:grpSpPr>
        <p:sp>
          <p:nvSpPr>
            <p:cNvPr id="2" name="Text Box 86">
              <a:extLst>
                <a:ext uri="{FF2B5EF4-FFF2-40B4-BE49-F238E27FC236}">
                  <a16:creationId xmlns:a16="http://schemas.microsoft.com/office/drawing/2014/main" id="{ACB5A89A-AFF4-418B-AB3B-C5D8CAE796E5}"/>
                </a:ext>
              </a:extLst>
            </p:cNvPr>
            <p:cNvSpPr txBox="1">
              <a:spLocks noChangeArrowheads="1"/>
            </p:cNvSpPr>
            <p:nvPr/>
          </p:nvSpPr>
          <p:spPr bwMode="auto">
            <a:xfrm>
              <a:off x="395288" y="2501900"/>
              <a:ext cx="457200" cy="396875"/>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T</a:t>
              </a:r>
            </a:p>
          </p:txBody>
        </p:sp>
        <p:sp>
          <p:nvSpPr>
            <p:cNvPr id="3" name="Rectangle 80">
              <a:extLst>
                <a:ext uri="{FF2B5EF4-FFF2-40B4-BE49-F238E27FC236}">
                  <a16:creationId xmlns:a16="http://schemas.microsoft.com/office/drawing/2014/main" id="{0C18CE51-EAA2-4FD9-94EE-0D20D1F2835D}"/>
                </a:ext>
              </a:extLst>
            </p:cNvPr>
            <p:cNvSpPr>
              <a:spLocks noChangeArrowheads="1"/>
            </p:cNvSpPr>
            <p:nvPr/>
          </p:nvSpPr>
          <p:spPr bwMode="auto">
            <a:xfrm>
              <a:off x="1042988" y="2781300"/>
              <a:ext cx="2667000" cy="1168400"/>
            </a:xfrm>
            <a:prstGeom prst="rect">
              <a:avLst/>
            </a:prstGeom>
            <a:solidFill>
              <a:schemeClr val="accent1"/>
            </a:solidFill>
            <a:ln w="25400">
              <a:solidFill>
                <a:schemeClr val="tx1"/>
              </a:solidFill>
              <a:miter lim="800000"/>
              <a:headEnd/>
              <a:tailEnd/>
            </a:ln>
          </p:spPr>
          <p:txBody>
            <a:bodyPr wrap="none" anchor="ctr"/>
            <a:lstStyle/>
            <a:p>
              <a:pPr eaLnBrk="1" hangingPunct="1">
                <a:defRPr/>
              </a:pPr>
              <a:endParaRPr lang="en-US" dirty="0">
                <a:solidFill>
                  <a:schemeClr val="bg1"/>
                </a:solidFill>
                <a:cs typeface="Arial" charset="0"/>
              </a:endParaRPr>
            </a:p>
          </p:txBody>
        </p:sp>
        <p:sp>
          <p:nvSpPr>
            <p:cNvPr id="39942" name="Line 81">
              <a:extLst>
                <a:ext uri="{FF2B5EF4-FFF2-40B4-BE49-F238E27FC236}">
                  <a16:creationId xmlns:a16="http://schemas.microsoft.com/office/drawing/2014/main" id="{C42B6FC1-BD3F-4767-A3FD-EE1E1434B5FC}"/>
                </a:ext>
              </a:extLst>
            </p:cNvPr>
            <p:cNvSpPr>
              <a:spLocks noChangeShapeType="1"/>
            </p:cNvSpPr>
            <p:nvPr/>
          </p:nvSpPr>
          <p:spPr bwMode="auto">
            <a:xfrm>
              <a:off x="2325688" y="2781300"/>
              <a:ext cx="0" cy="116998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9943" name="Line 82">
              <a:extLst>
                <a:ext uri="{FF2B5EF4-FFF2-40B4-BE49-F238E27FC236}">
                  <a16:creationId xmlns:a16="http://schemas.microsoft.com/office/drawing/2014/main" id="{1B69299D-CC81-4BAD-A74B-C6DBA35D5C1A}"/>
                </a:ext>
              </a:extLst>
            </p:cNvPr>
            <p:cNvSpPr>
              <a:spLocks noChangeShapeType="1"/>
            </p:cNvSpPr>
            <p:nvPr/>
          </p:nvSpPr>
          <p:spPr bwMode="auto">
            <a:xfrm>
              <a:off x="1639888" y="2781300"/>
              <a:ext cx="0" cy="116998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9944" name="Line 83">
              <a:extLst>
                <a:ext uri="{FF2B5EF4-FFF2-40B4-BE49-F238E27FC236}">
                  <a16:creationId xmlns:a16="http://schemas.microsoft.com/office/drawing/2014/main" id="{499C6883-4799-4327-A979-1E8340DF13BE}"/>
                </a:ext>
              </a:extLst>
            </p:cNvPr>
            <p:cNvSpPr>
              <a:spLocks noChangeShapeType="1"/>
            </p:cNvSpPr>
            <p:nvPr/>
          </p:nvSpPr>
          <p:spPr bwMode="auto">
            <a:xfrm>
              <a:off x="2986088" y="2794000"/>
              <a:ext cx="0" cy="1169987"/>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9945" name="Line 84">
              <a:extLst>
                <a:ext uri="{FF2B5EF4-FFF2-40B4-BE49-F238E27FC236}">
                  <a16:creationId xmlns:a16="http://schemas.microsoft.com/office/drawing/2014/main" id="{B36E6E87-CCC9-48DD-941B-A5F1800243BD}"/>
                </a:ext>
              </a:extLst>
            </p:cNvPr>
            <p:cNvSpPr>
              <a:spLocks noChangeShapeType="1"/>
            </p:cNvSpPr>
            <p:nvPr/>
          </p:nvSpPr>
          <p:spPr bwMode="auto">
            <a:xfrm>
              <a:off x="1004888" y="3340100"/>
              <a:ext cx="2667000" cy="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9946" name="Line 85">
              <a:extLst>
                <a:ext uri="{FF2B5EF4-FFF2-40B4-BE49-F238E27FC236}">
                  <a16:creationId xmlns:a16="http://schemas.microsoft.com/office/drawing/2014/main" id="{D513F350-2B2C-4876-9D01-A453B689C8A9}"/>
                </a:ext>
              </a:extLst>
            </p:cNvPr>
            <p:cNvSpPr>
              <a:spLocks noChangeShapeType="1"/>
            </p:cNvSpPr>
            <p:nvPr/>
          </p:nvSpPr>
          <p:spPr bwMode="auto">
            <a:xfrm>
              <a:off x="623888" y="2425700"/>
              <a:ext cx="381000" cy="381000"/>
            </a:xfrm>
            <a:prstGeom prst="line">
              <a:avLst/>
            </a:prstGeom>
            <a:noFill/>
            <a:ln w="25400">
              <a:solidFill>
                <a:schemeClr val="tx1"/>
              </a:solidFill>
              <a:round/>
              <a:headEnd/>
              <a:tailEnd/>
            </a:ln>
          </p:spPr>
          <p:txBody>
            <a:bodyPr/>
            <a:lstStyle/>
            <a:p>
              <a:pPr eaLnBrk="1" hangingPunct="1">
                <a:defRPr/>
              </a:pPr>
              <a:endParaRPr lang="en-US" dirty="0">
                <a:cs typeface="Arial" charset="0"/>
              </a:endParaRPr>
            </a:p>
          </p:txBody>
        </p:sp>
        <p:sp>
          <p:nvSpPr>
            <p:cNvPr id="39947" name="Text Box 87">
              <a:extLst>
                <a:ext uri="{FF2B5EF4-FFF2-40B4-BE49-F238E27FC236}">
                  <a16:creationId xmlns:a16="http://schemas.microsoft.com/office/drawing/2014/main" id="{4E15821C-A17D-402B-962F-523302B1FD02}"/>
                </a:ext>
              </a:extLst>
            </p:cNvPr>
            <p:cNvSpPr txBox="1">
              <a:spLocks noChangeArrowheads="1"/>
            </p:cNvSpPr>
            <p:nvPr/>
          </p:nvSpPr>
          <p:spPr bwMode="auto">
            <a:xfrm>
              <a:off x="655316" y="2184399"/>
              <a:ext cx="673100" cy="396875"/>
            </a:xfrm>
            <a:prstGeom prst="rect">
              <a:avLst/>
            </a:prstGeom>
            <a:noFill/>
            <a:ln w="25400">
              <a:noFill/>
              <a:miter lim="800000"/>
              <a:headEnd/>
              <a:tailEnd/>
            </a:ln>
          </p:spPr>
          <p:txBody>
            <a:bodyPr wrap="square">
              <a:spAutoFit/>
            </a:bodyPr>
            <a:lstStyle/>
            <a:p>
              <a:pPr eaLnBrk="1" hangingPunct="1">
                <a:spcBef>
                  <a:spcPct val="50000"/>
                </a:spcBef>
                <a:defRPr/>
              </a:pPr>
              <a:r>
                <a:rPr lang="en-US" sz="2000" dirty="0">
                  <a:cs typeface="Arial" charset="0"/>
                </a:rPr>
                <a:t>q</a:t>
              </a:r>
              <a:r>
                <a:rPr lang="en-US" sz="2000" baseline="-25000" dirty="0">
                  <a:cs typeface="Arial" charset="0"/>
                </a:rPr>
                <a:t>1</a:t>
              </a:r>
              <a:r>
                <a:rPr lang="en-US" sz="2000" dirty="0">
                  <a:cs typeface="Arial" charset="0"/>
                </a:rPr>
                <a:t>q</a:t>
              </a:r>
              <a:r>
                <a:rPr lang="en-US" sz="2000" baseline="-25000" dirty="0">
                  <a:cs typeface="Arial" charset="0"/>
                </a:rPr>
                <a:t>2</a:t>
              </a:r>
              <a:endParaRPr lang="en-US" sz="2000" dirty="0">
                <a:cs typeface="Arial" charset="0"/>
              </a:endParaRPr>
            </a:p>
          </p:txBody>
        </p:sp>
        <p:sp>
          <p:nvSpPr>
            <p:cNvPr id="39948" name="Text Box 88">
              <a:extLst>
                <a:ext uri="{FF2B5EF4-FFF2-40B4-BE49-F238E27FC236}">
                  <a16:creationId xmlns:a16="http://schemas.microsoft.com/office/drawing/2014/main" id="{CEE3EE98-C1AF-445B-AEF0-386B76F18394}"/>
                </a:ext>
              </a:extLst>
            </p:cNvPr>
            <p:cNvSpPr txBox="1">
              <a:spLocks noChangeArrowheads="1"/>
            </p:cNvSpPr>
            <p:nvPr/>
          </p:nvSpPr>
          <p:spPr bwMode="auto">
            <a:xfrm>
              <a:off x="1093788" y="2447925"/>
              <a:ext cx="533400" cy="396875"/>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00</a:t>
              </a:r>
            </a:p>
          </p:txBody>
        </p:sp>
        <p:sp>
          <p:nvSpPr>
            <p:cNvPr id="39949" name="Text Box 89">
              <a:extLst>
                <a:ext uri="{FF2B5EF4-FFF2-40B4-BE49-F238E27FC236}">
                  <a16:creationId xmlns:a16="http://schemas.microsoft.com/office/drawing/2014/main" id="{1F8742A4-CD1B-481E-9C91-6F9C2DCA3230}"/>
                </a:ext>
              </a:extLst>
            </p:cNvPr>
            <p:cNvSpPr txBox="1">
              <a:spLocks noChangeArrowheads="1"/>
            </p:cNvSpPr>
            <p:nvPr/>
          </p:nvSpPr>
          <p:spPr bwMode="auto">
            <a:xfrm>
              <a:off x="1677988" y="2435225"/>
              <a:ext cx="533400" cy="396875"/>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01</a:t>
              </a:r>
            </a:p>
          </p:txBody>
        </p:sp>
        <p:sp>
          <p:nvSpPr>
            <p:cNvPr id="39950" name="Text Box 90">
              <a:extLst>
                <a:ext uri="{FF2B5EF4-FFF2-40B4-BE49-F238E27FC236}">
                  <a16:creationId xmlns:a16="http://schemas.microsoft.com/office/drawing/2014/main" id="{F33D598C-A066-4C9B-8AEB-81FEF833F10C}"/>
                </a:ext>
              </a:extLst>
            </p:cNvPr>
            <p:cNvSpPr txBox="1">
              <a:spLocks noChangeArrowheads="1"/>
            </p:cNvSpPr>
            <p:nvPr/>
          </p:nvSpPr>
          <p:spPr bwMode="auto">
            <a:xfrm>
              <a:off x="2363788" y="2447925"/>
              <a:ext cx="533400" cy="396875"/>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11</a:t>
              </a:r>
            </a:p>
          </p:txBody>
        </p:sp>
        <p:sp>
          <p:nvSpPr>
            <p:cNvPr id="39951" name="Text Box 91">
              <a:extLst>
                <a:ext uri="{FF2B5EF4-FFF2-40B4-BE49-F238E27FC236}">
                  <a16:creationId xmlns:a16="http://schemas.microsoft.com/office/drawing/2014/main" id="{A75A0DE3-7EB3-4A9D-B265-93702B23D5EE}"/>
                </a:ext>
              </a:extLst>
            </p:cNvPr>
            <p:cNvSpPr txBox="1">
              <a:spLocks noChangeArrowheads="1"/>
            </p:cNvSpPr>
            <p:nvPr/>
          </p:nvSpPr>
          <p:spPr bwMode="auto">
            <a:xfrm>
              <a:off x="3049588" y="2447925"/>
              <a:ext cx="533400" cy="396875"/>
            </a:xfrm>
            <a:prstGeom prst="rect">
              <a:avLst/>
            </a:prstGeom>
            <a:noFill/>
            <a:ln w="25400">
              <a:noFill/>
              <a:miter lim="800000"/>
              <a:headEnd/>
              <a:tailEnd/>
            </a:ln>
          </p:spPr>
          <p:txBody>
            <a:bodyPr>
              <a:spAutoFit/>
            </a:bodyPr>
            <a:lstStyle/>
            <a:p>
              <a:pPr eaLnBrk="1" hangingPunct="1">
                <a:spcBef>
                  <a:spcPct val="50000"/>
                </a:spcBef>
                <a:defRPr/>
              </a:pPr>
              <a:r>
                <a:rPr lang="en-US" sz="2000" dirty="0">
                  <a:cs typeface="Arial" charset="0"/>
                </a:rPr>
                <a:t>10</a:t>
              </a:r>
            </a:p>
          </p:txBody>
        </p:sp>
        <p:sp>
          <p:nvSpPr>
            <p:cNvPr id="39952" name="Text Box 92">
              <a:extLst>
                <a:ext uri="{FF2B5EF4-FFF2-40B4-BE49-F238E27FC236}">
                  <a16:creationId xmlns:a16="http://schemas.microsoft.com/office/drawing/2014/main" id="{2A633BE7-34AA-4937-B8A1-96FF6030DD43}"/>
                </a:ext>
              </a:extLst>
            </p:cNvPr>
            <p:cNvSpPr txBox="1">
              <a:spLocks noChangeArrowheads="1"/>
            </p:cNvSpPr>
            <p:nvPr/>
          </p:nvSpPr>
          <p:spPr bwMode="auto">
            <a:xfrm>
              <a:off x="555626" y="2870200"/>
              <a:ext cx="533400" cy="457200"/>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0</a:t>
              </a:r>
            </a:p>
          </p:txBody>
        </p:sp>
        <p:sp>
          <p:nvSpPr>
            <p:cNvPr id="39953" name="Text Box 93">
              <a:extLst>
                <a:ext uri="{FF2B5EF4-FFF2-40B4-BE49-F238E27FC236}">
                  <a16:creationId xmlns:a16="http://schemas.microsoft.com/office/drawing/2014/main" id="{56EFD8DD-BB68-446F-90FD-DE3E276BF005}"/>
                </a:ext>
              </a:extLst>
            </p:cNvPr>
            <p:cNvSpPr txBox="1">
              <a:spLocks noChangeArrowheads="1"/>
            </p:cNvSpPr>
            <p:nvPr/>
          </p:nvSpPr>
          <p:spPr bwMode="auto">
            <a:xfrm>
              <a:off x="598488" y="3438525"/>
              <a:ext cx="406400" cy="457200"/>
            </a:xfrm>
            <a:prstGeom prst="rect">
              <a:avLst/>
            </a:prstGeom>
            <a:noFill/>
            <a:ln w="25400">
              <a:noFill/>
              <a:miter lim="800000"/>
              <a:headEnd/>
              <a:tailEnd/>
            </a:ln>
          </p:spPr>
          <p:txBody>
            <a:bodyPr>
              <a:spAutoFit/>
            </a:bodyPr>
            <a:lstStyle/>
            <a:p>
              <a:pPr eaLnBrk="1" hangingPunct="1">
                <a:spcBef>
                  <a:spcPct val="50000"/>
                </a:spcBef>
                <a:defRPr/>
              </a:pPr>
              <a:r>
                <a:rPr lang="en-US" sz="2400" dirty="0">
                  <a:cs typeface="Arial" charset="0"/>
                </a:rPr>
                <a:t>1</a:t>
              </a:r>
            </a:p>
          </p:txBody>
        </p:sp>
        <p:sp>
          <p:nvSpPr>
            <p:cNvPr id="39954" name="Text Box 94">
              <a:extLst>
                <a:ext uri="{FF2B5EF4-FFF2-40B4-BE49-F238E27FC236}">
                  <a16:creationId xmlns:a16="http://schemas.microsoft.com/office/drawing/2014/main" id="{B1FEA19D-1145-43C4-BCFB-7199257E3857}"/>
                </a:ext>
              </a:extLst>
            </p:cNvPr>
            <p:cNvSpPr txBox="1">
              <a:spLocks noChangeArrowheads="1"/>
            </p:cNvSpPr>
            <p:nvPr/>
          </p:nvSpPr>
          <p:spPr bwMode="auto">
            <a:xfrm>
              <a:off x="1079501" y="2836862"/>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00</a:t>
              </a:r>
            </a:p>
          </p:txBody>
        </p:sp>
        <p:sp>
          <p:nvSpPr>
            <p:cNvPr id="39955" name="Text Box 95">
              <a:extLst>
                <a:ext uri="{FF2B5EF4-FFF2-40B4-BE49-F238E27FC236}">
                  <a16:creationId xmlns:a16="http://schemas.microsoft.com/office/drawing/2014/main" id="{7B60103D-210B-4329-A789-D47775147847}"/>
                </a:ext>
              </a:extLst>
            </p:cNvPr>
            <p:cNvSpPr txBox="1">
              <a:spLocks noChangeArrowheads="1"/>
            </p:cNvSpPr>
            <p:nvPr/>
          </p:nvSpPr>
          <p:spPr bwMode="auto">
            <a:xfrm>
              <a:off x="1766888" y="2836862"/>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00</a:t>
              </a:r>
            </a:p>
          </p:txBody>
        </p:sp>
        <p:sp>
          <p:nvSpPr>
            <p:cNvPr id="39956" name="Text Box 96">
              <a:extLst>
                <a:ext uri="{FF2B5EF4-FFF2-40B4-BE49-F238E27FC236}">
                  <a16:creationId xmlns:a16="http://schemas.microsoft.com/office/drawing/2014/main" id="{8376D151-8351-437E-BA1F-798FB4FCF681}"/>
                </a:ext>
              </a:extLst>
            </p:cNvPr>
            <p:cNvSpPr txBox="1">
              <a:spLocks noChangeArrowheads="1"/>
            </p:cNvSpPr>
            <p:nvPr/>
          </p:nvSpPr>
          <p:spPr bwMode="auto">
            <a:xfrm>
              <a:off x="2409826" y="2836862"/>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11</a:t>
              </a:r>
            </a:p>
          </p:txBody>
        </p:sp>
        <p:sp>
          <p:nvSpPr>
            <p:cNvPr id="39957" name="Text Box 97">
              <a:extLst>
                <a:ext uri="{FF2B5EF4-FFF2-40B4-BE49-F238E27FC236}">
                  <a16:creationId xmlns:a16="http://schemas.microsoft.com/office/drawing/2014/main" id="{9338AD52-5F88-4908-87E9-BAE8B031B704}"/>
                </a:ext>
              </a:extLst>
            </p:cNvPr>
            <p:cNvSpPr txBox="1">
              <a:spLocks noChangeArrowheads="1"/>
            </p:cNvSpPr>
            <p:nvPr/>
          </p:nvSpPr>
          <p:spPr bwMode="auto">
            <a:xfrm>
              <a:off x="3062856" y="2836862"/>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11</a:t>
              </a:r>
            </a:p>
          </p:txBody>
        </p:sp>
        <p:sp>
          <p:nvSpPr>
            <p:cNvPr id="39958" name="Text Box 98">
              <a:extLst>
                <a:ext uri="{FF2B5EF4-FFF2-40B4-BE49-F238E27FC236}">
                  <a16:creationId xmlns:a16="http://schemas.microsoft.com/office/drawing/2014/main" id="{067A1A77-B2D1-4FA9-865D-256C8FE58E41}"/>
                </a:ext>
              </a:extLst>
            </p:cNvPr>
            <p:cNvSpPr txBox="1">
              <a:spLocks noChangeArrowheads="1"/>
            </p:cNvSpPr>
            <p:nvPr/>
          </p:nvSpPr>
          <p:spPr bwMode="auto">
            <a:xfrm>
              <a:off x="1079501" y="3413125"/>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10</a:t>
              </a:r>
            </a:p>
          </p:txBody>
        </p:sp>
        <p:sp>
          <p:nvSpPr>
            <p:cNvPr id="39959" name="Text Box 99">
              <a:extLst>
                <a:ext uri="{FF2B5EF4-FFF2-40B4-BE49-F238E27FC236}">
                  <a16:creationId xmlns:a16="http://schemas.microsoft.com/office/drawing/2014/main" id="{254B036A-BC94-4028-AA80-84F1B2A8E58F}"/>
                </a:ext>
              </a:extLst>
            </p:cNvPr>
            <p:cNvSpPr txBox="1">
              <a:spLocks noChangeArrowheads="1"/>
            </p:cNvSpPr>
            <p:nvPr/>
          </p:nvSpPr>
          <p:spPr bwMode="auto">
            <a:xfrm>
              <a:off x="1766888" y="3413125"/>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01</a:t>
              </a:r>
            </a:p>
          </p:txBody>
        </p:sp>
        <p:sp>
          <p:nvSpPr>
            <p:cNvPr id="39960" name="Text Box 100">
              <a:extLst>
                <a:ext uri="{FF2B5EF4-FFF2-40B4-BE49-F238E27FC236}">
                  <a16:creationId xmlns:a16="http://schemas.microsoft.com/office/drawing/2014/main" id="{1DE1EF55-50CB-42E5-B983-8515B3288199}"/>
                </a:ext>
              </a:extLst>
            </p:cNvPr>
            <p:cNvSpPr txBox="1">
              <a:spLocks noChangeArrowheads="1"/>
            </p:cNvSpPr>
            <p:nvPr/>
          </p:nvSpPr>
          <p:spPr bwMode="auto">
            <a:xfrm>
              <a:off x="2401888" y="3413125"/>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01</a:t>
              </a:r>
            </a:p>
          </p:txBody>
        </p:sp>
        <p:sp>
          <p:nvSpPr>
            <p:cNvPr id="39961" name="Text Box 101">
              <a:extLst>
                <a:ext uri="{FF2B5EF4-FFF2-40B4-BE49-F238E27FC236}">
                  <a16:creationId xmlns:a16="http://schemas.microsoft.com/office/drawing/2014/main" id="{6245D3BC-B2F7-47A9-90FD-4E11C869809D}"/>
                </a:ext>
              </a:extLst>
            </p:cNvPr>
            <p:cNvSpPr txBox="1">
              <a:spLocks noChangeArrowheads="1"/>
            </p:cNvSpPr>
            <p:nvPr/>
          </p:nvSpPr>
          <p:spPr bwMode="auto">
            <a:xfrm>
              <a:off x="3024188" y="3413125"/>
              <a:ext cx="504825" cy="396875"/>
            </a:xfrm>
            <a:prstGeom prst="rect">
              <a:avLst/>
            </a:prstGeom>
            <a:noFill/>
            <a:ln w="25400">
              <a:noFill/>
              <a:miter lim="800000"/>
              <a:headEnd/>
              <a:tailEnd/>
            </a:ln>
          </p:spPr>
          <p:txBody>
            <a:bodyPr>
              <a:spAutoFit/>
            </a:bodyPr>
            <a:lstStyle/>
            <a:p>
              <a:pPr algn="ctr" eaLnBrk="1" hangingPunct="1">
                <a:spcBef>
                  <a:spcPct val="50000"/>
                </a:spcBef>
                <a:defRPr/>
              </a:pPr>
              <a:r>
                <a:rPr lang="en-US" sz="2000" dirty="0">
                  <a:solidFill>
                    <a:schemeClr val="bg1"/>
                  </a:solidFill>
                  <a:cs typeface="Arial" charset="0"/>
                </a:rPr>
                <a:t>10</a:t>
              </a:r>
            </a:p>
          </p:txBody>
        </p:sp>
        <p:sp>
          <p:nvSpPr>
            <p:cNvPr id="39962" name="Text Box 33">
              <a:extLst>
                <a:ext uri="{FF2B5EF4-FFF2-40B4-BE49-F238E27FC236}">
                  <a16:creationId xmlns:a16="http://schemas.microsoft.com/office/drawing/2014/main" id="{FCBFDE36-724F-4501-9C17-EC9F92B020B8}"/>
                </a:ext>
              </a:extLst>
            </p:cNvPr>
            <p:cNvSpPr txBox="1">
              <a:spLocks noChangeArrowheads="1"/>
            </p:cNvSpPr>
            <p:nvPr/>
          </p:nvSpPr>
          <p:spPr bwMode="auto">
            <a:xfrm>
              <a:off x="1619251" y="3949700"/>
              <a:ext cx="1152525" cy="457200"/>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q</a:t>
              </a:r>
              <a:r>
                <a:rPr lang="en-US" sz="2400" baseline="-25000" dirty="0">
                  <a:cs typeface="Arial" charset="0"/>
                </a:rPr>
                <a:t>1</a:t>
              </a:r>
              <a:r>
                <a:rPr lang="en-US" sz="2400" dirty="0">
                  <a:cs typeface="Arial" charset="0"/>
                </a:rPr>
                <a:t>*q</a:t>
              </a:r>
              <a:r>
                <a:rPr lang="en-US" sz="2400" baseline="-25000" dirty="0">
                  <a:cs typeface="Arial" charset="0"/>
                </a:rPr>
                <a:t>2</a:t>
              </a:r>
              <a:r>
                <a:rPr lang="en-US" sz="2400" dirty="0">
                  <a:cs typeface="Arial" charset="0"/>
                </a:rPr>
                <a:t>*</a:t>
              </a:r>
              <a:endParaRPr lang="ru-RU" sz="2400">
                <a:cs typeface="Arial" charset="0"/>
              </a:endParaRPr>
            </a:p>
          </p:txBody>
        </p:sp>
        <p:sp>
          <p:nvSpPr>
            <p:cNvPr id="39963" name="Oval 34">
              <a:extLst>
                <a:ext uri="{FF2B5EF4-FFF2-40B4-BE49-F238E27FC236}">
                  <a16:creationId xmlns:a16="http://schemas.microsoft.com/office/drawing/2014/main" id="{D44AC2B1-E13A-4DBA-BFED-0E67D80AB9F9}"/>
                </a:ext>
              </a:extLst>
            </p:cNvPr>
            <p:cNvSpPr>
              <a:spLocks noChangeArrowheads="1"/>
            </p:cNvSpPr>
            <p:nvPr/>
          </p:nvSpPr>
          <p:spPr bwMode="auto">
            <a:xfrm>
              <a:off x="1077913" y="2852737"/>
              <a:ext cx="503238" cy="431800"/>
            </a:xfrm>
            <a:prstGeom prst="ellipse">
              <a:avLst/>
            </a:prstGeom>
            <a:noFill/>
            <a:ln w="25400">
              <a:solidFill>
                <a:schemeClr val="tx1"/>
              </a:solidFill>
              <a:round/>
              <a:headEnd/>
              <a:tailEnd/>
            </a:ln>
          </p:spPr>
          <p:txBody>
            <a:bodyPr wrap="none" anchor="ctr"/>
            <a:lstStyle/>
            <a:p>
              <a:pPr eaLnBrk="1" hangingPunct="1">
                <a:defRPr/>
              </a:pPr>
              <a:endParaRPr lang="en-US" dirty="0">
                <a:cs typeface="Arial" charset="0"/>
              </a:endParaRPr>
            </a:p>
          </p:txBody>
        </p:sp>
        <p:sp>
          <p:nvSpPr>
            <p:cNvPr id="39964" name="Oval 35">
              <a:extLst>
                <a:ext uri="{FF2B5EF4-FFF2-40B4-BE49-F238E27FC236}">
                  <a16:creationId xmlns:a16="http://schemas.microsoft.com/office/drawing/2014/main" id="{0D4A248A-A52A-46BB-82CE-85EA5CD534DE}"/>
                </a:ext>
              </a:extLst>
            </p:cNvPr>
            <p:cNvSpPr>
              <a:spLocks noChangeArrowheads="1"/>
            </p:cNvSpPr>
            <p:nvPr/>
          </p:nvSpPr>
          <p:spPr bwMode="auto">
            <a:xfrm>
              <a:off x="2450081" y="2852737"/>
              <a:ext cx="503238" cy="431800"/>
            </a:xfrm>
            <a:prstGeom prst="ellipse">
              <a:avLst/>
            </a:prstGeom>
            <a:noFill/>
            <a:ln w="25400">
              <a:solidFill>
                <a:schemeClr val="tx1"/>
              </a:solidFill>
              <a:round/>
              <a:headEnd/>
              <a:tailEnd/>
            </a:ln>
          </p:spPr>
          <p:txBody>
            <a:bodyPr wrap="none" anchor="ctr"/>
            <a:lstStyle/>
            <a:p>
              <a:pPr eaLnBrk="1" hangingPunct="1">
                <a:defRPr/>
              </a:pPr>
              <a:endParaRPr lang="en-US" dirty="0">
                <a:solidFill>
                  <a:schemeClr val="bg1"/>
                </a:solidFill>
                <a:cs typeface="Arial" charset="0"/>
              </a:endParaRPr>
            </a:p>
          </p:txBody>
        </p:sp>
        <p:sp>
          <p:nvSpPr>
            <p:cNvPr id="39965" name="Oval 36">
              <a:extLst>
                <a:ext uri="{FF2B5EF4-FFF2-40B4-BE49-F238E27FC236}">
                  <a16:creationId xmlns:a16="http://schemas.microsoft.com/office/drawing/2014/main" id="{2CD5D803-C89A-4FFF-BAF1-2E188A064880}"/>
                </a:ext>
              </a:extLst>
            </p:cNvPr>
            <p:cNvSpPr>
              <a:spLocks noChangeArrowheads="1"/>
            </p:cNvSpPr>
            <p:nvPr/>
          </p:nvSpPr>
          <p:spPr bwMode="auto">
            <a:xfrm>
              <a:off x="1712913" y="3411537"/>
              <a:ext cx="503238" cy="431800"/>
            </a:xfrm>
            <a:prstGeom prst="ellipse">
              <a:avLst/>
            </a:prstGeom>
            <a:noFill/>
            <a:ln w="25400">
              <a:solidFill>
                <a:schemeClr val="tx1"/>
              </a:solidFill>
              <a:round/>
              <a:headEnd/>
              <a:tailEnd/>
            </a:ln>
          </p:spPr>
          <p:txBody>
            <a:bodyPr wrap="none" anchor="ctr"/>
            <a:lstStyle/>
            <a:p>
              <a:pPr eaLnBrk="1" hangingPunct="1">
                <a:defRPr/>
              </a:pPr>
              <a:endParaRPr lang="en-US" dirty="0">
                <a:cs typeface="Arial" charset="0"/>
              </a:endParaRPr>
            </a:p>
          </p:txBody>
        </p:sp>
        <p:sp>
          <p:nvSpPr>
            <p:cNvPr id="39966" name="Oval 37">
              <a:extLst>
                <a:ext uri="{FF2B5EF4-FFF2-40B4-BE49-F238E27FC236}">
                  <a16:creationId xmlns:a16="http://schemas.microsoft.com/office/drawing/2014/main" id="{AE35C18C-59CF-438C-9394-163F9021F139}"/>
                </a:ext>
              </a:extLst>
            </p:cNvPr>
            <p:cNvSpPr>
              <a:spLocks noChangeArrowheads="1"/>
            </p:cNvSpPr>
            <p:nvPr/>
          </p:nvSpPr>
          <p:spPr bwMode="auto">
            <a:xfrm>
              <a:off x="3046413" y="3411537"/>
              <a:ext cx="503238" cy="431800"/>
            </a:xfrm>
            <a:prstGeom prst="ellipse">
              <a:avLst/>
            </a:prstGeom>
            <a:noFill/>
            <a:ln w="25400">
              <a:solidFill>
                <a:schemeClr val="tx1"/>
              </a:solidFill>
              <a:round/>
              <a:headEnd/>
              <a:tailEnd/>
            </a:ln>
          </p:spPr>
          <p:txBody>
            <a:bodyPr wrap="none" anchor="ctr"/>
            <a:lstStyle/>
            <a:p>
              <a:pPr eaLnBrk="1" hangingPunct="1">
                <a:defRPr/>
              </a:pPr>
              <a:endParaRPr lang="en-US" dirty="0">
                <a:cs typeface="Arial"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75D7244D-C1E5-9DD4-4365-FF2FCCA7E2FF}"/>
              </a:ext>
            </a:extLst>
          </p:cNvPr>
          <p:cNvSpPr>
            <a:spLocks noGrp="1" noChangeArrowheads="1"/>
          </p:cNvSpPr>
          <p:nvPr>
            <p:ph type="title"/>
          </p:nvPr>
        </p:nvSpPr>
        <p:spPr/>
        <p:txBody>
          <a:bodyPr/>
          <a:lstStyle/>
          <a:p>
            <a:r>
              <a:rPr lang="en-US" altLang="en-US"/>
              <a:t>Analysis of Asynchronous FSM (3)</a:t>
            </a:r>
            <a:endParaRPr lang="ru-RU" altLang="en-US"/>
          </a:p>
        </p:txBody>
      </p:sp>
      <p:sp>
        <p:nvSpPr>
          <p:cNvPr id="59395" name="Text Box 5">
            <a:extLst>
              <a:ext uri="{FF2B5EF4-FFF2-40B4-BE49-F238E27FC236}">
                <a16:creationId xmlns:a16="http://schemas.microsoft.com/office/drawing/2014/main" id="{C3B17FC4-1677-C446-0B16-6521E8708947}"/>
              </a:ext>
            </a:extLst>
          </p:cNvPr>
          <p:cNvSpPr txBox="1">
            <a:spLocks noChangeArrowheads="1"/>
          </p:cNvSpPr>
          <p:nvPr/>
        </p:nvSpPr>
        <p:spPr bwMode="auto">
          <a:xfrm>
            <a:off x="2233614" y="1312864"/>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Example 2</a:t>
            </a:r>
            <a:endParaRPr lang="ru-RU" altLang="en-US" sz="2000"/>
          </a:p>
        </p:txBody>
      </p:sp>
      <p:grpSp>
        <p:nvGrpSpPr>
          <p:cNvPr id="2" name="Group 68">
            <a:extLst>
              <a:ext uri="{FF2B5EF4-FFF2-40B4-BE49-F238E27FC236}">
                <a16:creationId xmlns:a16="http://schemas.microsoft.com/office/drawing/2014/main" id="{E863FCF3-A6E8-4D93-BB15-9008042B620E}"/>
              </a:ext>
            </a:extLst>
          </p:cNvPr>
          <p:cNvGrpSpPr/>
          <p:nvPr/>
        </p:nvGrpSpPr>
        <p:grpSpPr>
          <a:xfrm>
            <a:off x="3123514" y="1600200"/>
            <a:ext cx="6556375" cy="4243456"/>
            <a:chOff x="1644650" y="1214438"/>
            <a:chExt cx="6588125" cy="4686587"/>
          </a:xfrm>
          <a:solidFill>
            <a:schemeClr val="accent1"/>
          </a:solidFill>
        </p:grpSpPr>
        <p:sp>
          <p:nvSpPr>
            <p:cNvPr id="51204" name="Text Box 41">
              <a:extLst>
                <a:ext uri="{FF2B5EF4-FFF2-40B4-BE49-F238E27FC236}">
                  <a16:creationId xmlns:a16="http://schemas.microsoft.com/office/drawing/2014/main" id="{D5415F75-1E51-48A5-894A-BA870CA226B1}"/>
                </a:ext>
              </a:extLst>
            </p:cNvPr>
            <p:cNvSpPr txBox="1">
              <a:spLocks noChangeArrowheads="1"/>
            </p:cNvSpPr>
            <p:nvPr/>
          </p:nvSpPr>
          <p:spPr bwMode="auto">
            <a:xfrm>
              <a:off x="1644650" y="2625725"/>
              <a:ext cx="469900"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q</a:t>
              </a:r>
              <a:endParaRPr lang="ru-RU" sz="2400" dirty="0">
                <a:latin typeface="Arial" charset="0"/>
                <a:cs typeface="Arial" charset="0"/>
              </a:endParaRPr>
            </a:p>
          </p:txBody>
        </p:sp>
        <p:sp>
          <p:nvSpPr>
            <p:cNvPr id="51205" name="Text Box 41">
              <a:extLst>
                <a:ext uri="{FF2B5EF4-FFF2-40B4-BE49-F238E27FC236}">
                  <a16:creationId xmlns:a16="http://schemas.microsoft.com/office/drawing/2014/main" id="{60DCC168-8B61-4C0E-833C-5338142BE487}"/>
                </a:ext>
              </a:extLst>
            </p:cNvPr>
            <p:cNvSpPr txBox="1">
              <a:spLocks noChangeArrowheads="1"/>
            </p:cNvSpPr>
            <p:nvPr/>
          </p:nvSpPr>
          <p:spPr bwMode="auto">
            <a:xfrm>
              <a:off x="1644650" y="1960563"/>
              <a:ext cx="469900"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p</a:t>
              </a:r>
              <a:endParaRPr lang="ru-RU" sz="2400" dirty="0">
                <a:latin typeface="Arial" charset="0"/>
                <a:cs typeface="Arial" charset="0"/>
              </a:endParaRPr>
            </a:p>
          </p:txBody>
        </p:sp>
        <p:sp>
          <p:nvSpPr>
            <p:cNvPr id="51206" name="Line 12">
              <a:extLst>
                <a:ext uri="{FF2B5EF4-FFF2-40B4-BE49-F238E27FC236}">
                  <a16:creationId xmlns:a16="http://schemas.microsoft.com/office/drawing/2014/main" id="{8FB7E745-C888-4BD6-BF1C-3132B68815F0}"/>
                </a:ext>
              </a:extLst>
            </p:cNvPr>
            <p:cNvSpPr>
              <a:spLocks noChangeShapeType="1"/>
            </p:cNvSpPr>
            <p:nvPr/>
          </p:nvSpPr>
          <p:spPr bwMode="auto">
            <a:xfrm>
              <a:off x="3073400" y="3556000"/>
              <a:ext cx="1397000" cy="1588"/>
            </a:xfrm>
            <a:prstGeom prst="line">
              <a:avLst/>
            </a:prstGeom>
            <a:grpFill/>
            <a:ln w="22225">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07" name="Oval 90">
              <a:extLst>
                <a:ext uri="{FF2B5EF4-FFF2-40B4-BE49-F238E27FC236}">
                  <a16:creationId xmlns:a16="http://schemas.microsoft.com/office/drawing/2014/main" id="{6748F50C-6B99-46B8-9A34-08F0D5949FD6}"/>
                </a:ext>
              </a:extLst>
            </p:cNvPr>
            <p:cNvSpPr>
              <a:spLocks noChangeArrowheads="1"/>
            </p:cNvSpPr>
            <p:nvPr/>
          </p:nvSpPr>
          <p:spPr bwMode="auto">
            <a:xfrm>
              <a:off x="4972050" y="3571875"/>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08" name="AutoShape 91">
              <a:extLst>
                <a:ext uri="{FF2B5EF4-FFF2-40B4-BE49-F238E27FC236}">
                  <a16:creationId xmlns:a16="http://schemas.microsoft.com/office/drawing/2014/main" id="{5AE623CC-DC4C-450A-BC6D-CCC883DF22B8}"/>
                </a:ext>
              </a:extLst>
            </p:cNvPr>
            <p:cNvSpPr>
              <a:spLocks noChangeArrowheads="1"/>
            </p:cNvSpPr>
            <p:nvPr/>
          </p:nvSpPr>
          <p:spPr bwMode="auto">
            <a:xfrm>
              <a:off x="4467225" y="3371850"/>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51209" name="Line 15">
              <a:extLst>
                <a:ext uri="{FF2B5EF4-FFF2-40B4-BE49-F238E27FC236}">
                  <a16:creationId xmlns:a16="http://schemas.microsoft.com/office/drawing/2014/main" id="{5E5E390C-80DD-4A42-9C35-16A15946D5AD}"/>
                </a:ext>
              </a:extLst>
            </p:cNvPr>
            <p:cNvSpPr>
              <a:spLocks noChangeShapeType="1"/>
            </p:cNvSpPr>
            <p:nvPr/>
          </p:nvSpPr>
          <p:spPr bwMode="auto">
            <a:xfrm>
              <a:off x="5133975" y="3659188"/>
              <a:ext cx="557213" cy="158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10" name="Oval 90">
              <a:extLst>
                <a:ext uri="{FF2B5EF4-FFF2-40B4-BE49-F238E27FC236}">
                  <a16:creationId xmlns:a16="http://schemas.microsoft.com/office/drawing/2014/main" id="{1B60E963-C15F-479D-BA81-426327B1D8AD}"/>
                </a:ext>
              </a:extLst>
            </p:cNvPr>
            <p:cNvSpPr>
              <a:spLocks noChangeArrowheads="1"/>
            </p:cNvSpPr>
            <p:nvPr/>
          </p:nvSpPr>
          <p:spPr bwMode="auto">
            <a:xfrm>
              <a:off x="4957763" y="2749550"/>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11" name="AutoShape 91">
              <a:extLst>
                <a:ext uri="{FF2B5EF4-FFF2-40B4-BE49-F238E27FC236}">
                  <a16:creationId xmlns:a16="http://schemas.microsoft.com/office/drawing/2014/main" id="{D3F8FE4E-7E4C-460E-9686-6E79A5441863}"/>
                </a:ext>
              </a:extLst>
            </p:cNvPr>
            <p:cNvSpPr>
              <a:spLocks noChangeArrowheads="1"/>
            </p:cNvSpPr>
            <p:nvPr/>
          </p:nvSpPr>
          <p:spPr bwMode="auto">
            <a:xfrm>
              <a:off x="4452938" y="2549525"/>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51212" name="Oval 90">
              <a:extLst>
                <a:ext uri="{FF2B5EF4-FFF2-40B4-BE49-F238E27FC236}">
                  <a16:creationId xmlns:a16="http://schemas.microsoft.com/office/drawing/2014/main" id="{EABABBE9-2EF8-4E8B-8F1E-4898A1C0F408}"/>
                </a:ext>
              </a:extLst>
            </p:cNvPr>
            <p:cNvSpPr>
              <a:spLocks noChangeArrowheads="1"/>
            </p:cNvSpPr>
            <p:nvPr/>
          </p:nvSpPr>
          <p:spPr bwMode="auto">
            <a:xfrm>
              <a:off x="4986338" y="4391025"/>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13" name="AutoShape 91">
              <a:extLst>
                <a:ext uri="{FF2B5EF4-FFF2-40B4-BE49-F238E27FC236}">
                  <a16:creationId xmlns:a16="http://schemas.microsoft.com/office/drawing/2014/main" id="{C0945A56-CD45-4CBD-AC84-9C02B7CDA48C}"/>
                </a:ext>
              </a:extLst>
            </p:cNvPr>
            <p:cNvSpPr>
              <a:spLocks noChangeArrowheads="1"/>
            </p:cNvSpPr>
            <p:nvPr/>
          </p:nvSpPr>
          <p:spPr bwMode="auto">
            <a:xfrm>
              <a:off x="4481513" y="4191000"/>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51214" name="Oval 90">
              <a:extLst>
                <a:ext uri="{FF2B5EF4-FFF2-40B4-BE49-F238E27FC236}">
                  <a16:creationId xmlns:a16="http://schemas.microsoft.com/office/drawing/2014/main" id="{8E0FD43C-E30F-4611-B9D4-095DE2E99F68}"/>
                </a:ext>
              </a:extLst>
            </p:cNvPr>
            <p:cNvSpPr>
              <a:spLocks noChangeArrowheads="1"/>
            </p:cNvSpPr>
            <p:nvPr/>
          </p:nvSpPr>
          <p:spPr bwMode="auto">
            <a:xfrm>
              <a:off x="6575425" y="2601913"/>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15" name="AutoShape 91">
              <a:extLst>
                <a:ext uri="{FF2B5EF4-FFF2-40B4-BE49-F238E27FC236}">
                  <a16:creationId xmlns:a16="http://schemas.microsoft.com/office/drawing/2014/main" id="{89B20E13-07F6-4EF9-931D-595DF988D25E}"/>
                </a:ext>
              </a:extLst>
            </p:cNvPr>
            <p:cNvSpPr>
              <a:spLocks noChangeArrowheads="1"/>
            </p:cNvSpPr>
            <p:nvPr/>
          </p:nvSpPr>
          <p:spPr bwMode="auto">
            <a:xfrm>
              <a:off x="6070600" y="2389188"/>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51216" name="Oval 90">
              <a:extLst>
                <a:ext uri="{FF2B5EF4-FFF2-40B4-BE49-F238E27FC236}">
                  <a16:creationId xmlns:a16="http://schemas.microsoft.com/office/drawing/2014/main" id="{4C77D1EA-EA2E-489A-8FD8-EFD4BA21717C}"/>
                </a:ext>
              </a:extLst>
            </p:cNvPr>
            <p:cNvSpPr>
              <a:spLocks noChangeArrowheads="1"/>
            </p:cNvSpPr>
            <p:nvPr/>
          </p:nvSpPr>
          <p:spPr bwMode="auto">
            <a:xfrm>
              <a:off x="6578600" y="4227513"/>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17" name="AutoShape 91">
              <a:extLst>
                <a:ext uri="{FF2B5EF4-FFF2-40B4-BE49-F238E27FC236}">
                  <a16:creationId xmlns:a16="http://schemas.microsoft.com/office/drawing/2014/main" id="{26E1F6AC-BC5D-4CA3-AACF-DA959517027D}"/>
                </a:ext>
              </a:extLst>
            </p:cNvPr>
            <p:cNvSpPr>
              <a:spLocks noChangeArrowheads="1"/>
            </p:cNvSpPr>
            <p:nvPr/>
          </p:nvSpPr>
          <p:spPr bwMode="auto">
            <a:xfrm>
              <a:off x="6073775" y="4040188"/>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51218" name="Line 24">
              <a:extLst>
                <a:ext uri="{FF2B5EF4-FFF2-40B4-BE49-F238E27FC236}">
                  <a16:creationId xmlns:a16="http://schemas.microsoft.com/office/drawing/2014/main" id="{C03F94D7-C86E-4268-A47B-0531AC9612C9}"/>
                </a:ext>
              </a:extLst>
            </p:cNvPr>
            <p:cNvSpPr>
              <a:spLocks noChangeShapeType="1"/>
            </p:cNvSpPr>
            <p:nvPr/>
          </p:nvSpPr>
          <p:spPr bwMode="auto">
            <a:xfrm>
              <a:off x="6757988" y="2660650"/>
              <a:ext cx="936625" cy="1588"/>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19" name="Line 25">
              <a:extLst>
                <a:ext uri="{FF2B5EF4-FFF2-40B4-BE49-F238E27FC236}">
                  <a16:creationId xmlns:a16="http://schemas.microsoft.com/office/drawing/2014/main" id="{640E0307-CB17-4626-B82B-1EDCC65F29DD}"/>
                </a:ext>
              </a:extLst>
            </p:cNvPr>
            <p:cNvSpPr>
              <a:spLocks noChangeShapeType="1"/>
            </p:cNvSpPr>
            <p:nvPr/>
          </p:nvSpPr>
          <p:spPr bwMode="auto">
            <a:xfrm>
              <a:off x="6757988" y="4298950"/>
              <a:ext cx="936625" cy="1588"/>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grpSp>
          <p:nvGrpSpPr>
            <p:cNvPr id="3" name="Group 81">
              <a:extLst>
                <a:ext uri="{FF2B5EF4-FFF2-40B4-BE49-F238E27FC236}">
                  <a16:creationId xmlns:a16="http://schemas.microsoft.com/office/drawing/2014/main" id="{B2C209B9-837F-4381-9B37-249423F36668}"/>
                </a:ext>
              </a:extLst>
            </p:cNvPr>
            <p:cNvGrpSpPr>
              <a:grpSpLocks/>
            </p:cNvGrpSpPr>
            <p:nvPr/>
          </p:nvGrpSpPr>
          <p:grpSpPr bwMode="auto">
            <a:xfrm>
              <a:off x="3267075" y="4090988"/>
              <a:ext cx="534988" cy="517525"/>
              <a:chOff x="894" y="2432"/>
              <a:chExt cx="337" cy="326"/>
            </a:xfrm>
            <a:grpFill/>
          </p:grpSpPr>
          <p:sp>
            <p:nvSpPr>
              <p:cNvPr id="51267" name="AutoShape 82">
                <a:extLst>
                  <a:ext uri="{FF2B5EF4-FFF2-40B4-BE49-F238E27FC236}">
                    <a16:creationId xmlns:a16="http://schemas.microsoft.com/office/drawing/2014/main" id="{C2E8E830-517B-4835-9F83-E9A54CB18B7F}"/>
                  </a:ext>
                </a:extLst>
              </p:cNvPr>
              <p:cNvSpPr>
                <a:spLocks noChangeArrowheads="1"/>
              </p:cNvSpPr>
              <p:nvPr/>
            </p:nvSpPr>
            <p:spPr bwMode="auto">
              <a:xfrm rot="5400000">
                <a:off x="860" y="2466"/>
                <a:ext cx="326" cy="258"/>
              </a:xfrm>
              <a:prstGeom prst="triangle">
                <a:avLst>
                  <a:gd name="adj" fmla="val 50000"/>
                </a:avLst>
              </a:prstGeom>
              <a:grp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51268" name="Oval 83">
                <a:extLst>
                  <a:ext uri="{FF2B5EF4-FFF2-40B4-BE49-F238E27FC236}">
                    <a16:creationId xmlns:a16="http://schemas.microsoft.com/office/drawing/2014/main" id="{71E83F6E-9758-442B-9AC3-F79EF927BB1F}"/>
                  </a:ext>
                </a:extLst>
              </p:cNvPr>
              <p:cNvSpPr>
                <a:spLocks noChangeArrowheads="1"/>
              </p:cNvSpPr>
              <p:nvPr/>
            </p:nvSpPr>
            <p:spPr bwMode="auto">
              <a:xfrm>
                <a:off x="1154" y="2558"/>
                <a:ext cx="77" cy="77"/>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1221" name="Line 29">
              <a:extLst>
                <a:ext uri="{FF2B5EF4-FFF2-40B4-BE49-F238E27FC236}">
                  <a16:creationId xmlns:a16="http://schemas.microsoft.com/office/drawing/2014/main" id="{E2A9C3C0-ED68-4E7B-92B6-E1D0CDC4F661}"/>
                </a:ext>
              </a:extLst>
            </p:cNvPr>
            <p:cNvSpPr>
              <a:spLocks noChangeShapeType="1"/>
            </p:cNvSpPr>
            <p:nvPr/>
          </p:nvSpPr>
          <p:spPr bwMode="auto">
            <a:xfrm>
              <a:off x="5691188" y="3659188"/>
              <a:ext cx="0" cy="568325"/>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22" name="Line 31">
              <a:extLst>
                <a:ext uri="{FF2B5EF4-FFF2-40B4-BE49-F238E27FC236}">
                  <a16:creationId xmlns:a16="http://schemas.microsoft.com/office/drawing/2014/main" id="{08285EBC-1486-4022-8C28-90A6EE9D927F}"/>
                </a:ext>
              </a:extLst>
            </p:cNvPr>
            <p:cNvSpPr>
              <a:spLocks noChangeShapeType="1"/>
            </p:cNvSpPr>
            <p:nvPr/>
          </p:nvSpPr>
          <p:spPr bwMode="auto">
            <a:xfrm>
              <a:off x="5705475" y="4205288"/>
              <a:ext cx="358775" cy="158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23" name="Line 32">
              <a:extLst>
                <a:ext uri="{FF2B5EF4-FFF2-40B4-BE49-F238E27FC236}">
                  <a16:creationId xmlns:a16="http://schemas.microsoft.com/office/drawing/2014/main" id="{398B02EC-A172-4A15-ABEF-F7B23A32DAC9}"/>
                </a:ext>
              </a:extLst>
            </p:cNvPr>
            <p:cNvSpPr>
              <a:spLocks noChangeShapeType="1"/>
            </p:cNvSpPr>
            <p:nvPr/>
          </p:nvSpPr>
          <p:spPr bwMode="auto">
            <a:xfrm>
              <a:off x="5130800" y="2824163"/>
              <a:ext cx="936625" cy="158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24" name="Line 33">
              <a:extLst>
                <a:ext uri="{FF2B5EF4-FFF2-40B4-BE49-F238E27FC236}">
                  <a16:creationId xmlns:a16="http://schemas.microsoft.com/office/drawing/2014/main" id="{8FA8D96C-2281-4175-8A15-3C88AA834DFA}"/>
                </a:ext>
              </a:extLst>
            </p:cNvPr>
            <p:cNvSpPr>
              <a:spLocks noChangeShapeType="1"/>
            </p:cNvSpPr>
            <p:nvPr/>
          </p:nvSpPr>
          <p:spPr bwMode="auto">
            <a:xfrm>
              <a:off x="5145088" y="4470400"/>
              <a:ext cx="936625" cy="1588"/>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25" name="Line 36">
              <a:extLst>
                <a:ext uri="{FF2B5EF4-FFF2-40B4-BE49-F238E27FC236}">
                  <a16:creationId xmlns:a16="http://schemas.microsoft.com/office/drawing/2014/main" id="{E1AA3675-879A-403C-97C0-F77B90137E57}"/>
                </a:ext>
              </a:extLst>
            </p:cNvPr>
            <p:cNvSpPr>
              <a:spLocks noChangeShapeType="1"/>
            </p:cNvSpPr>
            <p:nvPr/>
          </p:nvSpPr>
          <p:spPr bwMode="auto">
            <a:xfrm>
              <a:off x="2078038" y="2201863"/>
              <a:ext cx="2363787" cy="0"/>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26" name="Line 37">
              <a:extLst>
                <a:ext uri="{FF2B5EF4-FFF2-40B4-BE49-F238E27FC236}">
                  <a16:creationId xmlns:a16="http://schemas.microsoft.com/office/drawing/2014/main" id="{F3DCD3E6-96AB-4A00-BE5D-22C1D14E426E}"/>
                </a:ext>
              </a:extLst>
            </p:cNvPr>
            <p:cNvSpPr>
              <a:spLocks noChangeShapeType="1"/>
            </p:cNvSpPr>
            <p:nvPr/>
          </p:nvSpPr>
          <p:spPr bwMode="auto">
            <a:xfrm>
              <a:off x="4021138" y="2679700"/>
              <a:ext cx="431800" cy="1588"/>
            </a:xfrm>
            <a:prstGeom prst="line">
              <a:avLst/>
            </a:prstGeom>
            <a:grpFill/>
            <a:ln w="22225">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27" name="Line 44">
              <a:extLst>
                <a:ext uri="{FF2B5EF4-FFF2-40B4-BE49-F238E27FC236}">
                  <a16:creationId xmlns:a16="http://schemas.microsoft.com/office/drawing/2014/main" id="{24978A52-B9E2-48D4-A8DB-F656E2D6A49B}"/>
                </a:ext>
              </a:extLst>
            </p:cNvPr>
            <p:cNvSpPr>
              <a:spLocks noChangeShapeType="1"/>
            </p:cNvSpPr>
            <p:nvPr/>
          </p:nvSpPr>
          <p:spPr bwMode="auto">
            <a:xfrm flipV="1">
              <a:off x="4021138" y="2203450"/>
              <a:ext cx="0" cy="2314575"/>
            </a:xfrm>
            <a:prstGeom prst="line">
              <a:avLst/>
            </a:prstGeom>
            <a:grpFill/>
            <a:ln w="22225">
              <a:solidFill>
                <a:schemeClr val="tx1"/>
              </a:solidFill>
              <a:round/>
              <a:headEnd/>
              <a:tailEnd type="oval" w="med" len="med"/>
            </a:ln>
          </p:spPr>
          <p:txBody>
            <a:bodyPr/>
            <a:lstStyle/>
            <a:p>
              <a:pPr eaLnBrk="1" hangingPunct="1">
                <a:defRPr/>
              </a:pPr>
              <a:endParaRPr lang="en-US">
                <a:latin typeface="Arial" charset="0"/>
                <a:cs typeface="Arial" charset="0"/>
              </a:endParaRPr>
            </a:p>
          </p:txBody>
        </p:sp>
        <p:sp>
          <p:nvSpPr>
            <p:cNvPr id="51228" name="Line 45">
              <a:extLst>
                <a:ext uri="{FF2B5EF4-FFF2-40B4-BE49-F238E27FC236}">
                  <a16:creationId xmlns:a16="http://schemas.microsoft.com/office/drawing/2014/main" id="{27EB9F9C-AECD-46E9-9CB3-D0DC20B13C92}"/>
                </a:ext>
              </a:extLst>
            </p:cNvPr>
            <p:cNvSpPr>
              <a:spLocks noChangeShapeType="1"/>
            </p:cNvSpPr>
            <p:nvPr/>
          </p:nvSpPr>
          <p:spPr bwMode="auto">
            <a:xfrm>
              <a:off x="4013200" y="3787775"/>
              <a:ext cx="434975" cy="1588"/>
            </a:xfrm>
            <a:prstGeom prst="line">
              <a:avLst/>
            </a:prstGeom>
            <a:grpFill/>
            <a:ln w="22225">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29" name="Line 46">
              <a:extLst>
                <a:ext uri="{FF2B5EF4-FFF2-40B4-BE49-F238E27FC236}">
                  <a16:creationId xmlns:a16="http://schemas.microsoft.com/office/drawing/2014/main" id="{03A7893A-7A81-4A60-A82C-1ACA9A01E7CA}"/>
                </a:ext>
              </a:extLst>
            </p:cNvPr>
            <p:cNvSpPr>
              <a:spLocks noChangeShapeType="1"/>
            </p:cNvSpPr>
            <p:nvPr/>
          </p:nvSpPr>
          <p:spPr bwMode="auto">
            <a:xfrm>
              <a:off x="7118350" y="4302125"/>
              <a:ext cx="0" cy="1223963"/>
            </a:xfrm>
            <a:prstGeom prst="line">
              <a:avLst/>
            </a:prstGeom>
            <a:grpFill/>
            <a:ln w="22225">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30" name="Line 47">
              <a:extLst>
                <a:ext uri="{FF2B5EF4-FFF2-40B4-BE49-F238E27FC236}">
                  <a16:creationId xmlns:a16="http://schemas.microsoft.com/office/drawing/2014/main" id="{2EE41056-9DDA-4B25-AA37-F2842A36252E}"/>
                </a:ext>
              </a:extLst>
            </p:cNvPr>
            <p:cNvSpPr>
              <a:spLocks noChangeShapeType="1"/>
            </p:cNvSpPr>
            <p:nvPr/>
          </p:nvSpPr>
          <p:spPr bwMode="auto">
            <a:xfrm flipH="1">
              <a:off x="3079750" y="5530850"/>
              <a:ext cx="4044950" cy="0"/>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31" name="Line 48">
              <a:extLst>
                <a:ext uri="{FF2B5EF4-FFF2-40B4-BE49-F238E27FC236}">
                  <a16:creationId xmlns:a16="http://schemas.microsoft.com/office/drawing/2014/main" id="{A9960468-BDF0-4025-B691-3FB908BBC88D}"/>
                </a:ext>
              </a:extLst>
            </p:cNvPr>
            <p:cNvSpPr>
              <a:spLocks noChangeShapeType="1"/>
            </p:cNvSpPr>
            <p:nvPr/>
          </p:nvSpPr>
          <p:spPr bwMode="auto">
            <a:xfrm flipV="1">
              <a:off x="3071813" y="3141663"/>
              <a:ext cx="1587" cy="2386012"/>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32" name="Line 49">
              <a:extLst>
                <a:ext uri="{FF2B5EF4-FFF2-40B4-BE49-F238E27FC236}">
                  <a16:creationId xmlns:a16="http://schemas.microsoft.com/office/drawing/2014/main" id="{0D138C94-0381-422A-BEB5-27F6DB7C96DA}"/>
                </a:ext>
              </a:extLst>
            </p:cNvPr>
            <p:cNvSpPr>
              <a:spLocks noChangeShapeType="1"/>
            </p:cNvSpPr>
            <p:nvPr/>
          </p:nvSpPr>
          <p:spPr bwMode="auto">
            <a:xfrm>
              <a:off x="4021138" y="4518025"/>
              <a:ext cx="468312" cy="1588"/>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33" name="Line 50">
              <a:extLst>
                <a:ext uri="{FF2B5EF4-FFF2-40B4-BE49-F238E27FC236}">
                  <a16:creationId xmlns:a16="http://schemas.microsoft.com/office/drawing/2014/main" id="{624B76BA-DB33-4257-98D0-A9D9F3064DA2}"/>
                </a:ext>
              </a:extLst>
            </p:cNvPr>
            <p:cNvSpPr>
              <a:spLocks noChangeShapeType="1"/>
            </p:cNvSpPr>
            <p:nvPr/>
          </p:nvSpPr>
          <p:spPr bwMode="auto">
            <a:xfrm flipV="1">
              <a:off x="7105650" y="1460500"/>
              <a:ext cx="0" cy="1204913"/>
            </a:xfrm>
            <a:prstGeom prst="line">
              <a:avLst/>
            </a:prstGeom>
            <a:grpFill/>
            <a:ln w="22225">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34" name="Line 51">
              <a:extLst>
                <a:ext uri="{FF2B5EF4-FFF2-40B4-BE49-F238E27FC236}">
                  <a16:creationId xmlns:a16="http://schemas.microsoft.com/office/drawing/2014/main" id="{7681AAFD-47D4-4F7A-BA6A-944498513EBB}"/>
                </a:ext>
              </a:extLst>
            </p:cNvPr>
            <p:cNvSpPr>
              <a:spLocks noChangeShapeType="1"/>
            </p:cNvSpPr>
            <p:nvPr/>
          </p:nvSpPr>
          <p:spPr bwMode="auto">
            <a:xfrm>
              <a:off x="2857500" y="1468438"/>
              <a:ext cx="4246563" cy="158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35" name="Line 52">
              <a:extLst>
                <a:ext uri="{FF2B5EF4-FFF2-40B4-BE49-F238E27FC236}">
                  <a16:creationId xmlns:a16="http://schemas.microsoft.com/office/drawing/2014/main" id="{3C249672-23C7-4B2C-AEA8-05DE76E58E8C}"/>
                </a:ext>
              </a:extLst>
            </p:cNvPr>
            <p:cNvSpPr>
              <a:spLocks noChangeShapeType="1"/>
            </p:cNvSpPr>
            <p:nvPr/>
          </p:nvSpPr>
          <p:spPr bwMode="auto">
            <a:xfrm flipH="1">
              <a:off x="2870200" y="1471613"/>
              <a:ext cx="0" cy="286543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36" name="Text Box 54">
              <a:extLst>
                <a:ext uri="{FF2B5EF4-FFF2-40B4-BE49-F238E27FC236}">
                  <a16:creationId xmlns:a16="http://schemas.microsoft.com/office/drawing/2014/main" id="{73F24644-6408-4BC4-861D-81DE959454E1}"/>
                </a:ext>
              </a:extLst>
            </p:cNvPr>
            <p:cNvSpPr txBox="1">
              <a:spLocks noChangeArrowheads="1"/>
            </p:cNvSpPr>
            <p:nvPr/>
          </p:nvSpPr>
          <p:spPr bwMode="auto">
            <a:xfrm>
              <a:off x="7126288" y="2105025"/>
              <a:ext cx="719137"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Y</a:t>
              </a:r>
              <a:r>
                <a:rPr lang="en-US" sz="2400" baseline="-25000" dirty="0">
                  <a:latin typeface="Arial" charset="0"/>
                  <a:cs typeface="Arial" charset="0"/>
                </a:rPr>
                <a:t>1</a:t>
              </a:r>
              <a:endParaRPr lang="ru-RU" sz="2400" dirty="0">
                <a:latin typeface="Arial" charset="0"/>
                <a:cs typeface="Arial" charset="0"/>
              </a:endParaRPr>
            </a:p>
          </p:txBody>
        </p:sp>
        <p:sp>
          <p:nvSpPr>
            <p:cNvPr id="51237" name="Text Box 55">
              <a:extLst>
                <a:ext uri="{FF2B5EF4-FFF2-40B4-BE49-F238E27FC236}">
                  <a16:creationId xmlns:a16="http://schemas.microsoft.com/office/drawing/2014/main" id="{461E6444-51F3-49C5-A72C-C78C14B4637F}"/>
                </a:ext>
              </a:extLst>
            </p:cNvPr>
            <p:cNvSpPr txBox="1">
              <a:spLocks noChangeArrowheads="1"/>
            </p:cNvSpPr>
            <p:nvPr/>
          </p:nvSpPr>
          <p:spPr bwMode="auto">
            <a:xfrm>
              <a:off x="7454900" y="4002087"/>
              <a:ext cx="777875"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Y</a:t>
              </a:r>
              <a:r>
                <a:rPr lang="en-US" sz="2400" baseline="-25000" dirty="0">
                  <a:latin typeface="Arial" charset="0"/>
                  <a:cs typeface="Arial" charset="0"/>
                </a:rPr>
                <a:t>2</a:t>
              </a:r>
              <a:endParaRPr lang="ru-RU" sz="2400" dirty="0">
                <a:latin typeface="Arial" charset="0"/>
                <a:cs typeface="Arial" charset="0"/>
              </a:endParaRPr>
            </a:p>
          </p:txBody>
        </p:sp>
        <p:sp>
          <p:nvSpPr>
            <p:cNvPr id="51239" name="Oval 90">
              <a:extLst>
                <a:ext uri="{FF2B5EF4-FFF2-40B4-BE49-F238E27FC236}">
                  <a16:creationId xmlns:a16="http://schemas.microsoft.com/office/drawing/2014/main" id="{136A13A4-7DE8-46D3-8C6B-75ED9E9E6879}"/>
                </a:ext>
              </a:extLst>
            </p:cNvPr>
            <p:cNvSpPr>
              <a:spLocks noChangeArrowheads="1"/>
            </p:cNvSpPr>
            <p:nvPr/>
          </p:nvSpPr>
          <p:spPr bwMode="auto">
            <a:xfrm>
              <a:off x="4941935" y="2000250"/>
              <a:ext cx="158750" cy="158750"/>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51240" name="Line 62">
              <a:extLst>
                <a:ext uri="{FF2B5EF4-FFF2-40B4-BE49-F238E27FC236}">
                  <a16:creationId xmlns:a16="http://schemas.microsoft.com/office/drawing/2014/main" id="{FDF17941-8E82-4121-A350-84F80A539BC7}"/>
                </a:ext>
              </a:extLst>
            </p:cNvPr>
            <p:cNvSpPr>
              <a:spLocks noChangeShapeType="1"/>
            </p:cNvSpPr>
            <p:nvPr/>
          </p:nvSpPr>
          <p:spPr bwMode="auto">
            <a:xfrm>
              <a:off x="2870200" y="1960563"/>
              <a:ext cx="1585913" cy="1587"/>
            </a:xfrm>
            <a:prstGeom prst="line">
              <a:avLst/>
            </a:prstGeom>
            <a:grpFill/>
            <a:ln w="25400">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41" name="Line 64">
              <a:extLst>
                <a:ext uri="{FF2B5EF4-FFF2-40B4-BE49-F238E27FC236}">
                  <a16:creationId xmlns:a16="http://schemas.microsoft.com/office/drawing/2014/main" id="{C92D4A73-A749-442C-8536-2B2C59483C73}"/>
                </a:ext>
              </a:extLst>
            </p:cNvPr>
            <p:cNvSpPr>
              <a:spLocks noChangeShapeType="1"/>
            </p:cNvSpPr>
            <p:nvPr/>
          </p:nvSpPr>
          <p:spPr bwMode="auto">
            <a:xfrm>
              <a:off x="5665788" y="2532063"/>
              <a:ext cx="395287" cy="1587"/>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42" name="Line 65">
              <a:extLst>
                <a:ext uri="{FF2B5EF4-FFF2-40B4-BE49-F238E27FC236}">
                  <a16:creationId xmlns:a16="http://schemas.microsoft.com/office/drawing/2014/main" id="{ECABD5C6-8130-4D72-9821-1D6DA446188D}"/>
                </a:ext>
              </a:extLst>
            </p:cNvPr>
            <p:cNvSpPr>
              <a:spLocks noChangeShapeType="1"/>
            </p:cNvSpPr>
            <p:nvPr/>
          </p:nvSpPr>
          <p:spPr bwMode="auto">
            <a:xfrm>
              <a:off x="5102225" y="2082800"/>
              <a:ext cx="576263" cy="1588"/>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43" name="Line 66">
              <a:extLst>
                <a:ext uri="{FF2B5EF4-FFF2-40B4-BE49-F238E27FC236}">
                  <a16:creationId xmlns:a16="http://schemas.microsoft.com/office/drawing/2014/main" id="{45795C5F-27A1-4F00-9862-0DDA8C6F7ECD}"/>
                </a:ext>
              </a:extLst>
            </p:cNvPr>
            <p:cNvSpPr>
              <a:spLocks noChangeShapeType="1"/>
            </p:cNvSpPr>
            <p:nvPr/>
          </p:nvSpPr>
          <p:spPr bwMode="auto">
            <a:xfrm>
              <a:off x="5678488" y="2082800"/>
              <a:ext cx="0" cy="449263"/>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44" name="Text Box 75">
              <a:extLst>
                <a:ext uri="{FF2B5EF4-FFF2-40B4-BE49-F238E27FC236}">
                  <a16:creationId xmlns:a16="http://schemas.microsoft.com/office/drawing/2014/main" id="{BE383B69-BF15-49D7-9240-878E58A13A91}"/>
                </a:ext>
              </a:extLst>
            </p:cNvPr>
            <p:cNvSpPr txBox="1">
              <a:spLocks noChangeArrowheads="1"/>
            </p:cNvSpPr>
            <p:nvPr/>
          </p:nvSpPr>
          <p:spPr bwMode="auto">
            <a:xfrm>
              <a:off x="2436813" y="1671638"/>
              <a:ext cx="504825"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y</a:t>
              </a:r>
              <a:r>
                <a:rPr lang="en-US" sz="2400" baseline="-25000" dirty="0">
                  <a:latin typeface="Arial" charset="0"/>
                  <a:cs typeface="Arial" charset="0"/>
                </a:rPr>
                <a:t>1</a:t>
              </a:r>
              <a:endParaRPr lang="ru-RU" sz="2400" dirty="0">
                <a:latin typeface="Arial" charset="0"/>
                <a:cs typeface="Arial" charset="0"/>
              </a:endParaRPr>
            </a:p>
          </p:txBody>
        </p:sp>
        <p:sp>
          <p:nvSpPr>
            <p:cNvPr id="51245" name="Line 49">
              <a:extLst>
                <a:ext uri="{FF2B5EF4-FFF2-40B4-BE49-F238E27FC236}">
                  <a16:creationId xmlns:a16="http://schemas.microsoft.com/office/drawing/2014/main" id="{15C86E33-FC33-453A-94A8-1DBCF1978513}"/>
                </a:ext>
              </a:extLst>
            </p:cNvPr>
            <p:cNvSpPr>
              <a:spLocks noChangeShapeType="1"/>
            </p:cNvSpPr>
            <p:nvPr/>
          </p:nvSpPr>
          <p:spPr bwMode="auto">
            <a:xfrm flipV="1">
              <a:off x="2155825" y="2832100"/>
              <a:ext cx="2279650" cy="0"/>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46" name="Line 49">
              <a:extLst>
                <a:ext uri="{FF2B5EF4-FFF2-40B4-BE49-F238E27FC236}">
                  <a16:creationId xmlns:a16="http://schemas.microsoft.com/office/drawing/2014/main" id="{76174F68-CE67-46E6-9ADC-5A239107B33D}"/>
                </a:ext>
              </a:extLst>
            </p:cNvPr>
            <p:cNvSpPr>
              <a:spLocks noChangeShapeType="1"/>
            </p:cNvSpPr>
            <p:nvPr/>
          </p:nvSpPr>
          <p:spPr bwMode="auto">
            <a:xfrm>
              <a:off x="2865438" y="4337050"/>
              <a:ext cx="395287" cy="1588"/>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47" name="Line 51">
              <a:extLst>
                <a:ext uri="{FF2B5EF4-FFF2-40B4-BE49-F238E27FC236}">
                  <a16:creationId xmlns:a16="http://schemas.microsoft.com/office/drawing/2014/main" id="{AC967022-8D12-4B51-84B4-1655D28E4D7F}"/>
                </a:ext>
              </a:extLst>
            </p:cNvPr>
            <p:cNvSpPr>
              <a:spLocks noChangeShapeType="1"/>
            </p:cNvSpPr>
            <p:nvPr/>
          </p:nvSpPr>
          <p:spPr bwMode="auto">
            <a:xfrm>
              <a:off x="3805238" y="4349750"/>
              <a:ext cx="647700" cy="0"/>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grpSp>
          <p:nvGrpSpPr>
            <p:cNvPr id="4" name="Group 81">
              <a:extLst>
                <a:ext uri="{FF2B5EF4-FFF2-40B4-BE49-F238E27FC236}">
                  <a16:creationId xmlns:a16="http://schemas.microsoft.com/office/drawing/2014/main" id="{F4FD4389-6592-41F5-95A6-1FCF5C25415D}"/>
                </a:ext>
              </a:extLst>
            </p:cNvPr>
            <p:cNvGrpSpPr>
              <a:grpSpLocks/>
            </p:cNvGrpSpPr>
            <p:nvPr/>
          </p:nvGrpSpPr>
          <p:grpSpPr bwMode="auto">
            <a:xfrm>
              <a:off x="3302000" y="4878388"/>
              <a:ext cx="534988" cy="517525"/>
              <a:chOff x="894" y="2432"/>
              <a:chExt cx="337" cy="326"/>
            </a:xfrm>
            <a:grpFill/>
          </p:grpSpPr>
          <p:sp>
            <p:nvSpPr>
              <p:cNvPr id="51265" name="AutoShape 82">
                <a:extLst>
                  <a:ext uri="{FF2B5EF4-FFF2-40B4-BE49-F238E27FC236}">
                    <a16:creationId xmlns:a16="http://schemas.microsoft.com/office/drawing/2014/main" id="{B14AB02E-A0B2-45C4-A859-F125E67E4A08}"/>
                  </a:ext>
                </a:extLst>
              </p:cNvPr>
              <p:cNvSpPr>
                <a:spLocks noChangeArrowheads="1"/>
              </p:cNvSpPr>
              <p:nvPr/>
            </p:nvSpPr>
            <p:spPr bwMode="auto">
              <a:xfrm rot="5400000">
                <a:off x="860" y="2466"/>
                <a:ext cx="326" cy="258"/>
              </a:xfrm>
              <a:prstGeom prst="triangle">
                <a:avLst>
                  <a:gd name="adj" fmla="val 50000"/>
                </a:avLst>
              </a:prstGeom>
              <a:grp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51266" name="Oval 83">
                <a:extLst>
                  <a:ext uri="{FF2B5EF4-FFF2-40B4-BE49-F238E27FC236}">
                    <a16:creationId xmlns:a16="http://schemas.microsoft.com/office/drawing/2014/main" id="{8779AA37-0CB4-4D1A-A052-FD40C874709F}"/>
                  </a:ext>
                </a:extLst>
              </p:cNvPr>
              <p:cNvSpPr>
                <a:spLocks noChangeArrowheads="1"/>
              </p:cNvSpPr>
              <p:nvPr/>
            </p:nvSpPr>
            <p:spPr bwMode="auto">
              <a:xfrm>
                <a:off x="1154" y="2558"/>
                <a:ext cx="77" cy="77"/>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1249" name="Line 55">
              <a:extLst>
                <a:ext uri="{FF2B5EF4-FFF2-40B4-BE49-F238E27FC236}">
                  <a16:creationId xmlns:a16="http://schemas.microsoft.com/office/drawing/2014/main" id="{57B39EA4-ED82-4B2D-8355-90B9339324C1}"/>
                </a:ext>
              </a:extLst>
            </p:cNvPr>
            <p:cNvSpPr>
              <a:spLocks noChangeShapeType="1"/>
            </p:cNvSpPr>
            <p:nvPr/>
          </p:nvSpPr>
          <p:spPr bwMode="auto">
            <a:xfrm>
              <a:off x="3856038" y="5141913"/>
              <a:ext cx="395287" cy="0"/>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50" name="Line 56">
              <a:extLst>
                <a:ext uri="{FF2B5EF4-FFF2-40B4-BE49-F238E27FC236}">
                  <a16:creationId xmlns:a16="http://schemas.microsoft.com/office/drawing/2014/main" id="{B8B0C521-0881-4D80-93A6-5F64264BA513}"/>
                </a:ext>
              </a:extLst>
            </p:cNvPr>
            <p:cNvSpPr>
              <a:spLocks noChangeShapeType="1"/>
            </p:cNvSpPr>
            <p:nvPr/>
          </p:nvSpPr>
          <p:spPr bwMode="auto">
            <a:xfrm>
              <a:off x="2501900" y="5129213"/>
              <a:ext cx="809625" cy="0"/>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grpSp>
          <p:nvGrpSpPr>
            <p:cNvPr id="5" name="Group 81">
              <a:extLst>
                <a:ext uri="{FF2B5EF4-FFF2-40B4-BE49-F238E27FC236}">
                  <a16:creationId xmlns:a16="http://schemas.microsoft.com/office/drawing/2014/main" id="{77CB8C49-0834-40CC-8429-949E6CDB3E55}"/>
                </a:ext>
              </a:extLst>
            </p:cNvPr>
            <p:cNvGrpSpPr>
              <a:grpSpLocks/>
            </p:cNvGrpSpPr>
            <p:nvPr/>
          </p:nvGrpSpPr>
          <p:grpSpPr bwMode="auto">
            <a:xfrm>
              <a:off x="3279775" y="2895600"/>
              <a:ext cx="534988" cy="517525"/>
              <a:chOff x="894" y="2432"/>
              <a:chExt cx="337" cy="326"/>
            </a:xfrm>
            <a:grpFill/>
          </p:grpSpPr>
          <p:sp>
            <p:nvSpPr>
              <p:cNvPr id="51263" name="AutoShape 82">
                <a:extLst>
                  <a:ext uri="{FF2B5EF4-FFF2-40B4-BE49-F238E27FC236}">
                    <a16:creationId xmlns:a16="http://schemas.microsoft.com/office/drawing/2014/main" id="{FF6ECD0B-A041-4EC0-8C3F-0FB9B3C0A0A0}"/>
                  </a:ext>
                </a:extLst>
              </p:cNvPr>
              <p:cNvSpPr>
                <a:spLocks noChangeArrowheads="1"/>
              </p:cNvSpPr>
              <p:nvPr/>
            </p:nvSpPr>
            <p:spPr bwMode="auto">
              <a:xfrm rot="5400000">
                <a:off x="860" y="2466"/>
                <a:ext cx="326" cy="258"/>
              </a:xfrm>
              <a:prstGeom prst="triangle">
                <a:avLst>
                  <a:gd name="adj" fmla="val 50000"/>
                </a:avLst>
              </a:prstGeom>
              <a:grp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51264" name="Oval 83">
                <a:extLst>
                  <a:ext uri="{FF2B5EF4-FFF2-40B4-BE49-F238E27FC236}">
                    <a16:creationId xmlns:a16="http://schemas.microsoft.com/office/drawing/2014/main" id="{75024346-1C74-4521-B30E-A78023341DE7}"/>
                  </a:ext>
                </a:extLst>
              </p:cNvPr>
              <p:cNvSpPr>
                <a:spLocks noChangeArrowheads="1"/>
              </p:cNvSpPr>
              <p:nvPr/>
            </p:nvSpPr>
            <p:spPr bwMode="auto">
              <a:xfrm>
                <a:off x="1154" y="2558"/>
                <a:ext cx="77" cy="77"/>
              </a:xfrm>
              <a:prstGeom prst="ellipse">
                <a:avLst/>
              </a:prstGeom>
              <a:grpFill/>
              <a:ln w="222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1252" name="Line 60">
              <a:extLst>
                <a:ext uri="{FF2B5EF4-FFF2-40B4-BE49-F238E27FC236}">
                  <a16:creationId xmlns:a16="http://schemas.microsoft.com/office/drawing/2014/main" id="{B4199B21-646D-4C04-8A8C-8E100FC08F36}"/>
                </a:ext>
              </a:extLst>
            </p:cNvPr>
            <p:cNvSpPr>
              <a:spLocks noChangeShapeType="1"/>
            </p:cNvSpPr>
            <p:nvPr/>
          </p:nvSpPr>
          <p:spPr bwMode="auto">
            <a:xfrm>
              <a:off x="3073400" y="3151188"/>
              <a:ext cx="215900" cy="0"/>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53" name="Line 61">
              <a:extLst>
                <a:ext uri="{FF2B5EF4-FFF2-40B4-BE49-F238E27FC236}">
                  <a16:creationId xmlns:a16="http://schemas.microsoft.com/office/drawing/2014/main" id="{54E0DCBE-5CD0-4F00-B504-22EF08C42DFC}"/>
                </a:ext>
              </a:extLst>
            </p:cNvPr>
            <p:cNvSpPr>
              <a:spLocks noChangeShapeType="1"/>
            </p:cNvSpPr>
            <p:nvPr/>
          </p:nvSpPr>
          <p:spPr bwMode="auto">
            <a:xfrm>
              <a:off x="3821067" y="3151188"/>
              <a:ext cx="431800" cy="0"/>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54" name="Line 62">
              <a:extLst>
                <a:ext uri="{FF2B5EF4-FFF2-40B4-BE49-F238E27FC236}">
                  <a16:creationId xmlns:a16="http://schemas.microsoft.com/office/drawing/2014/main" id="{220085FB-CD33-4F60-95ED-9A20B70CA4D0}"/>
                </a:ext>
              </a:extLst>
            </p:cNvPr>
            <p:cNvSpPr>
              <a:spLocks noChangeShapeType="1"/>
            </p:cNvSpPr>
            <p:nvPr/>
          </p:nvSpPr>
          <p:spPr bwMode="auto">
            <a:xfrm flipV="1">
              <a:off x="4249738" y="2963863"/>
              <a:ext cx="0" cy="179387"/>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55" name="Line 63">
              <a:extLst>
                <a:ext uri="{FF2B5EF4-FFF2-40B4-BE49-F238E27FC236}">
                  <a16:creationId xmlns:a16="http://schemas.microsoft.com/office/drawing/2014/main" id="{37E88077-5CE5-41EF-AE23-E914AA4C4A94}"/>
                </a:ext>
              </a:extLst>
            </p:cNvPr>
            <p:cNvSpPr>
              <a:spLocks noChangeShapeType="1"/>
            </p:cNvSpPr>
            <p:nvPr/>
          </p:nvSpPr>
          <p:spPr bwMode="auto">
            <a:xfrm>
              <a:off x="4237038" y="2968625"/>
              <a:ext cx="212725" cy="0"/>
            </a:xfrm>
            <a:prstGeom prst="line">
              <a:avLst/>
            </a:prstGeom>
            <a:grpFill/>
            <a:ln w="22225">
              <a:solidFill>
                <a:schemeClr val="tx1"/>
              </a:solidFill>
              <a:round/>
              <a:headEnd/>
              <a:tailEnd/>
            </a:ln>
          </p:spPr>
          <p:txBody>
            <a:bodyPr/>
            <a:lstStyle/>
            <a:p>
              <a:pPr eaLnBrk="1" hangingPunct="1">
                <a:defRPr/>
              </a:pPr>
              <a:endParaRPr lang="en-US">
                <a:latin typeface="Arial" charset="0"/>
                <a:cs typeface="Arial" charset="0"/>
              </a:endParaRPr>
            </a:p>
          </p:txBody>
        </p:sp>
        <p:sp>
          <p:nvSpPr>
            <p:cNvPr id="51256" name="Line 64">
              <a:extLst>
                <a:ext uri="{FF2B5EF4-FFF2-40B4-BE49-F238E27FC236}">
                  <a16:creationId xmlns:a16="http://schemas.microsoft.com/office/drawing/2014/main" id="{F6BB6027-218F-4456-B52C-B3D5A5F3A12D}"/>
                </a:ext>
              </a:extLst>
            </p:cNvPr>
            <p:cNvSpPr>
              <a:spLocks noChangeShapeType="1"/>
            </p:cNvSpPr>
            <p:nvPr/>
          </p:nvSpPr>
          <p:spPr bwMode="auto">
            <a:xfrm>
              <a:off x="2509838" y="2824163"/>
              <a:ext cx="0" cy="2303462"/>
            </a:xfrm>
            <a:prstGeom prst="line">
              <a:avLst/>
            </a:prstGeom>
            <a:grpFill/>
            <a:ln w="25400">
              <a:solidFill>
                <a:schemeClr val="tx1"/>
              </a:solidFill>
              <a:round/>
              <a:headEnd type="oval" w="med" len="med"/>
              <a:tailEnd/>
            </a:ln>
          </p:spPr>
          <p:txBody>
            <a:bodyPr/>
            <a:lstStyle/>
            <a:p>
              <a:pPr eaLnBrk="1" hangingPunct="1">
                <a:defRPr/>
              </a:pPr>
              <a:endParaRPr lang="en-US">
                <a:latin typeface="Arial" charset="0"/>
                <a:cs typeface="Arial" charset="0"/>
              </a:endParaRPr>
            </a:p>
          </p:txBody>
        </p:sp>
        <p:sp>
          <p:nvSpPr>
            <p:cNvPr id="51257" name="Line 65">
              <a:extLst>
                <a:ext uri="{FF2B5EF4-FFF2-40B4-BE49-F238E27FC236}">
                  <a16:creationId xmlns:a16="http://schemas.microsoft.com/office/drawing/2014/main" id="{AC037F96-F7B9-40B2-B11A-646C8D635214}"/>
                </a:ext>
              </a:extLst>
            </p:cNvPr>
            <p:cNvSpPr>
              <a:spLocks noChangeShapeType="1"/>
            </p:cNvSpPr>
            <p:nvPr/>
          </p:nvSpPr>
          <p:spPr bwMode="auto">
            <a:xfrm>
              <a:off x="4224338" y="4670425"/>
              <a:ext cx="252412" cy="0"/>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58" name="Line 66">
              <a:extLst>
                <a:ext uri="{FF2B5EF4-FFF2-40B4-BE49-F238E27FC236}">
                  <a16:creationId xmlns:a16="http://schemas.microsoft.com/office/drawing/2014/main" id="{FE61EFD3-AB4B-47B4-B6E3-1200323BEF09}"/>
                </a:ext>
              </a:extLst>
            </p:cNvPr>
            <p:cNvSpPr>
              <a:spLocks noChangeShapeType="1"/>
            </p:cNvSpPr>
            <p:nvPr/>
          </p:nvSpPr>
          <p:spPr bwMode="auto">
            <a:xfrm flipV="1">
              <a:off x="4237038" y="4670425"/>
              <a:ext cx="0" cy="468313"/>
            </a:xfrm>
            <a:prstGeom prst="line">
              <a:avLst/>
            </a:prstGeom>
            <a:grpFill/>
            <a:ln w="25400">
              <a:solidFill>
                <a:schemeClr val="tx1"/>
              </a:solidFill>
              <a:round/>
              <a:headEnd/>
              <a:tailEnd/>
            </a:ln>
          </p:spPr>
          <p:txBody>
            <a:bodyPr/>
            <a:lstStyle/>
            <a:p>
              <a:pPr eaLnBrk="1" hangingPunct="1">
                <a:defRPr/>
              </a:pPr>
              <a:endParaRPr lang="en-US">
                <a:latin typeface="Arial" charset="0"/>
                <a:cs typeface="Arial" charset="0"/>
              </a:endParaRPr>
            </a:p>
          </p:txBody>
        </p:sp>
        <p:sp>
          <p:nvSpPr>
            <p:cNvPr id="51259" name="Text Box 75">
              <a:extLst>
                <a:ext uri="{FF2B5EF4-FFF2-40B4-BE49-F238E27FC236}">
                  <a16:creationId xmlns:a16="http://schemas.microsoft.com/office/drawing/2014/main" id="{724D8C00-6CF6-44D7-A91A-10843C883B04}"/>
                </a:ext>
              </a:extLst>
            </p:cNvPr>
            <p:cNvSpPr txBox="1">
              <a:spLocks noChangeArrowheads="1"/>
            </p:cNvSpPr>
            <p:nvPr/>
          </p:nvSpPr>
          <p:spPr bwMode="auto">
            <a:xfrm>
              <a:off x="2870200" y="5391150"/>
              <a:ext cx="504825" cy="509875"/>
            </a:xfrm>
            <a:prstGeom prst="rect">
              <a:avLst/>
            </a:prstGeom>
            <a:noFill/>
            <a:ln w="22225">
              <a:noFill/>
              <a:miter lim="800000"/>
              <a:headEnd/>
              <a:tailEnd/>
            </a:ln>
          </p:spPr>
          <p:txBody>
            <a:bodyPr>
              <a:spAutoFit/>
            </a:bodyPr>
            <a:lstStyle/>
            <a:p>
              <a:pPr eaLnBrk="1" hangingPunct="1">
                <a:spcBef>
                  <a:spcPct val="50000"/>
                </a:spcBef>
                <a:defRPr/>
              </a:pPr>
              <a:r>
                <a:rPr lang="en-US" sz="2400" dirty="0">
                  <a:latin typeface="Arial" charset="0"/>
                  <a:cs typeface="Arial" charset="0"/>
                </a:rPr>
                <a:t>y</a:t>
              </a:r>
              <a:r>
                <a:rPr lang="en-US" sz="2400" baseline="-25000" dirty="0">
                  <a:latin typeface="Arial" charset="0"/>
                  <a:cs typeface="Arial" charset="0"/>
                </a:rPr>
                <a:t>2</a:t>
              </a:r>
              <a:endParaRPr lang="ru-RU" sz="2400" dirty="0">
                <a:latin typeface="Arial" charset="0"/>
                <a:cs typeface="Arial" charset="0"/>
              </a:endParaRPr>
            </a:p>
          </p:txBody>
        </p:sp>
        <p:sp>
          <p:nvSpPr>
            <p:cNvPr id="51260" name="AutoShape 82">
              <a:extLst>
                <a:ext uri="{FF2B5EF4-FFF2-40B4-BE49-F238E27FC236}">
                  <a16:creationId xmlns:a16="http://schemas.microsoft.com/office/drawing/2014/main" id="{E3ACD493-388E-4DDC-B131-DB24ED83C4DF}"/>
                </a:ext>
              </a:extLst>
            </p:cNvPr>
            <p:cNvSpPr>
              <a:spLocks noChangeArrowheads="1"/>
            </p:cNvSpPr>
            <p:nvPr/>
          </p:nvSpPr>
          <p:spPr bwMode="auto">
            <a:xfrm rot="16200000">
              <a:off x="5983288" y="1268413"/>
              <a:ext cx="517525" cy="409575"/>
            </a:xfrm>
            <a:prstGeom prst="triangle">
              <a:avLst>
                <a:gd name="adj" fmla="val 50000"/>
              </a:avLst>
            </a:prstGeom>
            <a:grpFill/>
            <a:ln w="22225">
              <a:solidFill>
                <a:schemeClr val="tx1"/>
              </a:solidFill>
              <a:prstDash val="dash"/>
              <a:miter lim="800000"/>
              <a:headEnd/>
              <a:tailEnd/>
            </a:ln>
          </p:spPr>
          <p:txBody>
            <a:bodyPr rot="10800000" wrap="none" anchor="ctr"/>
            <a:lstStyle/>
            <a:p>
              <a:pPr eaLnBrk="1" hangingPunct="1">
                <a:defRPr/>
              </a:pPr>
              <a:endParaRPr lang="ru-RU">
                <a:latin typeface="Arial" charset="0"/>
                <a:cs typeface="Arial" charset="0"/>
              </a:endParaRPr>
            </a:p>
          </p:txBody>
        </p:sp>
        <p:sp>
          <p:nvSpPr>
            <p:cNvPr id="51261" name="AutoShape 82">
              <a:extLst>
                <a:ext uri="{FF2B5EF4-FFF2-40B4-BE49-F238E27FC236}">
                  <a16:creationId xmlns:a16="http://schemas.microsoft.com/office/drawing/2014/main" id="{EE3D1E5E-931F-469B-9C3A-144F983E1653}"/>
                </a:ext>
              </a:extLst>
            </p:cNvPr>
            <p:cNvSpPr>
              <a:spLocks noChangeArrowheads="1"/>
            </p:cNvSpPr>
            <p:nvPr/>
          </p:nvSpPr>
          <p:spPr bwMode="auto">
            <a:xfrm rot="16200000">
              <a:off x="6056313" y="5326063"/>
              <a:ext cx="517525" cy="409575"/>
            </a:xfrm>
            <a:prstGeom prst="triangle">
              <a:avLst>
                <a:gd name="adj" fmla="val 50000"/>
              </a:avLst>
            </a:prstGeom>
            <a:grpFill/>
            <a:ln w="22225">
              <a:solidFill>
                <a:schemeClr val="tx1"/>
              </a:solidFill>
              <a:prstDash val="dash"/>
              <a:miter lim="800000"/>
              <a:headEnd/>
              <a:tailEnd/>
            </a:ln>
          </p:spPr>
          <p:txBody>
            <a:bodyPr rot="10800000" wrap="none" anchor="ctr"/>
            <a:lstStyle/>
            <a:p>
              <a:pPr eaLnBrk="1" hangingPunct="1">
                <a:defRPr/>
              </a:pPr>
              <a:endParaRPr lang="ru-RU">
                <a:latin typeface="Arial" charset="0"/>
                <a:cs typeface="Arial" charset="0"/>
              </a:endParaRPr>
            </a:p>
          </p:txBody>
        </p:sp>
        <p:sp>
          <p:nvSpPr>
            <p:cNvPr id="51262" name="Text Box 54">
              <a:extLst>
                <a:ext uri="{FF2B5EF4-FFF2-40B4-BE49-F238E27FC236}">
                  <a16:creationId xmlns:a16="http://schemas.microsoft.com/office/drawing/2014/main" id="{1ABEBB20-8A47-4DE2-90B5-7A33E7566616}"/>
                </a:ext>
              </a:extLst>
            </p:cNvPr>
            <p:cNvSpPr txBox="1">
              <a:spLocks noChangeArrowheads="1"/>
            </p:cNvSpPr>
            <p:nvPr/>
          </p:nvSpPr>
          <p:spPr bwMode="auto">
            <a:xfrm>
              <a:off x="7478713" y="2752725"/>
              <a:ext cx="719137" cy="509875"/>
            </a:xfrm>
            <a:prstGeom prst="rect">
              <a:avLst/>
            </a:prstGeom>
            <a:noFill/>
            <a:ln w="22225">
              <a:noFill/>
              <a:miter lim="800000"/>
              <a:headEnd/>
              <a:tailEnd/>
            </a:ln>
          </p:spPr>
          <p:txBody>
            <a:bodyPr>
              <a:spAutoFit/>
            </a:bodyPr>
            <a:lstStyle/>
            <a:p>
              <a:pPr eaLnBrk="1" hangingPunct="1">
                <a:spcBef>
                  <a:spcPct val="50000"/>
                </a:spcBef>
                <a:defRPr/>
              </a:pPr>
              <a:r>
                <a:rPr lang="en-US" sz="2400">
                  <a:latin typeface="Arial" charset="0"/>
                  <a:cs typeface="Arial" charset="0"/>
                </a:rPr>
                <a:t>Z</a:t>
              </a:r>
              <a:endParaRPr lang="ru-RU" sz="2400">
                <a:latin typeface="Arial" charset="0"/>
                <a:cs typeface="Arial" charset="0"/>
              </a:endParaRPr>
            </a:p>
          </p:txBody>
        </p:sp>
        <p:sp>
          <p:nvSpPr>
            <p:cNvPr id="51238" name="AutoShape 91">
              <a:extLst>
                <a:ext uri="{FF2B5EF4-FFF2-40B4-BE49-F238E27FC236}">
                  <a16:creationId xmlns:a16="http://schemas.microsoft.com/office/drawing/2014/main" id="{DEC1A7D8-B1EB-4BFD-AA5E-7F6605B815EC}"/>
                </a:ext>
              </a:extLst>
            </p:cNvPr>
            <p:cNvSpPr>
              <a:spLocks noChangeArrowheads="1"/>
            </p:cNvSpPr>
            <p:nvPr/>
          </p:nvSpPr>
          <p:spPr bwMode="auto">
            <a:xfrm>
              <a:off x="4452938" y="1800225"/>
              <a:ext cx="504825" cy="574675"/>
            </a:xfrm>
            <a:prstGeom prst="flowChartDelay">
              <a:avLst/>
            </a:prstGeom>
            <a:grpFill/>
            <a:ln w="22225">
              <a:solidFill>
                <a:srgbClr val="000000"/>
              </a:solidFill>
              <a:miter lim="800000"/>
              <a:headEnd/>
              <a:tailEnd/>
            </a:ln>
          </p:spPr>
          <p:txBody>
            <a:bodyPr/>
            <a:lstStyle/>
            <a:p>
              <a:pPr eaLnBrk="1" hangingPunct="1">
                <a:defRPr/>
              </a:pPr>
              <a:endParaRPr lang="ru-RU">
                <a:latin typeface="Arial" charset="0"/>
                <a:cs typeface="Arial" charset="0"/>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D147FC81-5995-D351-85F8-561F58A414B7}"/>
              </a:ext>
            </a:extLst>
          </p:cNvPr>
          <p:cNvSpPr>
            <a:spLocks noGrp="1" noChangeArrowheads="1"/>
          </p:cNvSpPr>
          <p:nvPr>
            <p:ph type="title"/>
          </p:nvPr>
        </p:nvSpPr>
        <p:spPr/>
        <p:txBody>
          <a:bodyPr/>
          <a:lstStyle/>
          <a:p>
            <a:r>
              <a:rPr lang="en-US" altLang="en-US"/>
              <a:t>Analysis of Asynchronous FSM (3)</a:t>
            </a:r>
            <a:endParaRPr lang="ru-RU" altLang="en-US"/>
          </a:p>
        </p:txBody>
      </p:sp>
      <p:sp>
        <p:nvSpPr>
          <p:cNvPr id="2" name="Text Box 5">
            <a:extLst>
              <a:ext uri="{FF2B5EF4-FFF2-40B4-BE49-F238E27FC236}">
                <a16:creationId xmlns:a16="http://schemas.microsoft.com/office/drawing/2014/main" id="{0B73CDB1-E289-4B0E-A6B7-4454F08F4A75}"/>
              </a:ext>
            </a:extLst>
          </p:cNvPr>
          <p:cNvSpPr txBox="1">
            <a:spLocks noChangeArrowheads="1"/>
          </p:cNvSpPr>
          <p:nvPr/>
        </p:nvSpPr>
        <p:spPr bwMode="auto">
          <a:xfrm>
            <a:off x="1847850" y="1447800"/>
            <a:ext cx="7920038" cy="400050"/>
          </a:xfrm>
          <a:prstGeom prst="rect">
            <a:avLst/>
          </a:prstGeom>
          <a:noFill/>
          <a:ln w="9525">
            <a:noFill/>
            <a:miter lim="800000"/>
            <a:headEnd/>
            <a:tailEnd/>
          </a:ln>
        </p:spPr>
        <p:txBody>
          <a:bodyPr>
            <a:spAutoFit/>
          </a:bodyPr>
          <a:lstStyle/>
          <a:p>
            <a:pPr eaLnBrk="1" hangingPunct="1">
              <a:spcBef>
                <a:spcPct val="50000"/>
              </a:spcBef>
              <a:defRPr/>
            </a:pPr>
            <a:r>
              <a:rPr lang="en-US" sz="2000" dirty="0">
                <a:latin typeface="+mj-lt"/>
                <a:cs typeface="Arial" charset="0"/>
              </a:rPr>
              <a:t>Y</a:t>
            </a:r>
            <a:r>
              <a:rPr lang="en-US" sz="2000" baseline="-25000" dirty="0">
                <a:latin typeface="+mj-lt"/>
                <a:cs typeface="Arial" charset="0"/>
              </a:rPr>
              <a:t>1</a:t>
            </a:r>
            <a:r>
              <a:rPr lang="en-US" sz="2000" dirty="0">
                <a:latin typeface="+mj-lt"/>
                <a:cs typeface="Arial" charset="0"/>
              </a:rPr>
              <a:t> =y</a:t>
            </a:r>
            <a:r>
              <a:rPr lang="en-US" sz="2000" baseline="-25000" dirty="0">
                <a:latin typeface="+mj-lt"/>
                <a:cs typeface="Arial" charset="0"/>
              </a:rPr>
              <a:t>1</a:t>
            </a:r>
            <a:r>
              <a:rPr lang="en-US" sz="2000" dirty="0">
                <a:latin typeface="+mj-lt"/>
                <a:cs typeface="Arial" charset="0"/>
                <a:sym typeface="Symbol" pitchFamily="18" charset="2"/>
              </a:rPr>
              <a:t>p + p q y</a:t>
            </a:r>
            <a:r>
              <a:rPr lang="en-US" sz="2000" baseline="-25000" dirty="0">
                <a:latin typeface="+mj-lt"/>
                <a:cs typeface="Arial" charset="0"/>
                <a:sym typeface="Symbol" pitchFamily="18" charset="2"/>
              </a:rPr>
              <a:t>2</a:t>
            </a:r>
            <a:r>
              <a:rPr lang="en-US" sz="2000" dirty="0">
                <a:latin typeface="+mj-lt"/>
                <a:cs typeface="Arial" charset="0"/>
                <a:sym typeface="Symbol" pitchFamily="18" charset="2"/>
              </a:rPr>
              <a:t>;      Y</a:t>
            </a:r>
            <a:r>
              <a:rPr lang="en-US" sz="2000" baseline="-25000" dirty="0">
                <a:latin typeface="+mj-lt"/>
                <a:cs typeface="Arial" charset="0"/>
                <a:sym typeface="Symbol" pitchFamily="18" charset="2"/>
              </a:rPr>
              <a:t>2</a:t>
            </a:r>
            <a:r>
              <a:rPr lang="en-US" sz="2000" dirty="0">
                <a:latin typeface="+mj-lt"/>
                <a:cs typeface="Arial" charset="0"/>
                <a:sym typeface="Symbol" pitchFamily="18" charset="2"/>
              </a:rPr>
              <a:t> = y</a:t>
            </a:r>
            <a:r>
              <a:rPr lang="en-US" sz="2000" baseline="-25000" dirty="0">
                <a:latin typeface="+mj-lt"/>
                <a:cs typeface="Arial" charset="0"/>
                <a:sym typeface="Symbol" pitchFamily="18" charset="2"/>
              </a:rPr>
              <a:t>2 </a:t>
            </a:r>
            <a:r>
              <a:rPr lang="en-US" sz="2000" dirty="0">
                <a:latin typeface="+mj-lt"/>
                <a:cs typeface="Arial" charset="0"/>
                <a:sym typeface="Symbol" pitchFamily="18" charset="2"/>
              </a:rPr>
              <a:t>p + y</a:t>
            </a:r>
            <a:r>
              <a:rPr lang="en-US" sz="2000" baseline="-25000" dirty="0">
                <a:latin typeface="+mj-lt"/>
                <a:cs typeface="Arial" charset="0"/>
                <a:sym typeface="Symbol" pitchFamily="18" charset="2"/>
              </a:rPr>
              <a:t>1 </a:t>
            </a:r>
            <a:r>
              <a:rPr lang="en-US" sz="2000" dirty="0">
                <a:latin typeface="+mj-lt"/>
                <a:cs typeface="Arial" charset="0"/>
                <a:sym typeface="Symbol" pitchFamily="18" charset="2"/>
              </a:rPr>
              <a:t>p q;</a:t>
            </a:r>
          </a:p>
        </p:txBody>
      </p:sp>
      <p:sp>
        <p:nvSpPr>
          <p:cNvPr id="52228" name="Rectangle 6">
            <a:extLst>
              <a:ext uri="{FF2B5EF4-FFF2-40B4-BE49-F238E27FC236}">
                <a16:creationId xmlns:a16="http://schemas.microsoft.com/office/drawing/2014/main" id="{FB4BB3F4-069A-4A20-AA8D-56C1891FAD02}"/>
              </a:ext>
            </a:extLst>
          </p:cNvPr>
          <p:cNvSpPr>
            <a:spLocks noChangeArrowheads="1"/>
          </p:cNvSpPr>
          <p:nvPr/>
        </p:nvSpPr>
        <p:spPr bwMode="auto">
          <a:xfrm>
            <a:off x="3143250" y="5719764"/>
            <a:ext cx="520700" cy="55562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grpSp>
        <p:nvGrpSpPr>
          <p:cNvPr id="60421" name="Group 75">
            <a:extLst>
              <a:ext uri="{FF2B5EF4-FFF2-40B4-BE49-F238E27FC236}">
                <a16:creationId xmlns:a16="http://schemas.microsoft.com/office/drawing/2014/main" id="{6F70897E-94B0-04C8-2272-D4994CFC4027}"/>
              </a:ext>
            </a:extLst>
          </p:cNvPr>
          <p:cNvGrpSpPr>
            <a:grpSpLocks/>
          </p:cNvGrpSpPr>
          <p:nvPr/>
        </p:nvGrpSpPr>
        <p:grpSpPr bwMode="auto">
          <a:xfrm>
            <a:off x="1752600" y="1649414"/>
            <a:ext cx="8382000" cy="3794125"/>
            <a:chOff x="228600" y="1768788"/>
            <a:chExt cx="8381999" cy="3793812"/>
          </a:xfrm>
        </p:grpSpPr>
        <p:grpSp>
          <p:nvGrpSpPr>
            <p:cNvPr id="60422" name="Group 72">
              <a:extLst>
                <a:ext uri="{FF2B5EF4-FFF2-40B4-BE49-F238E27FC236}">
                  <a16:creationId xmlns:a16="http://schemas.microsoft.com/office/drawing/2014/main" id="{018953C1-2F16-5F3B-CB02-06D19696CA3E}"/>
                </a:ext>
              </a:extLst>
            </p:cNvPr>
            <p:cNvGrpSpPr>
              <a:grpSpLocks/>
            </p:cNvGrpSpPr>
            <p:nvPr/>
          </p:nvGrpSpPr>
          <p:grpSpPr bwMode="auto">
            <a:xfrm>
              <a:off x="228600" y="1781300"/>
              <a:ext cx="4008438" cy="3544763"/>
              <a:chOff x="250825" y="1912938"/>
              <a:chExt cx="4008438" cy="3544763"/>
            </a:xfrm>
          </p:grpSpPr>
          <p:sp>
            <p:nvSpPr>
              <p:cNvPr id="52229" name="Rectangle 7">
                <a:extLst>
                  <a:ext uri="{FF2B5EF4-FFF2-40B4-BE49-F238E27FC236}">
                    <a16:creationId xmlns:a16="http://schemas.microsoft.com/office/drawing/2014/main" id="{2B1BDFA0-43AC-48B0-86DD-5235416CF37A}"/>
                  </a:ext>
                </a:extLst>
              </p:cNvPr>
              <p:cNvSpPr>
                <a:spLocks noChangeArrowheads="1"/>
              </p:cNvSpPr>
              <p:nvPr/>
            </p:nvSpPr>
            <p:spPr bwMode="auto">
              <a:xfrm>
                <a:off x="2665413" y="1913125"/>
                <a:ext cx="520700" cy="55557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dirty="0">
                    <a:latin typeface="+mj-lt"/>
                    <a:cs typeface="Arial" charset="0"/>
                  </a:rPr>
                  <a:t>p</a:t>
                </a:r>
                <a:endParaRPr lang="ru-RU" sz="1600" dirty="0">
                  <a:latin typeface="+mj-lt"/>
                  <a:cs typeface="Arial" charset="0"/>
                </a:endParaRPr>
              </a:p>
            </p:txBody>
          </p:sp>
          <p:sp>
            <p:nvSpPr>
              <p:cNvPr id="52249" name="Rectangle 27">
                <a:extLst>
                  <a:ext uri="{FF2B5EF4-FFF2-40B4-BE49-F238E27FC236}">
                    <a16:creationId xmlns:a16="http://schemas.microsoft.com/office/drawing/2014/main" id="{8360FFF8-9548-4FDB-A0D7-3511C3346C09}"/>
                  </a:ext>
                </a:extLst>
              </p:cNvPr>
              <p:cNvSpPr>
                <a:spLocks noChangeArrowheads="1"/>
              </p:cNvSpPr>
              <p:nvPr/>
            </p:nvSpPr>
            <p:spPr bwMode="auto">
              <a:xfrm>
                <a:off x="2184400" y="5046592"/>
                <a:ext cx="520700" cy="411128"/>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dirty="0">
                    <a:latin typeface="+mj-lt"/>
                    <a:cs typeface="Arial" charset="0"/>
                  </a:rPr>
                  <a:t>q</a:t>
                </a:r>
                <a:endParaRPr lang="ru-RU" sz="1600" dirty="0">
                  <a:latin typeface="+mj-lt"/>
                  <a:cs typeface="Arial" charset="0"/>
                </a:endParaRPr>
              </a:p>
            </p:txBody>
          </p:sp>
          <p:grpSp>
            <p:nvGrpSpPr>
              <p:cNvPr id="60460" name="Group 71">
                <a:extLst>
                  <a:ext uri="{FF2B5EF4-FFF2-40B4-BE49-F238E27FC236}">
                    <a16:creationId xmlns:a16="http://schemas.microsoft.com/office/drawing/2014/main" id="{DA2E5C6C-01F3-55A4-7B91-6A605B4644E2}"/>
                  </a:ext>
                </a:extLst>
              </p:cNvPr>
              <p:cNvGrpSpPr>
                <a:grpSpLocks/>
              </p:cNvGrpSpPr>
              <p:nvPr/>
            </p:nvGrpSpPr>
            <p:grpSpPr bwMode="auto">
              <a:xfrm>
                <a:off x="250825" y="2238375"/>
                <a:ext cx="4008438" cy="2897188"/>
                <a:chOff x="250825" y="2238375"/>
                <a:chExt cx="4008438" cy="2897188"/>
              </a:xfrm>
            </p:grpSpPr>
            <p:sp>
              <p:nvSpPr>
                <p:cNvPr id="69" name="Rectangle 68">
                  <a:extLst>
                    <a:ext uri="{FF2B5EF4-FFF2-40B4-BE49-F238E27FC236}">
                      <a16:creationId xmlns:a16="http://schemas.microsoft.com/office/drawing/2014/main" id="{AAE3CFF3-5C8F-4CC9-B06F-D25C2BB5FAA5}"/>
                    </a:ext>
                  </a:extLst>
                </p:cNvPr>
                <p:cNvSpPr/>
                <p:nvPr/>
              </p:nvSpPr>
              <p:spPr bwMode="auto">
                <a:xfrm>
                  <a:off x="1400175" y="2800464"/>
                  <a:ext cx="2057400" cy="205723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600">
                    <a:latin typeface="+mj-lt"/>
                    <a:cs typeface="Arial" charset="0"/>
                  </a:endParaRPr>
                </a:p>
              </p:txBody>
            </p:sp>
            <p:sp>
              <p:nvSpPr>
                <p:cNvPr id="52230" name="Rectangle 8">
                  <a:extLst>
                    <a:ext uri="{FF2B5EF4-FFF2-40B4-BE49-F238E27FC236}">
                      <a16:creationId xmlns:a16="http://schemas.microsoft.com/office/drawing/2014/main" id="{AEC40331-3E9D-492D-83B8-4B30E8B0E834}"/>
                    </a:ext>
                  </a:extLst>
                </p:cNvPr>
                <p:cNvSpPr>
                  <a:spLocks noChangeArrowheads="1"/>
                </p:cNvSpPr>
                <p:nvPr/>
              </p:nvSpPr>
              <p:spPr bwMode="auto">
                <a:xfrm>
                  <a:off x="1379538" y="2789353"/>
                  <a:ext cx="520700" cy="553991"/>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31" name="Rectangle 9">
                  <a:extLst>
                    <a:ext uri="{FF2B5EF4-FFF2-40B4-BE49-F238E27FC236}">
                      <a16:creationId xmlns:a16="http://schemas.microsoft.com/office/drawing/2014/main" id="{0C3867C4-72CB-450C-BE9B-90F4E6DEA6A2}"/>
                    </a:ext>
                  </a:extLst>
                </p:cNvPr>
                <p:cNvSpPr>
                  <a:spLocks noChangeArrowheads="1"/>
                </p:cNvSpPr>
                <p:nvPr/>
              </p:nvSpPr>
              <p:spPr bwMode="auto">
                <a:xfrm>
                  <a:off x="2422525" y="2789353"/>
                  <a:ext cx="522288" cy="553991"/>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32" name="Rectangle 10">
                  <a:extLst>
                    <a:ext uri="{FF2B5EF4-FFF2-40B4-BE49-F238E27FC236}">
                      <a16:creationId xmlns:a16="http://schemas.microsoft.com/office/drawing/2014/main" id="{3DD11090-CFC8-4A21-8682-D64DB0725683}"/>
                    </a:ext>
                  </a:extLst>
                </p:cNvPr>
                <p:cNvSpPr>
                  <a:spLocks noChangeArrowheads="1"/>
                </p:cNvSpPr>
                <p:nvPr/>
              </p:nvSpPr>
              <p:spPr bwMode="auto">
                <a:xfrm>
                  <a:off x="2944813" y="2789353"/>
                  <a:ext cx="522287" cy="553991"/>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33" name="Rectangle 11">
                  <a:extLst>
                    <a:ext uri="{FF2B5EF4-FFF2-40B4-BE49-F238E27FC236}">
                      <a16:creationId xmlns:a16="http://schemas.microsoft.com/office/drawing/2014/main" id="{C4E9577C-4164-4177-A123-716E67988AD8}"/>
                    </a:ext>
                  </a:extLst>
                </p:cNvPr>
                <p:cNvSpPr>
                  <a:spLocks noChangeArrowheads="1"/>
                </p:cNvSpPr>
                <p:nvPr/>
              </p:nvSpPr>
              <p:spPr bwMode="auto">
                <a:xfrm>
                  <a:off x="2944813" y="3343344"/>
                  <a:ext cx="522287" cy="55557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34" name="Line 12">
                  <a:extLst>
                    <a:ext uri="{FF2B5EF4-FFF2-40B4-BE49-F238E27FC236}">
                      <a16:creationId xmlns:a16="http://schemas.microsoft.com/office/drawing/2014/main" id="{CA484993-87FC-468E-B98E-537DE24FFA57}"/>
                    </a:ext>
                  </a:extLst>
                </p:cNvPr>
                <p:cNvSpPr>
                  <a:spLocks noChangeShapeType="1"/>
                </p:cNvSpPr>
                <p:nvPr/>
              </p:nvSpPr>
              <p:spPr bwMode="auto">
                <a:xfrm>
                  <a:off x="1900238" y="2789353"/>
                  <a:ext cx="0" cy="208739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35" name="Line 13">
                  <a:extLst>
                    <a:ext uri="{FF2B5EF4-FFF2-40B4-BE49-F238E27FC236}">
                      <a16:creationId xmlns:a16="http://schemas.microsoft.com/office/drawing/2014/main" id="{90922973-C471-4C53-80B5-29747D4A5B57}"/>
                    </a:ext>
                  </a:extLst>
                </p:cNvPr>
                <p:cNvSpPr>
                  <a:spLocks noChangeShapeType="1"/>
                </p:cNvSpPr>
                <p:nvPr/>
              </p:nvSpPr>
              <p:spPr bwMode="auto">
                <a:xfrm>
                  <a:off x="2422525" y="2789353"/>
                  <a:ext cx="0" cy="208739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36" name="Line 14">
                  <a:extLst>
                    <a:ext uri="{FF2B5EF4-FFF2-40B4-BE49-F238E27FC236}">
                      <a16:creationId xmlns:a16="http://schemas.microsoft.com/office/drawing/2014/main" id="{341C509F-D0E0-48BF-B1ED-4696EDEF28FF}"/>
                    </a:ext>
                  </a:extLst>
                </p:cNvPr>
                <p:cNvSpPr>
                  <a:spLocks noChangeShapeType="1"/>
                </p:cNvSpPr>
                <p:nvPr/>
              </p:nvSpPr>
              <p:spPr bwMode="auto">
                <a:xfrm>
                  <a:off x="2944813" y="2789353"/>
                  <a:ext cx="0" cy="208739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37" name="Line 15">
                  <a:extLst>
                    <a:ext uri="{FF2B5EF4-FFF2-40B4-BE49-F238E27FC236}">
                      <a16:creationId xmlns:a16="http://schemas.microsoft.com/office/drawing/2014/main" id="{3258E595-CE14-4A89-8FE0-7BB43A38FD22}"/>
                    </a:ext>
                  </a:extLst>
                </p:cNvPr>
                <p:cNvSpPr>
                  <a:spLocks noChangeShapeType="1"/>
                </p:cNvSpPr>
                <p:nvPr/>
              </p:nvSpPr>
              <p:spPr bwMode="auto">
                <a:xfrm>
                  <a:off x="1379538" y="3292548"/>
                  <a:ext cx="2087562"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38" name="Line 16">
                  <a:extLst>
                    <a:ext uri="{FF2B5EF4-FFF2-40B4-BE49-F238E27FC236}">
                      <a16:creationId xmlns:a16="http://schemas.microsoft.com/office/drawing/2014/main" id="{0405E415-C70C-4475-8745-C395E6E4F4D4}"/>
                    </a:ext>
                  </a:extLst>
                </p:cNvPr>
                <p:cNvSpPr>
                  <a:spLocks noChangeShapeType="1"/>
                </p:cNvSpPr>
                <p:nvPr/>
              </p:nvSpPr>
              <p:spPr bwMode="auto">
                <a:xfrm>
                  <a:off x="1379538" y="3822729"/>
                  <a:ext cx="2087562"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39" name="Line 17">
                  <a:extLst>
                    <a:ext uri="{FF2B5EF4-FFF2-40B4-BE49-F238E27FC236}">
                      <a16:creationId xmlns:a16="http://schemas.microsoft.com/office/drawing/2014/main" id="{F4FFF9D7-BDF9-447A-81BF-AD9FBAB5A163}"/>
                    </a:ext>
                  </a:extLst>
                </p:cNvPr>
                <p:cNvSpPr>
                  <a:spLocks noChangeShapeType="1"/>
                </p:cNvSpPr>
                <p:nvPr/>
              </p:nvSpPr>
              <p:spPr bwMode="auto">
                <a:xfrm>
                  <a:off x="1379538" y="4364023"/>
                  <a:ext cx="2087562"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40" name="Line 18">
                  <a:extLst>
                    <a:ext uri="{FF2B5EF4-FFF2-40B4-BE49-F238E27FC236}">
                      <a16:creationId xmlns:a16="http://schemas.microsoft.com/office/drawing/2014/main" id="{DAF880CB-5258-487E-B918-0093BAEC5AD9}"/>
                    </a:ext>
                  </a:extLst>
                </p:cNvPr>
                <p:cNvSpPr>
                  <a:spLocks noChangeShapeType="1"/>
                </p:cNvSpPr>
                <p:nvPr/>
              </p:nvSpPr>
              <p:spPr bwMode="auto">
                <a:xfrm>
                  <a:off x="1390650" y="2789353"/>
                  <a:ext cx="0" cy="208739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41" name="Line 19">
                  <a:extLst>
                    <a:ext uri="{FF2B5EF4-FFF2-40B4-BE49-F238E27FC236}">
                      <a16:creationId xmlns:a16="http://schemas.microsoft.com/office/drawing/2014/main" id="{D07387BC-A86F-4D65-B0A2-A189082C9CE8}"/>
                    </a:ext>
                  </a:extLst>
                </p:cNvPr>
                <p:cNvSpPr>
                  <a:spLocks noChangeShapeType="1"/>
                </p:cNvSpPr>
                <p:nvPr/>
              </p:nvSpPr>
              <p:spPr bwMode="auto">
                <a:xfrm>
                  <a:off x="3467100" y="2789353"/>
                  <a:ext cx="0" cy="208739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42" name="Line 20">
                  <a:extLst>
                    <a:ext uri="{FF2B5EF4-FFF2-40B4-BE49-F238E27FC236}">
                      <a16:creationId xmlns:a16="http://schemas.microsoft.com/office/drawing/2014/main" id="{4CC7DC67-CEF4-4407-98BC-C5EE98A30FC9}"/>
                    </a:ext>
                  </a:extLst>
                </p:cNvPr>
                <p:cNvSpPr>
                  <a:spLocks noChangeShapeType="1"/>
                </p:cNvSpPr>
                <p:nvPr/>
              </p:nvSpPr>
              <p:spPr bwMode="auto">
                <a:xfrm>
                  <a:off x="1379538" y="2789353"/>
                  <a:ext cx="2087562" cy="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43" name="Line 21">
                  <a:extLst>
                    <a:ext uri="{FF2B5EF4-FFF2-40B4-BE49-F238E27FC236}">
                      <a16:creationId xmlns:a16="http://schemas.microsoft.com/office/drawing/2014/main" id="{357F211F-7A39-4915-8EAE-9E098B2DD748}"/>
                    </a:ext>
                  </a:extLst>
                </p:cNvPr>
                <p:cNvSpPr>
                  <a:spLocks noChangeShapeType="1"/>
                </p:cNvSpPr>
                <p:nvPr/>
              </p:nvSpPr>
              <p:spPr bwMode="auto">
                <a:xfrm>
                  <a:off x="1379538" y="4879917"/>
                  <a:ext cx="2087562" cy="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44" name="Text Box 161">
                  <a:extLst>
                    <a:ext uri="{FF2B5EF4-FFF2-40B4-BE49-F238E27FC236}">
                      <a16:creationId xmlns:a16="http://schemas.microsoft.com/office/drawing/2014/main" id="{52EC36E4-5B2F-4995-9C10-1599FDB9144C}"/>
                    </a:ext>
                  </a:extLst>
                </p:cNvPr>
                <p:cNvSpPr txBox="1">
                  <a:spLocks noChangeArrowheads="1"/>
                </p:cNvSpPr>
                <p:nvPr/>
              </p:nvSpPr>
              <p:spPr bwMode="auto">
                <a:xfrm>
                  <a:off x="1138238" y="2373462"/>
                  <a:ext cx="2519362" cy="369856"/>
                </a:xfrm>
                <a:prstGeom prst="rect">
                  <a:avLst/>
                </a:prstGeom>
                <a:noFill/>
                <a:ln w="9525">
                  <a:noFill/>
                  <a:miter lim="800000"/>
                  <a:headEnd/>
                  <a:tailEnd/>
                </a:ln>
              </p:spPr>
              <p:txBody>
                <a:bodyPr>
                  <a:spAutoFit/>
                </a:bodyPr>
                <a:lstStyle/>
                <a:p>
                  <a:pPr eaLnBrk="1" hangingPunct="1">
                    <a:spcBef>
                      <a:spcPct val="50000"/>
                    </a:spcBef>
                    <a:defRPr/>
                  </a:pPr>
                  <a:r>
                    <a:rPr lang="en-US" dirty="0">
                      <a:latin typeface="+mj-lt"/>
                      <a:cs typeface="Arial" charset="0"/>
                    </a:rPr>
                    <a:t> </a:t>
                  </a:r>
                  <a:r>
                    <a:rPr lang="en-US" dirty="0" err="1">
                      <a:latin typeface="+mj-lt"/>
                      <a:cs typeface="Arial" charset="0"/>
                    </a:rPr>
                    <a:t>pq</a:t>
                  </a:r>
                  <a:r>
                    <a:rPr lang="en-US" dirty="0">
                      <a:latin typeface="+mj-lt"/>
                      <a:cs typeface="Arial" charset="0"/>
                    </a:rPr>
                    <a:t> 00   01    11     10</a:t>
                  </a:r>
                </a:p>
              </p:txBody>
            </p:sp>
            <p:sp>
              <p:nvSpPr>
                <p:cNvPr id="52245" name="Line 162">
                  <a:extLst>
                    <a:ext uri="{FF2B5EF4-FFF2-40B4-BE49-F238E27FC236}">
                      <a16:creationId xmlns:a16="http://schemas.microsoft.com/office/drawing/2014/main" id="{3F72114F-2B65-407E-BA60-E9BF72EEBAC4}"/>
                    </a:ext>
                  </a:extLst>
                </p:cNvPr>
                <p:cNvSpPr>
                  <a:spLocks noChangeShapeType="1"/>
                </p:cNvSpPr>
                <p:nvPr/>
              </p:nvSpPr>
              <p:spPr bwMode="auto">
                <a:xfrm>
                  <a:off x="1163638" y="2475053"/>
                  <a:ext cx="215900" cy="301600"/>
                </a:xfrm>
                <a:prstGeom prst="line">
                  <a:avLst/>
                </a:prstGeom>
                <a:noFill/>
                <a:ln w="31750">
                  <a:solidFill>
                    <a:schemeClr val="tx1"/>
                  </a:solidFill>
                  <a:round/>
                  <a:headEnd/>
                  <a:tailEnd/>
                </a:ln>
              </p:spPr>
              <p:txBody>
                <a:bodyPr/>
                <a:lstStyle/>
                <a:p>
                  <a:pPr eaLnBrk="1" hangingPunct="1">
                    <a:defRPr/>
                  </a:pPr>
                  <a:endParaRPr lang="en-US" sz="1600">
                    <a:latin typeface="+mj-lt"/>
                    <a:cs typeface="Arial" charset="0"/>
                  </a:endParaRPr>
                </a:p>
              </p:txBody>
            </p:sp>
            <p:sp>
              <p:nvSpPr>
                <p:cNvPr id="52246" name="Text Box 163">
                  <a:extLst>
                    <a:ext uri="{FF2B5EF4-FFF2-40B4-BE49-F238E27FC236}">
                      <a16:creationId xmlns:a16="http://schemas.microsoft.com/office/drawing/2014/main" id="{D615197C-9BE7-4D8F-B71D-DD299D1C5859}"/>
                    </a:ext>
                  </a:extLst>
                </p:cNvPr>
                <p:cNvSpPr txBox="1">
                  <a:spLocks noChangeArrowheads="1"/>
                </p:cNvSpPr>
                <p:nvPr/>
              </p:nvSpPr>
              <p:spPr bwMode="auto">
                <a:xfrm>
                  <a:off x="827088" y="2490927"/>
                  <a:ext cx="623887" cy="2338194"/>
                </a:xfrm>
                <a:prstGeom prst="rect">
                  <a:avLst/>
                </a:prstGeom>
                <a:noFill/>
                <a:ln w="9525">
                  <a:noFill/>
                  <a:miter lim="800000"/>
                  <a:headEnd/>
                  <a:tailEnd/>
                </a:ln>
              </p:spPr>
              <p:txBody>
                <a:bodyPr>
                  <a:spAutoFit/>
                </a:bodyPr>
                <a:lstStyle/>
                <a:p>
                  <a:pPr>
                    <a:spcBef>
                      <a:spcPct val="50000"/>
                    </a:spcBef>
                    <a:spcAft>
                      <a:spcPts val="600"/>
                    </a:spcAft>
                    <a:defRPr/>
                  </a:pPr>
                  <a:r>
                    <a:rPr lang="en-US" dirty="0">
                      <a:latin typeface="+mj-lt"/>
                      <a:cs typeface="Arial" charset="0"/>
                    </a:rPr>
                    <a:t>y</a:t>
                  </a:r>
                  <a:r>
                    <a:rPr lang="en-US" baseline="-25000" dirty="0">
                      <a:latin typeface="+mj-lt"/>
                      <a:cs typeface="Arial" charset="0"/>
                    </a:rPr>
                    <a:t>1</a:t>
                  </a:r>
                  <a:r>
                    <a:rPr lang="en-US" dirty="0">
                      <a:latin typeface="+mj-lt"/>
                      <a:cs typeface="Arial" charset="0"/>
                    </a:rPr>
                    <a:t>y</a:t>
                  </a:r>
                  <a:r>
                    <a:rPr lang="en-US" baseline="-25000" dirty="0">
                      <a:latin typeface="+mj-lt"/>
                      <a:cs typeface="Arial" charset="0"/>
                    </a:rPr>
                    <a:t>2</a:t>
                  </a:r>
                </a:p>
                <a:p>
                  <a:pPr>
                    <a:spcBef>
                      <a:spcPct val="50000"/>
                    </a:spcBef>
                    <a:spcAft>
                      <a:spcPts val="600"/>
                    </a:spcAft>
                    <a:defRPr/>
                  </a:pPr>
                  <a:r>
                    <a:rPr lang="en-US" dirty="0">
                      <a:latin typeface="+mj-lt"/>
                      <a:cs typeface="Arial" charset="0"/>
                    </a:rPr>
                    <a:t>00</a:t>
                  </a:r>
                </a:p>
                <a:p>
                  <a:pPr>
                    <a:spcBef>
                      <a:spcPct val="50000"/>
                    </a:spcBef>
                    <a:spcAft>
                      <a:spcPts val="600"/>
                    </a:spcAft>
                    <a:defRPr/>
                  </a:pPr>
                  <a:r>
                    <a:rPr lang="en-US" dirty="0">
                      <a:latin typeface="+mj-lt"/>
                      <a:cs typeface="Arial" charset="0"/>
                    </a:rPr>
                    <a:t>01</a:t>
                  </a:r>
                </a:p>
                <a:p>
                  <a:pPr>
                    <a:spcBef>
                      <a:spcPct val="50000"/>
                    </a:spcBef>
                    <a:spcAft>
                      <a:spcPts val="600"/>
                    </a:spcAft>
                    <a:defRPr/>
                  </a:pPr>
                  <a:r>
                    <a:rPr lang="en-US" dirty="0">
                      <a:latin typeface="+mj-lt"/>
                      <a:cs typeface="Arial" charset="0"/>
                    </a:rPr>
                    <a:t>11</a:t>
                  </a:r>
                </a:p>
                <a:p>
                  <a:pPr>
                    <a:spcBef>
                      <a:spcPct val="50000"/>
                    </a:spcBef>
                    <a:spcAft>
                      <a:spcPts val="600"/>
                    </a:spcAft>
                    <a:defRPr/>
                  </a:pPr>
                  <a:r>
                    <a:rPr lang="en-US" dirty="0">
                      <a:latin typeface="+mj-lt"/>
                      <a:cs typeface="Arial" charset="0"/>
                    </a:rPr>
                    <a:t>10</a:t>
                  </a:r>
                </a:p>
              </p:txBody>
            </p:sp>
            <p:sp>
              <p:nvSpPr>
                <p:cNvPr id="52247" name="Text Box 208">
                  <a:extLst>
                    <a:ext uri="{FF2B5EF4-FFF2-40B4-BE49-F238E27FC236}">
                      <a16:creationId xmlns:a16="http://schemas.microsoft.com/office/drawing/2014/main" id="{5DE97BB8-10DB-4BB0-BD34-FE8687D98D07}"/>
                    </a:ext>
                  </a:extLst>
                </p:cNvPr>
                <p:cNvSpPr txBox="1">
                  <a:spLocks noChangeArrowheads="1"/>
                </p:cNvSpPr>
                <p:nvPr/>
              </p:nvSpPr>
              <p:spPr bwMode="auto">
                <a:xfrm>
                  <a:off x="3609975" y="2548072"/>
                  <a:ext cx="649288" cy="400017"/>
                </a:xfrm>
                <a:prstGeom prst="rect">
                  <a:avLst/>
                </a:prstGeom>
                <a:noFill/>
                <a:ln w="9525">
                  <a:noFill/>
                  <a:miter lim="800000"/>
                  <a:headEnd/>
                  <a:tailEnd/>
                </a:ln>
              </p:spPr>
              <p:txBody>
                <a:bodyPr>
                  <a:spAutoFit/>
                </a:bodyPr>
                <a:lstStyle/>
                <a:p>
                  <a:pPr rtl="1" eaLnBrk="1" hangingPunct="1">
                    <a:spcBef>
                      <a:spcPct val="50000"/>
                    </a:spcBef>
                    <a:defRPr/>
                  </a:pPr>
                  <a:r>
                    <a:rPr lang="en-US" sz="2000">
                      <a:latin typeface="+mj-lt"/>
                      <a:cs typeface="Arial" charset="0"/>
                    </a:rPr>
                    <a:t>Y</a:t>
                  </a:r>
                  <a:r>
                    <a:rPr lang="en-US" sz="2000" baseline="-25000">
                      <a:latin typeface="+mj-lt"/>
                      <a:cs typeface="Arial" charset="0"/>
                    </a:rPr>
                    <a:t>1</a:t>
                  </a:r>
                  <a:endParaRPr lang="en-US" sz="2000">
                    <a:latin typeface="+mj-lt"/>
                    <a:cs typeface="Arial" charset="0"/>
                  </a:endParaRPr>
                </a:p>
              </p:txBody>
            </p:sp>
            <p:sp>
              <p:nvSpPr>
                <p:cNvPr id="52248" name="AutoShape 26">
                  <a:extLst>
                    <a:ext uri="{FF2B5EF4-FFF2-40B4-BE49-F238E27FC236}">
                      <a16:creationId xmlns:a16="http://schemas.microsoft.com/office/drawing/2014/main" id="{C84605AB-743A-460D-B6A6-5045B52D8906}"/>
                    </a:ext>
                  </a:extLst>
                </p:cNvPr>
                <p:cNvSpPr>
                  <a:spLocks/>
                </p:cNvSpPr>
                <p:nvPr/>
              </p:nvSpPr>
              <p:spPr bwMode="auto">
                <a:xfrm>
                  <a:off x="658813" y="3995753"/>
                  <a:ext cx="215900" cy="707967"/>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50" name="AutoShape 28">
                  <a:extLst>
                    <a:ext uri="{FF2B5EF4-FFF2-40B4-BE49-F238E27FC236}">
                      <a16:creationId xmlns:a16="http://schemas.microsoft.com/office/drawing/2014/main" id="{B7C13B46-A85A-4F80-8676-1E6C0BF211D4}"/>
                    </a:ext>
                  </a:extLst>
                </p:cNvPr>
                <p:cNvSpPr>
                  <a:spLocks/>
                </p:cNvSpPr>
                <p:nvPr/>
              </p:nvSpPr>
              <p:spPr bwMode="auto">
                <a:xfrm rot="10800000">
                  <a:off x="3538538" y="3421125"/>
                  <a:ext cx="215900" cy="707967"/>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51" name="AutoShape 29">
                  <a:extLst>
                    <a:ext uri="{FF2B5EF4-FFF2-40B4-BE49-F238E27FC236}">
                      <a16:creationId xmlns:a16="http://schemas.microsoft.com/office/drawing/2014/main" id="{27702CB1-CBE4-4671-99AA-60034A85E026}"/>
                    </a:ext>
                  </a:extLst>
                </p:cNvPr>
                <p:cNvSpPr>
                  <a:spLocks/>
                </p:cNvSpPr>
                <p:nvPr/>
              </p:nvSpPr>
              <p:spPr bwMode="auto">
                <a:xfrm rot="5400000">
                  <a:off x="2781310" y="1992463"/>
                  <a:ext cx="215882" cy="708025"/>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52" name="AutoShape 30">
                  <a:extLst>
                    <a:ext uri="{FF2B5EF4-FFF2-40B4-BE49-F238E27FC236}">
                      <a16:creationId xmlns:a16="http://schemas.microsoft.com/office/drawing/2014/main" id="{83BC0616-AE4C-4027-9E46-214E25E457E5}"/>
                    </a:ext>
                  </a:extLst>
                </p:cNvPr>
                <p:cNvSpPr>
                  <a:spLocks/>
                </p:cNvSpPr>
                <p:nvPr/>
              </p:nvSpPr>
              <p:spPr bwMode="auto">
                <a:xfrm rot="16200000">
                  <a:off x="2314585" y="4673530"/>
                  <a:ext cx="215882" cy="708025"/>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53" name="Rectangle 31">
                  <a:extLst>
                    <a:ext uri="{FF2B5EF4-FFF2-40B4-BE49-F238E27FC236}">
                      <a16:creationId xmlns:a16="http://schemas.microsoft.com/office/drawing/2014/main" id="{2A5831DC-8ADE-4612-BBB2-9783C12B995D}"/>
                    </a:ext>
                  </a:extLst>
                </p:cNvPr>
                <p:cNvSpPr>
                  <a:spLocks noChangeArrowheads="1"/>
                </p:cNvSpPr>
                <p:nvPr/>
              </p:nvSpPr>
              <p:spPr bwMode="auto">
                <a:xfrm>
                  <a:off x="2411413" y="4330687"/>
                  <a:ext cx="522287" cy="553992"/>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54" name="Rectangle 32">
                  <a:extLst>
                    <a:ext uri="{FF2B5EF4-FFF2-40B4-BE49-F238E27FC236}">
                      <a16:creationId xmlns:a16="http://schemas.microsoft.com/office/drawing/2014/main" id="{53315243-34F0-40DE-9C93-BCADCA1DD858}"/>
                    </a:ext>
                  </a:extLst>
                </p:cNvPr>
                <p:cNvSpPr>
                  <a:spLocks noChangeArrowheads="1"/>
                </p:cNvSpPr>
                <p:nvPr/>
              </p:nvSpPr>
              <p:spPr bwMode="auto">
                <a:xfrm>
                  <a:off x="2936875" y="4343386"/>
                  <a:ext cx="522288" cy="553992"/>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55" name="Rectangle 33">
                  <a:extLst>
                    <a:ext uri="{FF2B5EF4-FFF2-40B4-BE49-F238E27FC236}">
                      <a16:creationId xmlns:a16="http://schemas.microsoft.com/office/drawing/2014/main" id="{655951D7-6B3B-41F5-AB6B-172D599B7F84}"/>
                    </a:ext>
                  </a:extLst>
                </p:cNvPr>
                <p:cNvSpPr>
                  <a:spLocks noChangeArrowheads="1"/>
                </p:cNvSpPr>
                <p:nvPr/>
              </p:nvSpPr>
              <p:spPr bwMode="auto">
                <a:xfrm>
                  <a:off x="2916238" y="3902098"/>
                  <a:ext cx="522287" cy="553992"/>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56" name="Rectangle 34">
                  <a:extLst>
                    <a:ext uri="{FF2B5EF4-FFF2-40B4-BE49-F238E27FC236}">
                      <a16:creationId xmlns:a16="http://schemas.microsoft.com/office/drawing/2014/main" id="{F1577594-95A3-4504-8ECB-095449874B49}"/>
                    </a:ext>
                  </a:extLst>
                </p:cNvPr>
                <p:cNvSpPr>
                  <a:spLocks noChangeArrowheads="1"/>
                </p:cNvSpPr>
                <p:nvPr/>
              </p:nvSpPr>
              <p:spPr bwMode="auto">
                <a:xfrm>
                  <a:off x="2403475" y="3876700"/>
                  <a:ext cx="522288" cy="553992"/>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57" name="Rectangle 35">
                  <a:extLst>
                    <a:ext uri="{FF2B5EF4-FFF2-40B4-BE49-F238E27FC236}">
                      <a16:creationId xmlns:a16="http://schemas.microsoft.com/office/drawing/2014/main" id="{3FF88227-4FEA-486F-8A65-1A79B64D5997}"/>
                    </a:ext>
                  </a:extLst>
                </p:cNvPr>
                <p:cNvSpPr>
                  <a:spLocks noChangeArrowheads="1"/>
                </p:cNvSpPr>
                <p:nvPr/>
              </p:nvSpPr>
              <p:spPr bwMode="auto">
                <a:xfrm>
                  <a:off x="250825" y="4064009"/>
                  <a:ext cx="520700" cy="55557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latin typeface="+mj-lt"/>
                      <a:cs typeface="Arial" charset="0"/>
                    </a:rPr>
                    <a:t>y</a:t>
                  </a:r>
                  <a:r>
                    <a:rPr lang="en-US" sz="1600" baseline="-25000">
                      <a:latin typeface="+mj-lt"/>
                      <a:cs typeface="Arial" charset="0"/>
                    </a:rPr>
                    <a:t>1</a:t>
                  </a:r>
                  <a:endParaRPr lang="ru-RU" sz="1600">
                    <a:latin typeface="+mj-lt"/>
                    <a:cs typeface="Arial" charset="0"/>
                  </a:endParaRPr>
                </a:p>
              </p:txBody>
            </p:sp>
            <p:sp>
              <p:nvSpPr>
                <p:cNvPr id="52258" name="Rectangle 36">
                  <a:extLst>
                    <a:ext uri="{FF2B5EF4-FFF2-40B4-BE49-F238E27FC236}">
                      <a16:creationId xmlns:a16="http://schemas.microsoft.com/office/drawing/2014/main" id="{A44AD130-A190-4ADD-AAD6-17E560972DC2}"/>
                    </a:ext>
                  </a:extLst>
                </p:cNvPr>
                <p:cNvSpPr>
                  <a:spLocks noChangeArrowheads="1"/>
                </p:cNvSpPr>
                <p:nvPr/>
              </p:nvSpPr>
              <p:spPr bwMode="auto">
                <a:xfrm>
                  <a:off x="3708400" y="3559226"/>
                  <a:ext cx="520700" cy="55557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latin typeface="+mj-lt"/>
                      <a:cs typeface="Arial" charset="0"/>
                    </a:rPr>
                    <a:t>y</a:t>
                  </a:r>
                  <a:r>
                    <a:rPr lang="en-US" sz="1600" baseline="-25000">
                      <a:latin typeface="+mj-lt"/>
                      <a:cs typeface="Arial" charset="0"/>
                    </a:rPr>
                    <a:t>2</a:t>
                  </a:r>
                  <a:endParaRPr lang="ru-RU" sz="1600">
                    <a:latin typeface="+mj-lt"/>
                    <a:cs typeface="Arial" charset="0"/>
                  </a:endParaRPr>
                </a:p>
              </p:txBody>
            </p:sp>
            <p:sp>
              <p:nvSpPr>
                <p:cNvPr id="52259" name="Rectangle 37">
                  <a:extLst>
                    <a:ext uri="{FF2B5EF4-FFF2-40B4-BE49-F238E27FC236}">
                      <a16:creationId xmlns:a16="http://schemas.microsoft.com/office/drawing/2014/main" id="{CCF87890-DB2C-4BC6-BAFA-C2D01F432944}"/>
                    </a:ext>
                  </a:extLst>
                </p:cNvPr>
                <p:cNvSpPr>
                  <a:spLocks noChangeArrowheads="1"/>
                </p:cNvSpPr>
                <p:nvPr/>
              </p:nvSpPr>
              <p:spPr bwMode="auto">
                <a:xfrm>
                  <a:off x="2411413" y="2813163"/>
                  <a:ext cx="522287" cy="553992"/>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grpSp>
        </p:grpSp>
        <p:grpSp>
          <p:nvGrpSpPr>
            <p:cNvPr id="60423" name="Group 73">
              <a:extLst>
                <a:ext uri="{FF2B5EF4-FFF2-40B4-BE49-F238E27FC236}">
                  <a16:creationId xmlns:a16="http://schemas.microsoft.com/office/drawing/2014/main" id="{46E1EFE3-EE57-4C81-37B4-602ED818F260}"/>
                </a:ext>
              </a:extLst>
            </p:cNvPr>
            <p:cNvGrpSpPr>
              <a:grpSpLocks/>
            </p:cNvGrpSpPr>
            <p:nvPr/>
          </p:nvGrpSpPr>
          <p:grpSpPr bwMode="auto">
            <a:xfrm>
              <a:off x="4122738" y="1768788"/>
              <a:ext cx="4021137" cy="3703575"/>
              <a:chOff x="4122738" y="1887538"/>
              <a:chExt cx="4021137" cy="3703575"/>
            </a:xfrm>
          </p:grpSpPr>
          <p:sp>
            <p:nvSpPr>
              <p:cNvPr id="70" name="Rectangle 69">
                <a:extLst>
                  <a:ext uri="{FF2B5EF4-FFF2-40B4-BE49-F238E27FC236}">
                    <a16:creationId xmlns:a16="http://schemas.microsoft.com/office/drawing/2014/main" id="{077FC267-2564-4221-AD50-BD7B6D6B82E6}"/>
                  </a:ext>
                </a:extLst>
              </p:cNvPr>
              <p:cNvSpPr/>
              <p:nvPr/>
            </p:nvSpPr>
            <p:spPr bwMode="auto">
              <a:xfrm>
                <a:off x="5286375" y="2781226"/>
                <a:ext cx="2057400" cy="205723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600">
                  <a:latin typeface="+mj-lt"/>
                  <a:cs typeface="Arial" charset="0"/>
                </a:endParaRPr>
              </a:p>
            </p:txBody>
          </p:sp>
          <p:sp>
            <p:nvSpPr>
              <p:cNvPr id="52260" name="Rectangle 38">
                <a:extLst>
                  <a:ext uri="{FF2B5EF4-FFF2-40B4-BE49-F238E27FC236}">
                    <a16:creationId xmlns:a16="http://schemas.microsoft.com/office/drawing/2014/main" id="{C93397CB-2116-4418-A6CB-53E010907648}"/>
                  </a:ext>
                </a:extLst>
              </p:cNvPr>
              <p:cNvSpPr>
                <a:spLocks noChangeArrowheads="1"/>
              </p:cNvSpPr>
              <p:nvPr/>
            </p:nvSpPr>
            <p:spPr bwMode="auto">
              <a:xfrm>
                <a:off x="6080125" y="5035290"/>
                <a:ext cx="520700" cy="55557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dirty="0">
                    <a:latin typeface="+mj-lt"/>
                    <a:cs typeface="Arial" charset="0"/>
                  </a:rPr>
                  <a:t>q</a:t>
                </a:r>
                <a:endParaRPr lang="ru-RU" sz="1600" dirty="0">
                  <a:latin typeface="+mj-lt"/>
                  <a:cs typeface="Arial" charset="0"/>
                </a:endParaRPr>
              </a:p>
            </p:txBody>
          </p:sp>
          <p:grpSp>
            <p:nvGrpSpPr>
              <p:cNvPr id="60427" name="Group 39">
                <a:extLst>
                  <a:ext uri="{FF2B5EF4-FFF2-40B4-BE49-F238E27FC236}">
                    <a16:creationId xmlns:a16="http://schemas.microsoft.com/office/drawing/2014/main" id="{BA272BF8-3F91-52EA-A93D-E1CA6FBDF6EF}"/>
                  </a:ext>
                </a:extLst>
              </p:cNvPr>
              <p:cNvGrpSpPr>
                <a:grpSpLocks/>
              </p:cNvGrpSpPr>
              <p:nvPr/>
            </p:nvGrpSpPr>
            <p:grpSpPr bwMode="auto">
              <a:xfrm>
                <a:off x="4122738" y="1887538"/>
                <a:ext cx="4021137" cy="3222625"/>
                <a:chOff x="2597" y="1243"/>
                <a:chExt cx="2533" cy="2030"/>
              </a:xfrm>
            </p:grpSpPr>
            <p:sp>
              <p:nvSpPr>
                <p:cNvPr id="52263" name="Rectangle 40">
                  <a:extLst>
                    <a:ext uri="{FF2B5EF4-FFF2-40B4-BE49-F238E27FC236}">
                      <a16:creationId xmlns:a16="http://schemas.microsoft.com/office/drawing/2014/main" id="{FD3F37CD-51A3-44A2-B404-B8D5C93E48CA}"/>
                    </a:ext>
                  </a:extLst>
                </p:cNvPr>
                <p:cNvSpPr>
                  <a:spLocks noChangeArrowheads="1"/>
                </p:cNvSpPr>
                <p:nvPr/>
              </p:nvSpPr>
              <p:spPr bwMode="auto">
                <a:xfrm>
                  <a:off x="3316" y="1795"/>
                  <a:ext cx="328"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3" name="Rectangle 41">
                  <a:extLst>
                    <a:ext uri="{FF2B5EF4-FFF2-40B4-BE49-F238E27FC236}">
                      <a16:creationId xmlns:a16="http://schemas.microsoft.com/office/drawing/2014/main" id="{74C8E780-3733-4F13-B1D9-BA035AD816CB}"/>
                    </a:ext>
                  </a:extLst>
                </p:cNvPr>
                <p:cNvSpPr>
                  <a:spLocks noChangeArrowheads="1"/>
                </p:cNvSpPr>
                <p:nvPr/>
              </p:nvSpPr>
              <p:spPr bwMode="auto">
                <a:xfrm>
                  <a:off x="3973" y="1795"/>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65" name="Rectangle 42">
                  <a:extLst>
                    <a:ext uri="{FF2B5EF4-FFF2-40B4-BE49-F238E27FC236}">
                      <a16:creationId xmlns:a16="http://schemas.microsoft.com/office/drawing/2014/main" id="{0C8E0AAA-5824-4F37-8AEC-A9C6F226FB08}"/>
                    </a:ext>
                  </a:extLst>
                </p:cNvPr>
                <p:cNvSpPr>
                  <a:spLocks noChangeArrowheads="1"/>
                </p:cNvSpPr>
                <p:nvPr/>
              </p:nvSpPr>
              <p:spPr bwMode="auto">
                <a:xfrm>
                  <a:off x="4302" y="1795"/>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66" name="Rectangle 43">
                  <a:extLst>
                    <a:ext uri="{FF2B5EF4-FFF2-40B4-BE49-F238E27FC236}">
                      <a16:creationId xmlns:a16="http://schemas.microsoft.com/office/drawing/2014/main" id="{CA1CE833-EC5B-4450-86CA-68B317E07CF3}"/>
                    </a:ext>
                  </a:extLst>
                </p:cNvPr>
                <p:cNvSpPr>
                  <a:spLocks noChangeArrowheads="1"/>
                </p:cNvSpPr>
                <p:nvPr/>
              </p:nvSpPr>
              <p:spPr bwMode="auto">
                <a:xfrm>
                  <a:off x="4302" y="2144"/>
                  <a:ext cx="329"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a:latin typeface="+mj-lt"/>
                    <a:cs typeface="Arial" charset="0"/>
                  </a:endParaRPr>
                </a:p>
              </p:txBody>
            </p:sp>
            <p:sp>
              <p:nvSpPr>
                <p:cNvPr id="52267" name="Line 44">
                  <a:extLst>
                    <a:ext uri="{FF2B5EF4-FFF2-40B4-BE49-F238E27FC236}">
                      <a16:creationId xmlns:a16="http://schemas.microsoft.com/office/drawing/2014/main" id="{F17C3155-4064-4D5F-AB4C-011A12E2737D}"/>
                    </a:ext>
                  </a:extLst>
                </p:cNvPr>
                <p:cNvSpPr>
                  <a:spLocks noChangeShapeType="1"/>
                </p:cNvSpPr>
                <p:nvPr/>
              </p:nvSpPr>
              <p:spPr bwMode="auto">
                <a:xfrm>
                  <a:off x="3644" y="1795"/>
                  <a:ext cx="0" cy="1315"/>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68" name="Line 45">
                  <a:extLst>
                    <a:ext uri="{FF2B5EF4-FFF2-40B4-BE49-F238E27FC236}">
                      <a16:creationId xmlns:a16="http://schemas.microsoft.com/office/drawing/2014/main" id="{10CB5E55-9EB2-4C47-A1F9-CBB315275EC0}"/>
                    </a:ext>
                  </a:extLst>
                </p:cNvPr>
                <p:cNvSpPr>
                  <a:spLocks noChangeShapeType="1"/>
                </p:cNvSpPr>
                <p:nvPr/>
              </p:nvSpPr>
              <p:spPr bwMode="auto">
                <a:xfrm>
                  <a:off x="3973" y="1795"/>
                  <a:ext cx="0" cy="1315"/>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69" name="Line 46">
                  <a:extLst>
                    <a:ext uri="{FF2B5EF4-FFF2-40B4-BE49-F238E27FC236}">
                      <a16:creationId xmlns:a16="http://schemas.microsoft.com/office/drawing/2014/main" id="{0A1140B8-B69F-4448-813A-E0E9A754781F}"/>
                    </a:ext>
                  </a:extLst>
                </p:cNvPr>
                <p:cNvSpPr>
                  <a:spLocks noChangeShapeType="1"/>
                </p:cNvSpPr>
                <p:nvPr/>
              </p:nvSpPr>
              <p:spPr bwMode="auto">
                <a:xfrm>
                  <a:off x="4302" y="1795"/>
                  <a:ext cx="0" cy="1315"/>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0" name="Line 47">
                  <a:extLst>
                    <a:ext uri="{FF2B5EF4-FFF2-40B4-BE49-F238E27FC236}">
                      <a16:creationId xmlns:a16="http://schemas.microsoft.com/office/drawing/2014/main" id="{3F632FE2-FDA1-47CB-83F7-7D45B059E75D}"/>
                    </a:ext>
                  </a:extLst>
                </p:cNvPr>
                <p:cNvSpPr>
                  <a:spLocks noChangeShapeType="1"/>
                </p:cNvSpPr>
                <p:nvPr/>
              </p:nvSpPr>
              <p:spPr bwMode="auto">
                <a:xfrm>
                  <a:off x="3316" y="2112"/>
                  <a:ext cx="1315"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1" name="Line 48">
                  <a:extLst>
                    <a:ext uri="{FF2B5EF4-FFF2-40B4-BE49-F238E27FC236}">
                      <a16:creationId xmlns:a16="http://schemas.microsoft.com/office/drawing/2014/main" id="{240D64F3-3936-4D2D-B745-B83A929F48CB}"/>
                    </a:ext>
                  </a:extLst>
                </p:cNvPr>
                <p:cNvSpPr>
                  <a:spLocks noChangeShapeType="1"/>
                </p:cNvSpPr>
                <p:nvPr/>
              </p:nvSpPr>
              <p:spPr bwMode="auto">
                <a:xfrm>
                  <a:off x="3316" y="2446"/>
                  <a:ext cx="1315"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2" name="Line 49">
                  <a:extLst>
                    <a:ext uri="{FF2B5EF4-FFF2-40B4-BE49-F238E27FC236}">
                      <a16:creationId xmlns:a16="http://schemas.microsoft.com/office/drawing/2014/main" id="{1BE675FA-D448-422A-9824-4FEE0854162E}"/>
                    </a:ext>
                  </a:extLst>
                </p:cNvPr>
                <p:cNvSpPr>
                  <a:spLocks noChangeShapeType="1"/>
                </p:cNvSpPr>
                <p:nvPr/>
              </p:nvSpPr>
              <p:spPr bwMode="auto">
                <a:xfrm>
                  <a:off x="3316" y="2787"/>
                  <a:ext cx="1315" cy="0"/>
                </a:xfrm>
                <a:prstGeom prst="line">
                  <a:avLst/>
                </a:prstGeom>
                <a:noFill/>
                <a:ln w="19050"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3" name="Line 50">
                  <a:extLst>
                    <a:ext uri="{FF2B5EF4-FFF2-40B4-BE49-F238E27FC236}">
                      <a16:creationId xmlns:a16="http://schemas.microsoft.com/office/drawing/2014/main" id="{62C084BD-F8E7-43F7-BBB6-51474B1E3FAE}"/>
                    </a:ext>
                  </a:extLst>
                </p:cNvPr>
                <p:cNvSpPr>
                  <a:spLocks noChangeShapeType="1"/>
                </p:cNvSpPr>
                <p:nvPr/>
              </p:nvSpPr>
              <p:spPr bwMode="auto">
                <a:xfrm>
                  <a:off x="3323" y="1795"/>
                  <a:ext cx="0" cy="1315"/>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4" name="Line 51">
                  <a:extLst>
                    <a:ext uri="{FF2B5EF4-FFF2-40B4-BE49-F238E27FC236}">
                      <a16:creationId xmlns:a16="http://schemas.microsoft.com/office/drawing/2014/main" id="{BC208E6A-0A24-48B1-BF39-E0AC53E7918B}"/>
                    </a:ext>
                  </a:extLst>
                </p:cNvPr>
                <p:cNvSpPr>
                  <a:spLocks noChangeShapeType="1"/>
                </p:cNvSpPr>
                <p:nvPr/>
              </p:nvSpPr>
              <p:spPr bwMode="auto">
                <a:xfrm>
                  <a:off x="4631" y="1795"/>
                  <a:ext cx="0" cy="1315"/>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5" name="Line 52">
                  <a:extLst>
                    <a:ext uri="{FF2B5EF4-FFF2-40B4-BE49-F238E27FC236}">
                      <a16:creationId xmlns:a16="http://schemas.microsoft.com/office/drawing/2014/main" id="{2E44481B-D3D6-4242-B630-915A40AC8BE7}"/>
                    </a:ext>
                  </a:extLst>
                </p:cNvPr>
                <p:cNvSpPr>
                  <a:spLocks noChangeShapeType="1"/>
                </p:cNvSpPr>
                <p:nvPr/>
              </p:nvSpPr>
              <p:spPr bwMode="auto">
                <a:xfrm>
                  <a:off x="3316" y="1795"/>
                  <a:ext cx="1315" cy="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6" name="Line 53">
                  <a:extLst>
                    <a:ext uri="{FF2B5EF4-FFF2-40B4-BE49-F238E27FC236}">
                      <a16:creationId xmlns:a16="http://schemas.microsoft.com/office/drawing/2014/main" id="{E42FBE3D-26EA-487B-A57C-7202C13C8A82}"/>
                    </a:ext>
                  </a:extLst>
                </p:cNvPr>
                <p:cNvSpPr>
                  <a:spLocks noChangeShapeType="1"/>
                </p:cNvSpPr>
                <p:nvPr/>
              </p:nvSpPr>
              <p:spPr bwMode="auto">
                <a:xfrm>
                  <a:off x="3316" y="3112"/>
                  <a:ext cx="1315" cy="0"/>
                </a:xfrm>
                <a:prstGeom prst="line">
                  <a:avLst/>
                </a:prstGeom>
                <a:noFill/>
                <a:ln w="28575" algn="ctr">
                  <a:solidFill>
                    <a:schemeClr val="tx1"/>
                  </a:solidFill>
                  <a:round/>
                  <a:headEnd/>
                  <a:tailEnd/>
                </a:ln>
              </p:spPr>
              <p:txBody>
                <a:bodyPr/>
                <a:lstStyle/>
                <a:p>
                  <a:pPr eaLnBrk="1" hangingPunct="1">
                    <a:defRPr/>
                  </a:pPr>
                  <a:endParaRPr lang="en-US" sz="1600">
                    <a:latin typeface="+mj-lt"/>
                    <a:cs typeface="Arial" charset="0"/>
                  </a:endParaRPr>
                </a:p>
              </p:txBody>
            </p:sp>
            <p:sp>
              <p:nvSpPr>
                <p:cNvPr id="52277" name="Text Box 161">
                  <a:extLst>
                    <a:ext uri="{FF2B5EF4-FFF2-40B4-BE49-F238E27FC236}">
                      <a16:creationId xmlns:a16="http://schemas.microsoft.com/office/drawing/2014/main" id="{7DA84792-0DED-42D8-A75B-BD51DD663E59}"/>
                    </a:ext>
                  </a:extLst>
                </p:cNvPr>
                <p:cNvSpPr txBox="1">
                  <a:spLocks noChangeArrowheads="1"/>
                </p:cNvSpPr>
                <p:nvPr/>
              </p:nvSpPr>
              <p:spPr bwMode="auto">
                <a:xfrm>
                  <a:off x="3168" y="1549"/>
                  <a:ext cx="1587" cy="233"/>
                </a:xfrm>
                <a:prstGeom prst="rect">
                  <a:avLst/>
                </a:prstGeom>
                <a:noFill/>
                <a:ln w="9525">
                  <a:noFill/>
                  <a:miter lim="800000"/>
                  <a:headEnd/>
                  <a:tailEnd/>
                </a:ln>
              </p:spPr>
              <p:txBody>
                <a:bodyPr>
                  <a:spAutoFit/>
                </a:bodyPr>
                <a:lstStyle/>
                <a:p>
                  <a:pPr eaLnBrk="1" hangingPunct="1">
                    <a:spcBef>
                      <a:spcPct val="50000"/>
                    </a:spcBef>
                    <a:defRPr/>
                  </a:pPr>
                  <a:r>
                    <a:rPr lang="en-US" dirty="0">
                      <a:latin typeface="+mj-lt"/>
                      <a:cs typeface="Arial" charset="0"/>
                    </a:rPr>
                    <a:t> </a:t>
                  </a:r>
                  <a:r>
                    <a:rPr lang="en-US" dirty="0" err="1">
                      <a:latin typeface="+mj-lt"/>
                      <a:cs typeface="Arial" charset="0"/>
                    </a:rPr>
                    <a:t>pq</a:t>
                  </a:r>
                  <a:r>
                    <a:rPr lang="en-US" dirty="0">
                      <a:latin typeface="+mj-lt"/>
                      <a:cs typeface="Arial" charset="0"/>
                    </a:rPr>
                    <a:t> 00   01    11     10</a:t>
                  </a:r>
                </a:p>
              </p:txBody>
            </p:sp>
            <p:sp>
              <p:nvSpPr>
                <p:cNvPr id="52278" name="Line 162">
                  <a:extLst>
                    <a:ext uri="{FF2B5EF4-FFF2-40B4-BE49-F238E27FC236}">
                      <a16:creationId xmlns:a16="http://schemas.microsoft.com/office/drawing/2014/main" id="{FDF8BC4D-A1AA-4206-835D-4534FC8DB86B}"/>
                    </a:ext>
                  </a:extLst>
                </p:cNvPr>
                <p:cNvSpPr>
                  <a:spLocks noChangeShapeType="1"/>
                </p:cNvSpPr>
                <p:nvPr/>
              </p:nvSpPr>
              <p:spPr bwMode="auto">
                <a:xfrm>
                  <a:off x="3180" y="1597"/>
                  <a:ext cx="136" cy="190"/>
                </a:xfrm>
                <a:prstGeom prst="line">
                  <a:avLst/>
                </a:prstGeom>
                <a:noFill/>
                <a:ln w="31750">
                  <a:solidFill>
                    <a:schemeClr val="tx1"/>
                  </a:solidFill>
                  <a:round/>
                  <a:headEnd/>
                  <a:tailEnd/>
                </a:ln>
              </p:spPr>
              <p:txBody>
                <a:bodyPr/>
                <a:lstStyle/>
                <a:p>
                  <a:pPr eaLnBrk="1" hangingPunct="1">
                    <a:defRPr/>
                  </a:pPr>
                  <a:endParaRPr lang="en-US" sz="1600">
                    <a:latin typeface="+mj-lt"/>
                    <a:cs typeface="Arial" charset="0"/>
                  </a:endParaRPr>
                </a:p>
              </p:txBody>
            </p:sp>
            <p:sp>
              <p:nvSpPr>
                <p:cNvPr id="52279" name="Text Box 163">
                  <a:extLst>
                    <a:ext uri="{FF2B5EF4-FFF2-40B4-BE49-F238E27FC236}">
                      <a16:creationId xmlns:a16="http://schemas.microsoft.com/office/drawing/2014/main" id="{70811350-2032-46E6-9C5B-72CE3109B88E}"/>
                    </a:ext>
                  </a:extLst>
                </p:cNvPr>
                <p:cNvSpPr txBox="1">
                  <a:spLocks noChangeArrowheads="1"/>
                </p:cNvSpPr>
                <p:nvPr/>
              </p:nvSpPr>
              <p:spPr bwMode="auto">
                <a:xfrm>
                  <a:off x="2968" y="1607"/>
                  <a:ext cx="393" cy="1473"/>
                </a:xfrm>
                <a:prstGeom prst="rect">
                  <a:avLst/>
                </a:prstGeom>
                <a:noFill/>
                <a:ln w="9525">
                  <a:noFill/>
                  <a:miter lim="800000"/>
                  <a:headEnd/>
                  <a:tailEnd/>
                </a:ln>
              </p:spPr>
              <p:txBody>
                <a:bodyPr>
                  <a:spAutoFit/>
                </a:bodyPr>
                <a:lstStyle/>
                <a:p>
                  <a:pPr>
                    <a:spcBef>
                      <a:spcPct val="50000"/>
                    </a:spcBef>
                    <a:spcAft>
                      <a:spcPts val="600"/>
                    </a:spcAft>
                    <a:defRPr/>
                  </a:pPr>
                  <a:r>
                    <a:rPr lang="en-US" dirty="0">
                      <a:latin typeface="+mj-lt"/>
                      <a:cs typeface="Arial" charset="0"/>
                    </a:rPr>
                    <a:t>y</a:t>
                  </a:r>
                  <a:r>
                    <a:rPr lang="en-US" baseline="-25000" dirty="0">
                      <a:latin typeface="+mj-lt"/>
                      <a:cs typeface="Arial" charset="0"/>
                    </a:rPr>
                    <a:t>1</a:t>
                  </a:r>
                  <a:r>
                    <a:rPr lang="en-US" dirty="0">
                      <a:latin typeface="+mj-lt"/>
                      <a:cs typeface="Arial" charset="0"/>
                    </a:rPr>
                    <a:t>y</a:t>
                  </a:r>
                  <a:r>
                    <a:rPr lang="en-US" baseline="-25000" dirty="0">
                      <a:latin typeface="+mj-lt"/>
                      <a:cs typeface="Arial" charset="0"/>
                    </a:rPr>
                    <a:t>2</a:t>
                  </a:r>
                </a:p>
                <a:p>
                  <a:pPr>
                    <a:spcBef>
                      <a:spcPct val="50000"/>
                    </a:spcBef>
                    <a:spcAft>
                      <a:spcPts val="600"/>
                    </a:spcAft>
                    <a:defRPr/>
                  </a:pPr>
                  <a:r>
                    <a:rPr lang="en-US" dirty="0">
                      <a:latin typeface="+mj-lt"/>
                      <a:cs typeface="Arial" charset="0"/>
                    </a:rPr>
                    <a:t>00</a:t>
                  </a:r>
                </a:p>
                <a:p>
                  <a:pPr>
                    <a:spcBef>
                      <a:spcPct val="50000"/>
                    </a:spcBef>
                    <a:spcAft>
                      <a:spcPts val="600"/>
                    </a:spcAft>
                    <a:defRPr/>
                  </a:pPr>
                  <a:r>
                    <a:rPr lang="en-US" dirty="0">
                      <a:latin typeface="+mj-lt"/>
                      <a:cs typeface="Arial" charset="0"/>
                    </a:rPr>
                    <a:t>01</a:t>
                  </a:r>
                </a:p>
                <a:p>
                  <a:pPr>
                    <a:spcBef>
                      <a:spcPct val="50000"/>
                    </a:spcBef>
                    <a:spcAft>
                      <a:spcPts val="600"/>
                    </a:spcAft>
                    <a:defRPr/>
                  </a:pPr>
                  <a:r>
                    <a:rPr lang="en-US" dirty="0">
                      <a:latin typeface="+mj-lt"/>
                      <a:cs typeface="Arial" charset="0"/>
                    </a:rPr>
                    <a:t>11</a:t>
                  </a:r>
                </a:p>
                <a:p>
                  <a:pPr>
                    <a:spcBef>
                      <a:spcPct val="50000"/>
                    </a:spcBef>
                    <a:spcAft>
                      <a:spcPts val="600"/>
                    </a:spcAft>
                    <a:defRPr/>
                  </a:pPr>
                  <a:r>
                    <a:rPr lang="en-US" dirty="0">
                      <a:latin typeface="+mj-lt"/>
                      <a:cs typeface="Arial" charset="0"/>
                    </a:rPr>
                    <a:t>10</a:t>
                  </a:r>
                </a:p>
              </p:txBody>
            </p:sp>
            <p:sp>
              <p:nvSpPr>
                <p:cNvPr id="52280" name="Text Box 208">
                  <a:extLst>
                    <a:ext uri="{FF2B5EF4-FFF2-40B4-BE49-F238E27FC236}">
                      <a16:creationId xmlns:a16="http://schemas.microsoft.com/office/drawing/2014/main" id="{11759F16-ED3E-4F49-9522-6945E95B36B1}"/>
                    </a:ext>
                  </a:extLst>
                </p:cNvPr>
                <p:cNvSpPr txBox="1">
                  <a:spLocks noChangeArrowheads="1"/>
                </p:cNvSpPr>
                <p:nvPr/>
              </p:nvSpPr>
              <p:spPr bwMode="auto">
                <a:xfrm>
                  <a:off x="4721" y="1643"/>
                  <a:ext cx="409" cy="252"/>
                </a:xfrm>
                <a:prstGeom prst="rect">
                  <a:avLst/>
                </a:prstGeom>
                <a:noFill/>
                <a:ln w="9525">
                  <a:noFill/>
                  <a:miter lim="800000"/>
                  <a:headEnd/>
                  <a:tailEnd/>
                </a:ln>
              </p:spPr>
              <p:txBody>
                <a:bodyPr>
                  <a:spAutoFit/>
                </a:bodyPr>
                <a:lstStyle/>
                <a:p>
                  <a:pPr rtl="1" eaLnBrk="1" hangingPunct="1">
                    <a:spcBef>
                      <a:spcPct val="50000"/>
                    </a:spcBef>
                    <a:defRPr/>
                  </a:pPr>
                  <a:r>
                    <a:rPr lang="en-US" sz="2000">
                      <a:latin typeface="+mj-lt"/>
                      <a:cs typeface="Arial" charset="0"/>
                    </a:rPr>
                    <a:t>Y</a:t>
                  </a:r>
                  <a:r>
                    <a:rPr lang="en-US" sz="2000" baseline="-25000">
                      <a:latin typeface="+mj-lt"/>
                      <a:cs typeface="Arial" charset="0"/>
                    </a:rPr>
                    <a:t>2</a:t>
                  </a:r>
                  <a:endParaRPr lang="en-US" sz="2000">
                    <a:latin typeface="+mj-lt"/>
                    <a:cs typeface="Arial" charset="0"/>
                  </a:endParaRPr>
                </a:p>
              </p:txBody>
            </p:sp>
            <p:sp>
              <p:nvSpPr>
                <p:cNvPr id="52281" name="AutoShape 58">
                  <a:extLst>
                    <a:ext uri="{FF2B5EF4-FFF2-40B4-BE49-F238E27FC236}">
                      <a16:creationId xmlns:a16="http://schemas.microsoft.com/office/drawing/2014/main" id="{109F3B03-369F-49F4-AFA0-929BA97409E7}"/>
                    </a:ext>
                  </a:extLst>
                </p:cNvPr>
                <p:cNvSpPr>
                  <a:spLocks/>
                </p:cNvSpPr>
                <p:nvPr/>
              </p:nvSpPr>
              <p:spPr bwMode="auto">
                <a:xfrm>
                  <a:off x="2862" y="2555"/>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82" name="AutoShape 59">
                  <a:extLst>
                    <a:ext uri="{FF2B5EF4-FFF2-40B4-BE49-F238E27FC236}">
                      <a16:creationId xmlns:a16="http://schemas.microsoft.com/office/drawing/2014/main" id="{4165B8F2-72BF-4853-8407-0157D894C25F}"/>
                    </a:ext>
                  </a:extLst>
                </p:cNvPr>
                <p:cNvSpPr>
                  <a:spLocks/>
                </p:cNvSpPr>
                <p:nvPr/>
              </p:nvSpPr>
              <p:spPr bwMode="auto">
                <a:xfrm rot="10800000">
                  <a:off x="4676" y="2193"/>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83" name="AutoShape 60">
                  <a:extLst>
                    <a:ext uri="{FF2B5EF4-FFF2-40B4-BE49-F238E27FC236}">
                      <a16:creationId xmlns:a16="http://schemas.microsoft.com/office/drawing/2014/main" id="{5CFDB86B-6642-4C5E-A30A-4C18FCDCAC49}"/>
                    </a:ext>
                  </a:extLst>
                </p:cNvPr>
                <p:cNvSpPr>
                  <a:spLocks/>
                </p:cNvSpPr>
                <p:nvPr/>
              </p:nvSpPr>
              <p:spPr bwMode="auto">
                <a:xfrm rot="5400000">
                  <a:off x="4199" y="1293"/>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84" name="AutoShape 61">
                  <a:extLst>
                    <a:ext uri="{FF2B5EF4-FFF2-40B4-BE49-F238E27FC236}">
                      <a16:creationId xmlns:a16="http://schemas.microsoft.com/office/drawing/2014/main" id="{682C412A-2226-461A-A1FC-8BCC9CD7DAA8}"/>
                    </a:ext>
                  </a:extLst>
                </p:cNvPr>
                <p:cNvSpPr>
                  <a:spLocks/>
                </p:cNvSpPr>
                <p:nvPr/>
              </p:nvSpPr>
              <p:spPr bwMode="auto">
                <a:xfrm rot="-5400000">
                  <a:off x="3905" y="2982"/>
                  <a:ext cx="136" cy="446"/>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600">
                    <a:latin typeface="+mj-lt"/>
                    <a:cs typeface="Arial" charset="0"/>
                  </a:endParaRPr>
                </a:p>
              </p:txBody>
            </p:sp>
            <p:sp>
              <p:nvSpPr>
                <p:cNvPr id="52285" name="Rectangle 62">
                  <a:extLst>
                    <a:ext uri="{FF2B5EF4-FFF2-40B4-BE49-F238E27FC236}">
                      <a16:creationId xmlns:a16="http://schemas.microsoft.com/office/drawing/2014/main" id="{0F246D2D-F55F-4CD1-A170-41BD9CB0C6B2}"/>
                    </a:ext>
                  </a:extLst>
                </p:cNvPr>
                <p:cNvSpPr>
                  <a:spLocks noChangeArrowheads="1"/>
                </p:cNvSpPr>
                <p:nvPr/>
              </p:nvSpPr>
              <p:spPr bwMode="auto">
                <a:xfrm>
                  <a:off x="3958" y="2115"/>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86" name="Rectangle 63">
                  <a:extLst>
                    <a:ext uri="{FF2B5EF4-FFF2-40B4-BE49-F238E27FC236}">
                      <a16:creationId xmlns:a16="http://schemas.microsoft.com/office/drawing/2014/main" id="{BE28E0B1-9A08-40EB-9DBB-FD100D8381D6}"/>
                    </a:ext>
                  </a:extLst>
                </p:cNvPr>
                <p:cNvSpPr>
                  <a:spLocks noChangeArrowheads="1"/>
                </p:cNvSpPr>
                <p:nvPr/>
              </p:nvSpPr>
              <p:spPr bwMode="auto">
                <a:xfrm>
                  <a:off x="4292" y="2472"/>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87" name="Rectangle 64">
                  <a:extLst>
                    <a:ext uri="{FF2B5EF4-FFF2-40B4-BE49-F238E27FC236}">
                      <a16:creationId xmlns:a16="http://schemas.microsoft.com/office/drawing/2014/main" id="{42BDD9E6-64D7-45E0-81E3-489D99CFA0E4}"/>
                    </a:ext>
                  </a:extLst>
                </p:cNvPr>
                <p:cNvSpPr>
                  <a:spLocks noChangeArrowheads="1"/>
                </p:cNvSpPr>
                <p:nvPr/>
              </p:nvSpPr>
              <p:spPr bwMode="auto">
                <a:xfrm>
                  <a:off x="4278" y="2125"/>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88" name="Rectangle 65">
                  <a:extLst>
                    <a:ext uri="{FF2B5EF4-FFF2-40B4-BE49-F238E27FC236}">
                      <a16:creationId xmlns:a16="http://schemas.microsoft.com/office/drawing/2014/main" id="{4980E5AB-B1A8-4BA1-86D3-1FFF7A8DEEC1}"/>
                    </a:ext>
                  </a:extLst>
                </p:cNvPr>
                <p:cNvSpPr>
                  <a:spLocks noChangeArrowheads="1"/>
                </p:cNvSpPr>
                <p:nvPr/>
              </p:nvSpPr>
              <p:spPr bwMode="auto">
                <a:xfrm>
                  <a:off x="3961" y="2480"/>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sp>
              <p:nvSpPr>
                <p:cNvPr id="52289" name="Rectangle 66">
                  <a:extLst>
                    <a:ext uri="{FF2B5EF4-FFF2-40B4-BE49-F238E27FC236}">
                      <a16:creationId xmlns:a16="http://schemas.microsoft.com/office/drawing/2014/main" id="{CA5B8FF3-9A75-41D8-8E0D-826F778E45ED}"/>
                    </a:ext>
                  </a:extLst>
                </p:cNvPr>
                <p:cNvSpPr>
                  <a:spLocks noChangeArrowheads="1"/>
                </p:cNvSpPr>
                <p:nvPr/>
              </p:nvSpPr>
              <p:spPr bwMode="auto">
                <a:xfrm>
                  <a:off x="2597" y="2574"/>
                  <a:ext cx="328"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latin typeface="+mj-lt"/>
                      <a:cs typeface="Arial" charset="0"/>
                    </a:rPr>
                    <a:t>y</a:t>
                  </a:r>
                  <a:r>
                    <a:rPr lang="en-US" sz="1600" baseline="-25000">
                      <a:latin typeface="+mj-lt"/>
                      <a:cs typeface="Arial" charset="0"/>
                    </a:rPr>
                    <a:t>1</a:t>
                  </a:r>
                  <a:endParaRPr lang="ru-RU" sz="1600">
                    <a:latin typeface="+mj-lt"/>
                    <a:cs typeface="Arial" charset="0"/>
                  </a:endParaRPr>
                </a:p>
              </p:txBody>
            </p:sp>
            <p:sp>
              <p:nvSpPr>
                <p:cNvPr id="52290" name="Rectangle 67">
                  <a:extLst>
                    <a:ext uri="{FF2B5EF4-FFF2-40B4-BE49-F238E27FC236}">
                      <a16:creationId xmlns:a16="http://schemas.microsoft.com/office/drawing/2014/main" id="{F384D547-03B7-4719-B9CC-5D57E52F6310}"/>
                    </a:ext>
                  </a:extLst>
                </p:cNvPr>
                <p:cNvSpPr>
                  <a:spLocks noChangeArrowheads="1"/>
                </p:cNvSpPr>
                <p:nvPr/>
              </p:nvSpPr>
              <p:spPr bwMode="auto">
                <a:xfrm>
                  <a:off x="4783" y="2280"/>
                  <a:ext cx="328"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latin typeface="+mj-lt"/>
                      <a:cs typeface="Arial" charset="0"/>
                    </a:rPr>
                    <a:t>y</a:t>
                  </a:r>
                  <a:r>
                    <a:rPr lang="en-US" sz="1600" baseline="-25000">
                      <a:latin typeface="+mj-lt"/>
                      <a:cs typeface="Arial" charset="0"/>
                    </a:rPr>
                    <a:t>2</a:t>
                  </a:r>
                  <a:endParaRPr lang="ru-RU" sz="1600">
                    <a:latin typeface="+mj-lt"/>
                    <a:cs typeface="Arial" charset="0"/>
                  </a:endParaRPr>
                </a:p>
              </p:txBody>
            </p:sp>
            <p:sp>
              <p:nvSpPr>
                <p:cNvPr id="52291" name="Rectangle 68">
                  <a:extLst>
                    <a:ext uri="{FF2B5EF4-FFF2-40B4-BE49-F238E27FC236}">
                      <a16:creationId xmlns:a16="http://schemas.microsoft.com/office/drawing/2014/main" id="{0F8FB272-BD3C-4695-AC48-4C8165A7B5FF}"/>
                    </a:ext>
                  </a:extLst>
                </p:cNvPr>
                <p:cNvSpPr>
                  <a:spLocks noChangeArrowheads="1"/>
                </p:cNvSpPr>
                <p:nvPr/>
              </p:nvSpPr>
              <p:spPr bwMode="auto">
                <a:xfrm>
                  <a:off x="4126" y="1243"/>
                  <a:ext cx="328" cy="350"/>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a:latin typeface="+mj-lt"/>
                      <a:cs typeface="Arial" charset="0"/>
                    </a:rPr>
                    <a:t>p</a:t>
                  </a:r>
                  <a:endParaRPr lang="ru-RU" sz="1600">
                    <a:latin typeface="+mj-lt"/>
                    <a:cs typeface="Arial" charset="0"/>
                  </a:endParaRPr>
                </a:p>
              </p:txBody>
            </p:sp>
            <p:sp>
              <p:nvSpPr>
                <p:cNvPr id="52292" name="Rectangle 69">
                  <a:extLst>
                    <a:ext uri="{FF2B5EF4-FFF2-40B4-BE49-F238E27FC236}">
                      <a16:creationId xmlns:a16="http://schemas.microsoft.com/office/drawing/2014/main" id="{FF5B1B91-6F19-4A8D-B7BB-41DDFD5940DE}"/>
                    </a:ext>
                  </a:extLst>
                </p:cNvPr>
                <p:cNvSpPr>
                  <a:spLocks noChangeArrowheads="1"/>
                </p:cNvSpPr>
                <p:nvPr/>
              </p:nvSpPr>
              <p:spPr bwMode="auto">
                <a:xfrm>
                  <a:off x="4270" y="1808"/>
                  <a:ext cx="329" cy="34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a:latin typeface="+mj-lt"/>
                      <a:cs typeface="Arial" charset="0"/>
                    </a:rPr>
                    <a:t>1</a:t>
                  </a:r>
                </a:p>
              </p:txBody>
            </p:sp>
          </p:grpSp>
        </p:grpSp>
        <p:sp>
          <p:nvSpPr>
            <p:cNvPr id="52262" name="Text Box 70">
              <a:extLst>
                <a:ext uri="{FF2B5EF4-FFF2-40B4-BE49-F238E27FC236}">
                  <a16:creationId xmlns:a16="http://schemas.microsoft.com/office/drawing/2014/main" id="{29C3CF8C-B600-4336-B610-CF4599B77F89}"/>
                </a:ext>
              </a:extLst>
            </p:cNvPr>
            <p:cNvSpPr txBox="1">
              <a:spLocks noChangeArrowheads="1"/>
            </p:cNvSpPr>
            <p:nvPr/>
          </p:nvSpPr>
          <p:spPr bwMode="auto">
            <a:xfrm>
              <a:off x="457200" y="5162583"/>
              <a:ext cx="8153399" cy="400017"/>
            </a:xfrm>
            <a:prstGeom prst="rect">
              <a:avLst/>
            </a:prstGeom>
            <a:noFill/>
            <a:ln w="9525">
              <a:noFill/>
              <a:miter lim="800000"/>
              <a:headEnd/>
              <a:tailEnd/>
            </a:ln>
          </p:spPr>
          <p:txBody>
            <a:bodyPr>
              <a:spAutoFit/>
            </a:bodyPr>
            <a:lstStyle/>
            <a:p>
              <a:pPr eaLnBrk="1" hangingPunct="1">
                <a:spcBef>
                  <a:spcPct val="50000"/>
                </a:spcBef>
                <a:defRPr/>
              </a:pPr>
              <a:r>
                <a:rPr lang="en-US" sz="2000" dirty="0">
                  <a:latin typeface="+mj-lt"/>
                  <a:cs typeface="Arial" charset="0"/>
                </a:rPr>
                <a:t>Rows are state variable combinations, columns are input combinations </a:t>
              </a:r>
              <a:endParaRPr lang="ru-RU" sz="2000" dirty="0">
                <a:latin typeface="+mj-lt"/>
                <a:cs typeface="Arial" charset="0"/>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a:extLst>
              <a:ext uri="{FF2B5EF4-FFF2-40B4-BE49-F238E27FC236}">
                <a16:creationId xmlns:a16="http://schemas.microsoft.com/office/drawing/2014/main" id="{60F74E98-BE91-0406-5876-5F125E31428A}"/>
              </a:ext>
            </a:extLst>
          </p:cNvPr>
          <p:cNvSpPr>
            <a:spLocks noGrp="1" noChangeArrowheads="1"/>
          </p:cNvSpPr>
          <p:nvPr>
            <p:ph type="title"/>
          </p:nvPr>
        </p:nvSpPr>
        <p:spPr/>
        <p:txBody>
          <a:bodyPr/>
          <a:lstStyle/>
          <a:p>
            <a:r>
              <a:rPr lang="en-US" altLang="en-US"/>
              <a:t>Analysis of Asynchronous FSM (3)</a:t>
            </a:r>
            <a:endParaRPr lang="ru-RU" altLang="en-US"/>
          </a:p>
        </p:txBody>
      </p:sp>
      <p:sp>
        <p:nvSpPr>
          <p:cNvPr id="61443" name="Text Box 5">
            <a:extLst>
              <a:ext uri="{FF2B5EF4-FFF2-40B4-BE49-F238E27FC236}">
                <a16:creationId xmlns:a16="http://schemas.microsoft.com/office/drawing/2014/main" id="{787D190A-7E15-F584-65DA-2C68E9702D22}"/>
              </a:ext>
            </a:extLst>
          </p:cNvPr>
          <p:cNvSpPr txBox="1">
            <a:spLocks noChangeArrowheads="1"/>
          </p:cNvSpPr>
          <p:nvPr/>
        </p:nvSpPr>
        <p:spPr bwMode="auto">
          <a:xfrm>
            <a:off x="2063751" y="1700214"/>
            <a:ext cx="7777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Combine maps. Y-map</a:t>
            </a:r>
            <a:endParaRPr lang="ru-RU" altLang="en-US" sz="2000"/>
          </a:p>
        </p:txBody>
      </p:sp>
      <p:sp>
        <p:nvSpPr>
          <p:cNvPr id="53271" name="Rectangle 25">
            <a:extLst>
              <a:ext uri="{FF2B5EF4-FFF2-40B4-BE49-F238E27FC236}">
                <a16:creationId xmlns:a16="http://schemas.microsoft.com/office/drawing/2014/main" id="{4C984305-E276-4958-A694-87D9A1B7B692}"/>
              </a:ext>
            </a:extLst>
          </p:cNvPr>
          <p:cNvSpPr>
            <a:spLocks noChangeArrowheads="1"/>
          </p:cNvSpPr>
          <p:nvPr/>
        </p:nvSpPr>
        <p:spPr bwMode="auto">
          <a:xfrm>
            <a:off x="4117975" y="5029201"/>
            <a:ext cx="520700" cy="55562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dirty="0">
                <a:latin typeface="+mj-lt"/>
                <a:cs typeface="Arial" charset="0"/>
              </a:rPr>
              <a:t>q</a:t>
            </a:r>
            <a:endParaRPr lang="ru-RU" sz="1600" dirty="0">
              <a:latin typeface="+mj-lt"/>
              <a:cs typeface="Arial" charset="0"/>
            </a:endParaRPr>
          </a:p>
        </p:txBody>
      </p:sp>
      <p:sp>
        <p:nvSpPr>
          <p:cNvPr id="53294" name="Text Box 54">
            <a:extLst>
              <a:ext uri="{FF2B5EF4-FFF2-40B4-BE49-F238E27FC236}">
                <a16:creationId xmlns:a16="http://schemas.microsoft.com/office/drawing/2014/main" id="{77812D27-A7C6-4F16-8AFD-43ECA7B20CE9}"/>
              </a:ext>
            </a:extLst>
          </p:cNvPr>
          <p:cNvSpPr txBox="1">
            <a:spLocks noChangeArrowheads="1"/>
          </p:cNvSpPr>
          <p:nvPr/>
        </p:nvSpPr>
        <p:spPr bwMode="auto">
          <a:xfrm>
            <a:off x="2135188" y="5402263"/>
            <a:ext cx="5256212" cy="400050"/>
          </a:xfrm>
          <a:prstGeom prst="rect">
            <a:avLst/>
          </a:prstGeom>
          <a:noFill/>
          <a:ln w="9525">
            <a:noFill/>
            <a:miter lim="800000"/>
            <a:headEnd/>
            <a:tailEnd/>
          </a:ln>
        </p:spPr>
        <p:txBody>
          <a:bodyPr>
            <a:spAutoFit/>
          </a:bodyPr>
          <a:lstStyle/>
          <a:p>
            <a:pPr eaLnBrk="1" hangingPunct="1">
              <a:spcBef>
                <a:spcPct val="50000"/>
              </a:spcBef>
              <a:defRPr/>
            </a:pPr>
            <a:r>
              <a:rPr lang="en-US" sz="2000" dirty="0">
                <a:latin typeface="+mj-lt"/>
                <a:cs typeface="Arial" charset="0"/>
              </a:rPr>
              <a:t>A – 00, B – 01, C – 10, D -11 (transient state)</a:t>
            </a:r>
            <a:endParaRPr lang="ru-RU" sz="2000" dirty="0">
              <a:latin typeface="+mj-lt"/>
              <a:cs typeface="Arial" charset="0"/>
            </a:endParaRPr>
          </a:p>
        </p:txBody>
      </p:sp>
      <p:grpSp>
        <p:nvGrpSpPr>
          <p:cNvPr id="61446" name="Group 74">
            <a:extLst>
              <a:ext uri="{FF2B5EF4-FFF2-40B4-BE49-F238E27FC236}">
                <a16:creationId xmlns:a16="http://schemas.microsoft.com/office/drawing/2014/main" id="{A53EA5A3-D9E5-4B27-2691-75E1E1E1FFE1}"/>
              </a:ext>
            </a:extLst>
          </p:cNvPr>
          <p:cNvGrpSpPr>
            <a:grpSpLocks/>
          </p:cNvGrpSpPr>
          <p:nvPr/>
        </p:nvGrpSpPr>
        <p:grpSpPr bwMode="auto">
          <a:xfrm>
            <a:off x="6692901" y="2238376"/>
            <a:ext cx="3311525" cy="3171825"/>
            <a:chOff x="3256" y="957"/>
            <a:chExt cx="2086" cy="1998"/>
          </a:xfrm>
        </p:grpSpPr>
        <p:sp>
          <p:nvSpPr>
            <p:cNvPr id="54278" name="Oval 48">
              <a:extLst>
                <a:ext uri="{FF2B5EF4-FFF2-40B4-BE49-F238E27FC236}">
                  <a16:creationId xmlns:a16="http://schemas.microsoft.com/office/drawing/2014/main" id="{7DCB03E8-B7F1-4315-9199-DAAEDC356A10}"/>
                </a:ext>
              </a:extLst>
            </p:cNvPr>
            <p:cNvSpPr>
              <a:spLocks noChangeArrowheads="1"/>
            </p:cNvSpPr>
            <p:nvPr/>
          </p:nvSpPr>
          <p:spPr bwMode="auto">
            <a:xfrm>
              <a:off x="3470" y="1434"/>
              <a:ext cx="408" cy="363"/>
            </a:xfrm>
            <a:prstGeom prst="ellipse">
              <a:avLst/>
            </a:prstGeom>
            <a:solidFill>
              <a:schemeClr val="accent1">
                <a:lumMod val="60000"/>
                <a:lumOff val="40000"/>
              </a:schemeClr>
            </a:solidFill>
            <a:ln w="22225">
              <a:solidFill>
                <a:schemeClr val="tx1"/>
              </a:solidFill>
              <a:round/>
              <a:headEnd/>
              <a:tailEnd/>
            </a:ln>
          </p:spPr>
          <p:txBody>
            <a:bodyPr wrap="none" anchor="ctr"/>
            <a:lstStyle/>
            <a:p>
              <a:pPr algn="ctr" eaLnBrk="1" hangingPunct="1">
                <a:defRPr/>
              </a:pPr>
              <a:r>
                <a:rPr lang="en-US" dirty="0">
                  <a:latin typeface="Arial" charset="0"/>
                  <a:cs typeface="Arial" charset="0"/>
                </a:rPr>
                <a:t>A/0</a:t>
              </a:r>
              <a:endParaRPr lang="ru-RU" dirty="0">
                <a:latin typeface="Arial" charset="0"/>
                <a:cs typeface="Arial" charset="0"/>
              </a:endParaRPr>
            </a:p>
          </p:txBody>
        </p:sp>
        <p:sp>
          <p:nvSpPr>
            <p:cNvPr id="61499" name="Arc 49">
              <a:extLst>
                <a:ext uri="{FF2B5EF4-FFF2-40B4-BE49-F238E27FC236}">
                  <a16:creationId xmlns:a16="http://schemas.microsoft.com/office/drawing/2014/main" id="{8203BEE1-5D46-1644-AC3D-DF789818E3A3}"/>
                </a:ext>
              </a:extLst>
            </p:cNvPr>
            <p:cNvSpPr>
              <a:spLocks/>
            </p:cNvSpPr>
            <p:nvPr/>
          </p:nvSpPr>
          <p:spPr bwMode="auto">
            <a:xfrm flipH="1" flipV="1">
              <a:off x="3470" y="1207"/>
              <a:ext cx="362" cy="284"/>
            </a:xfrm>
            <a:custGeom>
              <a:avLst/>
              <a:gdLst>
                <a:gd name="T0" fmla="*/ 0 w 43200"/>
                <a:gd name="T1" fmla="*/ 0 h 34995"/>
                <a:gd name="T2" fmla="*/ 0 w 43200"/>
                <a:gd name="T3" fmla="*/ 0 h 34995"/>
                <a:gd name="T4" fmla="*/ 0 w 43200"/>
                <a:gd name="T5" fmla="*/ 0 h 34995"/>
                <a:gd name="T6" fmla="*/ 0 60000 65536"/>
                <a:gd name="T7" fmla="*/ 0 60000 65536"/>
                <a:gd name="T8" fmla="*/ 0 60000 65536"/>
                <a:gd name="T9" fmla="*/ 0 w 43200"/>
                <a:gd name="T10" fmla="*/ 0 h 34995"/>
                <a:gd name="T11" fmla="*/ 43200 w 43200"/>
                <a:gd name="T12" fmla="*/ 34995 h 34995"/>
              </a:gdLst>
              <a:ahLst/>
              <a:cxnLst>
                <a:cxn ang="T6">
                  <a:pos x="T0" y="T1"/>
                </a:cxn>
                <a:cxn ang="T7">
                  <a:pos x="T2" y="T3"/>
                </a:cxn>
                <a:cxn ang="T8">
                  <a:pos x="T4" y="T5"/>
                </a:cxn>
              </a:cxnLst>
              <a:rect l="T9" t="T10" r="T11" b="T12"/>
              <a:pathLst>
                <a:path w="43200" h="34995" fill="none" extrusionOk="0">
                  <a:moveTo>
                    <a:pt x="38545" y="-1"/>
                  </a:moveTo>
                  <a:cubicBezTo>
                    <a:pt x="41559" y="3813"/>
                    <a:pt x="43200" y="8533"/>
                    <a:pt x="43200" y="13395"/>
                  </a:cubicBezTo>
                  <a:cubicBezTo>
                    <a:pt x="43200" y="25324"/>
                    <a:pt x="33529" y="34995"/>
                    <a:pt x="21600" y="34995"/>
                  </a:cubicBezTo>
                  <a:cubicBezTo>
                    <a:pt x="9670" y="34995"/>
                    <a:pt x="0" y="25324"/>
                    <a:pt x="0" y="13395"/>
                  </a:cubicBezTo>
                  <a:cubicBezTo>
                    <a:pt x="-1" y="8947"/>
                    <a:pt x="1372" y="4608"/>
                    <a:pt x="3930" y="970"/>
                  </a:cubicBezTo>
                </a:path>
                <a:path w="43200" h="34995" stroke="0" extrusionOk="0">
                  <a:moveTo>
                    <a:pt x="38545" y="-1"/>
                  </a:moveTo>
                  <a:cubicBezTo>
                    <a:pt x="41559" y="3813"/>
                    <a:pt x="43200" y="8533"/>
                    <a:pt x="43200" y="13395"/>
                  </a:cubicBezTo>
                  <a:cubicBezTo>
                    <a:pt x="43200" y="25324"/>
                    <a:pt x="33529" y="34995"/>
                    <a:pt x="21600" y="34995"/>
                  </a:cubicBezTo>
                  <a:cubicBezTo>
                    <a:pt x="9670" y="34995"/>
                    <a:pt x="0" y="25324"/>
                    <a:pt x="0" y="13395"/>
                  </a:cubicBezTo>
                  <a:cubicBezTo>
                    <a:pt x="-1" y="8947"/>
                    <a:pt x="1372" y="4608"/>
                    <a:pt x="3930" y="970"/>
                  </a:cubicBezTo>
                  <a:lnTo>
                    <a:pt x="21600" y="13395"/>
                  </a:lnTo>
                  <a:lnTo>
                    <a:pt x="38545" y="-1"/>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0" name="Text Box 50">
              <a:extLst>
                <a:ext uri="{FF2B5EF4-FFF2-40B4-BE49-F238E27FC236}">
                  <a16:creationId xmlns:a16="http://schemas.microsoft.com/office/drawing/2014/main" id="{94EC3EF1-C165-6E1C-6A98-EC1D5CC9BC45}"/>
                </a:ext>
              </a:extLst>
            </p:cNvPr>
            <p:cNvSpPr txBox="1">
              <a:spLocks noChangeArrowheads="1"/>
            </p:cNvSpPr>
            <p:nvPr/>
          </p:nvSpPr>
          <p:spPr bwMode="auto">
            <a:xfrm>
              <a:off x="3425" y="957"/>
              <a:ext cx="7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r>
                <a:rPr lang="en-US" altLang="en-US" sz="2000">
                  <a:sym typeface="Symbol" panose="05050102010706020507" pitchFamily="18" charset="2"/>
                </a:rPr>
                <a:t>01</a:t>
              </a:r>
            </a:p>
          </p:txBody>
        </p:sp>
        <p:sp>
          <p:nvSpPr>
            <p:cNvPr id="61501" name="Line 51">
              <a:extLst>
                <a:ext uri="{FF2B5EF4-FFF2-40B4-BE49-F238E27FC236}">
                  <a16:creationId xmlns:a16="http://schemas.microsoft.com/office/drawing/2014/main" id="{5E77961B-B7D4-BC31-02B3-BE3EBF678840}"/>
                </a:ext>
              </a:extLst>
            </p:cNvPr>
            <p:cNvSpPr>
              <a:spLocks noChangeShapeType="1"/>
            </p:cNvSpPr>
            <p:nvPr/>
          </p:nvSpPr>
          <p:spPr bwMode="auto">
            <a:xfrm>
              <a:off x="3878" y="1616"/>
              <a:ext cx="635"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4282" name="Oval 52">
              <a:extLst>
                <a:ext uri="{FF2B5EF4-FFF2-40B4-BE49-F238E27FC236}">
                  <a16:creationId xmlns:a16="http://schemas.microsoft.com/office/drawing/2014/main" id="{BDDE68F7-5629-4811-9878-70F0583CA8B2}"/>
                </a:ext>
              </a:extLst>
            </p:cNvPr>
            <p:cNvSpPr>
              <a:spLocks noChangeArrowheads="1"/>
            </p:cNvSpPr>
            <p:nvPr/>
          </p:nvSpPr>
          <p:spPr bwMode="auto">
            <a:xfrm>
              <a:off x="4513" y="1434"/>
              <a:ext cx="408" cy="363"/>
            </a:xfrm>
            <a:prstGeom prst="ellipse">
              <a:avLst/>
            </a:prstGeom>
            <a:solidFill>
              <a:schemeClr val="accent1">
                <a:lumMod val="60000"/>
                <a:lumOff val="40000"/>
              </a:schemeClr>
            </a:solidFill>
            <a:ln w="22225">
              <a:solidFill>
                <a:schemeClr val="tx1"/>
              </a:solidFill>
              <a:round/>
              <a:headEnd/>
              <a:tailEnd/>
            </a:ln>
          </p:spPr>
          <p:txBody>
            <a:bodyPr wrap="none" anchor="ctr"/>
            <a:lstStyle/>
            <a:p>
              <a:pPr algn="ctr" eaLnBrk="1" hangingPunct="1">
                <a:defRPr/>
              </a:pPr>
              <a:r>
                <a:rPr lang="en-US">
                  <a:latin typeface="Arial" charset="0"/>
                  <a:cs typeface="Arial" charset="0"/>
                </a:rPr>
                <a:t>B/0</a:t>
              </a:r>
              <a:endParaRPr lang="ru-RU">
                <a:latin typeface="Arial" charset="0"/>
                <a:cs typeface="Arial" charset="0"/>
              </a:endParaRPr>
            </a:p>
          </p:txBody>
        </p:sp>
        <p:sp>
          <p:nvSpPr>
            <p:cNvPr id="61503" name="Text Box 53">
              <a:extLst>
                <a:ext uri="{FF2B5EF4-FFF2-40B4-BE49-F238E27FC236}">
                  <a16:creationId xmlns:a16="http://schemas.microsoft.com/office/drawing/2014/main" id="{DD772B7D-1054-58DF-63B4-666D46BF4A95}"/>
                </a:ext>
              </a:extLst>
            </p:cNvPr>
            <p:cNvSpPr txBox="1">
              <a:spLocks noChangeArrowheads="1"/>
            </p:cNvSpPr>
            <p:nvPr/>
          </p:nvSpPr>
          <p:spPr bwMode="auto">
            <a:xfrm>
              <a:off x="3878" y="138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en-US" altLang="en-US" sz="2000">
                <a:sym typeface="Symbol" panose="05050102010706020507" pitchFamily="18" charset="2"/>
              </a:endParaRPr>
            </a:p>
          </p:txBody>
        </p:sp>
        <p:sp>
          <p:nvSpPr>
            <p:cNvPr id="61504" name="Arc 55">
              <a:extLst>
                <a:ext uri="{FF2B5EF4-FFF2-40B4-BE49-F238E27FC236}">
                  <a16:creationId xmlns:a16="http://schemas.microsoft.com/office/drawing/2014/main" id="{871AE0B5-43F1-E19C-6201-DC5C5FA5F13B}"/>
                </a:ext>
              </a:extLst>
            </p:cNvPr>
            <p:cNvSpPr>
              <a:spLocks/>
            </p:cNvSpPr>
            <p:nvPr/>
          </p:nvSpPr>
          <p:spPr bwMode="auto">
            <a:xfrm rot="1223862" flipH="1" flipV="1">
              <a:off x="4424" y="2363"/>
              <a:ext cx="362" cy="299"/>
            </a:xfrm>
            <a:custGeom>
              <a:avLst/>
              <a:gdLst>
                <a:gd name="T0" fmla="*/ 0 w 43200"/>
                <a:gd name="T1" fmla="*/ 0 h 36522"/>
                <a:gd name="T2" fmla="*/ 0 w 43200"/>
                <a:gd name="T3" fmla="*/ 0 h 36522"/>
                <a:gd name="T4" fmla="*/ 0 w 43200"/>
                <a:gd name="T5" fmla="*/ 0 h 36522"/>
                <a:gd name="T6" fmla="*/ 0 60000 65536"/>
                <a:gd name="T7" fmla="*/ 0 60000 65536"/>
                <a:gd name="T8" fmla="*/ 0 60000 65536"/>
                <a:gd name="T9" fmla="*/ 0 w 43200"/>
                <a:gd name="T10" fmla="*/ 0 h 36522"/>
                <a:gd name="T11" fmla="*/ 43200 w 43200"/>
                <a:gd name="T12" fmla="*/ 36522 h 36522"/>
              </a:gdLst>
              <a:ahLst/>
              <a:cxnLst>
                <a:cxn ang="T6">
                  <a:pos x="T0" y="T1"/>
                </a:cxn>
                <a:cxn ang="T7">
                  <a:pos x="T2" y="T3"/>
                </a:cxn>
                <a:cxn ang="T8">
                  <a:pos x="T4" y="T5"/>
                </a:cxn>
              </a:cxnLst>
              <a:rect l="T9" t="T10" r="T11" b="T12"/>
              <a:pathLst>
                <a:path w="43200" h="36522" fill="none" extrusionOk="0">
                  <a:moveTo>
                    <a:pt x="38545" y="1526"/>
                  </a:moveTo>
                  <a:cubicBezTo>
                    <a:pt x="41559" y="5340"/>
                    <a:pt x="43200" y="10060"/>
                    <a:pt x="43200" y="14922"/>
                  </a:cubicBezTo>
                  <a:cubicBezTo>
                    <a:pt x="43200" y="26851"/>
                    <a:pt x="33529" y="36522"/>
                    <a:pt x="21600" y="36522"/>
                  </a:cubicBezTo>
                  <a:cubicBezTo>
                    <a:pt x="9670" y="36522"/>
                    <a:pt x="0" y="26851"/>
                    <a:pt x="0" y="14922"/>
                  </a:cubicBezTo>
                  <a:cubicBezTo>
                    <a:pt x="-1" y="9363"/>
                    <a:pt x="2142" y="4018"/>
                    <a:pt x="5982" y="-1"/>
                  </a:cubicBezTo>
                </a:path>
                <a:path w="43200" h="36522" stroke="0" extrusionOk="0">
                  <a:moveTo>
                    <a:pt x="38545" y="1526"/>
                  </a:moveTo>
                  <a:cubicBezTo>
                    <a:pt x="41559" y="5340"/>
                    <a:pt x="43200" y="10060"/>
                    <a:pt x="43200" y="14922"/>
                  </a:cubicBezTo>
                  <a:cubicBezTo>
                    <a:pt x="43200" y="26851"/>
                    <a:pt x="33529" y="36522"/>
                    <a:pt x="21600" y="36522"/>
                  </a:cubicBezTo>
                  <a:cubicBezTo>
                    <a:pt x="9670" y="36522"/>
                    <a:pt x="0" y="26851"/>
                    <a:pt x="0" y="14922"/>
                  </a:cubicBezTo>
                  <a:cubicBezTo>
                    <a:pt x="-1" y="9363"/>
                    <a:pt x="2142" y="4018"/>
                    <a:pt x="5982" y="-1"/>
                  </a:cubicBezTo>
                  <a:lnTo>
                    <a:pt x="21600" y="14922"/>
                  </a:lnTo>
                  <a:lnTo>
                    <a:pt x="38545" y="1526"/>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5" name="Text Box 56">
              <a:extLst>
                <a:ext uri="{FF2B5EF4-FFF2-40B4-BE49-F238E27FC236}">
                  <a16:creationId xmlns:a16="http://schemas.microsoft.com/office/drawing/2014/main" id="{3285DB80-F736-4263-76E8-4203ECBC0442}"/>
                </a:ext>
              </a:extLst>
            </p:cNvPr>
            <p:cNvSpPr txBox="1">
              <a:spLocks noChangeArrowheads="1"/>
            </p:cNvSpPr>
            <p:nvPr/>
          </p:nvSpPr>
          <p:spPr bwMode="auto">
            <a:xfrm>
              <a:off x="4377" y="98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r>
                <a:rPr lang="en-US" altLang="en-US" sz="2000">
                  <a:sym typeface="Symbol" panose="05050102010706020507" pitchFamily="18" charset="2"/>
                </a:rPr>
                <a:t>11</a:t>
              </a:r>
            </a:p>
          </p:txBody>
        </p:sp>
        <p:sp>
          <p:nvSpPr>
            <p:cNvPr id="61506" name="Arc 57">
              <a:extLst>
                <a:ext uri="{FF2B5EF4-FFF2-40B4-BE49-F238E27FC236}">
                  <a16:creationId xmlns:a16="http://schemas.microsoft.com/office/drawing/2014/main" id="{E235AB0A-95AF-B6A4-ACC7-CC66D52A3686}"/>
                </a:ext>
              </a:extLst>
            </p:cNvPr>
            <p:cNvSpPr>
              <a:spLocks/>
            </p:cNvSpPr>
            <p:nvPr/>
          </p:nvSpPr>
          <p:spPr bwMode="auto">
            <a:xfrm flipH="1" flipV="1">
              <a:off x="3771" y="1768"/>
              <a:ext cx="862" cy="90"/>
            </a:xfrm>
            <a:custGeom>
              <a:avLst/>
              <a:gdLst>
                <a:gd name="T0" fmla="*/ 0 w 43200"/>
                <a:gd name="T1" fmla="*/ 0 h 25403"/>
                <a:gd name="T2" fmla="*/ 0 w 43200"/>
                <a:gd name="T3" fmla="*/ 0 h 25403"/>
                <a:gd name="T4" fmla="*/ 0 w 43200"/>
                <a:gd name="T5" fmla="*/ 0 h 25403"/>
                <a:gd name="T6" fmla="*/ 0 60000 65536"/>
                <a:gd name="T7" fmla="*/ 0 60000 65536"/>
                <a:gd name="T8" fmla="*/ 0 60000 65536"/>
                <a:gd name="T9" fmla="*/ 0 w 43200"/>
                <a:gd name="T10" fmla="*/ 0 h 25403"/>
                <a:gd name="T11" fmla="*/ 43200 w 43200"/>
                <a:gd name="T12" fmla="*/ 25403 h 25403"/>
              </a:gdLst>
              <a:ahLst/>
              <a:cxnLst>
                <a:cxn ang="T6">
                  <a:pos x="T0" y="T1"/>
                </a:cxn>
                <a:cxn ang="T7">
                  <a:pos x="T2" y="T3"/>
                </a:cxn>
                <a:cxn ang="T8">
                  <a:pos x="T4" y="T5"/>
                </a:cxn>
              </a:cxnLst>
              <a:rect l="T9" t="T10" r="T11" b="T12"/>
              <a:pathLst>
                <a:path w="43200" h="25403" fill="none" extrusionOk="0">
                  <a:moveTo>
                    <a:pt x="337" y="25402"/>
                  </a:moveTo>
                  <a:cubicBezTo>
                    <a:pt x="112" y="24147"/>
                    <a:pt x="0" y="22875"/>
                    <a:pt x="0" y="21600"/>
                  </a:cubicBezTo>
                  <a:cubicBezTo>
                    <a:pt x="0" y="9670"/>
                    <a:pt x="9670" y="0"/>
                    <a:pt x="21600" y="0"/>
                  </a:cubicBezTo>
                  <a:cubicBezTo>
                    <a:pt x="33529" y="-1"/>
                    <a:pt x="43199" y="9670"/>
                    <a:pt x="43200" y="21599"/>
                  </a:cubicBezTo>
                </a:path>
                <a:path w="43200" h="25403" stroke="0" extrusionOk="0">
                  <a:moveTo>
                    <a:pt x="337" y="25402"/>
                  </a:moveTo>
                  <a:cubicBezTo>
                    <a:pt x="112" y="24147"/>
                    <a:pt x="0" y="22875"/>
                    <a:pt x="0" y="21600"/>
                  </a:cubicBezTo>
                  <a:cubicBezTo>
                    <a:pt x="0" y="9670"/>
                    <a:pt x="9670" y="0"/>
                    <a:pt x="21600" y="0"/>
                  </a:cubicBezTo>
                  <a:cubicBezTo>
                    <a:pt x="33529" y="-1"/>
                    <a:pt x="43199" y="9670"/>
                    <a:pt x="43200" y="21599"/>
                  </a:cubicBezTo>
                  <a:lnTo>
                    <a:pt x="21600" y="21600"/>
                  </a:lnTo>
                  <a:lnTo>
                    <a:pt x="337" y="25402"/>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7" name="Text Box 58">
              <a:extLst>
                <a:ext uri="{FF2B5EF4-FFF2-40B4-BE49-F238E27FC236}">
                  <a16:creationId xmlns:a16="http://schemas.microsoft.com/office/drawing/2014/main" id="{73F1C081-811A-CFEA-7206-DE25126D7E73}"/>
                </a:ext>
              </a:extLst>
            </p:cNvPr>
            <p:cNvSpPr txBox="1">
              <a:spLocks noChangeArrowheads="1"/>
            </p:cNvSpPr>
            <p:nvPr/>
          </p:nvSpPr>
          <p:spPr bwMode="auto">
            <a:xfrm>
              <a:off x="3993" y="1826"/>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r>
                <a:rPr lang="en-US" altLang="en-US" sz="2000">
                  <a:sym typeface="Symbol" panose="05050102010706020507" pitchFamily="18" charset="2"/>
                </a:rPr>
                <a:t>01</a:t>
              </a:r>
            </a:p>
          </p:txBody>
        </p:sp>
        <p:sp>
          <p:nvSpPr>
            <p:cNvPr id="54288" name="Oval 59">
              <a:extLst>
                <a:ext uri="{FF2B5EF4-FFF2-40B4-BE49-F238E27FC236}">
                  <a16:creationId xmlns:a16="http://schemas.microsoft.com/office/drawing/2014/main" id="{7B462575-7991-4CCC-A3A6-CB56A1C21C98}"/>
                </a:ext>
              </a:extLst>
            </p:cNvPr>
            <p:cNvSpPr>
              <a:spLocks noChangeArrowheads="1"/>
            </p:cNvSpPr>
            <p:nvPr/>
          </p:nvSpPr>
          <p:spPr bwMode="auto">
            <a:xfrm>
              <a:off x="4272" y="2592"/>
              <a:ext cx="408" cy="363"/>
            </a:xfrm>
            <a:prstGeom prst="ellipse">
              <a:avLst/>
            </a:prstGeom>
            <a:solidFill>
              <a:schemeClr val="accent1">
                <a:lumMod val="60000"/>
                <a:lumOff val="40000"/>
              </a:schemeClr>
            </a:solidFill>
            <a:ln w="22225">
              <a:solidFill>
                <a:schemeClr val="tx1"/>
              </a:solidFill>
              <a:round/>
              <a:headEnd/>
              <a:tailEnd/>
            </a:ln>
          </p:spPr>
          <p:txBody>
            <a:bodyPr wrap="none" anchor="ctr"/>
            <a:lstStyle/>
            <a:p>
              <a:pPr algn="ctr" eaLnBrk="1" hangingPunct="1">
                <a:defRPr/>
              </a:pPr>
              <a:r>
                <a:rPr lang="en-US">
                  <a:latin typeface="Arial" charset="0"/>
                  <a:cs typeface="Arial" charset="0"/>
                </a:rPr>
                <a:t>C/1</a:t>
              </a:r>
              <a:endParaRPr lang="ru-RU">
                <a:latin typeface="Arial" charset="0"/>
                <a:cs typeface="Arial" charset="0"/>
              </a:endParaRPr>
            </a:p>
          </p:txBody>
        </p:sp>
        <p:sp>
          <p:nvSpPr>
            <p:cNvPr id="61509" name="Text Box 61">
              <a:extLst>
                <a:ext uri="{FF2B5EF4-FFF2-40B4-BE49-F238E27FC236}">
                  <a16:creationId xmlns:a16="http://schemas.microsoft.com/office/drawing/2014/main" id="{58BF0869-395E-1F2B-3784-BB024CF269D9}"/>
                </a:ext>
              </a:extLst>
            </p:cNvPr>
            <p:cNvSpPr txBox="1">
              <a:spLocks noChangeArrowheads="1"/>
            </p:cNvSpPr>
            <p:nvPr/>
          </p:nvSpPr>
          <p:spPr bwMode="auto">
            <a:xfrm>
              <a:off x="4016" y="2112"/>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en-US" altLang="en-US" sz="2000">
                <a:sym typeface="Symbol" panose="05050102010706020507" pitchFamily="18" charset="2"/>
              </a:endParaRPr>
            </a:p>
          </p:txBody>
        </p:sp>
        <p:sp>
          <p:nvSpPr>
            <p:cNvPr id="61510" name="Text Box 62">
              <a:extLst>
                <a:ext uri="{FF2B5EF4-FFF2-40B4-BE49-F238E27FC236}">
                  <a16:creationId xmlns:a16="http://schemas.microsoft.com/office/drawing/2014/main" id="{670793F6-D5DF-FCC1-24C4-13391C98524F}"/>
                </a:ext>
              </a:extLst>
            </p:cNvPr>
            <p:cNvSpPr txBox="1">
              <a:spLocks noChangeArrowheads="1"/>
            </p:cNvSpPr>
            <p:nvPr/>
          </p:nvSpPr>
          <p:spPr bwMode="auto">
            <a:xfrm>
              <a:off x="4752" y="264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r>
                <a:rPr lang="en-US" altLang="en-US" sz="2000">
                  <a:sym typeface="Symbol" panose="05050102010706020507" pitchFamily="18" charset="2"/>
                </a:rPr>
                <a:t>11</a:t>
              </a:r>
            </a:p>
          </p:txBody>
        </p:sp>
        <p:sp>
          <p:nvSpPr>
            <p:cNvPr id="61511" name="Arc 65">
              <a:extLst>
                <a:ext uri="{FF2B5EF4-FFF2-40B4-BE49-F238E27FC236}">
                  <a16:creationId xmlns:a16="http://schemas.microsoft.com/office/drawing/2014/main" id="{5841E143-04FB-6FC7-5D0E-A7902727616D}"/>
                </a:ext>
              </a:extLst>
            </p:cNvPr>
            <p:cNvSpPr>
              <a:spLocks/>
            </p:cNvSpPr>
            <p:nvPr/>
          </p:nvSpPr>
          <p:spPr bwMode="auto">
            <a:xfrm rot="18608970" flipH="1">
              <a:off x="3640" y="1565"/>
              <a:ext cx="510" cy="1278"/>
            </a:xfrm>
            <a:custGeom>
              <a:avLst/>
              <a:gdLst>
                <a:gd name="T0" fmla="*/ 0 w 21600"/>
                <a:gd name="T1" fmla="*/ 0 h 33079"/>
                <a:gd name="T2" fmla="*/ 0 w 21600"/>
                <a:gd name="T3" fmla="*/ 0 h 33079"/>
                <a:gd name="T4" fmla="*/ 0 w 21600"/>
                <a:gd name="T5" fmla="*/ 0 h 33079"/>
                <a:gd name="T6" fmla="*/ 0 60000 65536"/>
                <a:gd name="T7" fmla="*/ 0 60000 65536"/>
                <a:gd name="T8" fmla="*/ 0 60000 65536"/>
                <a:gd name="T9" fmla="*/ 0 w 21600"/>
                <a:gd name="T10" fmla="*/ 0 h 33079"/>
                <a:gd name="T11" fmla="*/ 21600 w 21600"/>
                <a:gd name="T12" fmla="*/ 33079 h 33079"/>
              </a:gdLst>
              <a:ahLst/>
              <a:cxnLst>
                <a:cxn ang="T6">
                  <a:pos x="T0" y="T1"/>
                </a:cxn>
                <a:cxn ang="T7">
                  <a:pos x="T2" y="T3"/>
                </a:cxn>
                <a:cxn ang="T8">
                  <a:pos x="T4" y="T5"/>
                </a:cxn>
              </a:cxnLst>
              <a:rect l="T9" t="T10" r="T11" b="T12"/>
              <a:pathLst>
                <a:path w="21600" h="33079" fill="none" extrusionOk="0">
                  <a:moveTo>
                    <a:pt x="4906" y="-1"/>
                  </a:moveTo>
                  <a:cubicBezTo>
                    <a:pt x="14683" y="2279"/>
                    <a:pt x="21600" y="10995"/>
                    <a:pt x="21600" y="21035"/>
                  </a:cubicBezTo>
                  <a:cubicBezTo>
                    <a:pt x="21600" y="25324"/>
                    <a:pt x="20322" y="29517"/>
                    <a:pt x="17930" y="33078"/>
                  </a:cubicBezTo>
                </a:path>
                <a:path w="21600" h="33079" stroke="0" extrusionOk="0">
                  <a:moveTo>
                    <a:pt x="4906" y="-1"/>
                  </a:moveTo>
                  <a:cubicBezTo>
                    <a:pt x="14683" y="2279"/>
                    <a:pt x="21600" y="10995"/>
                    <a:pt x="21600" y="21035"/>
                  </a:cubicBezTo>
                  <a:cubicBezTo>
                    <a:pt x="21600" y="25324"/>
                    <a:pt x="20322" y="29517"/>
                    <a:pt x="17930" y="33078"/>
                  </a:cubicBezTo>
                  <a:lnTo>
                    <a:pt x="0" y="21035"/>
                  </a:lnTo>
                  <a:lnTo>
                    <a:pt x="4906" y="-1"/>
                  </a:lnTo>
                  <a:close/>
                </a:path>
              </a:pathLst>
            </a:custGeom>
            <a:noFill/>
            <a:ln w="22225">
              <a:solidFill>
                <a:schemeClr val="tx1"/>
              </a:solidFill>
              <a:round/>
              <a:headEnd type="triangle" w="lg" len="lg"/>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2" name="Text Box 66">
              <a:extLst>
                <a:ext uri="{FF2B5EF4-FFF2-40B4-BE49-F238E27FC236}">
                  <a16:creationId xmlns:a16="http://schemas.microsoft.com/office/drawing/2014/main" id="{C196C385-140A-36E8-FC35-82A3C3410074}"/>
                </a:ext>
              </a:extLst>
            </p:cNvPr>
            <p:cNvSpPr txBox="1">
              <a:spLocks noChangeArrowheads="1"/>
            </p:cNvSpPr>
            <p:nvPr/>
          </p:nvSpPr>
          <p:spPr bwMode="auto">
            <a:xfrm>
              <a:off x="3515" y="2614"/>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r>
                <a:rPr lang="en-US" altLang="en-US" sz="2000">
                  <a:sym typeface="Symbol" panose="05050102010706020507" pitchFamily="18" charset="2"/>
                </a:rPr>
                <a:t>01</a:t>
              </a:r>
            </a:p>
          </p:txBody>
        </p:sp>
        <p:sp>
          <p:nvSpPr>
            <p:cNvPr id="61513" name="Arc 72">
              <a:extLst>
                <a:ext uri="{FF2B5EF4-FFF2-40B4-BE49-F238E27FC236}">
                  <a16:creationId xmlns:a16="http://schemas.microsoft.com/office/drawing/2014/main" id="{284334E9-860C-2BD0-9F44-F1299914C9AB}"/>
                </a:ext>
              </a:extLst>
            </p:cNvPr>
            <p:cNvSpPr>
              <a:spLocks/>
            </p:cNvSpPr>
            <p:nvPr/>
          </p:nvSpPr>
          <p:spPr bwMode="auto">
            <a:xfrm flipH="1" flipV="1">
              <a:off x="4512" y="1200"/>
              <a:ext cx="362" cy="284"/>
            </a:xfrm>
            <a:custGeom>
              <a:avLst/>
              <a:gdLst>
                <a:gd name="T0" fmla="*/ 0 w 43200"/>
                <a:gd name="T1" fmla="*/ 0 h 34995"/>
                <a:gd name="T2" fmla="*/ 0 w 43200"/>
                <a:gd name="T3" fmla="*/ 0 h 34995"/>
                <a:gd name="T4" fmla="*/ 0 w 43200"/>
                <a:gd name="T5" fmla="*/ 0 h 34995"/>
                <a:gd name="T6" fmla="*/ 0 60000 65536"/>
                <a:gd name="T7" fmla="*/ 0 60000 65536"/>
                <a:gd name="T8" fmla="*/ 0 60000 65536"/>
                <a:gd name="T9" fmla="*/ 0 w 43200"/>
                <a:gd name="T10" fmla="*/ 0 h 34995"/>
                <a:gd name="T11" fmla="*/ 43200 w 43200"/>
                <a:gd name="T12" fmla="*/ 34995 h 34995"/>
              </a:gdLst>
              <a:ahLst/>
              <a:cxnLst>
                <a:cxn ang="T6">
                  <a:pos x="T0" y="T1"/>
                </a:cxn>
                <a:cxn ang="T7">
                  <a:pos x="T2" y="T3"/>
                </a:cxn>
                <a:cxn ang="T8">
                  <a:pos x="T4" y="T5"/>
                </a:cxn>
              </a:cxnLst>
              <a:rect l="T9" t="T10" r="T11" b="T12"/>
              <a:pathLst>
                <a:path w="43200" h="34995" fill="none" extrusionOk="0">
                  <a:moveTo>
                    <a:pt x="38545" y="-1"/>
                  </a:moveTo>
                  <a:cubicBezTo>
                    <a:pt x="41559" y="3813"/>
                    <a:pt x="43200" y="8533"/>
                    <a:pt x="43200" y="13395"/>
                  </a:cubicBezTo>
                  <a:cubicBezTo>
                    <a:pt x="43200" y="25324"/>
                    <a:pt x="33529" y="34995"/>
                    <a:pt x="21600" y="34995"/>
                  </a:cubicBezTo>
                  <a:cubicBezTo>
                    <a:pt x="9670" y="34995"/>
                    <a:pt x="0" y="25324"/>
                    <a:pt x="0" y="13395"/>
                  </a:cubicBezTo>
                  <a:cubicBezTo>
                    <a:pt x="-1" y="8947"/>
                    <a:pt x="1372" y="4608"/>
                    <a:pt x="3930" y="970"/>
                  </a:cubicBezTo>
                </a:path>
                <a:path w="43200" h="34995" stroke="0" extrusionOk="0">
                  <a:moveTo>
                    <a:pt x="38545" y="-1"/>
                  </a:moveTo>
                  <a:cubicBezTo>
                    <a:pt x="41559" y="3813"/>
                    <a:pt x="43200" y="8533"/>
                    <a:pt x="43200" y="13395"/>
                  </a:cubicBezTo>
                  <a:cubicBezTo>
                    <a:pt x="43200" y="25324"/>
                    <a:pt x="33529" y="34995"/>
                    <a:pt x="21600" y="34995"/>
                  </a:cubicBezTo>
                  <a:cubicBezTo>
                    <a:pt x="9670" y="34995"/>
                    <a:pt x="0" y="25324"/>
                    <a:pt x="0" y="13395"/>
                  </a:cubicBezTo>
                  <a:cubicBezTo>
                    <a:pt x="-1" y="8947"/>
                    <a:pt x="1372" y="4608"/>
                    <a:pt x="3930" y="970"/>
                  </a:cubicBezTo>
                  <a:lnTo>
                    <a:pt x="21600" y="13395"/>
                  </a:lnTo>
                  <a:lnTo>
                    <a:pt x="38545" y="-1"/>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4" name="Line 73">
              <a:extLst>
                <a:ext uri="{FF2B5EF4-FFF2-40B4-BE49-F238E27FC236}">
                  <a16:creationId xmlns:a16="http://schemas.microsoft.com/office/drawing/2014/main" id="{9D2CCEFD-BF5A-7D28-9571-C94F7077A327}"/>
                </a:ext>
              </a:extLst>
            </p:cNvPr>
            <p:cNvSpPr>
              <a:spLocks noChangeShapeType="1"/>
            </p:cNvSpPr>
            <p:nvPr/>
          </p:nvSpPr>
          <p:spPr bwMode="auto">
            <a:xfrm>
              <a:off x="3648" y="1792"/>
              <a:ext cx="701" cy="83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nvGrpSpPr>
          <p:cNvPr id="61447" name="Group 73">
            <a:extLst>
              <a:ext uri="{FF2B5EF4-FFF2-40B4-BE49-F238E27FC236}">
                <a16:creationId xmlns:a16="http://schemas.microsoft.com/office/drawing/2014/main" id="{F37AD8AF-0551-357F-697D-74623350296D}"/>
              </a:ext>
            </a:extLst>
          </p:cNvPr>
          <p:cNvGrpSpPr>
            <a:grpSpLocks/>
          </p:cNvGrpSpPr>
          <p:nvPr/>
        </p:nvGrpSpPr>
        <p:grpSpPr bwMode="auto">
          <a:xfrm>
            <a:off x="2208213" y="1839914"/>
            <a:ext cx="4248150" cy="3267075"/>
            <a:chOff x="684213" y="1840675"/>
            <a:chExt cx="4248150" cy="3266313"/>
          </a:xfrm>
        </p:grpSpPr>
        <p:sp>
          <p:nvSpPr>
            <p:cNvPr id="72" name="Rectangle 71">
              <a:extLst>
                <a:ext uri="{FF2B5EF4-FFF2-40B4-BE49-F238E27FC236}">
                  <a16:creationId xmlns:a16="http://schemas.microsoft.com/office/drawing/2014/main" id="{C5A0111E-FC36-45EE-A9C2-28F919F7F969}"/>
                </a:ext>
              </a:extLst>
            </p:cNvPr>
            <p:cNvSpPr/>
            <p:nvPr/>
          </p:nvSpPr>
          <p:spPr bwMode="auto">
            <a:xfrm>
              <a:off x="1828800" y="2772320"/>
              <a:ext cx="2057400" cy="205692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200">
                <a:latin typeface="+mj-lt"/>
                <a:cs typeface="Arial" charset="0"/>
              </a:endParaRPr>
            </a:p>
          </p:txBody>
        </p:sp>
        <p:sp>
          <p:nvSpPr>
            <p:cNvPr id="2" name="Rectangle 6">
              <a:extLst>
                <a:ext uri="{FF2B5EF4-FFF2-40B4-BE49-F238E27FC236}">
                  <a16:creationId xmlns:a16="http://schemas.microsoft.com/office/drawing/2014/main" id="{29A6351B-40AF-4421-91C8-D7945C3DFAD1}"/>
                </a:ext>
              </a:extLst>
            </p:cNvPr>
            <p:cNvSpPr>
              <a:spLocks noChangeArrowheads="1"/>
            </p:cNvSpPr>
            <p:nvPr/>
          </p:nvSpPr>
          <p:spPr bwMode="auto">
            <a:xfrm>
              <a:off x="1812925" y="2761210"/>
              <a:ext cx="520700" cy="553908"/>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sz="1600" b="1">
                <a:latin typeface="+mj-lt"/>
                <a:cs typeface="Arial" charset="0"/>
              </a:endParaRPr>
            </a:p>
          </p:txBody>
        </p:sp>
        <p:sp>
          <p:nvSpPr>
            <p:cNvPr id="3" name="Rectangle 7">
              <a:extLst>
                <a:ext uri="{FF2B5EF4-FFF2-40B4-BE49-F238E27FC236}">
                  <a16:creationId xmlns:a16="http://schemas.microsoft.com/office/drawing/2014/main" id="{9CCE53C6-8D3B-4207-9F61-73EE8DED8ECB}"/>
                </a:ext>
              </a:extLst>
            </p:cNvPr>
            <p:cNvSpPr>
              <a:spLocks noChangeArrowheads="1"/>
            </p:cNvSpPr>
            <p:nvPr/>
          </p:nvSpPr>
          <p:spPr bwMode="auto">
            <a:xfrm>
              <a:off x="2855913" y="2761210"/>
              <a:ext cx="522287" cy="553908"/>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sz="1600" b="1">
                <a:latin typeface="+mj-lt"/>
                <a:cs typeface="Arial" charset="0"/>
              </a:endParaRPr>
            </a:p>
          </p:txBody>
        </p:sp>
        <p:sp>
          <p:nvSpPr>
            <p:cNvPr id="4" name="Rectangle 8">
              <a:extLst>
                <a:ext uri="{FF2B5EF4-FFF2-40B4-BE49-F238E27FC236}">
                  <a16:creationId xmlns:a16="http://schemas.microsoft.com/office/drawing/2014/main" id="{BEC97214-A034-48E2-98FD-BFD44D4BCED4}"/>
                </a:ext>
              </a:extLst>
            </p:cNvPr>
            <p:cNvSpPr>
              <a:spLocks noChangeArrowheads="1"/>
            </p:cNvSpPr>
            <p:nvPr/>
          </p:nvSpPr>
          <p:spPr bwMode="auto">
            <a:xfrm>
              <a:off x="3378200" y="2761210"/>
              <a:ext cx="522288" cy="553908"/>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sz="1600" b="1">
                <a:latin typeface="+mj-lt"/>
                <a:cs typeface="Arial" charset="0"/>
              </a:endParaRPr>
            </a:p>
          </p:txBody>
        </p:sp>
        <p:sp>
          <p:nvSpPr>
            <p:cNvPr id="5" name="Rectangle 9">
              <a:extLst>
                <a:ext uri="{FF2B5EF4-FFF2-40B4-BE49-F238E27FC236}">
                  <a16:creationId xmlns:a16="http://schemas.microsoft.com/office/drawing/2014/main" id="{D1F504EC-2EA5-4B7D-8883-C148DC6B7321}"/>
                </a:ext>
              </a:extLst>
            </p:cNvPr>
            <p:cNvSpPr>
              <a:spLocks noChangeArrowheads="1"/>
            </p:cNvSpPr>
            <p:nvPr/>
          </p:nvSpPr>
          <p:spPr bwMode="auto">
            <a:xfrm>
              <a:off x="3378200" y="3315118"/>
              <a:ext cx="522288" cy="55549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endParaRPr lang="ru-RU" sz="1600" b="1">
                <a:latin typeface="+mj-lt"/>
                <a:cs typeface="Arial" charset="0"/>
              </a:endParaRPr>
            </a:p>
          </p:txBody>
        </p:sp>
        <p:sp>
          <p:nvSpPr>
            <p:cNvPr id="6" name="Line 10">
              <a:extLst>
                <a:ext uri="{FF2B5EF4-FFF2-40B4-BE49-F238E27FC236}">
                  <a16:creationId xmlns:a16="http://schemas.microsoft.com/office/drawing/2014/main" id="{CC6AF153-EA7F-4788-9435-CAEDBBC119DB}"/>
                </a:ext>
              </a:extLst>
            </p:cNvPr>
            <p:cNvSpPr>
              <a:spLocks noChangeShapeType="1"/>
            </p:cNvSpPr>
            <p:nvPr/>
          </p:nvSpPr>
          <p:spPr bwMode="auto">
            <a:xfrm>
              <a:off x="2333625" y="2761210"/>
              <a:ext cx="0" cy="2087075"/>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7" name="Line 11">
              <a:extLst>
                <a:ext uri="{FF2B5EF4-FFF2-40B4-BE49-F238E27FC236}">
                  <a16:creationId xmlns:a16="http://schemas.microsoft.com/office/drawing/2014/main" id="{E5008A45-56C7-40CF-8A45-D4855383F355}"/>
                </a:ext>
              </a:extLst>
            </p:cNvPr>
            <p:cNvSpPr>
              <a:spLocks noChangeShapeType="1"/>
            </p:cNvSpPr>
            <p:nvPr/>
          </p:nvSpPr>
          <p:spPr bwMode="auto">
            <a:xfrm>
              <a:off x="2855913" y="2761210"/>
              <a:ext cx="0" cy="2087075"/>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8" name="Line 12">
              <a:extLst>
                <a:ext uri="{FF2B5EF4-FFF2-40B4-BE49-F238E27FC236}">
                  <a16:creationId xmlns:a16="http://schemas.microsoft.com/office/drawing/2014/main" id="{92955295-B271-432A-8A89-8F061F23CF09}"/>
                </a:ext>
              </a:extLst>
            </p:cNvPr>
            <p:cNvSpPr>
              <a:spLocks noChangeShapeType="1"/>
            </p:cNvSpPr>
            <p:nvPr/>
          </p:nvSpPr>
          <p:spPr bwMode="auto">
            <a:xfrm>
              <a:off x="3378200" y="2761210"/>
              <a:ext cx="0" cy="2087075"/>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9" name="Line 13">
              <a:extLst>
                <a:ext uri="{FF2B5EF4-FFF2-40B4-BE49-F238E27FC236}">
                  <a16:creationId xmlns:a16="http://schemas.microsoft.com/office/drawing/2014/main" id="{B1BFFE46-C471-4C04-AE93-B2B951154E67}"/>
                </a:ext>
              </a:extLst>
            </p:cNvPr>
            <p:cNvSpPr>
              <a:spLocks noChangeShapeType="1"/>
            </p:cNvSpPr>
            <p:nvPr/>
          </p:nvSpPr>
          <p:spPr bwMode="auto">
            <a:xfrm>
              <a:off x="1812925" y="3264330"/>
              <a:ext cx="2087563" cy="0"/>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10" name="Line 14">
              <a:extLst>
                <a:ext uri="{FF2B5EF4-FFF2-40B4-BE49-F238E27FC236}">
                  <a16:creationId xmlns:a16="http://schemas.microsoft.com/office/drawing/2014/main" id="{C3AEA832-72A0-4887-8BBC-DA3A0B85F6F1}"/>
                </a:ext>
              </a:extLst>
            </p:cNvPr>
            <p:cNvSpPr>
              <a:spLocks noChangeShapeType="1"/>
            </p:cNvSpPr>
            <p:nvPr/>
          </p:nvSpPr>
          <p:spPr bwMode="auto">
            <a:xfrm>
              <a:off x="1812925" y="3794431"/>
              <a:ext cx="2087563" cy="0"/>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11" name="Line 15">
              <a:extLst>
                <a:ext uri="{FF2B5EF4-FFF2-40B4-BE49-F238E27FC236}">
                  <a16:creationId xmlns:a16="http://schemas.microsoft.com/office/drawing/2014/main" id="{BBD3D741-D995-484E-B6FF-90E5FDEB9996}"/>
                </a:ext>
              </a:extLst>
            </p:cNvPr>
            <p:cNvSpPr>
              <a:spLocks noChangeShapeType="1"/>
            </p:cNvSpPr>
            <p:nvPr/>
          </p:nvSpPr>
          <p:spPr bwMode="auto">
            <a:xfrm>
              <a:off x="1812925" y="4335643"/>
              <a:ext cx="2087563" cy="0"/>
            </a:xfrm>
            <a:prstGeom prst="line">
              <a:avLst/>
            </a:prstGeom>
            <a:noFill/>
            <a:ln w="12700" algn="ctr">
              <a:solidFill>
                <a:schemeClr val="tx1"/>
              </a:solidFill>
              <a:round/>
              <a:headEnd/>
              <a:tailEnd/>
            </a:ln>
          </p:spPr>
          <p:txBody>
            <a:bodyPr/>
            <a:lstStyle/>
            <a:p>
              <a:pPr eaLnBrk="1" hangingPunct="1">
                <a:defRPr/>
              </a:pPr>
              <a:endParaRPr lang="en-US" sz="1400">
                <a:latin typeface="+mj-lt"/>
                <a:cs typeface="Arial" charset="0"/>
              </a:endParaRPr>
            </a:p>
          </p:txBody>
        </p:sp>
        <p:sp>
          <p:nvSpPr>
            <p:cNvPr id="12" name="Line 16">
              <a:extLst>
                <a:ext uri="{FF2B5EF4-FFF2-40B4-BE49-F238E27FC236}">
                  <a16:creationId xmlns:a16="http://schemas.microsoft.com/office/drawing/2014/main" id="{A3EAD76D-4C12-4326-8B9F-89BD72BD930D}"/>
                </a:ext>
              </a:extLst>
            </p:cNvPr>
            <p:cNvSpPr>
              <a:spLocks noChangeShapeType="1"/>
            </p:cNvSpPr>
            <p:nvPr/>
          </p:nvSpPr>
          <p:spPr bwMode="auto">
            <a:xfrm>
              <a:off x="1812925" y="2761210"/>
              <a:ext cx="0" cy="2087075"/>
            </a:xfrm>
            <a:prstGeom prst="line">
              <a:avLst/>
            </a:prstGeom>
            <a:noFill/>
            <a:ln w="28575" algn="ctr">
              <a:solidFill>
                <a:schemeClr val="tx1"/>
              </a:solidFill>
              <a:round/>
              <a:headEnd/>
              <a:tailEnd/>
            </a:ln>
          </p:spPr>
          <p:txBody>
            <a:bodyPr/>
            <a:lstStyle/>
            <a:p>
              <a:pPr eaLnBrk="1" hangingPunct="1">
                <a:defRPr/>
              </a:pPr>
              <a:endParaRPr lang="en-US" sz="1400">
                <a:latin typeface="+mj-lt"/>
                <a:cs typeface="Arial" charset="0"/>
              </a:endParaRPr>
            </a:p>
          </p:txBody>
        </p:sp>
        <p:sp>
          <p:nvSpPr>
            <p:cNvPr id="13" name="Line 17">
              <a:extLst>
                <a:ext uri="{FF2B5EF4-FFF2-40B4-BE49-F238E27FC236}">
                  <a16:creationId xmlns:a16="http://schemas.microsoft.com/office/drawing/2014/main" id="{B63FA0E9-2BE6-4465-A46A-431D56907616}"/>
                </a:ext>
              </a:extLst>
            </p:cNvPr>
            <p:cNvSpPr>
              <a:spLocks noChangeShapeType="1"/>
            </p:cNvSpPr>
            <p:nvPr/>
          </p:nvSpPr>
          <p:spPr bwMode="auto">
            <a:xfrm>
              <a:off x="3900488" y="2761210"/>
              <a:ext cx="0" cy="2087075"/>
            </a:xfrm>
            <a:prstGeom prst="line">
              <a:avLst/>
            </a:prstGeom>
            <a:noFill/>
            <a:ln w="28575" algn="ctr">
              <a:solidFill>
                <a:schemeClr val="tx1"/>
              </a:solidFill>
              <a:round/>
              <a:headEnd/>
              <a:tailEnd/>
            </a:ln>
          </p:spPr>
          <p:txBody>
            <a:bodyPr/>
            <a:lstStyle/>
            <a:p>
              <a:pPr eaLnBrk="1" hangingPunct="1">
                <a:defRPr/>
              </a:pPr>
              <a:endParaRPr lang="en-US" sz="1400">
                <a:latin typeface="+mj-lt"/>
                <a:cs typeface="Arial" charset="0"/>
              </a:endParaRPr>
            </a:p>
          </p:txBody>
        </p:sp>
        <p:sp>
          <p:nvSpPr>
            <p:cNvPr id="14" name="Line 18">
              <a:extLst>
                <a:ext uri="{FF2B5EF4-FFF2-40B4-BE49-F238E27FC236}">
                  <a16:creationId xmlns:a16="http://schemas.microsoft.com/office/drawing/2014/main" id="{00A32389-9377-4580-A42B-987228913A1B}"/>
                </a:ext>
              </a:extLst>
            </p:cNvPr>
            <p:cNvSpPr>
              <a:spLocks noChangeShapeType="1"/>
            </p:cNvSpPr>
            <p:nvPr/>
          </p:nvSpPr>
          <p:spPr bwMode="auto">
            <a:xfrm>
              <a:off x="1812925" y="2761210"/>
              <a:ext cx="2087563" cy="0"/>
            </a:xfrm>
            <a:prstGeom prst="line">
              <a:avLst/>
            </a:prstGeom>
            <a:noFill/>
            <a:ln w="28575" algn="ctr">
              <a:solidFill>
                <a:schemeClr val="tx1"/>
              </a:solidFill>
              <a:round/>
              <a:headEnd/>
              <a:tailEnd/>
            </a:ln>
          </p:spPr>
          <p:txBody>
            <a:bodyPr/>
            <a:lstStyle/>
            <a:p>
              <a:pPr eaLnBrk="1" hangingPunct="1">
                <a:defRPr/>
              </a:pPr>
              <a:endParaRPr lang="en-US" sz="1400">
                <a:latin typeface="+mj-lt"/>
                <a:cs typeface="Arial" charset="0"/>
              </a:endParaRPr>
            </a:p>
          </p:txBody>
        </p:sp>
        <p:sp>
          <p:nvSpPr>
            <p:cNvPr id="15" name="Line 19">
              <a:extLst>
                <a:ext uri="{FF2B5EF4-FFF2-40B4-BE49-F238E27FC236}">
                  <a16:creationId xmlns:a16="http://schemas.microsoft.com/office/drawing/2014/main" id="{F68356E7-3704-43C5-AA43-29AA528537F2}"/>
                </a:ext>
              </a:extLst>
            </p:cNvPr>
            <p:cNvSpPr>
              <a:spLocks noChangeShapeType="1"/>
            </p:cNvSpPr>
            <p:nvPr/>
          </p:nvSpPr>
          <p:spPr bwMode="auto">
            <a:xfrm>
              <a:off x="1812925" y="4851460"/>
              <a:ext cx="2087563" cy="0"/>
            </a:xfrm>
            <a:prstGeom prst="line">
              <a:avLst/>
            </a:prstGeom>
            <a:noFill/>
            <a:ln w="28575" algn="ctr">
              <a:solidFill>
                <a:schemeClr val="tx1"/>
              </a:solidFill>
              <a:round/>
              <a:headEnd/>
              <a:tailEnd/>
            </a:ln>
          </p:spPr>
          <p:txBody>
            <a:bodyPr/>
            <a:lstStyle/>
            <a:p>
              <a:pPr eaLnBrk="1" hangingPunct="1">
                <a:defRPr/>
              </a:pPr>
              <a:endParaRPr lang="en-US" sz="1400">
                <a:latin typeface="+mj-lt"/>
                <a:cs typeface="Arial" charset="0"/>
              </a:endParaRPr>
            </a:p>
          </p:txBody>
        </p:sp>
        <p:sp>
          <p:nvSpPr>
            <p:cNvPr id="16" name="Text Box 161">
              <a:extLst>
                <a:ext uri="{FF2B5EF4-FFF2-40B4-BE49-F238E27FC236}">
                  <a16:creationId xmlns:a16="http://schemas.microsoft.com/office/drawing/2014/main" id="{9C382D71-D6D1-45F9-8777-C093D22AC55C}"/>
                </a:ext>
              </a:extLst>
            </p:cNvPr>
            <p:cNvSpPr txBox="1">
              <a:spLocks noChangeArrowheads="1"/>
            </p:cNvSpPr>
            <p:nvPr/>
          </p:nvSpPr>
          <p:spPr bwMode="auto">
            <a:xfrm>
              <a:off x="1595438" y="2373951"/>
              <a:ext cx="2519362" cy="369801"/>
            </a:xfrm>
            <a:prstGeom prst="rect">
              <a:avLst/>
            </a:prstGeom>
            <a:noFill/>
            <a:ln w="9525">
              <a:noFill/>
              <a:miter lim="800000"/>
              <a:headEnd/>
              <a:tailEnd/>
            </a:ln>
          </p:spPr>
          <p:txBody>
            <a:bodyPr>
              <a:spAutoFit/>
            </a:bodyPr>
            <a:lstStyle/>
            <a:p>
              <a:pPr eaLnBrk="1" hangingPunct="1">
                <a:spcBef>
                  <a:spcPct val="50000"/>
                </a:spcBef>
                <a:defRPr/>
              </a:pPr>
              <a:r>
                <a:rPr lang="en-US" dirty="0">
                  <a:latin typeface="+mj-lt"/>
                  <a:cs typeface="Arial" charset="0"/>
                </a:rPr>
                <a:t> </a:t>
              </a:r>
              <a:r>
                <a:rPr lang="en-US" dirty="0" err="1">
                  <a:latin typeface="+mj-lt"/>
                  <a:cs typeface="Arial" charset="0"/>
                </a:rPr>
                <a:t>pq</a:t>
              </a:r>
              <a:r>
                <a:rPr lang="en-US" dirty="0">
                  <a:latin typeface="+mj-lt"/>
                  <a:cs typeface="Arial" charset="0"/>
                </a:rPr>
                <a:t> 00  01    11     10</a:t>
              </a:r>
            </a:p>
          </p:txBody>
        </p:sp>
        <p:sp>
          <p:nvSpPr>
            <p:cNvPr id="17" name="Line 162">
              <a:extLst>
                <a:ext uri="{FF2B5EF4-FFF2-40B4-BE49-F238E27FC236}">
                  <a16:creationId xmlns:a16="http://schemas.microsoft.com/office/drawing/2014/main" id="{84421448-1DF6-4B0E-B146-6DB0684F74C0}"/>
                </a:ext>
              </a:extLst>
            </p:cNvPr>
            <p:cNvSpPr>
              <a:spLocks noChangeShapeType="1"/>
            </p:cNvSpPr>
            <p:nvPr/>
          </p:nvSpPr>
          <p:spPr bwMode="auto">
            <a:xfrm>
              <a:off x="1597025" y="2446959"/>
              <a:ext cx="215900" cy="301555"/>
            </a:xfrm>
            <a:prstGeom prst="line">
              <a:avLst/>
            </a:prstGeom>
            <a:noFill/>
            <a:ln w="31750">
              <a:solidFill>
                <a:schemeClr val="tx1"/>
              </a:solidFill>
              <a:round/>
              <a:headEnd/>
              <a:tailEnd/>
            </a:ln>
          </p:spPr>
          <p:txBody>
            <a:bodyPr/>
            <a:lstStyle/>
            <a:p>
              <a:pPr eaLnBrk="1" hangingPunct="1">
                <a:defRPr/>
              </a:pPr>
              <a:endParaRPr lang="en-US" sz="1400">
                <a:latin typeface="+mj-lt"/>
                <a:cs typeface="Arial" charset="0"/>
              </a:endParaRPr>
            </a:p>
          </p:txBody>
        </p:sp>
        <p:sp>
          <p:nvSpPr>
            <p:cNvPr id="18" name="Text Box 163">
              <a:extLst>
                <a:ext uri="{FF2B5EF4-FFF2-40B4-BE49-F238E27FC236}">
                  <a16:creationId xmlns:a16="http://schemas.microsoft.com/office/drawing/2014/main" id="{7FC8272D-B524-467A-ADAE-1C9FAA1617C1}"/>
                </a:ext>
              </a:extLst>
            </p:cNvPr>
            <p:cNvSpPr txBox="1">
              <a:spLocks noChangeArrowheads="1"/>
            </p:cNvSpPr>
            <p:nvPr/>
          </p:nvSpPr>
          <p:spPr bwMode="auto">
            <a:xfrm>
              <a:off x="1260475" y="2556470"/>
              <a:ext cx="623888" cy="2031526"/>
            </a:xfrm>
            <a:prstGeom prst="rect">
              <a:avLst/>
            </a:prstGeom>
            <a:noFill/>
            <a:ln w="9525">
              <a:noFill/>
              <a:miter lim="800000"/>
              <a:headEnd/>
              <a:tailEnd/>
            </a:ln>
          </p:spPr>
          <p:txBody>
            <a:bodyPr>
              <a:spAutoFit/>
            </a:bodyPr>
            <a:lstStyle/>
            <a:p>
              <a:pPr eaLnBrk="1" hangingPunct="1">
                <a:spcBef>
                  <a:spcPct val="50000"/>
                </a:spcBef>
                <a:defRPr/>
              </a:pPr>
              <a:r>
                <a:rPr lang="en-US" dirty="0">
                  <a:latin typeface="+mj-lt"/>
                  <a:cs typeface="Arial" charset="0"/>
                </a:rPr>
                <a:t>y</a:t>
              </a:r>
              <a:r>
                <a:rPr lang="en-US" baseline="-25000" dirty="0">
                  <a:latin typeface="+mj-lt"/>
                  <a:cs typeface="Arial" charset="0"/>
                </a:rPr>
                <a:t>1</a:t>
              </a:r>
              <a:r>
                <a:rPr lang="en-US" dirty="0">
                  <a:latin typeface="+mj-lt"/>
                  <a:cs typeface="Arial" charset="0"/>
                </a:rPr>
                <a:t>y</a:t>
              </a:r>
              <a:r>
                <a:rPr lang="en-US" baseline="-25000" dirty="0">
                  <a:latin typeface="+mj-lt"/>
                  <a:cs typeface="Arial" charset="0"/>
                </a:rPr>
                <a:t>2</a:t>
              </a:r>
            </a:p>
            <a:p>
              <a:pPr eaLnBrk="1" hangingPunct="1">
                <a:spcBef>
                  <a:spcPct val="50000"/>
                </a:spcBef>
                <a:defRPr/>
              </a:pPr>
              <a:r>
                <a:rPr lang="en-US" dirty="0">
                  <a:latin typeface="+mj-lt"/>
                  <a:cs typeface="Arial" charset="0"/>
                </a:rPr>
                <a:t>00</a:t>
              </a:r>
            </a:p>
            <a:p>
              <a:pPr eaLnBrk="1" hangingPunct="1">
                <a:spcBef>
                  <a:spcPct val="50000"/>
                </a:spcBef>
                <a:defRPr/>
              </a:pPr>
              <a:r>
                <a:rPr lang="en-US" dirty="0">
                  <a:latin typeface="+mj-lt"/>
                  <a:cs typeface="Arial" charset="0"/>
                </a:rPr>
                <a:t>01</a:t>
              </a:r>
            </a:p>
            <a:p>
              <a:pPr eaLnBrk="1" hangingPunct="1">
                <a:spcBef>
                  <a:spcPct val="50000"/>
                </a:spcBef>
                <a:defRPr/>
              </a:pPr>
              <a:r>
                <a:rPr lang="en-US" dirty="0">
                  <a:latin typeface="+mj-lt"/>
                  <a:cs typeface="Arial" charset="0"/>
                </a:rPr>
                <a:t>11</a:t>
              </a:r>
            </a:p>
            <a:p>
              <a:pPr eaLnBrk="1" hangingPunct="1">
                <a:spcBef>
                  <a:spcPct val="50000"/>
                </a:spcBef>
                <a:defRPr/>
              </a:pPr>
              <a:r>
                <a:rPr lang="en-US" dirty="0">
                  <a:latin typeface="+mj-lt"/>
                  <a:cs typeface="Arial" charset="0"/>
                </a:rPr>
                <a:t>10</a:t>
              </a:r>
            </a:p>
          </p:txBody>
        </p:sp>
        <p:sp>
          <p:nvSpPr>
            <p:cNvPr id="19" name="Text Box 208">
              <a:extLst>
                <a:ext uri="{FF2B5EF4-FFF2-40B4-BE49-F238E27FC236}">
                  <a16:creationId xmlns:a16="http://schemas.microsoft.com/office/drawing/2014/main" id="{51441A1E-A8C0-431F-ABCB-692E40A3DBE1}"/>
                </a:ext>
              </a:extLst>
            </p:cNvPr>
            <p:cNvSpPr txBox="1">
              <a:spLocks noChangeArrowheads="1"/>
            </p:cNvSpPr>
            <p:nvPr/>
          </p:nvSpPr>
          <p:spPr bwMode="auto">
            <a:xfrm>
              <a:off x="4043363" y="2519967"/>
              <a:ext cx="889000" cy="369801"/>
            </a:xfrm>
            <a:prstGeom prst="rect">
              <a:avLst/>
            </a:prstGeom>
            <a:noFill/>
            <a:ln w="9525">
              <a:noFill/>
              <a:miter lim="800000"/>
              <a:headEnd/>
              <a:tailEnd/>
            </a:ln>
          </p:spPr>
          <p:txBody>
            <a:bodyPr>
              <a:spAutoFit/>
            </a:bodyPr>
            <a:lstStyle/>
            <a:p>
              <a:pPr rtl="1" eaLnBrk="1" hangingPunct="1">
                <a:spcBef>
                  <a:spcPct val="50000"/>
                </a:spcBef>
                <a:defRPr/>
              </a:pPr>
              <a:r>
                <a:rPr lang="en-US">
                  <a:latin typeface="+mj-lt"/>
                  <a:cs typeface="Arial" charset="0"/>
                </a:rPr>
                <a:t>Y</a:t>
              </a:r>
              <a:r>
                <a:rPr lang="en-US" baseline="-25000">
                  <a:latin typeface="+mj-lt"/>
                  <a:cs typeface="Arial" charset="0"/>
                </a:rPr>
                <a:t>1</a:t>
              </a:r>
              <a:r>
                <a:rPr lang="en-US">
                  <a:latin typeface="+mj-lt"/>
                  <a:cs typeface="Arial" charset="0"/>
                </a:rPr>
                <a:t>Y</a:t>
              </a:r>
              <a:r>
                <a:rPr lang="en-US" baseline="-25000">
                  <a:latin typeface="+mj-lt"/>
                  <a:cs typeface="Arial" charset="0"/>
                </a:rPr>
                <a:t>2</a:t>
              </a:r>
            </a:p>
          </p:txBody>
        </p:sp>
        <p:sp>
          <p:nvSpPr>
            <p:cNvPr id="20" name="AutoShape 24">
              <a:extLst>
                <a:ext uri="{FF2B5EF4-FFF2-40B4-BE49-F238E27FC236}">
                  <a16:creationId xmlns:a16="http://schemas.microsoft.com/office/drawing/2014/main" id="{11E44412-B645-4029-B1EA-1BBE7CB08314}"/>
                </a:ext>
              </a:extLst>
            </p:cNvPr>
            <p:cNvSpPr>
              <a:spLocks/>
            </p:cNvSpPr>
            <p:nvPr/>
          </p:nvSpPr>
          <p:spPr bwMode="auto">
            <a:xfrm>
              <a:off x="1092200" y="3967429"/>
              <a:ext cx="215900" cy="707860"/>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72" name="AutoShape 26">
              <a:extLst>
                <a:ext uri="{FF2B5EF4-FFF2-40B4-BE49-F238E27FC236}">
                  <a16:creationId xmlns:a16="http://schemas.microsoft.com/office/drawing/2014/main" id="{DD11A002-114E-4BB3-A162-1A52CB6E70A3}"/>
                </a:ext>
              </a:extLst>
            </p:cNvPr>
            <p:cNvSpPr>
              <a:spLocks/>
            </p:cNvSpPr>
            <p:nvPr/>
          </p:nvSpPr>
          <p:spPr bwMode="auto">
            <a:xfrm rot="10800000">
              <a:off x="3971925" y="3392888"/>
              <a:ext cx="215900" cy="707860"/>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73" name="AutoShape 27">
              <a:extLst>
                <a:ext uri="{FF2B5EF4-FFF2-40B4-BE49-F238E27FC236}">
                  <a16:creationId xmlns:a16="http://schemas.microsoft.com/office/drawing/2014/main" id="{48D399E4-0CC5-4DEB-A8B1-C0B9B7DC8E51}"/>
                </a:ext>
              </a:extLst>
            </p:cNvPr>
            <p:cNvSpPr>
              <a:spLocks/>
            </p:cNvSpPr>
            <p:nvPr/>
          </p:nvSpPr>
          <p:spPr bwMode="auto">
            <a:xfrm rot="5400000">
              <a:off x="3217888" y="1964388"/>
              <a:ext cx="215850" cy="708025"/>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74" name="AutoShape 28">
              <a:extLst>
                <a:ext uri="{FF2B5EF4-FFF2-40B4-BE49-F238E27FC236}">
                  <a16:creationId xmlns:a16="http://schemas.microsoft.com/office/drawing/2014/main" id="{4BE8A52C-076B-4EE4-BD5A-3D5D88CB12A5}"/>
                </a:ext>
              </a:extLst>
            </p:cNvPr>
            <p:cNvSpPr>
              <a:spLocks/>
            </p:cNvSpPr>
            <p:nvPr/>
          </p:nvSpPr>
          <p:spPr bwMode="auto">
            <a:xfrm rot="16200000">
              <a:off x="2747988" y="4645050"/>
              <a:ext cx="215850" cy="708025"/>
            </a:xfrm>
            <a:prstGeom prst="leftBrace">
              <a:avLst>
                <a:gd name="adj1" fmla="val 27328"/>
                <a:gd name="adj2" fmla="val 50000"/>
              </a:avLst>
            </a:prstGeom>
            <a:noFill/>
            <a:ln w="19050">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75" name="Rectangle 29">
              <a:extLst>
                <a:ext uri="{FF2B5EF4-FFF2-40B4-BE49-F238E27FC236}">
                  <a16:creationId xmlns:a16="http://schemas.microsoft.com/office/drawing/2014/main" id="{D9EBB8C2-EC0B-492B-99F6-182D71B70A22}"/>
                </a:ext>
              </a:extLst>
            </p:cNvPr>
            <p:cNvSpPr>
              <a:spLocks noChangeArrowheads="1"/>
            </p:cNvSpPr>
            <p:nvPr/>
          </p:nvSpPr>
          <p:spPr bwMode="auto">
            <a:xfrm>
              <a:off x="2844800" y="4353101"/>
              <a:ext cx="522288" cy="55390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10</a:t>
              </a:r>
            </a:p>
          </p:txBody>
        </p:sp>
        <p:sp>
          <p:nvSpPr>
            <p:cNvPr id="53276" name="Rectangle 30">
              <a:extLst>
                <a:ext uri="{FF2B5EF4-FFF2-40B4-BE49-F238E27FC236}">
                  <a16:creationId xmlns:a16="http://schemas.microsoft.com/office/drawing/2014/main" id="{868EC07A-24C9-42A4-AF04-968129A0C656}"/>
                </a:ext>
              </a:extLst>
            </p:cNvPr>
            <p:cNvSpPr>
              <a:spLocks noChangeArrowheads="1"/>
            </p:cNvSpPr>
            <p:nvPr/>
          </p:nvSpPr>
          <p:spPr bwMode="auto">
            <a:xfrm>
              <a:off x="3370263" y="4353101"/>
              <a:ext cx="522287" cy="55390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10</a:t>
              </a:r>
            </a:p>
          </p:txBody>
        </p:sp>
        <p:sp>
          <p:nvSpPr>
            <p:cNvPr id="53277" name="Rectangle 31">
              <a:extLst>
                <a:ext uri="{FF2B5EF4-FFF2-40B4-BE49-F238E27FC236}">
                  <a16:creationId xmlns:a16="http://schemas.microsoft.com/office/drawing/2014/main" id="{9C2E6CD4-1074-4036-9155-DC38D14C89FE}"/>
                </a:ext>
              </a:extLst>
            </p:cNvPr>
            <p:cNvSpPr>
              <a:spLocks noChangeArrowheads="1"/>
            </p:cNvSpPr>
            <p:nvPr/>
          </p:nvSpPr>
          <p:spPr bwMode="auto">
            <a:xfrm>
              <a:off x="3324225" y="3815064"/>
              <a:ext cx="522288" cy="553908"/>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11</a:t>
              </a:r>
            </a:p>
          </p:txBody>
        </p:sp>
        <p:sp>
          <p:nvSpPr>
            <p:cNvPr id="53278" name="Rectangle 32">
              <a:extLst>
                <a:ext uri="{FF2B5EF4-FFF2-40B4-BE49-F238E27FC236}">
                  <a16:creationId xmlns:a16="http://schemas.microsoft.com/office/drawing/2014/main" id="{D5AB27FA-E9EE-4F5F-BC9A-C38F95B1FACE}"/>
                </a:ext>
              </a:extLst>
            </p:cNvPr>
            <p:cNvSpPr>
              <a:spLocks noChangeArrowheads="1"/>
            </p:cNvSpPr>
            <p:nvPr/>
          </p:nvSpPr>
          <p:spPr bwMode="auto">
            <a:xfrm>
              <a:off x="2819400" y="3819825"/>
              <a:ext cx="522288" cy="553909"/>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11</a:t>
              </a:r>
            </a:p>
          </p:txBody>
        </p:sp>
        <p:sp>
          <p:nvSpPr>
            <p:cNvPr id="53279" name="Rectangle 33">
              <a:extLst>
                <a:ext uri="{FF2B5EF4-FFF2-40B4-BE49-F238E27FC236}">
                  <a16:creationId xmlns:a16="http://schemas.microsoft.com/office/drawing/2014/main" id="{FFFDA5EB-E042-4644-9030-D6E548FAE58A}"/>
                </a:ext>
              </a:extLst>
            </p:cNvPr>
            <p:cNvSpPr>
              <a:spLocks noChangeArrowheads="1"/>
            </p:cNvSpPr>
            <p:nvPr/>
          </p:nvSpPr>
          <p:spPr bwMode="auto">
            <a:xfrm>
              <a:off x="684213" y="4035675"/>
              <a:ext cx="520700" cy="55549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y</a:t>
              </a:r>
              <a:r>
                <a:rPr lang="en-US" sz="1400" b="1" baseline="-25000">
                  <a:latin typeface="+mj-lt"/>
                  <a:cs typeface="Arial" charset="0"/>
                </a:rPr>
                <a:t>1</a:t>
              </a:r>
              <a:endParaRPr lang="ru-RU" sz="1400" b="1">
                <a:latin typeface="+mj-lt"/>
                <a:cs typeface="Arial" charset="0"/>
              </a:endParaRPr>
            </a:p>
          </p:txBody>
        </p:sp>
        <p:sp>
          <p:nvSpPr>
            <p:cNvPr id="53280" name="Rectangle 34">
              <a:extLst>
                <a:ext uri="{FF2B5EF4-FFF2-40B4-BE49-F238E27FC236}">
                  <a16:creationId xmlns:a16="http://schemas.microsoft.com/office/drawing/2014/main" id="{54F00053-AC88-4D38-84A9-E0CA07B84E44}"/>
                </a:ext>
              </a:extLst>
            </p:cNvPr>
            <p:cNvSpPr>
              <a:spLocks noChangeArrowheads="1"/>
            </p:cNvSpPr>
            <p:nvPr/>
          </p:nvSpPr>
          <p:spPr bwMode="auto">
            <a:xfrm>
              <a:off x="4141788" y="3530968"/>
              <a:ext cx="520700" cy="55549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y</a:t>
              </a:r>
              <a:r>
                <a:rPr lang="en-US" sz="1400" b="1" baseline="-25000">
                  <a:latin typeface="+mj-lt"/>
                  <a:cs typeface="Arial" charset="0"/>
                </a:rPr>
                <a:t>2</a:t>
              </a:r>
              <a:endParaRPr lang="ru-RU" sz="1400" b="1">
                <a:latin typeface="+mj-lt"/>
                <a:cs typeface="Arial" charset="0"/>
              </a:endParaRPr>
            </a:p>
          </p:txBody>
        </p:sp>
        <p:sp>
          <p:nvSpPr>
            <p:cNvPr id="53281" name="Rectangle 35">
              <a:extLst>
                <a:ext uri="{FF2B5EF4-FFF2-40B4-BE49-F238E27FC236}">
                  <a16:creationId xmlns:a16="http://schemas.microsoft.com/office/drawing/2014/main" id="{58C3470F-F88C-4899-A61C-4D8A2B35B3C9}"/>
                </a:ext>
              </a:extLst>
            </p:cNvPr>
            <p:cNvSpPr>
              <a:spLocks noChangeArrowheads="1"/>
            </p:cNvSpPr>
            <p:nvPr/>
          </p:nvSpPr>
          <p:spPr bwMode="auto">
            <a:xfrm>
              <a:off x="1833563" y="2810411"/>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2" name="Rectangle 36">
              <a:extLst>
                <a:ext uri="{FF2B5EF4-FFF2-40B4-BE49-F238E27FC236}">
                  <a16:creationId xmlns:a16="http://schemas.microsoft.com/office/drawing/2014/main" id="{0497BB07-9391-4ED2-823A-90F5DC49BE2A}"/>
                </a:ext>
              </a:extLst>
            </p:cNvPr>
            <p:cNvSpPr>
              <a:spLocks noChangeArrowheads="1"/>
            </p:cNvSpPr>
            <p:nvPr/>
          </p:nvSpPr>
          <p:spPr bwMode="auto">
            <a:xfrm>
              <a:off x="2316163" y="2810411"/>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3" name="Rectangle 37">
              <a:extLst>
                <a:ext uri="{FF2B5EF4-FFF2-40B4-BE49-F238E27FC236}">
                  <a16:creationId xmlns:a16="http://schemas.microsoft.com/office/drawing/2014/main" id="{02787AF9-8F85-45BE-A346-D43A8ABFDBF3}"/>
                </a:ext>
              </a:extLst>
            </p:cNvPr>
            <p:cNvSpPr>
              <a:spLocks noChangeArrowheads="1"/>
            </p:cNvSpPr>
            <p:nvPr/>
          </p:nvSpPr>
          <p:spPr bwMode="auto">
            <a:xfrm>
              <a:off x="2316163" y="3315118"/>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4" name="Rectangle 38">
              <a:extLst>
                <a:ext uri="{FF2B5EF4-FFF2-40B4-BE49-F238E27FC236}">
                  <a16:creationId xmlns:a16="http://schemas.microsoft.com/office/drawing/2014/main" id="{7FB37DAC-CF2C-4B43-A069-0ED857E0977B}"/>
                </a:ext>
              </a:extLst>
            </p:cNvPr>
            <p:cNvSpPr>
              <a:spLocks noChangeArrowheads="1"/>
            </p:cNvSpPr>
            <p:nvPr/>
          </p:nvSpPr>
          <p:spPr bwMode="auto">
            <a:xfrm>
              <a:off x="1833563" y="3315118"/>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5" name="Rectangle 39">
              <a:extLst>
                <a:ext uri="{FF2B5EF4-FFF2-40B4-BE49-F238E27FC236}">
                  <a16:creationId xmlns:a16="http://schemas.microsoft.com/office/drawing/2014/main" id="{E8C79266-8CBE-44C8-B1AF-FE10E67D22F2}"/>
                </a:ext>
              </a:extLst>
            </p:cNvPr>
            <p:cNvSpPr>
              <a:spLocks noChangeArrowheads="1"/>
            </p:cNvSpPr>
            <p:nvPr/>
          </p:nvSpPr>
          <p:spPr bwMode="auto">
            <a:xfrm>
              <a:off x="1811338" y="3819825"/>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6" name="Rectangle 40">
              <a:extLst>
                <a:ext uri="{FF2B5EF4-FFF2-40B4-BE49-F238E27FC236}">
                  <a16:creationId xmlns:a16="http://schemas.microsoft.com/office/drawing/2014/main" id="{B840353E-87BC-4622-80C8-1E4C0222441F}"/>
                </a:ext>
              </a:extLst>
            </p:cNvPr>
            <p:cNvSpPr>
              <a:spLocks noChangeArrowheads="1"/>
            </p:cNvSpPr>
            <p:nvPr/>
          </p:nvSpPr>
          <p:spPr bwMode="auto">
            <a:xfrm>
              <a:off x="2336800" y="3845219"/>
              <a:ext cx="522288"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dirty="0">
                  <a:latin typeface="+mj-lt"/>
                  <a:cs typeface="Arial" charset="0"/>
                </a:rPr>
                <a:t>00</a:t>
              </a:r>
            </a:p>
          </p:txBody>
        </p:sp>
        <p:sp>
          <p:nvSpPr>
            <p:cNvPr id="53287" name="Rectangle 41">
              <a:extLst>
                <a:ext uri="{FF2B5EF4-FFF2-40B4-BE49-F238E27FC236}">
                  <a16:creationId xmlns:a16="http://schemas.microsoft.com/office/drawing/2014/main" id="{7FF60FA0-964F-4578-922D-4F1D7C59DC82}"/>
                </a:ext>
              </a:extLst>
            </p:cNvPr>
            <p:cNvSpPr>
              <a:spLocks noChangeArrowheads="1"/>
            </p:cNvSpPr>
            <p:nvPr/>
          </p:nvSpPr>
          <p:spPr bwMode="auto">
            <a:xfrm>
              <a:off x="2316163" y="4348340"/>
              <a:ext cx="522287" cy="433286"/>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8" name="Rectangle 42">
              <a:extLst>
                <a:ext uri="{FF2B5EF4-FFF2-40B4-BE49-F238E27FC236}">
                  <a16:creationId xmlns:a16="http://schemas.microsoft.com/office/drawing/2014/main" id="{F3FED963-4A86-42EF-97FD-8D7836FD4781}"/>
                </a:ext>
              </a:extLst>
            </p:cNvPr>
            <p:cNvSpPr>
              <a:spLocks noChangeArrowheads="1"/>
            </p:cNvSpPr>
            <p:nvPr/>
          </p:nvSpPr>
          <p:spPr bwMode="auto">
            <a:xfrm>
              <a:off x="1828800" y="4381669"/>
              <a:ext cx="522288"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00</a:t>
              </a:r>
            </a:p>
          </p:txBody>
        </p:sp>
        <p:sp>
          <p:nvSpPr>
            <p:cNvPr id="53289" name="Rectangle 43">
              <a:extLst>
                <a:ext uri="{FF2B5EF4-FFF2-40B4-BE49-F238E27FC236}">
                  <a16:creationId xmlns:a16="http://schemas.microsoft.com/office/drawing/2014/main" id="{FFDB5D50-A034-4A3F-98C7-3E5791211873}"/>
                </a:ext>
              </a:extLst>
            </p:cNvPr>
            <p:cNvSpPr>
              <a:spLocks noChangeArrowheads="1"/>
            </p:cNvSpPr>
            <p:nvPr/>
          </p:nvSpPr>
          <p:spPr bwMode="auto">
            <a:xfrm>
              <a:off x="2892425" y="3315118"/>
              <a:ext cx="522288"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01</a:t>
              </a:r>
            </a:p>
          </p:txBody>
        </p:sp>
        <p:sp>
          <p:nvSpPr>
            <p:cNvPr id="53290" name="Rectangle 44">
              <a:extLst>
                <a:ext uri="{FF2B5EF4-FFF2-40B4-BE49-F238E27FC236}">
                  <a16:creationId xmlns:a16="http://schemas.microsoft.com/office/drawing/2014/main" id="{2683DFB2-4945-4DD0-8D5D-DBF55EFE6CE9}"/>
                </a:ext>
              </a:extLst>
            </p:cNvPr>
            <p:cNvSpPr>
              <a:spLocks noChangeArrowheads="1"/>
            </p:cNvSpPr>
            <p:nvPr/>
          </p:nvSpPr>
          <p:spPr bwMode="auto">
            <a:xfrm>
              <a:off x="2892425" y="2810411"/>
              <a:ext cx="522288"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10</a:t>
              </a:r>
            </a:p>
          </p:txBody>
        </p:sp>
        <p:sp>
          <p:nvSpPr>
            <p:cNvPr id="53291" name="Rectangle 45">
              <a:extLst>
                <a:ext uri="{FF2B5EF4-FFF2-40B4-BE49-F238E27FC236}">
                  <a16:creationId xmlns:a16="http://schemas.microsoft.com/office/drawing/2014/main" id="{EA9C96F1-E3E9-48BF-BB79-307EE8B226AB}"/>
                </a:ext>
              </a:extLst>
            </p:cNvPr>
            <p:cNvSpPr>
              <a:spLocks noChangeArrowheads="1"/>
            </p:cNvSpPr>
            <p:nvPr/>
          </p:nvSpPr>
          <p:spPr bwMode="auto">
            <a:xfrm>
              <a:off x="3395663" y="3315118"/>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01</a:t>
              </a:r>
            </a:p>
          </p:txBody>
        </p:sp>
        <p:sp>
          <p:nvSpPr>
            <p:cNvPr id="53292" name="Rectangle 46">
              <a:extLst>
                <a:ext uri="{FF2B5EF4-FFF2-40B4-BE49-F238E27FC236}">
                  <a16:creationId xmlns:a16="http://schemas.microsoft.com/office/drawing/2014/main" id="{9D0946AC-AFBA-4E57-A22E-25C87DA02A0D}"/>
                </a:ext>
              </a:extLst>
            </p:cNvPr>
            <p:cNvSpPr>
              <a:spLocks noChangeArrowheads="1"/>
            </p:cNvSpPr>
            <p:nvPr/>
          </p:nvSpPr>
          <p:spPr bwMode="auto">
            <a:xfrm>
              <a:off x="3395663" y="2810411"/>
              <a:ext cx="522287" cy="433287"/>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400" b="1">
                  <a:latin typeface="+mj-lt"/>
                  <a:cs typeface="Arial" charset="0"/>
                </a:rPr>
                <a:t>01</a:t>
              </a:r>
            </a:p>
          </p:txBody>
        </p:sp>
        <p:sp>
          <p:nvSpPr>
            <p:cNvPr id="53293" name="Oval 47">
              <a:extLst>
                <a:ext uri="{FF2B5EF4-FFF2-40B4-BE49-F238E27FC236}">
                  <a16:creationId xmlns:a16="http://schemas.microsoft.com/office/drawing/2014/main" id="{7DFAD276-E81D-48BB-A2E8-72400AFC7EF4}"/>
                </a:ext>
              </a:extLst>
            </p:cNvPr>
            <p:cNvSpPr>
              <a:spLocks noChangeArrowheads="1"/>
            </p:cNvSpPr>
            <p:nvPr/>
          </p:nvSpPr>
          <p:spPr bwMode="auto">
            <a:xfrm>
              <a:off x="1917700" y="2810411"/>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95" name="Oval 63">
              <a:extLst>
                <a:ext uri="{FF2B5EF4-FFF2-40B4-BE49-F238E27FC236}">
                  <a16:creationId xmlns:a16="http://schemas.microsoft.com/office/drawing/2014/main" id="{35828C4D-9BD6-4CF4-86EF-212FA955E96D}"/>
                </a:ext>
              </a:extLst>
            </p:cNvPr>
            <p:cNvSpPr>
              <a:spLocks noChangeArrowheads="1"/>
            </p:cNvSpPr>
            <p:nvPr/>
          </p:nvSpPr>
          <p:spPr bwMode="auto">
            <a:xfrm>
              <a:off x="2962275" y="3315118"/>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96" name="Oval 64">
              <a:extLst>
                <a:ext uri="{FF2B5EF4-FFF2-40B4-BE49-F238E27FC236}">
                  <a16:creationId xmlns:a16="http://schemas.microsoft.com/office/drawing/2014/main" id="{4273A95B-1C55-4B85-AC86-7B9E04F0E7CF}"/>
                </a:ext>
              </a:extLst>
            </p:cNvPr>
            <p:cNvSpPr>
              <a:spLocks noChangeArrowheads="1"/>
            </p:cNvSpPr>
            <p:nvPr/>
          </p:nvSpPr>
          <p:spPr bwMode="auto">
            <a:xfrm>
              <a:off x="3467100" y="3327815"/>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97" name="Oval 67">
              <a:extLst>
                <a:ext uri="{FF2B5EF4-FFF2-40B4-BE49-F238E27FC236}">
                  <a16:creationId xmlns:a16="http://schemas.microsoft.com/office/drawing/2014/main" id="{2CE64E79-03D7-47FC-86A4-C87B89384FE5}"/>
                </a:ext>
              </a:extLst>
            </p:cNvPr>
            <p:cNvSpPr>
              <a:spLocks noChangeArrowheads="1"/>
            </p:cNvSpPr>
            <p:nvPr/>
          </p:nvSpPr>
          <p:spPr bwMode="auto">
            <a:xfrm>
              <a:off x="2387600" y="2823108"/>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98" name="Oval 68">
              <a:extLst>
                <a:ext uri="{FF2B5EF4-FFF2-40B4-BE49-F238E27FC236}">
                  <a16:creationId xmlns:a16="http://schemas.microsoft.com/office/drawing/2014/main" id="{6393B55E-07B6-4471-BCB6-60D13D1706AE}"/>
                </a:ext>
              </a:extLst>
            </p:cNvPr>
            <p:cNvSpPr>
              <a:spLocks noChangeArrowheads="1"/>
            </p:cNvSpPr>
            <p:nvPr/>
          </p:nvSpPr>
          <p:spPr bwMode="auto">
            <a:xfrm>
              <a:off x="2911475" y="3848394"/>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299" name="Oval 69">
              <a:extLst>
                <a:ext uri="{FF2B5EF4-FFF2-40B4-BE49-F238E27FC236}">
                  <a16:creationId xmlns:a16="http://schemas.microsoft.com/office/drawing/2014/main" id="{2E912FC8-2C83-4027-96D1-D5A7D8C4CA18}"/>
                </a:ext>
              </a:extLst>
            </p:cNvPr>
            <p:cNvSpPr>
              <a:spLocks noChangeArrowheads="1"/>
            </p:cNvSpPr>
            <p:nvPr/>
          </p:nvSpPr>
          <p:spPr bwMode="auto">
            <a:xfrm>
              <a:off x="3419475" y="3835697"/>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300" name="Oval 70">
              <a:extLst>
                <a:ext uri="{FF2B5EF4-FFF2-40B4-BE49-F238E27FC236}">
                  <a16:creationId xmlns:a16="http://schemas.microsoft.com/office/drawing/2014/main" id="{9C659B34-246E-4859-AF00-7C804BAA1B63}"/>
                </a:ext>
              </a:extLst>
            </p:cNvPr>
            <p:cNvSpPr>
              <a:spLocks noChangeArrowheads="1"/>
            </p:cNvSpPr>
            <p:nvPr/>
          </p:nvSpPr>
          <p:spPr bwMode="auto">
            <a:xfrm>
              <a:off x="2924175" y="4356275"/>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53301" name="Oval 71">
              <a:extLst>
                <a:ext uri="{FF2B5EF4-FFF2-40B4-BE49-F238E27FC236}">
                  <a16:creationId xmlns:a16="http://schemas.microsoft.com/office/drawing/2014/main" id="{C52D374B-8167-4B1E-8475-A4E6D3852FB4}"/>
                </a:ext>
              </a:extLst>
            </p:cNvPr>
            <p:cNvSpPr>
              <a:spLocks noChangeArrowheads="1"/>
            </p:cNvSpPr>
            <p:nvPr/>
          </p:nvSpPr>
          <p:spPr bwMode="auto">
            <a:xfrm>
              <a:off x="3444875" y="4356275"/>
              <a:ext cx="360363" cy="360279"/>
            </a:xfrm>
            <a:prstGeom prst="ellipse">
              <a:avLst/>
            </a:prstGeom>
            <a:noFill/>
            <a:ln w="9525">
              <a:solidFill>
                <a:schemeClr val="tx1"/>
              </a:solidFill>
              <a:round/>
              <a:headEnd/>
              <a:tailEnd/>
            </a:ln>
          </p:spPr>
          <p:txBody>
            <a:bodyPr wrap="none" anchor="ctr"/>
            <a:lstStyle/>
            <a:p>
              <a:pPr eaLnBrk="1" hangingPunct="1">
                <a:defRPr/>
              </a:pPr>
              <a:endParaRPr lang="ru-RU" sz="1400">
                <a:latin typeface="+mj-lt"/>
                <a:cs typeface="Arial" charset="0"/>
              </a:endParaRPr>
            </a:p>
          </p:txBody>
        </p:sp>
        <p:sp>
          <p:nvSpPr>
            <p:cNvPr id="73" name="Rectangle 25">
              <a:extLst>
                <a:ext uri="{FF2B5EF4-FFF2-40B4-BE49-F238E27FC236}">
                  <a16:creationId xmlns:a16="http://schemas.microsoft.com/office/drawing/2014/main" id="{52F21E80-8928-4129-BD70-E494E72C980F}"/>
                </a:ext>
              </a:extLst>
            </p:cNvPr>
            <p:cNvSpPr>
              <a:spLocks noChangeArrowheads="1"/>
            </p:cNvSpPr>
            <p:nvPr/>
          </p:nvSpPr>
          <p:spPr bwMode="auto">
            <a:xfrm>
              <a:off x="3076575" y="1840675"/>
              <a:ext cx="520700" cy="555495"/>
            </a:xfrm>
            <a:prstGeom prst="rect">
              <a:avLst/>
            </a:prstGeom>
            <a:noFill/>
            <a:ln w="9525">
              <a:noFill/>
              <a:miter lim="800000"/>
              <a:headEnd/>
              <a:tailEnd/>
            </a:ln>
          </p:spPr>
          <p:txBody>
            <a:bodyPr/>
            <a:lstStyle/>
            <a:p>
              <a:pPr algn="ctr" eaLnBrk="1" hangingPunct="1">
                <a:spcBef>
                  <a:spcPct val="20000"/>
                </a:spcBef>
                <a:buClr>
                  <a:srgbClr val="0000FF"/>
                </a:buClr>
                <a:buSzPct val="100000"/>
                <a:buFont typeface="Arial" charset="0"/>
                <a:buNone/>
                <a:defRPr/>
              </a:pPr>
              <a:r>
                <a:rPr lang="en-US" sz="1600" dirty="0">
                  <a:latin typeface="+mj-lt"/>
                  <a:cs typeface="Arial" charset="0"/>
                </a:rPr>
                <a:t>p</a:t>
              </a:r>
              <a:endParaRPr lang="ru-RU" sz="1600" dirty="0">
                <a:latin typeface="+mj-lt"/>
                <a:cs typeface="Arial" charset="0"/>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0BE1D7BC-E24A-688C-F4D9-A6BDCCF1E9CB}"/>
              </a:ext>
            </a:extLst>
          </p:cNvPr>
          <p:cNvSpPr>
            <a:spLocks noGrp="1" noChangeArrowheads="1"/>
          </p:cNvSpPr>
          <p:nvPr>
            <p:ph type="title"/>
          </p:nvPr>
        </p:nvSpPr>
        <p:spPr/>
        <p:txBody>
          <a:bodyPr>
            <a:normAutofit/>
          </a:bodyPr>
          <a:lstStyle/>
          <a:p>
            <a:r>
              <a:rPr lang="en-US" altLang="en-US" dirty="0"/>
              <a:t>State Adjacency Diagram</a:t>
            </a:r>
            <a:endParaRPr lang="ru-RU" altLang="en-US" dirty="0"/>
          </a:p>
        </p:txBody>
      </p:sp>
      <p:sp>
        <p:nvSpPr>
          <p:cNvPr id="3" name="Text Placeholder 2">
            <a:extLst>
              <a:ext uri="{FF2B5EF4-FFF2-40B4-BE49-F238E27FC236}">
                <a16:creationId xmlns:a16="http://schemas.microsoft.com/office/drawing/2014/main" id="{E7CCD822-2CC9-5B10-763D-9CEAC1CB9EDE}"/>
              </a:ext>
            </a:extLst>
          </p:cNvPr>
          <p:cNvSpPr>
            <a:spLocks noGrp="1"/>
          </p:cNvSpPr>
          <p:nvPr>
            <p:ph type="body" sz="quarter" idx="10"/>
          </p:nvPr>
        </p:nvSpPr>
        <p:spPr/>
        <p:txBody>
          <a:bodyPr/>
          <a:lstStyle/>
          <a:p>
            <a:pPr eaLnBrk="1" hangingPunct="1"/>
            <a:r>
              <a:rPr lang="en-US" altLang="en-US" sz="2400" dirty="0"/>
              <a:t>The adjacency diagram is a simplified state diagram that omits self-loops and does not show the directions of transitions.</a:t>
            </a:r>
          </a:p>
          <a:p>
            <a:pPr eaLnBrk="1" hangingPunct="1"/>
            <a:r>
              <a:rPr lang="en-US" altLang="en-US" sz="2400" dirty="0"/>
              <a:t>Two states are adjacent if there is an arc between them in the state adjacency diagram.</a:t>
            </a:r>
            <a:endParaRPr lang="ru-RU" altLang="en-US" sz="2400" dirty="0"/>
          </a:p>
          <a:p>
            <a:pPr eaLnBrk="1" hangingPunct="1"/>
            <a:endParaRPr lang="en-US" altLang="en-US" sz="2400" dirty="0"/>
          </a:p>
          <a:p>
            <a:endParaRPr lang="en-US" dirty="0"/>
          </a:p>
        </p:txBody>
      </p:sp>
      <p:grpSp>
        <p:nvGrpSpPr>
          <p:cNvPr id="62467" name="Group 37">
            <a:extLst>
              <a:ext uri="{FF2B5EF4-FFF2-40B4-BE49-F238E27FC236}">
                <a16:creationId xmlns:a16="http://schemas.microsoft.com/office/drawing/2014/main" id="{1E7A836E-A6FB-5056-AE3C-6454F2305E93}"/>
              </a:ext>
            </a:extLst>
          </p:cNvPr>
          <p:cNvGrpSpPr>
            <a:grpSpLocks/>
          </p:cNvGrpSpPr>
          <p:nvPr/>
        </p:nvGrpSpPr>
        <p:grpSpPr bwMode="auto">
          <a:xfrm>
            <a:off x="1812926" y="2819401"/>
            <a:ext cx="4206875" cy="2676525"/>
            <a:chOff x="331525" y="1767442"/>
            <a:chExt cx="5247526" cy="3796548"/>
          </a:xfrm>
        </p:grpSpPr>
        <p:sp>
          <p:nvSpPr>
            <p:cNvPr id="39" name="Oval 8">
              <a:extLst>
                <a:ext uri="{FF2B5EF4-FFF2-40B4-BE49-F238E27FC236}">
                  <a16:creationId xmlns:a16="http://schemas.microsoft.com/office/drawing/2014/main" id="{45737B1D-A11E-4CEB-A81A-4B7A79081110}"/>
                </a:ext>
              </a:extLst>
            </p:cNvPr>
            <p:cNvSpPr>
              <a:spLocks noChangeArrowheads="1"/>
            </p:cNvSpPr>
            <p:nvPr/>
          </p:nvSpPr>
          <p:spPr bwMode="auto">
            <a:xfrm>
              <a:off x="905783" y="2602863"/>
              <a:ext cx="786139" cy="785880"/>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40" name="Oval 9">
              <a:extLst>
                <a:ext uri="{FF2B5EF4-FFF2-40B4-BE49-F238E27FC236}">
                  <a16:creationId xmlns:a16="http://schemas.microsoft.com/office/drawing/2014/main" id="{3145DDB0-CEA9-485A-AECE-11BEC88DA941}"/>
                </a:ext>
              </a:extLst>
            </p:cNvPr>
            <p:cNvSpPr>
              <a:spLocks noChangeArrowheads="1"/>
            </p:cNvSpPr>
            <p:nvPr/>
          </p:nvSpPr>
          <p:spPr bwMode="auto">
            <a:xfrm>
              <a:off x="1018654" y="4426828"/>
              <a:ext cx="788119" cy="785880"/>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41" name="Line 10">
              <a:extLst>
                <a:ext uri="{FF2B5EF4-FFF2-40B4-BE49-F238E27FC236}">
                  <a16:creationId xmlns:a16="http://schemas.microsoft.com/office/drawing/2014/main" id="{4A09E39F-100E-4EB4-A653-1EA1BD406156}"/>
                </a:ext>
              </a:extLst>
            </p:cNvPr>
            <p:cNvSpPr>
              <a:spLocks noChangeShapeType="1"/>
            </p:cNvSpPr>
            <p:nvPr/>
          </p:nvSpPr>
          <p:spPr bwMode="auto">
            <a:xfrm>
              <a:off x="1313703" y="3393247"/>
              <a:ext cx="0" cy="1056099"/>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42" name="Line 11">
              <a:extLst>
                <a:ext uri="{FF2B5EF4-FFF2-40B4-BE49-F238E27FC236}">
                  <a16:creationId xmlns:a16="http://schemas.microsoft.com/office/drawing/2014/main" id="{3747E03E-6516-4D85-B856-E22FF1D6D4EF}"/>
                </a:ext>
              </a:extLst>
            </p:cNvPr>
            <p:cNvSpPr>
              <a:spLocks noChangeShapeType="1"/>
            </p:cNvSpPr>
            <p:nvPr/>
          </p:nvSpPr>
          <p:spPr bwMode="auto">
            <a:xfrm flipV="1">
              <a:off x="1779051" y="4273705"/>
              <a:ext cx="736634" cy="418836"/>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43" name="Line 12">
              <a:extLst>
                <a:ext uri="{FF2B5EF4-FFF2-40B4-BE49-F238E27FC236}">
                  <a16:creationId xmlns:a16="http://schemas.microsoft.com/office/drawing/2014/main" id="{AEE78A30-F7CA-47AA-A400-709F73E80E9E}"/>
                </a:ext>
              </a:extLst>
            </p:cNvPr>
            <p:cNvSpPr>
              <a:spLocks noChangeShapeType="1"/>
            </p:cNvSpPr>
            <p:nvPr/>
          </p:nvSpPr>
          <p:spPr bwMode="auto">
            <a:xfrm flipH="1" flipV="1">
              <a:off x="1628556" y="3141045"/>
              <a:ext cx="853465" cy="761111"/>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44" name="Line 13">
              <a:extLst>
                <a:ext uri="{FF2B5EF4-FFF2-40B4-BE49-F238E27FC236}">
                  <a16:creationId xmlns:a16="http://schemas.microsoft.com/office/drawing/2014/main" id="{D619FBAC-9754-41C9-B1EB-BCA9FF4711F8}"/>
                </a:ext>
              </a:extLst>
            </p:cNvPr>
            <p:cNvSpPr>
              <a:spLocks noChangeShapeType="1"/>
            </p:cNvSpPr>
            <p:nvPr/>
          </p:nvSpPr>
          <p:spPr bwMode="auto">
            <a:xfrm flipV="1">
              <a:off x="3200833" y="3343707"/>
              <a:ext cx="946535" cy="626003"/>
            </a:xfrm>
            <a:prstGeom prst="line">
              <a:avLst/>
            </a:prstGeom>
            <a:noFill/>
            <a:ln w="25400">
              <a:solidFill>
                <a:srgbClr val="000000"/>
              </a:solidFill>
              <a:round/>
              <a:headEnd/>
              <a:tailEnd type="triangle" w="lg" len="lg"/>
            </a:ln>
          </p:spPr>
          <p:txBody>
            <a:bodyPr/>
            <a:lstStyle/>
            <a:p>
              <a:pPr eaLnBrk="1" hangingPunct="1">
                <a:defRPr/>
              </a:pPr>
              <a:endParaRPr lang="en-US" sz="1400" dirty="0"/>
            </a:p>
          </p:txBody>
        </p:sp>
        <p:sp>
          <p:nvSpPr>
            <p:cNvPr id="45" name="Text Box 14">
              <a:extLst>
                <a:ext uri="{FF2B5EF4-FFF2-40B4-BE49-F238E27FC236}">
                  <a16:creationId xmlns:a16="http://schemas.microsoft.com/office/drawing/2014/main" id="{9E592363-FA54-46D8-B18A-BD90E7A4FD02}"/>
                </a:ext>
              </a:extLst>
            </p:cNvPr>
            <p:cNvSpPr txBox="1">
              <a:spLocks noChangeArrowheads="1"/>
            </p:cNvSpPr>
            <p:nvPr/>
          </p:nvSpPr>
          <p:spPr bwMode="auto">
            <a:xfrm>
              <a:off x="1289941" y="3652206"/>
              <a:ext cx="568318" cy="382807"/>
            </a:xfrm>
            <a:prstGeom prst="rect">
              <a:avLst/>
            </a:prstGeom>
            <a:noFill/>
            <a:ln w="9525">
              <a:noFill/>
              <a:miter lim="800000"/>
              <a:headEnd/>
              <a:tailEnd/>
            </a:ln>
          </p:spPr>
          <p:txBody>
            <a:bodyPr/>
            <a:lstStyle/>
            <a:p>
              <a:pPr>
                <a:defRPr/>
              </a:pPr>
              <a:r>
                <a:rPr lang="en-US" sz="1600" dirty="0"/>
                <a:t>11</a:t>
              </a:r>
            </a:p>
          </p:txBody>
        </p:sp>
        <p:sp>
          <p:nvSpPr>
            <p:cNvPr id="46" name="Text Box 15">
              <a:extLst>
                <a:ext uri="{FF2B5EF4-FFF2-40B4-BE49-F238E27FC236}">
                  <a16:creationId xmlns:a16="http://schemas.microsoft.com/office/drawing/2014/main" id="{1715A6BB-1575-48DF-8852-25936C49B160}"/>
                </a:ext>
              </a:extLst>
            </p:cNvPr>
            <p:cNvSpPr txBox="1">
              <a:spLocks noChangeArrowheads="1"/>
            </p:cNvSpPr>
            <p:nvPr/>
          </p:nvSpPr>
          <p:spPr bwMode="auto">
            <a:xfrm>
              <a:off x="4200833" y="1767442"/>
              <a:ext cx="532674" cy="385060"/>
            </a:xfrm>
            <a:prstGeom prst="rect">
              <a:avLst/>
            </a:prstGeom>
            <a:noFill/>
            <a:ln w="9525">
              <a:noFill/>
              <a:miter lim="800000"/>
              <a:headEnd/>
              <a:tailEnd/>
            </a:ln>
          </p:spPr>
          <p:txBody>
            <a:bodyPr/>
            <a:lstStyle/>
            <a:p>
              <a:pPr>
                <a:defRPr/>
              </a:pPr>
              <a:r>
                <a:rPr lang="en-US" sz="1600" dirty="0"/>
                <a:t>10</a:t>
              </a:r>
            </a:p>
          </p:txBody>
        </p:sp>
        <p:sp>
          <p:nvSpPr>
            <p:cNvPr id="47" name="Text Box 16">
              <a:extLst>
                <a:ext uri="{FF2B5EF4-FFF2-40B4-BE49-F238E27FC236}">
                  <a16:creationId xmlns:a16="http://schemas.microsoft.com/office/drawing/2014/main" id="{15C08AC8-F06E-4B6D-9946-E9C760128973}"/>
                </a:ext>
              </a:extLst>
            </p:cNvPr>
            <p:cNvSpPr txBox="1">
              <a:spLocks noChangeArrowheads="1"/>
            </p:cNvSpPr>
            <p:nvPr/>
          </p:nvSpPr>
          <p:spPr bwMode="auto">
            <a:xfrm>
              <a:off x="331525" y="4987527"/>
              <a:ext cx="495050" cy="499901"/>
            </a:xfrm>
            <a:prstGeom prst="rect">
              <a:avLst/>
            </a:prstGeom>
            <a:noFill/>
            <a:ln w="9525">
              <a:noFill/>
              <a:miter lim="800000"/>
              <a:headEnd/>
              <a:tailEnd/>
            </a:ln>
          </p:spPr>
          <p:txBody>
            <a:bodyPr/>
            <a:lstStyle/>
            <a:p>
              <a:pPr>
                <a:defRPr/>
              </a:pPr>
              <a:r>
                <a:rPr lang="en-US" sz="1600" dirty="0"/>
                <a:t>11</a:t>
              </a:r>
            </a:p>
          </p:txBody>
        </p:sp>
        <p:sp>
          <p:nvSpPr>
            <p:cNvPr id="48" name="Text Box 17">
              <a:extLst>
                <a:ext uri="{FF2B5EF4-FFF2-40B4-BE49-F238E27FC236}">
                  <a16:creationId xmlns:a16="http://schemas.microsoft.com/office/drawing/2014/main" id="{5D2C713B-78B0-4518-8B53-233D9DEDF692}"/>
                </a:ext>
              </a:extLst>
            </p:cNvPr>
            <p:cNvSpPr txBox="1">
              <a:spLocks noChangeArrowheads="1"/>
            </p:cNvSpPr>
            <p:nvPr/>
          </p:nvSpPr>
          <p:spPr bwMode="auto">
            <a:xfrm>
              <a:off x="1123604" y="1931825"/>
              <a:ext cx="647526" cy="504405"/>
            </a:xfrm>
            <a:prstGeom prst="rect">
              <a:avLst/>
            </a:prstGeom>
            <a:noFill/>
            <a:ln w="9525">
              <a:noFill/>
              <a:miter lim="800000"/>
              <a:headEnd/>
              <a:tailEnd/>
            </a:ln>
          </p:spPr>
          <p:txBody>
            <a:bodyPr/>
            <a:lstStyle/>
            <a:p>
              <a:pPr>
                <a:defRPr/>
              </a:pPr>
              <a:r>
                <a:rPr lang="en-US" sz="1600" dirty="0"/>
                <a:t>01</a:t>
              </a:r>
            </a:p>
          </p:txBody>
        </p:sp>
        <p:sp>
          <p:nvSpPr>
            <p:cNvPr id="49" name="Text Box 18">
              <a:extLst>
                <a:ext uri="{FF2B5EF4-FFF2-40B4-BE49-F238E27FC236}">
                  <a16:creationId xmlns:a16="http://schemas.microsoft.com/office/drawing/2014/main" id="{6B6F0669-F1C8-46C4-B058-5C46C6815343}"/>
                </a:ext>
              </a:extLst>
            </p:cNvPr>
            <p:cNvSpPr txBox="1">
              <a:spLocks noChangeArrowheads="1"/>
            </p:cNvSpPr>
            <p:nvPr/>
          </p:nvSpPr>
          <p:spPr bwMode="auto">
            <a:xfrm>
              <a:off x="2002813" y="3242377"/>
              <a:ext cx="629703" cy="362540"/>
            </a:xfrm>
            <a:prstGeom prst="rect">
              <a:avLst/>
            </a:prstGeom>
            <a:noFill/>
            <a:ln w="9525">
              <a:noFill/>
              <a:miter lim="800000"/>
              <a:headEnd/>
              <a:tailEnd/>
            </a:ln>
          </p:spPr>
          <p:txBody>
            <a:bodyPr/>
            <a:lstStyle/>
            <a:p>
              <a:pPr>
                <a:defRPr/>
              </a:pPr>
              <a:r>
                <a:rPr lang="en-US" sz="1600" dirty="0"/>
                <a:t>01</a:t>
              </a:r>
            </a:p>
          </p:txBody>
        </p:sp>
        <p:sp>
          <p:nvSpPr>
            <p:cNvPr id="50" name="Oval 19">
              <a:extLst>
                <a:ext uri="{FF2B5EF4-FFF2-40B4-BE49-F238E27FC236}">
                  <a16:creationId xmlns:a16="http://schemas.microsoft.com/office/drawing/2014/main" id="{4D04A2E6-C9C2-4BBE-B44A-118939B4B871}"/>
                </a:ext>
              </a:extLst>
            </p:cNvPr>
            <p:cNvSpPr>
              <a:spLocks noChangeArrowheads="1"/>
            </p:cNvSpPr>
            <p:nvPr/>
          </p:nvSpPr>
          <p:spPr bwMode="auto">
            <a:xfrm>
              <a:off x="2438456" y="3681479"/>
              <a:ext cx="788119" cy="788133"/>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51" name="Text Box 20">
              <a:extLst>
                <a:ext uri="{FF2B5EF4-FFF2-40B4-BE49-F238E27FC236}">
                  <a16:creationId xmlns:a16="http://schemas.microsoft.com/office/drawing/2014/main" id="{242B17B4-24E9-4F8F-BED0-575A3129CF37}"/>
                </a:ext>
              </a:extLst>
            </p:cNvPr>
            <p:cNvSpPr txBox="1">
              <a:spLocks noChangeArrowheads="1"/>
            </p:cNvSpPr>
            <p:nvPr/>
          </p:nvSpPr>
          <p:spPr bwMode="auto">
            <a:xfrm>
              <a:off x="2113704" y="5025809"/>
              <a:ext cx="534654" cy="538181"/>
            </a:xfrm>
            <a:prstGeom prst="rect">
              <a:avLst/>
            </a:prstGeom>
            <a:noFill/>
            <a:ln w="9525">
              <a:noFill/>
              <a:miter lim="800000"/>
              <a:headEnd/>
              <a:tailEnd/>
            </a:ln>
          </p:spPr>
          <p:txBody>
            <a:bodyPr/>
            <a:lstStyle/>
            <a:p>
              <a:pPr>
                <a:defRPr/>
              </a:pPr>
              <a:r>
                <a:rPr lang="en-US" sz="1600" dirty="0"/>
                <a:t>10</a:t>
              </a:r>
            </a:p>
          </p:txBody>
        </p:sp>
        <p:sp>
          <p:nvSpPr>
            <p:cNvPr id="52" name="Text Box 21">
              <a:extLst>
                <a:ext uri="{FF2B5EF4-FFF2-40B4-BE49-F238E27FC236}">
                  <a16:creationId xmlns:a16="http://schemas.microsoft.com/office/drawing/2014/main" id="{EC0D5DB5-AB55-4494-82C6-14002D3A816C}"/>
                </a:ext>
              </a:extLst>
            </p:cNvPr>
            <p:cNvSpPr txBox="1">
              <a:spLocks noChangeArrowheads="1"/>
            </p:cNvSpPr>
            <p:nvPr/>
          </p:nvSpPr>
          <p:spPr bwMode="auto">
            <a:xfrm>
              <a:off x="2624595" y="2958649"/>
              <a:ext cx="647526" cy="504405"/>
            </a:xfrm>
            <a:prstGeom prst="rect">
              <a:avLst/>
            </a:prstGeom>
            <a:noFill/>
            <a:ln w="9525">
              <a:noFill/>
              <a:miter lim="800000"/>
              <a:headEnd/>
              <a:tailEnd/>
            </a:ln>
          </p:spPr>
          <p:txBody>
            <a:bodyPr/>
            <a:lstStyle/>
            <a:p>
              <a:pPr>
                <a:defRPr/>
              </a:pPr>
              <a:r>
                <a:rPr lang="en-US" sz="1600" dirty="0"/>
                <a:t>00</a:t>
              </a:r>
            </a:p>
          </p:txBody>
        </p:sp>
        <p:sp>
          <p:nvSpPr>
            <p:cNvPr id="53" name="Oval 22">
              <a:extLst>
                <a:ext uri="{FF2B5EF4-FFF2-40B4-BE49-F238E27FC236}">
                  <a16:creationId xmlns:a16="http://schemas.microsoft.com/office/drawing/2014/main" id="{822285D3-82F8-4487-B9D8-706916251ADD}"/>
                </a:ext>
              </a:extLst>
            </p:cNvPr>
            <p:cNvSpPr>
              <a:spLocks noChangeArrowheads="1"/>
            </p:cNvSpPr>
            <p:nvPr/>
          </p:nvSpPr>
          <p:spPr bwMode="auto">
            <a:xfrm>
              <a:off x="3969150" y="2611871"/>
              <a:ext cx="786138" cy="788133"/>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54" name="Oval 23">
              <a:extLst>
                <a:ext uri="{FF2B5EF4-FFF2-40B4-BE49-F238E27FC236}">
                  <a16:creationId xmlns:a16="http://schemas.microsoft.com/office/drawing/2014/main" id="{205E848F-FFC0-4EDD-A098-5D03059CDCD9}"/>
                </a:ext>
              </a:extLst>
            </p:cNvPr>
            <p:cNvSpPr>
              <a:spLocks noChangeArrowheads="1"/>
            </p:cNvSpPr>
            <p:nvPr/>
          </p:nvSpPr>
          <p:spPr bwMode="auto">
            <a:xfrm>
              <a:off x="3891922" y="4438086"/>
              <a:ext cx="788119" cy="785882"/>
            </a:xfrm>
            <a:prstGeom prst="ellipse">
              <a:avLst/>
            </a:prstGeom>
            <a:solidFill>
              <a:schemeClr val="accent1">
                <a:lumMod val="60000"/>
                <a:lumOff val="40000"/>
              </a:schemeClr>
            </a:solidFill>
            <a:ln w="19050">
              <a:solidFill>
                <a:srgbClr val="000000"/>
              </a:solidFill>
              <a:round/>
              <a:headEnd/>
              <a:tailEnd/>
            </a:ln>
          </p:spPr>
          <p:txBody>
            <a:bodyPr/>
            <a:lstStyle/>
            <a:p>
              <a:pPr>
                <a:defRPr/>
              </a:pPr>
              <a:endParaRPr lang="en-US" sz="1400" dirty="0"/>
            </a:p>
          </p:txBody>
        </p:sp>
        <p:sp>
          <p:nvSpPr>
            <p:cNvPr id="55" name="Line 24">
              <a:extLst>
                <a:ext uri="{FF2B5EF4-FFF2-40B4-BE49-F238E27FC236}">
                  <a16:creationId xmlns:a16="http://schemas.microsoft.com/office/drawing/2014/main" id="{18B0C233-BB9E-419B-900C-18FF1661A34C}"/>
                </a:ext>
              </a:extLst>
            </p:cNvPr>
            <p:cNvSpPr>
              <a:spLocks noChangeShapeType="1"/>
            </p:cNvSpPr>
            <p:nvPr/>
          </p:nvSpPr>
          <p:spPr bwMode="auto">
            <a:xfrm flipH="1" flipV="1">
              <a:off x="3179050" y="4201647"/>
              <a:ext cx="742575" cy="497649"/>
            </a:xfrm>
            <a:prstGeom prst="line">
              <a:avLst/>
            </a:prstGeom>
            <a:noFill/>
            <a:ln w="25400">
              <a:solidFill>
                <a:schemeClr val="tx1"/>
              </a:solidFill>
              <a:round/>
              <a:headEnd/>
              <a:tailEnd type="triangle" w="lg" len="lg"/>
            </a:ln>
          </p:spPr>
          <p:txBody>
            <a:bodyPr/>
            <a:lstStyle/>
            <a:p>
              <a:pPr eaLnBrk="1" hangingPunct="1">
                <a:defRPr/>
              </a:pPr>
              <a:endParaRPr lang="en-US" sz="1400" dirty="0"/>
            </a:p>
          </p:txBody>
        </p:sp>
        <p:sp>
          <p:nvSpPr>
            <p:cNvPr id="56" name="Line 25">
              <a:extLst>
                <a:ext uri="{FF2B5EF4-FFF2-40B4-BE49-F238E27FC236}">
                  <a16:creationId xmlns:a16="http://schemas.microsoft.com/office/drawing/2014/main" id="{9F812625-9C1E-411C-AE84-E062FF90784F}"/>
                </a:ext>
              </a:extLst>
            </p:cNvPr>
            <p:cNvSpPr>
              <a:spLocks noChangeShapeType="1"/>
            </p:cNvSpPr>
            <p:nvPr/>
          </p:nvSpPr>
          <p:spPr bwMode="auto">
            <a:xfrm>
              <a:off x="4323605" y="3379736"/>
              <a:ext cx="0" cy="1076364"/>
            </a:xfrm>
            <a:prstGeom prst="line">
              <a:avLst/>
            </a:prstGeom>
            <a:noFill/>
            <a:ln w="25400">
              <a:solidFill>
                <a:schemeClr val="tx1"/>
              </a:solidFill>
              <a:round/>
              <a:headEnd/>
              <a:tailEnd type="triangle" w="lg" len="lg"/>
            </a:ln>
          </p:spPr>
          <p:txBody>
            <a:bodyPr/>
            <a:lstStyle/>
            <a:p>
              <a:pPr eaLnBrk="1" hangingPunct="1">
                <a:defRPr/>
              </a:pPr>
              <a:endParaRPr lang="en-US" sz="1400" dirty="0"/>
            </a:p>
          </p:txBody>
        </p:sp>
        <p:sp>
          <p:nvSpPr>
            <p:cNvPr id="57" name="Text Box 26">
              <a:extLst>
                <a:ext uri="{FF2B5EF4-FFF2-40B4-BE49-F238E27FC236}">
                  <a16:creationId xmlns:a16="http://schemas.microsoft.com/office/drawing/2014/main" id="{DF0CBB21-579C-4481-A12B-1582D7831E3D}"/>
                </a:ext>
              </a:extLst>
            </p:cNvPr>
            <p:cNvSpPr txBox="1">
              <a:spLocks noChangeArrowheads="1"/>
            </p:cNvSpPr>
            <p:nvPr/>
          </p:nvSpPr>
          <p:spPr bwMode="auto">
            <a:xfrm>
              <a:off x="5032516" y="4980772"/>
              <a:ext cx="497030" cy="499901"/>
            </a:xfrm>
            <a:prstGeom prst="rect">
              <a:avLst/>
            </a:prstGeom>
            <a:noFill/>
            <a:ln w="9525">
              <a:noFill/>
              <a:miter lim="800000"/>
              <a:headEnd/>
              <a:tailEnd/>
            </a:ln>
          </p:spPr>
          <p:txBody>
            <a:bodyPr/>
            <a:lstStyle/>
            <a:p>
              <a:pPr>
                <a:defRPr/>
              </a:pPr>
              <a:r>
                <a:rPr lang="en-US" sz="1600" dirty="0"/>
                <a:t>11</a:t>
              </a:r>
            </a:p>
          </p:txBody>
        </p:sp>
        <p:sp>
          <p:nvSpPr>
            <p:cNvPr id="58" name="Text Box 27">
              <a:extLst>
                <a:ext uri="{FF2B5EF4-FFF2-40B4-BE49-F238E27FC236}">
                  <a16:creationId xmlns:a16="http://schemas.microsoft.com/office/drawing/2014/main" id="{5EE25904-8E1E-4F61-8D66-D8A90EAE21F8}"/>
                </a:ext>
              </a:extLst>
            </p:cNvPr>
            <p:cNvSpPr txBox="1">
              <a:spLocks noChangeArrowheads="1"/>
            </p:cNvSpPr>
            <p:nvPr/>
          </p:nvSpPr>
          <p:spPr bwMode="auto">
            <a:xfrm>
              <a:off x="3236477" y="4985276"/>
              <a:ext cx="447525" cy="322008"/>
            </a:xfrm>
            <a:prstGeom prst="rect">
              <a:avLst/>
            </a:prstGeom>
            <a:noFill/>
            <a:ln w="9525">
              <a:noFill/>
              <a:miter lim="800000"/>
              <a:headEnd/>
              <a:tailEnd/>
            </a:ln>
          </p:spPr>
          <p:txBody>
            <a:bodyPr/>
            <a:lstStyle/>
            <a:p>
              <a:pPr>
                <a:defRPr/>
              </a:pPr>
              <a:r>
                <a:rPr lang="en-US" sz="1600" dirty="0"/>
                <a:t>01</a:t>
              </a:r>
            </a:p>
          </p:txBody>
        </p:sp>
        <p:sp>
          <p:nvSpPr>
            <p:cNvPr id="59" name="Text Box 28">
              <a:extLst>
                <a:ext uri="{FF2B5EF4-FFF2-40B4-BE49-F238E27FC236}">
                  <a16:creationId xmlns:a16="http://schemas.microsoft.com/office/drawing/2014/main" id="{B1D47531-83ED-40FB-984A-B5AF943003C2}"/>
                </a:ext>
              </a:extLst>
            </p:cNvPr>
            <p:cNvSpPr txBox="1">
              <a:spLocks noChangeArrowheads="1"/>
            </p:cNvSpPr>
            <p:nvPr/>
          </p:nvSpPr>
          <p:spPr bwMode="auto">
            <a:xfrm>
              <a:off x="4291922" y="3667968"/>
              <a:ext cx="495050" cy="499901"/>
            </a:xfrm>
            <a:prstGeom prst="rect">
              <a:avLst/>
            </a:prstGeom>
            <a:noFill/>
            <a:ln w="9525">
              <a:noFill/>
              <a:miter lim="800000"/>
              <a:headEnd/>
              <a:tailEnd/>
            </a:ln>
          </p:spPr>
          <p:txBody>
            <a:bodyPr/>
            <a:lstStyle/>
            <a:p>
              <a:pPr>
                <a:defRPr/>
              </a:pPr>
              <a:r>
                <a:rPr lang="en-US" sz="1600" dirty="0"/>
                <a:t>11</a:t>
              </a:r>
            </a:p>
          </p:txBody>
        </p:sp>
        <p:sp>
          <p:nvSpPr>
            <p:cNvPr id="60" name="Text Box 29">
              <a:extLst>
                <a:ext uri="{FF2B5EF4-FFF2-40B4-BE49-F238E27FC236}">
                  <a16:creationId xmlns:a16="http://schemas.microsoft.com/office/drawing/2014/main" id="{E2F63A6E-4191-45BA-A15B-DEC4D054A941}"/>
                </a:ext>
              </a:extLst>
            </p:cNvPr>
            <p:cNvSpPr txBox="1">
              <a:spLocks noChangeArrowheads="1"/>
            </p:cNvSpPr>
            <p:nvPr/>
          </p:nvSpPr>
          <p:spPr bwMode="auto">
            <a:xfrm>
              <a:off x="1781030" y="4194891"/>
              <a:ext cx="566337" cy="376053"/>
            </a:xfrm>
            <a:prstGeom prst="rect">
              <a:avLst/>
            </a:prstGeom>
            <a:noFill/>
            <a:ln w="9525">
              <a:noFill/>
              <a:miter lim="800000"/>
              <a:headEnd/>
              <a:tailEnd/>
            </a:ln>
          </p:spPr>
          <p:txBody>
            <a:bodyPr/>
            <a:lstStyle/>
            <a:p>
              <a:pPr>
                <a:defRPr/>
              </a:pPr>
              <a:r>
                <a:rPr lang="en-US" sz="1600" dirty="0"/>
                <a:t>00</a:t>
              </a:r>
            </a:p>
          </p:txBody>
        </p:sp>
        <p:sp>
          <p:nvSpPr>
            <p:cNvPr id="61" name="Text Box 30">
              <a:extLst>
                <a:ext uri="{FF2B5EF4-FFF2-40B4-BE49-F238E27FC236}">
                  <a16:creationId xmlns:a16="http://schemas.microsoft.com/office/drawing/2014/main" id="{221F17A4-BAA1-476B-89A9-33B1E7A6630F}"/>
                </a:ext>
              </a:extLst>
            </p:cNvPr>
            <p:cNvSpPr txBox="1">
              <a:spLocks noChangeArrowheads="1"/>
            </p:cNvSpPr>
            <p:nvPr/>
          </p:nvSpPr>
          <p:spPr bwMode="auto">
            <a:xfrm>
              <a:off x="3474101" y="4161114"/>
              <a:ext cx="566337" cy="373800"/>
            </a:xfrm>
            <a:prstGeom prst="rect">
              <a:avLst/>
            </a:prstGeom>
            <a:noFill/>
            <a:ln w="9525">
              <a:noFill/>
              <a:miter lim="800000"/>
              <a:headEnd/>
              <a:tailEnd/>
            </a:ln>
          </p:spPr>
          <p:txBody>
            <a:bodyPr/>
            <a:lstStyle/>
            <a:p>
              <a:pPr>
                <a:defRPr/>
              </a:pPr>
              <a:r>
                <a:rPr lang="en-US" sz="1600" dirty="0"/>
                <a:t>00</a:t>
              </a:r>
            </a:p>
          </p:txBody>
        </p:sp>
        <p:sp>
          <p:nvSpPr>
            <p:cNvPr id="62" name="Text Box 31">
              <a:extLst>
                <a:ext uri="{FF2B5EF4-FFF2-40B4-BE49-F238E27FC236}">
                  <a16:creationId xmlns:a16="http://schemas.microsoft.com/office/drawing/2014/main" id="{47563761-6702-44F9-82C6-F3545EED8A6A}"/>
                </a:ext>
              </a:extLst>
            </p:cNvPr>
            <p:cNvSpPr txBox="1">
              <a:spLocks noChangeArrowheads="1"/>
            </p:cNvSpPr>
            <p:nvPr/>
          </p:nvSpPr>
          <p:spPr bwMode="auto">
            <a:xfrm>
              <a:off x="5012714" y="2620878"/>
              <a:ext cx="566337" cy="385058"/>
            </a:xfrm>
            <a:prstGeom prst="rect">
              <a:avLst/>
            </a:prstGeom>
            <a:noFill/>
            <a:ln w="9525">
              <a:noFill/>
              <a:miter lim="800000"/>
              <a:headEnd/>
              <a:tailEnd/>
            </a:ln>
          </p:spPr>
          <p:txBody>
            <a:bodyPr/>
            <a:lstStyle/>
            <a:p>
              <a:pPr>
                <a:defRPr/>
              </a:pPr>
              <a:r>
                <a:rPr lang="en-US" sz="1600" dirty="0"/>
                <a:t>00</a:t>
              </a:r>
            </a:p>
          </p:txBody>
        </p:sp>
        <p:sp>
          <p:nvSpPr>
            <p:cNvPr id="63" name="Text Box 32">
              <a:extLst>
                <a:ext uri="{FF2B5EF4-FFF2-40B4-BE49-F238E27FC236}">
                  <a16:creationId xmlns:a16="http://schemas.microsoft.com/office/drawing/2014/main" id="{72BB5F58-D577-413E-9B7A-03B72474B2A1}"/>
                </a:ext>
              </a:extLst>
            </p:cNvPr>
            <p:cNvSpPr txBox="1">
              <a:spLocks noChangeArrowheads="1"/>
            </p:cNvSpPr>
            <p:nvPr/>
          </p:nvSpPr>
          <p:spPr bwMode="auto">
            <a:xfrm>
              <a:off x="3392912" y="3172570"/>
              <a:ext cx="532674" cy="538183"/>
            </a:xfrm>
            <a:prstGeom prst="rect">
              <a:avLst/>
            </a:prstGeom>
            <a:noFill/>
            <a:ln w="9525">
              <a:noFill/>
              <a:miter lim="800000"/>
              <a:headEnd/>
              <a:tailEnd/>
            </a:ln>
          </p:spPr>
          <p:txBody>
            <a:bodyPr/>
            <a:lstStyle/>
            <a:p>
              <a:pPr>
                <a:defRPr/>
              </a:pPr>
              <a:r>
                <a:rPr lang="en-US" sz="1600" dirty="0"/>
                <a:t>10</a:t>
              </a:r>
            </a:p>
          </p:txBody>
        </p:sp>
        <p:sp>
          <p:nvSpPr>
            <p:cNvPr id="64" name="Arc 41">
              <a:extLst>
                <a:ext uri="{FF2B5EF4-FFF2-40B4-BE49-F238E27FC236}">
                  <a16:creationId xmlns:a16="http://schemas.microsoft.com/office/drawing/2014/main" id="{5AF02EF4-0545-44AE-96DF-921D977F49F9}"/>
                </a:ext>
              </a:extLst>
            </p:cNvPr>
            <p:cNvSpPr>
              <a:spLocks/>
            </p:cNvSpPr>
            <p:nvPr/>
          </p:nvSpPr>
          <p:spPr bwMode="auto">
            <a:xfrm rot="21537389" flipV="1">
              <a:off x="1000832" y="2258336"/>
              <a:ext cx="615842" cy="450362"/>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5" name="Arc 42">
              <a:extLst>
                <a:ext uri="{FF2B5EF4-FFF2-40B4-BE49-F238E27FC236}">
                  <a16:creationId xmlns:a16="http://schemas.microsoft.com/office/drawing/2014/main" id="{BE9FB7BB-6BD4-4AD9-B6C2-99887DA916C7}"/>
                </a:ext>
              </a:extLst>
            </p:cNvPr>
            <p:cNvSpPr>
              <a:spLocks/>
            </p:cNvSpPr>
            <p:nvPr/>
          </p:nvSpPr>
          <p:spPr bwMode="auto">
            <a:xfrm rot="21537389" flipV="1">
              <a:off x="2537466" y="3307679"/>
              <a:ext cx="615842" cy="445858"/>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6" name="Arc 43">
              <a:extLst>
                <a:ext uri="{FF2B5EF4-FFF2-40B4-BE49-F238E27FC236}">
                  <a16:creationId xmlns:a16="http://schemas.microsoft.com/office/drawing/2014/main" id="{72597A52-6C09-4C10-A512-B6A534F72564}"/>
                </a:ext>
              </a:extLst>
            </p:cNvPr>
            <p:cNvSpPr>
              <a:spLocks/>
            </p:cNvSpPr>
            <p:nvPr/>
          </p:nvSpPr>
          <p:spPr bwMode="auto">
            <a:xfrm rot="21537389" flipV="1">
              <a:off x="4076081" y="2244825"/>
              <a:ext cx="613862" cy="450362"/>
            </a:xfrm>
            <a:custGeom>
              <a:avLst/>
              <a:gdLst>
                <a:gd name="T0" fmla="*/ 0 w 43200"/>
                <a:gd name="T1" fmla="*/ 0 h 35780"/>
                <a:gd name="T2" fmla="*/ 0 w 43200"/>
                <a:gd name="T3" fmla="*/ 0 h 35780"/>
                <a:gd name="T4" fmla="*/ 0 w 43200"/>
                <a:gd name="T5" fmla="*/ 0 h 35780"/>
                <a:gd name="T6" fmla="*/ 0 60000 65536"/>
                <a:gd name="T7" fmla="*/ 0 60000 65536"/>
                <a:gd name="T8" fmla="*/ 0 60000 65536"/>
                <a:gd name="T9" fmla="*/ 0 w 43200"/>
                <a:gd name="T10" fmla="*/ 0 h 35780"/>
                <a:gd name="T11" fmla="*/ 43200 w 43200"/>
                <a:gd name="T12" fmla="*/ 35780 h 35780"/>
              </a:gdLst>
              <a:ahLst/>
              <a:cxnLst>
                <a:cxn ang="T6">
                  <a:pos x="T0" y="T1"/>
                </a:cxn>
                <a:cxn ang="T7">
                  <a:pos x="T2" y="T3"/>
                </a:cxn>
                <a:cxn ang="T8">
                  <a:pos x="T4" y="T5"/>
                </a:cxn>
              </a:cxnLst>
              <a:rect l="T9" t="T10" r="T11" b="T12"/>
              <a:pathLst>
                <a:path w="43200" h="35780" fill="none"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path>
                <a:path w="43200" h="35780" stroke="0" extrusionOk="0">
                  <a:moveTo>
                    <a:pt x="37893" y="0"/>
                  </a:moveTo>
                  <a:cubicBezTo>
                    <a:pt x="41315" y="3931"/>
                    <a:pt x="43200" y="8967"/>
                    <a:pt x="43200" y="14180"/>
                  </a:cubicBezTo>
                  <a:cubicBezTo>
                    <a:pt x="43200" y="26109"/>
                    <a:pt x="33529" y="35780"/>
                    <a:pt x="21600" y="35780"/>
                  </a:cubicBezTo>
                  <a:cubicBezTo>
                    <a:pt x="9670" y="35780"/>
                    <a:pt x="0" y="26109"/>
                    <a:pt x="0" y="14180"/>
                  </a:cubicBezTo>
                  <a:cubicBezTo>
                    <a:pt x="-1" y="9856"/>
                    <a:pt x="1297" y="5632"/>
                    <a:pt x="3724" y="2055"/>
                  </a:cubicBezTo>
                  <a:lnTo>
                    <a:pt x="21600" y="141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7" name="Arc 44">
              <a:extLst>
                <a:ext uri="{FF2B5EF4-FFF2-40B4-BE49-F238E27FC236}">
                  <a16:creationId xmlns:a16="http://schemas.microsoft.com/office/drawing/2014/main" id="{2D46F413-D7E3-40B3-B070-C722E45C4538}"/>
                </a:ext>
              </a:extLst>
            </p:cNvPr>
            <p:cNvSpPr>
              <a:spLocks/>
            </p:cNvSpPr>
            <p:nvPr/>
          </p:nvSpPr>
          <p:spPr bwMode="auto">
            <a:xfrm rot="5557787" flipV="1">
              <a:off x="4572980" y="2912893"/>
              <a:ext cx="626003" cy="514852"/>
            </a:xfrm>
            <a:custGeom>
              <a:avLst/>
              <a:gdLst>
                <a:gd name="T0" fmla="*/ 0 w 43200"/>
                <a:gd name="T1" fmla="*/ 0 h 41180"/>
                <a:gd name="T2" fmla="*/ 0 w 43200"/>
                <a:gd name="T3" fmla="*/ 0 h 41180"/>
                <a:gd name="T4" fmla="*/ 0 w 43200"/>
                <a:gd name="T5" fmla="*/ 0 h 41180"/>
                <a:gd name="T6" fmla="*/ 0 60000 65536"/>
                <a:gd name="T7" fmla="*/ 0 60000 65536"/>
                <a:gd name="T8" fmla="*/ 0 60000 65536"/>
                <a:gd name="T9" fmla="*/ 0 w 43200"/>
                <a:gd name="T10" fmla="*/ 0 h 41180"/>
                <a:gd name="T11" fmla="*/ 43200 w 43200"/>
                <a:gd name="T12" fmla="*/ 41180 h 41180"/>
              </a:gdLst>
              <a:ahLst/>
              <a:cxnLst>
                <a:cxn ang="T6">
                  <a:pos x="T0" y="T1"/>
                </a:cxn>
                <a:cxn ang="T7">
                  <a:pos x="T2" y="T3"/>
                </a:cxn>
                <a:cxn ang="T8">
                  <a:pos x="T4" y="T5"/>
                </a:cxn>
              </a:cxnLst>
              <a:rect l="T9" t="T10" r="T11" b="T12"/>
              <a:pathLst>
                <a:path w="43200" h="41180" fill="none"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path>
                <a:path w="43200" h="41180" stroke="0"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lnTo>
                    <a:pt x="21600" y="195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8" name="Arc 45">
              <a:extLst>
                <a:ext uri="{FF2B5EF4-FFF2-40B4-BE49-F238E27FC236}">
                  <a16:creationId xmlns:a16="http://schemas.microsoft.com/office/drawing/2014/main" id="{50CA6BF6-B539-4F06-A4D2-24804F80F833}"/>
                </a:ext>
              </a:extLst>
            </p:cNvPr>
            <p:cNvSpPr>
              <a:spLocks/>
            </p:cNvSpPr>
            <p:nvPr/>
          </p:nvSpPr>
          <p:spPr bwMode="auto">
            <a:xfrm rot="5557787" flipV="1">
              <a:off x="4526854" y="4753746"/>
              <a:ext cx="619246" cy="514852"/>
            </a:xfrm>
            <a:custGeom>
              <a:avLst/>
              <a:gdLst>
                <a:gd name="T0" fmla="*/ 0 w 43200"/>
                <a:gd name="T1" fmla="*/ 0 h 41180"/>
                <a:gd name="T2" fmla="*/ 0 w 43200"/>
                <a:gd name="T3" fmla="*/ 0 h 41180"/>
                <a:gd name="T4" fmla="*/ 0 w 43200"/>
                <a:gd name="T5" fmla="*/ 0 h 41180"/>
                <a:gd name="T6" fmla="*/ 0 60000 65536"/>
                <a:gd name="T7" fmla="*/ 0 60000 65536"/>
                <a:gd name="T8" fmla="*/ 0 60000 65536"/>
                <a:gd name="T9" fmla="*/ 0 w 43200"/>
                <a:gd name="T10" fmla="*/ 0 h 41180"/>
                <a:gd name="T11" fmla="*/ 43200 w 43200"/>
                <a:gd name="T12" fmla="*/ 41180 h 41180"/>
              </a:gdLst>
              <a:ahLst/>
              <a:cxnLst>
                <a:cxn ang="T6">
                  <a:pos x="T0" y="T1"/>
                </a:cxn>
                <a:cxn ang="T7">
                  <a:pos x="T2" y="T3"/>
                </a:cxn>
                <a:cxn ang="T8">
                  <a:pos x="T4" y="T5"/>
                </a:cxn>
              </a:cxnLst>
              <a:rect l="T9" t="T10" r="T11" b="T12"/>
              <a:pathLst>
                <a:path w="43200" h="41180" fill="none"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path>
                <a:path w="43200" h="41180" stroke="0" extrusionOk="0">
                  <a:moveTo>
                    <a:pt x="30720" y="0"/>
                  </a:moveTo>
                  <a:cubicBezTo>
                    <a:pt x="38333" y="3546"/>
                    <a:pt x="43200" y="11182"/>
                    <a:pt x="43200" y="19580"/>
                  </a:cubicBezTo>
                  <a:cubicBezTo>
                    <a:pt x="43200" y="31509"/>
                    <a:pt x="33529" y="41180"/>
                    <a:pt x="21600" y="41180"/>
                  </a:cubicBezTo>
                  <a:cubicBezTo>
                    <a:pt x="9670" y="41180"/>
                    <a:pt x="0" y="31509"/>
                    <a:pt x="0" y="19580"/>
                  </a:cubicBezTo>
                  <a:cubicBezTo>
                    <a:pt x="-1" y="15256"/>
                    <a:pt x="1297" y="11032"/>
                    <a:pt x="3724" y="7455"/>
                  </a:cubicBezTo>
                  <a:lnTo>
                    <a:pt x="21600" y="19580"/>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9" name="Arc 46">
              <a:extLst>
                <a:ext uri="{FF2B5EF4-FFF2-40B4-BE49-F238E27FC236}">
                  <a16:creationId xmlns:a16="http://schemas.microsoft.com/office/drawing/2014/main" id="{A296FE97-B584-4537-A784-7AB3690BF5B5}"/>
                </a:ext>
              </a:extLst>
            </p:cNvPr>
            <p:cNvSpPr>
              <a:spLocks/>
            </p:cNvSpPr>
            <p:nvPr/>
          </p:nvSpPr>
          <p:spPr bwMode="auto">
            <a:xfrm rot="13402608" flipV="1">
              <a:off x="3567169" y="4937987"/>
              <a:ext cx="613862" cy="459369"/>
            </a:xfrm>
            <a:custGeom>
              <a:avLst/>
              <a:gdLst>
                <a:gd name="T0" fmla="*/ 0 w 43200"/>
                <a:gd name="T1" fmla="*/ 0 h 36482"/>
                <a:gd name="T2" fmla="*/ 0 w 43200"/>
                <a:gd name="T3" fmla="*/ 0 h 36482"/>
                <a:gd name="T4" fmla="*/ 0 w 43200"/>
                <a:gd name="T5" fmla="*/ 0 h 36482"/>
                <a:gd name="T6" fmla="*/ 0 60000 65536"/>
                <a:gd name="T7" fmla="*/ 0 60000 65536"/>
                <a:gd name="T8" fmla="*/ 0 60000 65536"/>
                <a:gd name="T9" fmla="*/ 0 w 43200"/>
                <a:gd name="T10" fmla="*/ 0 h 36482"/>
                <a:gd name="T11" fmla="*/ 43200 w 43200"/>
                <a:gd name="T12" fmla="*/ 36482 h 36482"/>
              </a:gdLst>
              <a:ahLst/>
              <a:cxnLst>
                <a:cxn ang="T6">
                  <a:pos x="T0" y="T1"/>
                </a:cxn>
                <a:cxn ang="T7">
                  <a:pos x="T2" y="T3"/>
                </a:cxn>
                <a:cxn ang="T8">
                  <a:pos x="T4" y="T5"/>
                </a:cxn>
              </a:cxnLst>
              <a:rect l="T9" t="T10" r="T11" b="T12"/>
              <a:pathLst>
                <a:path w="43200" h="36482" fill="none" extrusionOk="0">
                  <a:moveTo>
                    <a:pt x="37255" y="0"/>
                  </a:moveTo>
                  <a:cubicBezTo>
                    <a:pt x="41071" y="4015"/>
                    <a:pt x="43200" y="9342"/>
                    <a:pt x="43200" y="14882"/>
                  </a:cubicBezTo>
                  <a:cubicBezTo>
                    <a:pt x="43200" y="26811"/>
                    <a:pt x="33529" y="36482"/>
                    <a:pt x="21600" y="36482"/>
                  </a:cubicBezTo>
                  <a:cubicBezTo>
                    <a:pt x="9670" y="36482"/>
                    <a:pt x="0" y="26811"/>
                    <a:pt x="0" y="14882"/>
                  </a:cubicBezTo>
                  <a:cubicBezTo>
                    <a:pt x="-1" y="10558"/>
                    <a:pt x="1297" y="6334"/>
                    <a:pt x="3724" y="2757"/>
                  </a:cubicBezTo>
                </a:path>
                <a:path w="43200" h="36482" stroke="0" extrusionOk="0">
                  <a:moveTo>
                    <a:pt x="37255" y="0"/>
                  </a:moveTo>
                  <a:cubicBezTo>
                    <a:pt x="41071" y="4015"/>
                    <a:pt x="43200" y="9342"/>
                    <a:pt x="43200" y="14882"/>
                  </a:cubicBezTo>
                  <a:cubicBezTo>
                    <a:pt x="43200" y="26811"/>
                    <a:pt x="33529" y="36482"/>
                    <a:pt x="21600" y="36482"/>
                  </a:cubicBezTo>
                  <a:cubicBezTo>
                    <a:pt x="9670" y="36482"/>
                    <a:pt x="0" y="26811"/>
                    <a:pt x="0" y="14882"/>
                  </a:cubicBezTo>
                  <a:cubicBezTo>
                    <a:pt x="-1" y="10558"/>
                    <a:pt x="1297" y="6334"/>
                    <a:pt x="3724" y="2757"/>
                  </a:cubicBezTo>
                  <a:lnTo>
                    <a:pt x="21600" y="14882"/>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70" name="Arc 51">
              <a:extLst>
                <a:ext uri="{FF2B5EF4-FFF2-40B4-BE49-F238E27FC236}">
                  <a16:creationId xmlns:a16="http://schemas.microsoft.com/office/drawing/2014/main" id="{B306BA6E-DB32-4E14-A6A7-2B338F2CE140}"/>
                </a:ext>
              </a:extLst>
            </p:cNvPr>
            <p:cNvSpPr>
              <a:spLocks/>
            </p:cNvSpPr>
            <p:nvPr/>
          </p:nvSpPr>
          <p:spPr bwMode="auto">
            <a:xfrm rot="6014165" flipV="1">
              <a:off x="1597732" y="4837742"/>
              <a:ext cx="626003" cy="524752"/>
            </a:xfrm>
            <a:custGeom>
              <a:avLst/>
              <a:gdLst>
                <a:gd name="T0" fmla="*/ 0 w 43200"/>
                <a:gd name="T1" fmla="*/ 0 h 42007"/>
                <a:gd name="T2" fmla="*/ 0 w 43200"/>
                <a:gd name="T3" fmla="*/ 0 h 42007"/>
                <a:gd name="T4" fmla="*/ 0 w 43200"/>
                <a:gd name="T5" fmla="*/ 0 h 42007"/>
                <a:gd name="T6" fmla="*/ 0 60000 65536"/>
                <a:gd name="T7" fmla="*/ 0 60000 65536"/>
                <a:gd name="T8" fmla="*/ 0 60000 65536"/>
                <a:gd name="T9" fmla="*/ 0 w 43200"/>
                <a:gd name="T10" fmla="*/ 0 h 42007"/>
                <a:gd name="T11" fmla="*/ 43200 w 43200"/>
                <a:gd name="T12" fmla="*/ 42007 h 42007"/>
              </a:gdLst>
              <a:ahLst/>
              <a:cxnLst>
                <a:cxn ang="T6">
                  <a:pos x="T0" y="T1"/>
                </a:cxn>
                <a:cxn ang="T7">
                  <a:pos x="T2" y="T3"/>
                </a:cxn>
                <a:cxn ang="T8">
                  <a:pos x="T4" y="T5"/>
                </a:cxn>
              </a:cxnLst>
              <a:rect l="T9" t="T10" r="T11" b="T12"/>
              <a:pathLst>
                <a:path w="43200" h="42007" fill="none" extrusionOk="0">
                  <a:moveTo>
                    <a:pt x="28679" y="0"/>
                  </a:moveTo>
                  <a:cubicBezTo>
                    <a:pt x="37372" y="3015"/>
                    <a:pt x="43200" y="11206"/>
                    <a:pt x="43200" y="20407"/>
                  </a:cubicBezTo>
                  <a:cubicBezTo>
                    <a:pt x="43200" y="32336"/>
                    <a:pt x="33529" y="42007"/>
                    <a:pt x="21600" y="42007"/>
                  </a:cubicBezTo>
                  <a:cubicBezTo>
                    <a:pt x="9670" y="42007"/>
                    <a:pt x="0" y="32336"/>
                    <a:pt x="0" y="20407"/>
                  </a:cubicBezTo>
                  <a:cubicBezTo>
                    <a:pt x="-1" y="16083"/>
                    <a:pt x="1297" y="11859"/>
                    <a:pt x="3724" y="8282"/>
                  </a:cubicBezTo>
                </a:path>
                <a:path w="43200" h="42007" stroke="0" extrusionOk="0">
                  <a:moveTo>
                    <a:pt x="28679" y="0"/>
                  </a:moveTo>
                  <a:cubicBezTo>
                    <a:pt x="37372" y="3015"/>
                    <a:pt x="43200" y="11206"/>
                    <a:pt x="43200" y="20407"/>
                  </a:cubicBezTo>
                  <a:cubicBezTo>
                    <a:pt x="43200" y="32336"/>
                    <a:pt x="33529" y="42007"/>
                    <a:pt x="21600" y="42007"/>
                  </a:cubicBezTo>
                  <a:cubicBezTo>
                    <a:pt x="9670" y="42007"/>
                    <a:pt x="0" y="32336"/>
                    <a:pt x="0" y="20407"/>
                  </a:cubicBezTo>
                  <a:cubicBezTo>
                    <a:pt x="-1" y="16083"/>
                    <a:pt x="1297" y="11859"/>
                    <a:pt x="3724" y="8282"/>
                  </a:cubicBezTo>
                  <a:lnTo>
                    <a:pt x="21600" y="20407"/>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71" name="Arc 52">
              <a:extLst>
                <a:ext uri="{FF2B5EF4-FFF2-40B4-BE49-F238E27FC236}">
                  <a16:creationId xmlns:a16="http://schemas.microsoft.com/office/drawing/2014/main" id="{858AB3D6-FE34-424A-8E1B-EA8A0CFCC517}"/>
                </a:ext>
              </a:extLst>
            </p:cNvPr>
            <p:cNvSpPr>
              <a:spLocks/>
            </p:cNvSpPr>
            <p:nvPr/>
          </p:nvSpPr>
          <p:spPr bwMode="auto">
            <a:xfrm rot="13402608" flipV="1">
              <a:off x="680040" y="4919973"/>
              <a:ext cx="613862" cy="486390"/>
            </a:xfrm>
            <a:custGeom>
              <a:avLst/>
              <a:gdLst>
                <a:gd name="T0" fmla="*/ 0 w 43200"/>
                <a:gd name="T1" fmla="*/ 0 h 38454"/>
                <a:gd name="T2" fmla="*/ 0 w 43200"/>
                <a:gd name="T3" fmla="*/ 0 h 38454"/>
                <a:gd name="T4" fmla="*/ 0 w 43200"/>
                <a:gd name="T5" fmla="*/ 0 h 38454"/>
                <a:gd name="T6" fmla="*/ 0 60000 65536"/>
                <a:gd name="T7" fmla="*/ 0 60000 65536"/>
                <a:gd name="T8" fmla="*/ 0 60000 65536"/>
                <a:gd name="T9" fmla="*/ 0 w 43200"/>
                <a:gd name="T10" fmla="*/ 0 h 38454"/>
                <a:gd name="T11" fmla="*/ 43200 w 43200"/>
                <a:gd name="T12" fmla="*/ 38454 h 38454"/>
              </a:gdLst>
              <a:ahLst/>
              <a:cxnLst>
                <a:cxn ang="T6">
                  <a:pos x="T0" y="T1"/>
                </a:cxn>
                <a:cxn ang="T7">
                  <a:pos x="T2" y="T3"/>
                </a:cxn>
                <a:cxn ang="T8">
                  <a:pos x="T4" y="T5"/>
                </a:cxn>
              </a:cxnLst>
              <a:rect l="T9" t="T10" r="T11" b="T12"/>
              <a:pathLst>
                <a:path w="43200" h="38454" fill="none" extrusionOk="0">
                  <a:moveTo>
                    <a:pt x="35109" y="-1"/>
                  </a:moveTo>
                  <a:cubicBezTo>
                    <a:pt x="40223" y="4099"/>
                    <a:pt x="43200" y="10299"/>
                    <a:pt x="43200" y="16854"/>
                  </a:cubicBezTo>
                  <a:cubicBezTo>
                    <a:pt x="43200" y="28783"/>
                    <a:pt x="33529" y="38454"/>
                    <a:pt x="21600" y="38454"/>
                  </a:cubicBezTo>
                  <a:cubicBezTo>
                    <a:pt x="9670" y="38454"/>
                    <a:pt x="0" y="28783"/>
                    <a:pt x="0" y="16854"/>
                  </a:cubicBezTo>
                  <a:cubicBezTo>
                    <a:pt x="-1" y="12530"/>
                    <a:pt x="1297" y="8306"/>
                    <a:pt x="3724" y="4729"/>
                  </a:cubicBezTo>
                </a:path>
                <a:path w="43200" h="38454" stroke="0" extrusionOk="0">
                  <a:moveTo>
                    <a:pt x="35109" y="-1"/>
                  </a:moveTo>
                  <a:cubicBezTo>
                    <a:pt x="40223" y="4099"/>
                    <a:pt x="43200" y="10299"/>
                    <a:pt x="43200" y="16854"/>
                  </a:cubicBezTo>
                  <a:cubicBezTo>
                    <a:pt x="43200" y="28783"/>
                    <a:pt x="33529" y="38454"/>
                    <a:pt x="21600" y="38454"/>
                  </a:cubicBezTo>
                  <a:cubicBezTo>
                    <a:pt x="9670" y="38454"/>
                    <a:pt x="0" y="28783"/>
                    <a:pt x="0" y="16854"/>
                  </a:cubicBezTo>
                  <a:cubicBezTo>
                    <a:pt x="-1" y="12530"/>
                    <a:pt x="1297" y="8306"/>
                    <a:pt x="3724" y="4729"/>
                  </a:cubicBezTo>
                  <a:lnTo>
                    <a:pt x="21600" y="16854"/>
                  </a:lnTo>
                  <a:close/>
                </a:path>
              </a:pathLst>
            </a:custGeom>
            <a:noFill/>
            <a:ln w="25400">
              <a:solidFill>
                <a:schemeClr val="tx1"/>
              </a:solidFill>
              <a:round/>
              <a:headEnd type="triangle" w="lg" len="lg"/>
              <a:tailEnd type="none" w="lg" len="lg"/>
            </a:ln>
          </p:spPr>
          <p:txBody>
            <a:bodyPr wrap="none" anchor="ctr"/>
            <a:lstStyle/>
            <a:p>
              <a:pPr eaLnBrk="1" hangingPunct="1">
                <a:defRPr/>
              </a:pPr>
              <a:endParaRPr lang="en-US" sz="1400" dirty="0"/>
            </a:p>
          </p:txBody>
        </p:sp>
        <p:sp>
          <p:nvSpPr>
            <p:cNvPr id="62505" name="TextBox 71">
              <a:extLst>
                <a:ext uri="{FF2B5EF4-FFF2-40B4-BE49-F238E27FC236}">
                  <a16:creationId xmlns:a16="http://schemas.microsoft.com/office/drawing/2014/main" id="{AF35AC60-656A-F4B5-02E7-B462BF5E5FC7}"/>
                </a:ext>
              </a:extLst>
            </p:cNvPr>
            <p:cNvSpPr txBox="1">
              <a:spLocks noChangeArrowheads="1"/>
            </p:cNvSpPr>
            <p:nvPr/>
          </p:nvSpPr>
          <p:spPr bwMode="auto">
            <a:xfrm>
              <a:off x="966850" y="2795649"/>
              <a:ext cx="685800" cy="43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S1/1</a:t>
              </a:r>
              <a:endParaRPr lang="en-GB" altLang="en-US" sz="1400"/>
            </a:p>
          </p:txBody>
        </p:sp>
        <p:sp>
          <p:nvSpPr>
            <p:cNvPr id="62506" name="TextBox 72">
              <a:extLst>
                <a:ext uri="{FF2B5EF4-FFF2-40B4-BE49-F238E27FC236}">
                  <a16:creationId xmlns:a16="http://schemas.microsoft.com/office/drawing/2014/main" id="{D30AB41C-841A-F0BA-4642-7970B2FB68AB}"/>
                </a:ext>
              </a:extLst>
            </p:cNvPr>
            <p:cNvSpPr txBox="1">
              <a:spLocks noChangeArrowheads="1"/>
            </p:cNvSpPr>
            <p:nvPr/>
          </p:nvSpPr>
          <p:spPr bwMode="auto">
            <a:xfrm>
              <a:off x="2514601" y="3886200"/>
              <a:ext cx="685800" cy="43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S0/0</a:t>
              </a:r>
              <a:endParaRPr lang="en-GB" altLang="en-US" sz="1400"/>
            </a:p>
          </p:txBody>
        </p:sp>
        <p:sp>
          <p:nvSpPr>
            <p:cNvPr id="62507" name="TextBox 73">
              <a:extLst>
                <a:ext uri="{FF2B5EF4-FFF2-40B4-BE49-F238E27FC236}">
                  <a16:creationId xmlns:a16="http://schemas.microsoft.com/office/drawing/2014/main" id="{75AC11A2-9C85-CCCA-46CB-3EDB803BF6AF}"/>
                </a:ext>
              </a:extLst>
            </p:cNvPr>
            <p:cNvSpPr txBox="1">
              <a:spLocks noChangeArrowheads="1"/>
            </p:cNvSpPr>
            <p:nvPr/>
          </p:nvSpPr>
          <p:spPr bwMode="auto">
            <a:xfrm>
              <a:off x="4038600" y="2802574"/>
              <a:ext cx="685800" cy="43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S3/1</a:t>
              </a:r>
              <a:endParaRPr lang="en-GB" altLang="en-US" sz="1400"/>
            </a:p>
          </p:txBody>
        </p:sp>
        <p:sp>
          <p:nvSpPr>
            <p:cNvPr id="62508" name="TextBox 74">
              <a:extLst>
                <a:ext uri="{FF2B5EF4-FFF2-40B4-BE49-F238E27FC236}">
                  <a16:creationId xmlns:a16="http://schemas.microsoft.com/office/drawing/2014/main" id="{ADC13B80-BB8E-C619-9C07-9F68BA70BE07}"/>
                </a:ext>
              </a:extLst>
            </p:cNvPr>
            <p:cNvSpPr txBox="1">
              <a:spLocks noChangeArrowheads="1"/>
            </p:cNvSpPr>
            <p:nvPr/>
          </p:nvSpPr>
          <p:spPr bwMode="auto">
            <a:xfrm>
              <a:off x="3962399" y="4648199"/>
              <a:ext cx="685800" cy="43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S4/0</a:t>
              </a:r>
              <a:endParaRPr lang="en-GB" altLang="en-US" sz="1400"/>
            </a:p>
          </p:txBody>
        </p:sp>
        <p:sp>
          <p:nvSpPr>
            <p:cNvPr id="62509" name="TextBox 75">
              <a:extLst>
                <a:ext uri="{FF2B5EF4-FFF2-40B4-BE49-F238E27FC236}">
                  <a16:creationId xmlns:a16="http://schemas.microsoft.com/office/drawing/2014/main" id="{2AB2547C-180C-9871-2835-CDB97A116C2F}"/>
                </a:ext>
              </a:extLst>
            </p:cNvPr>
            <p:cNvSpPr txBox="1">
              <a:spLocks noChangeArrowheads="1"/>
            </p:cNvSpPr>
            <p:nvPr/>
          </p:nvSpPr>
          <p:spPr bwMode="auto">
            <a:xfrm>
              <a:off x="1066800" y="4648199"/>
              <a:ext cx="685800" cy="43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S2/0</a:t>
              </a:r>
              <a:endParaRPr lang="en-GB" altLang="en-US" sz="1400"/>
            </a:p>
          </p:txBody>
        </p:sp>
      </p:grpSp>
      <p:sp>
        <p:nvSpPr>
          <p:cNvPr id="62468" name="TextBox 76">
            <a:extLst>
              <a:ext uri="{FF2B5EF4-FFF2-40B4-BE49-F238E27FC236}">
                <a16:creationId xmlns:a16="http://schemas.microsoft.com/office/drawing/2014/main" id="{1207409A-4DF2-55E4-39CB-06D2FA7376E0}"/>
              </a:ext>
            </a:extLst>
          </p:cNvPr>
          <p:cNvSpPr txBox="1">
            <a:spLocks noChangeArrowheads="1"/>
          </p:cNvSpPr>
          <p:nvPr/>
        </p:nvSpPr>
        <p:spPr bwMode="auto">
          <a:xfrm>
            <a:off x="2895600" y="53340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Given graph</a:t>
            </a:r>
            <a:endParaRPr lang="en-GB" altLang="en-US"/>
          </a:p>
        </p:txBody>
      </p:sp>
      <p:grpSp>
        <p:nvGrpSpPr>
          <p:cNvPr id="78" name="Group 25">
            <a:extLst>
              <a:ext uri="{FF2B5EF4-FFF2-40B4-BE49-F238E27FC236}">
                <a16:creationId xmlns:a16="http://schemas.microsoft.com/office/drawing/2014/main" id="{9B6EC028-FB67-4D89-A74B-64AD54879EB6}"/>
              </a:ext>
            </a:extLst>
          </p:cNvPr>
          <p:cNvGrpSpPr>
            <a:grpSpLocks/>
          </p:cNvGrpSpPr>
          <p:nvPr/>
        </p:nvGrpSpPr>
        <p:grpSpPr bwMode="auto">
          <a:xfrm>
            <a:off x="6705600" y="3314200"/>
            <a:ext cx="2926080" cy="1828800"/>
            <a:chOff x="1114" y="2076"/>
            <a:chExt cx="2046" cy="1540"/>
          </a:xfrm>
          <a:solidFill>
            <a:schemeClr val="accent1"/>
          </a:solidFill>
        </p:grpSpPr>
        <p:sp>
          <p:nvSpPr>
            <p:cNvPr id="79" name="Oval 7">
              <a:extLst>
                <a:ext uri="{FF2B5EF4-FFF2-40B4-BE49-F238E27FC236}">
                  <a16:creationId xmlns:a16="http://schemas.microsoft.com/office/drawing/2014/main" id="{ED4BBCF0-4B7F-4D45-8759-6B773163D557}"/>
                </a:ext>
              </a:extLst>
            </p:cNvPr>
            <p:cNvSpPr>
              <a:spLocks noChangeArrowheads="1"/>
            </p:cNvSpPr>
            <p:nvPr/>
          </p:nvSpPr>
          <p:spPr bwMode="auto">
            <a:xfrm>
              <a:off x="1114" y="2076"/>
              <a:ext cx="401" cy="404"/>
            </a:xfrm>
            <a:prstGeom prst="ellipse">
              <a:avLst/>
            </a:prstGeom>
            <a:grpFill/>
            <a:ln w="25400">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1</a:t>
              </a:r>
            </a:p>
          </p:txBody>
        </p:sp>
        <p:sp>
          <p:nvSpPr>
            <p:cNvPr id="80" name="Line 12">
              <a:extLst>
                <a:ext uri="{FF2B5EF4-FFF2-40B4-BE49-F238E27FC236}">
                  <a16:creationId xmlns:a16="http://schemas.microsoft.com/office/drawing/2014/main" id="{E60DCF35-8447-4136-B523-F1068DF6E4E7}"/>
                </a:ext>
              </a:extLst>
            </p:cNvPr>
            <p:cNvSpPr>
              <a:spLocks noChangeShapeType="1"/>
            </p:cNvSpPr>
            <p:nvPr/>
          </p:nvSpPr>
          <p:spPr bwMode="auto">
            <a:xfrm>
              <a:off x="1300" y="2475"/>
              <a:ext cx="1" cy="748"/>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sp>
          <p:nvSpPr>
            <p:cNvPr id="81" name="Line 13">
              <a:extLst>
                <a:ext uri="{FF2B5EF4-FFF2-40B4-BE49-F238E27FC236}">
                  <a16:creationId xmlns:a16="http://schemas.microsoft.com/office/drawing/2014/main" id="{49FB7D6B-9AF4-4FBE-822A-2886E9AD5D9F}"/>
                </a:ext>
              </a:extLst>
            </p:cNvPr>
            <p:cNvSpPr>
              <a:spLocks noChangeShapeType="1"/>
            </p:cNvSpPr>
            <p:nvPr/>
          </p:nvSpPr>
          <p:spPr bwMode="auto">
            <a:xfrm>
              <a:off x="1469" y="2411"/>
              <a:ext cx="504" cy="339"/>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sp>
          <p:nvSpPr>
            <p:cNvPr id="82" name="Line 14">
              <a:extLst>
                <a:ext uri="{FF2B5EF4-FFF2-40B4-BE49-F238E27FC236}">
                  <a16:creationId xmlns:a16="http://schemas.microsoft.com/office/drawing/2014/main" id="{4BBF35F5-A5C0-44DE-9F9C-14262DE909B7}"/>
                </a:ext>
              </a:extLst>
            </p:cNvPr>
            <p:cNvSpPr>
              <a:spLocks noChangeShapeType="1"/>
            </p:cNvSpPr>
            <p:nvPr/>
          </p:nvSpPr>
          <p:spPr bwMode="auto">
            <a:xfrm flipV="1">
              <a:off x="2267" y="2387"/>
              <a:ext cx="499" cy="351"/>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sp>
          <p:nvSpPr>
            <p:cNvPr id="83" name="Oval 18">
              <a:extLst>
                <a:ext uri="{FF2B5EF4-FFF2-40B4-BE49-F238E27FC236}">
                  <a16:creationId xmlns:a16="http://schemas.microsoft.com/office/drawing/2014/main" id="{E39B430C-BADB-4BE8-9AA8-5107DAC60CDF}"/>
                </a:ext>
              </a:extLst>
            </p:cNvPr>
            <p:cNvSpPr>
              <a:spLocks noChangeArrowheads="1"/>
            </p:cNvSpPr>
            <p:nvPr/>
          </p:nvSpPr>
          <p:spPr bwMode="auto">
            <a:xfrm>
              <a:off x="1927" y="2659"/>
              <a:ext cx="401" cy="404"/>
            </a:xfrm>
            <a:prstGeom prst="ellipse">
              <a:avLst/>
            </a:prstGeom>
            <a:grpFill/>
            <a:ln w="25400">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0</a:t>
              </a:r>
            </a:p>
          </p:txBody>
        </p:sp>
        <p:sp>
          <p:nvSpPr>
            <p:cNvPr id="84" name="Line 19">
              <a:extLst>
                <a:ext uri="{FF2B5EF4-FFF2-40B4-BE49-F238E27FC236}">
                  <a16:creationId xmlns:a16="http://schemas.microsoft.com/office/drawing/2014/main" id="{41BF0C10-1CE0-4E16-B2BA-5EF8E88E6F99}"/>
                </a:ext>
              </a:extLst>
            </p:cNvPr>
            <p:cNvSpPr>
              <a:spLocks noChangeShapeType="1"/>
            </p:cNvSpPr>
            <p:nvPr/>
          </p:nvSpPr>
          <p:spPr bwMode="auto">
            <a:xfrm>
              <a:off x="2290" y="2977"/>
              <a:ext cx="504" cy="338"/>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sp>
          <p:nvSpPr>
            <p:cNvPr id="85" name="Oval 20">
              <a:extLst>
                <a:ext uri="{FF2B5EF4-FFF2-40B4-BE49-F238E27FC236}">
                  <a16:creationId xmlns:a16="http://schemas.microsoft.com/office/drawing/2014/main" id="{0FE7F1BC-8C4B-406C-98FE-6458A4D24CDF}"/>
                </a:ext>
              </a:extLst>
            </p:cNvPr>
            <p:cNvSpPr>
              <a:spLocks noChangeArrowheads="1"/>
            </p:cNvSpPr>
            <p:nvPr/>
          </p:nvSpPr>
          <p:spPr bwMode="auto">
            <a:xfrm>
              <a:off x="2759" y="2101"/>
              <a:ext cx="401" cy="404"/>
            </a:xfrm>
            <a:prstGeom prst="ellipse">
              <a:avLst/>
            </a:prstGeom>
            <a:grpFill/>
            <a:ln w="25400">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3</a:t>
              </a:r>
            </a:p>
          </p:txBody>
        </p:sp>
        <p:sp>
          <p:nvSpPr>
            <p:cNvPr id="86" name="Oval 21">
              <a:extLst>
                <a:ext uri="{FF2B5EF4-FFF2-40B4-BE49-F238E27FC236}">
                  <a16:creationId xmlns:a16="http://schemas.microsoft.com/office/drawing/2014/main" id="{0EE2F22E-4060-4321-B440-04D362213DC9}"/>
                </a:ext>
              </a:extLst>
            </p:cNvPr>
            <p:cNvSpPr>
              <a:spLocks noChangeArrowheads="1"/>
            </p:cNvSpPr>
            <p:nvPr/>
          </p:nvSpPr>
          <p:spPr bwMode="auto">
            <a:xfrm>
              <a:off x="2753" y="3194"/>
              <a:ext cx="401" cy="401"/>
            </a:xfrm>
            <a:prstGeom prst="ellipse">
              <a:avLst/>
            </a:prstGeom>
            <a:grpFill/>
            <a:ln w="25400">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4</a:t>
              </a:r>
            </a:p>
          </p:txBody>
        </p:sp>
        <p:sp>
          <p:nvSpPr>
            <p:cNvPr id="87" name="Line 22">
              <a:extLst>
                <a:ext uri="{FF2B5EF4-FFF2-40B4-BE49-F238E27FC236}">
                  <a16:creationId xmlns:a16="http://schemas.microsoft.com/office/drawing/2014/main" id="{B6981AE3-7177-4968-AD6A-5F15563DAC60}"/>
                </a:ext>
              </a:extLst>
            </p:cNvPr>
            <p:cNvSpPr>
              <a:spLocks noChangeShapeType="1"/>
            </p:cNvSpPr>
            <p:nvPr/>
          </p:nvSpPr>
          <p:spPr bwMode="auto">
            <a:xfrm>
              <a:off x="2964" y="2502"/>
              <a:ext cx="1" cy="680"/>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sp>
          <p:nvSpPr>
            <p:cNvPr id="88" name="Oval 23">
              <a:extLst>
                <a:ext uri="{FF2B5EF4-FFF2-40B4-BE49-F238E27FC236}">
                  <a16:creationId xmlns:a16="http://schemas.microsoft.com/office/drawing/2014/main" id="{1BB24BCE-0849-4DF9-A8F4-6FD44A235B68}"/>
                </a:ext>
              </a:extLst>
            </p:cNvPr>
            <p:cNvSpPr>
              <a:spLocks noChangeArrowheads="1"/>
            </p:cNvSpPr>
            <p:nvPr/>
          </p:nvSpPr>
          <p:spPr bwMode="auto">
            <a:xfrm>
              <a:off x="1116" y="3212"/>
              <a:ext cx="401" cy="404"/>
            </a:xfrm>
            <a:prstGeom prst="ellipse">
              <a:avLst/>
            </a:prstGeom>
            <a:grpFill/>
            <a:ln w="25400">
              <a:solidFill>
                <a:srgbClr val="000000"/>
              </a:solidFill>
              <a:round/>
              <a:headEnd/>
              <a:tailEnd/>
            </a:ln>
          </p:spPr>
          <p:txBody>
            <a:bodyPr/>
            <a:lstStyle/>
            <a:p>
              <a:pPr>
                <a:defRPr/>
              </a:pPr>
              <a:r>
                <a:rPr lang="en-US" sz="1600" dirty="0">
                  <a:solidFill>
                    <a:schemeClr val="bg1"/>
                  </a:solidFill>
                  <a:cs typeface="Arial" charset="0"/>
                </a:rPr>
                <a:t>S</a:t>
              </a:r>
              <a:r>
                <a:rPr lang="en-US" sz="1600" baseline="-25000" dirty="0">
                  <a:solidFill>
                    <a:schemeClr val="bg1"/>
                  </a:solidFill>
                  <a:cs typeface="Arial" charset="0"/>
                </a:rPr>
                <a:t>2</a:t>
              </a:r>
            </a:p>
          </p:txBody>
        </p:sp>
        <p:sp>
          <p:nvSpPr>
            <p:cNvPr id="89" name="Line 24">
              <a:extLst>
                <a:ext uri="{FF2B5EF4-FFF2-40B4-BE49-F238E27FC236}">
                  <a16:creationId xmlns:a16="http://schemas.microsoft.com/office/drawing/2014/main" id="{4318A91E-FED6-4D85-BF45-B877A63D3B93}"/>
                </a:ext>
              </a:extLst>
            </p:cNvPr>
            <p:cNvSpPr>
              <a:spLocks noChangeShapeType="1"/>
            </p:cNvSpPr>
            <p:nvPr/>
          </p:nvSpPr>
          <p:spPr bwMode="auto">
            <a:xfrm flipV="1">
              <a:off x="1470" y="2973"/>
              <a:ext cx="478" cy="319"/>
            </a:xfrm>
            <a:prstGeom prst="line">
              <a:avLst/>
            </a:prstGeom>
            <a:grpFill/>
            <a:ln w="25400">
              <a:solidFill>
                <a:srgbClr val="000000"/>
              </a:solidFill>
              <a:round/>
              <a:headEnd/>
              <a:tailEnd/>
            </a:ln>
          </p:spPr>
          <p:txBody>
            <a:bodyPr/>
            <a:lstStyle/>
            <a:p>
              <a:pPr eaLnBrk="1" hangingPunct="1">
                <a:defRPr/>
              </a:pPr>
              <a:endParaRPr lang="en-US" sz="1600" dirty="0">
                <a:cs typeface="Arial" charset="0"/>
              </a:endParaRPr>
            </a:p>
          </p:txBody>
        </p:sp>
      </p:grpSp>
      <p:sp>
        <p:nvSpPr>
          <p:cNvPr id="62471" name="TextBox 91">
            <a:extLst>
              <a:ext uri="{FF2B5EF4-FFF2-40B4-BE49-F238E27FC236}">
                <a16:creationId xmlns:a16="http://schemas.microsoft.com/office/drawing/2014/main" id="{B717F6C6-CCD0-0768-9BDB-2EFC421230DB}"/>
              </a:ext>
            </a:extLst>
          </p:cNvPr>
          <p:cNvSpPr txBox="1">
            <a:spLocks noChangeArrowheads="1"/>
          </p:cNvSpPr>
          <p:nvPr/>
        </p:nvSpPr>
        <p:spPr bwMode="auto">
          <a:xfrm>
            <a:off x="7086600" y="52578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Adjacency diagram</a:t>
            </a:r>
            <a:endParaRPr lang="en-GB"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A59E23C6-506A-40F6-B926-4F9D0A412E18}"/>
              </a:ext>
            </a:extLst>
          </p:cNvPr>
          <p:cNvGrpSpPr>
            <a:grpSpLocks/>
          </p:cNvGrpSpPr>
          <p:nvPr/>
        </p:nvGrpSpPr>
        <p:grpSpPr bwMode="auto">
          <a:xfrm>
            <a:off x="2438400" y="1676400"/>
            <a:ext cx="2590800" cy="2286000"/>
            <a:chOff x="2601" y="8464"/>
            <a:chExt cx="2088" cy="1908"/>
          </a:xfrm>
          <a:solidFill>
            <a:schemeClr val="accent1"/>
          </a:solidFill>
        </p:grpSpPr>
        <p:sp>
          <p:nvSpPr>
            <p:cNvPr id="42020" name="Oval 6">
              <a:extLst>
                <a:ext uri="{FF2B5EF4-FFF2-40B4-BE49-F238E27FC236}">
                  <a16:creationId xmlns:a16="http://schemas.microsoft.com/office/drawing/2014/main" id="{5148973F-7E81-4C7A-B774-12D5C7E72302}"/>
                </a:ext>
              </a:extLst>
            </p:cNvPr>
            <p:cNvSpPr>
              <a:spLocks noChangeArrowheads="1"/>
            </p:cNvSpPr>
            <p:nvPr/>
          </p:nvSpPr>
          <p:spPr bwMode="auto">
            <a:xfrm>
              <a:off x="2601" y="8464"/>
              <a:ext cx="647" cy="648"/>
            </a:xfrm>
            <a:prstGeom prst="ellipse">
              <a:avLst/>
            </a:prstGeom>
            <a:grpFill/>
            <a:ln w="25400">
              <a:solidFill>
                <a:srgbClr val="000000"/>
              </a:solidFill>
              <a:round/>
              <a:headEnd/>
              <a:tailEnd/>
            </a:ln>
          </p:spPr>
          <p:txBody>
            <a:bodyPr/>
            <a:lstStyle/>
            <a:p>
              <a:pPr>
                <a:defRPr/>
              </a:pPr>
              <a:r>
                <a:rPr lang="en-US" sz="2900" dirty="0">
                  <a:cs typeface="Arial" charset="0"/>
                </a:rPr>
                <a:t>S</a:t>
              </a:r>
              <a:r>
                <a:rPr lang="en-US" sz="2900" baseline="-25000" dirty="0">
                  <a:cs typeface="Arial" charset="0"/>
                </a:rPr>
                <a:t>0</a:t>
              </a:r>
            </a:p>
          </p:txBody>
        </p:sp>
        <p:sp>
          <p:nvSpPr>
            <p:cNvPr id="42021" name="Oval 7">
              <a:extLst>
                <a:ext uri="{FF2B5EF4-FFF2-40B4-BE49-F238E27FC236}">
                  <a16:creationId xmlns:a16="http://schemas.microsoft.com/office/drawing/2014/main" id="{3AFA0E53-3E7B-4855-842C-8AF541D92877}"/>
                </a:ext>
              </a:extLst>
            </p:cNvPr>
            <p:cNvSpPr>
              <a:spLocks noChangeArrowheads="1"/>
            </p:cNvSpPr>
            <p:nvPr/>
          </p:nvSpPr>
          <p:spPr bwMode="auto">
            <a:xfrm>
              <a:off x="4042" y="8506"/>
              <a:ext cx="647" cy="648"/>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2900" dirty="0">
                  <a:cs typeface="Arial" charset="0"/>
                </a:rPr>
                <a:t>S</a:t>
              </a:r>
              <a:r>
                <a:rPr lang="en-US" sz="2900" baseline="-25000" dirty="0">
                  <a:cs typeface="Arial" charset="0"/>
                </a:rPr>
                <a:t>1</a:t>
              </a:r>
            </a:p>
          </p:txBody>
        </p:sp>
        <p:sp>
          <p:nvSpPr>
            <p:cNvPr id="42022" name="Oval 8">
              <a:extLst>
                <a:ext uri="{FF2B5EF4-FFF2-40B4-BE49-F238E27FC236}">
                  <a16:creationId xmlns:a16="http://schemas.microsoft.com/office/drawing/2014/main" id="{60715F98-91D3-4542-819A-1EEAEE08CFBA}"/>
                </a:ext>
              </a:extLst>
            </p:cNvPr>
            <p:cNvSpPr>
              <a:spLocks noChangeArrowheads="1"/>
            </p:cNvSpPr>
            <p:nvPr/>
          </p:nvSpPr>
          <p:spPr bwMode="auto">
            <a:xfrm>
              <a:off x="4042" y="9724"/>
              <a:ext cx="647" cy="648"/>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2900" dirty="0">
                  <a:cs typeface="Arial" charset="0"/>
                </a:rPr>
                <a:t>S</a:t>
              </a:r>
              <a:r>
                <a:rPr lang="en-US" sz="2900" baseline="-25000" dirty="0">
                  <a:cs typeface="Arial" charset="0"/>
                </a:rPr>
                <a:t>2</a:t>
              </a:r>
            </a:p>
          </p:txBody>
        </p:sp>
        <p:sp>
          <p:nvSpPr>
            <p:cNvPr id="42023" name="Oval 9">
              <a:extLst>
                <a:ext uri="{FF2B5EF4-FFF2-40B4-BE49-F238E27FC236}">
                  <a16:creationId xmlns:a16="http://schemas.microsoft.com/office/drawing/2014/main" id="{F891658E-FCD3-4596-838B-509E68781498}"/>
                </a:ext>
              </a:extLst>
            </p:cNvPr>
            <p:cNvSpPr>
              <a:spLocks noChangeArrowheads="1"/>
            </p:cNvSpPr>
            <p:nvPr/>
          </p:nvSpPr>
          <p:spPr bwMode="auto">
            <a:xfrm>
              <a:off x="2602" y="9717"/>
              <a:ext cx="646" cy="648"/>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2900" dirty="0">
                  <a:cs typeface="Arial" charset="0"/>
                </a:rPr>
                <a:t>S</a:t>
              </a:r>
              <a:r>
                <a:rPr lang="en-US" sz="2900" baseline="-25000" dirty="0">
                  <a:cs typeface="Arial" charset="0"/>
                </a:rPr>
                <a:t>3</a:t>
              </a:r>
            </a:p>
          </p:txBody>
        </p:sp>
        <p:sp>
          <p:nvSpPr>
            <p:cNvPr id="42024" name="Line 10">
              <a:extLst>
                <a:ext uri="{FF2B5EF4-FFF2-40B4-BE49-F238E27FC236}">
                  <a16:creationId xmlns:a16="http://schemas.microsoft.com/office/drawing/2014/main" id="{C150BD6B-76B7-428F-8924-C2710B837252}"/>
                </a:ext>
              </a:extLst>
            </p:cNvPr>
            <p:cNvSpPr>
              <a:spLocks noChangeShapeType="1"/>
            </p:cNvSpPr>
            <p:nvPr/>
          </p:nvSpPr>
          <p:spPr bwMode="auto">
            <a:xfrm>
              <a:off x="3237" y="8797"/>
              <a:ext cx="792" cy="0"/>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25" name="Line 11">
              <a:extLst>
                <a:ext uri="{FF2B5EF4-FFF2-40B4-BE49-F238E27FC236}">
                  <a16:creationId xmlns:a16="http://schemas.microsoft.com/office/drawing/2014/main" id="{277400CC-BEF9-4BDE-B96E-32081DB93A05}"/>
                </a:ext>
              </a:extLst>
            </p:cNvPr>
            <p:cNvSpPr>
              <a:spLocks noChangeShapeType="1"/>
            </p:cNvSpPr>
            <p:nvPr/>
          </p:nvSpPr>
          <p:spPr bwMode="auto">
            <a:xfrm>
              <a:off x="3246" y="10038"/>
              <a:ext cx="792" cy="0"/>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26" name="Line 12">
              <a:extLst>
                <a:ext uri="{FF2B5EF4-FFF2-40B4-BE49-F238E27FC236}">
                  <a16:creationId xmlns:a16="http://schemas.microsoft.com/office/drawing/2014/main" id="{E88F85C9-0386-4F33-BF17-9A1766D2C5FC}"/>
                </a:ext>
              </a:extLst>
            </p:cNvPr>
            <p:cNvSpPr>
              <a:spLocks noChangeShapeType="1"/>
            </p:cNvSpPr>
            <p:nvPr/>
          </p:nvSpPr>
          <p:spPr bwMode="auto">
            <a:xfrm>
              <a:off x="2920" y="9128"/>
              <a:ext cx="0" cy="576"/>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27" name="Line 13">
              <a:extLst>
                <a:ext uri="{FF2B5EF4-FFF2-40B4-BE49-F238E27FC236}">
                  <a16:creationId xmlns:a16="http://schemas.microsoft.com/office/drawing/2014/main" id="{027CBC94-D3D6-4AA6-A5C6-4184DD6A47A9}"/>
                </a:ext>
              </a:extLst>
            </p:cNvPr>
            <p:cNvSpPr>
              <a:spLocks noChangeShapeType="1"/>
            </p:cNvSpPr>
            <p:nvPr/>
          </p:nvSpPr>
          <p:spPr bwMode="auto">
            <a:xfrm>
              <a:off x="4373" y="9164"/>
              <a:ext cx="0" cy="575"/>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28" name="Line 14">
              <a:extLst>
                <a:ext uri="{FF2B5EF4-FFF2-40B4-BE49-F238E27FC236}">
                  <a16:creationId xmlns:a16="http://schemas.microsoft.com/office/drawing/2014/main" id="{F033C66D-5FF9-4DA0-8084-3B4A705FA8D9}"/>
                </a:ext>
              </a:extLst>
            </p:cNvPr>
            <p:cNvSpPr>
              <a:spLocks noChangeShapeType="1"/>
            </p:cNvSpPr>
            <p:nvPr/>
          </p:nvSpPr>
          <p:spPr bwMode="auto">
            <a:xfrm>
              <a:off x="3141" y="9005"/>
              <a:ext cx="1002" cy="819"/>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29" name="Line 15">
              <a:extLst>
                <a:ext uri="{FF2B5EF4-FFF2-40B4-BE49-F238E27FC236}">
                  <a16:creationId xmlns:a16="http://schemas.microsoft.com/office/drawing/2014/main" id="{EE69189C-A38A-45A0-A80E-FACE204D1AAC}"/>
                </a:ext>
              </a:extLst>
            </p:cNvPr>
            <p:cNvSpPr>
              <a:spLocks noChangeShapeType="1"/>
            </p:cNvSpPr>
            <p:nvPr/>
          </p:nvSpPr>
          <p:spPr bwMode="auto">
            <a:xfrm flipV="1">
              <a:off x="3173" y="9026"/>
              <a:ext cx="924" cy="829"/>
            </a:xfrm>
            <a:prstGeom prst="line">
              <a:avLst/>
            </a:prstGeom>
            <a:grpFill/>
            <a:ln w="25400">
              <a:solidFill>
                <a:srgbClr val="000000"/>
              </a:solidFill>
              <a:round/>
              <a:headEnd/>
              <a:tailEnd/>
            </a:ln>
          </p:spPr>
          <p:txBody>
            <a:bodyPr/>
            <a:lstStyle/>
            <a:p>
              <a:pPr eaLnBrk="1" hangingPunct="1">
                <a:defRPr/>
              </a:pPr>
              <a:endParaRPr lang="en-US" dirty="0">
                <a:cs typeface="Arial" charset="0"/>
              </a:endParaRPr>
            </a:p>
          </p:txBody>
        </p:sp>
        <p:sp>
          <p:nvSpPr>
            <p:cNvPr id="42030" name="Oval 16">
              <a:extLst>
                <a:ext uri="{FF2B5EF4-FFF2-40B4-BE49-F238E27FC236}">
                  <a16:creationId xmlns:a16="http://schemas.microsoft.com/office/drawing/2014/main" id="{69FE59F0-5635-4014-9CB4-64B1C5762693}"/>
                </a:ext>
              </a:extLst>
            </p:cNvPr>
            <p:cNvSpPr>
              <a:spLocks noChangeArrowheads="1"/>
            </p:cNvSpPr>
            <p:nvPr/>
          </p:nvSpPr>
          <p:spPr bwMode="auto">
            <a:xfrm>
              <a:off x="2601" y="8464"/>
              <a:ext cx="647" cy="648"/>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2900" dirty="0">
                  <a:cs typeface="Arial" charset="0"/>
                </a:rPr>
                <a:t>S</a:t>
              </a:r>
              <a:r>
                <a:rPr lang="en-US" sz="2900" baseline="-25000" dirty="0">
                  <a:cs typeface="Arial" charset="0"/>
                </a:rPr>
                <a:t>0</a:t>
              </a:r>
            </a:p>
          </p:txBody>
        </p:sp>
      </p:grpSp>
      <p:sp>
        <p:nvSpPr>
          <p:cNvPr id="41988" name="Text Box 17">
            <a:extLst>
              <a:ext uri="{FF2B5EF4-FFF2-40B4-BE49-F238E27FC236}">
                <a16:creationId xmlns:a16="http://schemas.microsoft.com/office/drawing/2014/main" id="{35F2EBB9-DDB1-411C-BD46-82A51684455B}"/>
              </a:ext>
            </a:extLst>
          </p:cNvPr>
          <p:cNvSpPr txBox="1">
            <a:spLocks noChangeArrowheads="1"/>
          </p:cNvSpPr>
          <p:nvPr/>
        </p:nvSpPr>
        <p:spPr bwMode="auto">
          <a:xfrm>
            <a:off x="5638800" y="4343401"/>
            <a:ext cx="4343400" cy="1323975"/>
          </a:xfrm>
          <a:prstGeom prst="rect">
            <a:avLst/>
          </a:prstGeom>
          <a:noFill/>
          <a:ln w="9525">
            <a:noFill/>
            <a:miter lim="800000"/>
            <a:headEnd/>
            <a:tailEnd/>
          </a:ln>
        </p:spPr>
        <p:txBody>
          <a:bodyPr>
            <a:spAutoFit/>
          </a:bodyPr>
          <a:lstStyle/>
          <a:p>
            <a:pPr eaLnBrk="1" hangingPunct="1">
              <a:defRPr/>
            </a:pPr>
            <a:r>
              <a:rPr lang="en-US" sz="2000" dirty="0">
                <a:cs typeface="Arial" charset="0"/>
              </a:rPr>
              <a:t>Race-free assignment using 3-cube.</a:t>
            </a:r>
          </a:p>
          <a:p>
            <a:pPr eaLnBrk="1" hangingPunct="1">
              <a:defRPr/>
            </a:pPr>
            <a:r>
              <a:rPr lang="ru-RU" sz="2000" dirty="0">
                <a:cs typeface="Arial" charset="0"/>
              </a:rPr>
              <a:t>Each state in original state diagram is represented by two equivalent states</a:t>
            </a:r>
            <a:endParaRPr lang="en-US" sz="2000" dirty="0">
              <a:cs typeface="Arial" charset="0"/>
            </a:endParaRPr>
          </a:p>
        </p:txBody>
      </p:sp>
      <p:grpSp>
        <p:nvGrpSpPr>
          <p:cNvPr id="3" name="Group 18">
            <a:extLst>
              <a:ext uri="{FF2B5EF4-FFF2-40B4-BE49-F238E27FC236}">
                <a16:creationId xmlns:a16="http://schemas.microsoft.com/office/drawing/2014/main" id="{A9AB3524-6975-4FAC-95FD-77AF8ACE89BE}"/>
              </a:ext>
            </a:extLst>
          </p:cNvPr>
          <p:cNvGrpSpPr>
            <a:grpSpLocks/>
          </p:cNvGrpSpPr>
          <p:nvPr/>
        </p:nvGrpSpPr>
        <p:grpSpPr bwMode="auto">
          <a:xfrm>
            <a:off x="6010275" y="1371600"/>
            <a:ext cx="3906838" cy="3108960"/>
            <a:chOff x="2880" y="1197"/>
            <a:chExt cx="2461" cy="2355"/>
          </a:xfrm>
          <a:solidFill>
            <a:schemeClr val="accent1"/>
          </a:solidFill>
        </p:grpSpPr>
        <p:sp>
          <p:nvSpPr>
            <p:cNvPr id="41991" name="Oval 19">
              <a:extLst>
                <a:ext uri="{FF2B5EF4-FFF2-40B4-BE49-F238E27FC236}">
                  <a16:creationId xmlns:a16="http://schemas.microsoft.com/office/drawing/2014/main" id="{F30FAC91-6F96-49F9-8541-03CAE9FECDE3}"/>
                </a:ext>
              </a:extLst>
            </p:cNvPr>
            <p:cNvSpPr>
              <a:spLocks noChangeArrowheads="1"/>
            </p:cNvSpPr>
            <p:nvPr/>
          </p:nvSpPr>
          <p:spPr bwMode="auto">
            <a:xfrm>
              <a:off x="4327" y="1682"/>
              <a:ext cx="400"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1</a:t>
              </a:r>
            </a:p>
          </p:txBody>
        </p:sp>
        <p:sp>
          <p:nvSpPr>
            <p:cNvPr id="41992" name="Oval 20">
              <a:extLst>
                <a:ext uri="{FF2B5EF4-FFF2-40B4-BE49-F238E27FC236}">
                  <a16:creationId xmlns:a16="http://schemas.microsoft.com/office/drawing/2014/main" id="{988C1809-6B19-4A5E-83A6-595E7DF98131}"/>
                </a:ext>
              </a:extLst>
            </p:cNvPr>
            <p:cNvSpPr>
              <a:spLocks noChangeArrowheads="1"/>
            </p:cNvSpPr>
            <p:nvPr/>
          </p:nvSpPr>
          <p:spPr bwMode="auto">
            <a:xfrm>
              <a:off x="4327" y="2478"/>
              <a:ext cx="400"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2</a:t>
              </a:r>
            </a:p>
          </p:txBody>
        </p:sp>
        <p:sp>
          <p:nvSpPr>
            <p:cNvPr id="41993" name="Oval 21">
              <a:extLst>
                <a:ext uri="{FF2B5EF4-FFF2-40B4-BE49-F238E27FC236}">
                  <a16:creationId xmlns:a16="http://schemas.microsoft.com/office/drawing/2014/main" id="{810B42BF-61C8-4BF6-8134-69EF3618CFAD}"/>
                </a:ext>
              </a:extLst>
            </p:cNvPr>
            <p:cNvSpPr>
              <a:spLocks noChangeArrowheads="1"/>
            </p:cNvSpPr>
            <p:nvPr/>
          </p:nvSpPr>
          <p:spPr bwMode="auto">
            <a:xfrm>
              <a:off x="3437" y="2473"/>
              <a:ext cx="401" cy="425"/>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3</a:t>
              </a:r>
            </a:p>
          </p:txBody>
        </p:sp>
        <p:sp>
          <p:nvSpPr>
            <p:cNvPr id="41994" name="Line 22">
              <a:extLst>
                <a:ext uri="{FF2B5EF4-FFF2-40B4-BE49-F238E27FC236}">
                  <a16:creationId xmlns:a16="http://schemas.microsoft.com/office/drawing/2014/main" id="{F89CCF58-1FE3-47F7-9408-4B9FD5B86302}"/>
                </a:ext>
              </a:extLst>
            </p:cNvPr>
            <p:cNvSpPr>
              <a:spLocks noChangeShapeType="1"/>
            </p:cNvSpPr>
            <p:nvPr/>
          </p:nvSpPr>
          <p:spPr bwMode="auto">
            <a:xfrm>
              <a:off x="3830" y="1871"/>
              <a:ext cx="489" cy="0"/>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1995" name="Line 23">
              <a:extLst>
                <a:ext uri="{FF2B5EF4-FFF2-40B4-BE49-F238E27FC236}">
                  <a16:creationId xmlns:a16="http://schemas.microsoft.com/office/drawing/2014/main" id="{E246C3AB-1EEA-47ED-B21D-12A705D3E222}"/>
                </a:ext>
              </a:extLst>
            </p:cNvPr>
            <p:cNvSpPr>
              <a:spLocks noChangeShapeType="1"/>
            </p:cNvSpPr>
            <p:nvPr/>
          </p:nvSpPr>
          <p:spPr bwMode="auto">
            <a:xfrm>
              <a:off x="3835" y="2682"/>
              <a:ext cx="490" cy="0"/>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1996" name="Line 24">
              <a:extLst>
                <a:ext uri="{FF2B5EF4-FFF2-40B4-BE49-F238E27FC236}">
                  <a16:creationId xmlns:a16="http://schemas.microsoft.com/office/drawing/2014/main" id="{59D8CFAE-F0C7-4A2A-9FDB-5D7020814DBF}"/>
                </a:ext>
              </a:extLst>
            </p:cNvPr>
            <p:cNvSpPr>
              <a:spLocks noChangeShapeType="1"/>
            </p:cNvSpPr>
            <p:nvPr/>
          </p:nvSpPr>
          <p:spPr bwMode="auto">
            <a:xfrm>
              <a:off x="3633" y="2087"/>
              <a:ext cx="0" cy="378"/>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1997" name="Line 25">
              <a:extLst>
                <a:ext uri="{FF2B5EF4-FFF2-40B4-BE49-F238E27FC236}">
                  <a16:creationId xmlns:a16="http://schemas.microsoft.com/office/drawing/2014/main" id="{C10C17C3-E85C-4D24-9D4B-613EBAE4E447}"/>
                </a:ext>
              </a:extLst>
            </p:cNvPr>
            <p:cNvSpPr>
              <a:spLocks noChangeShapeType="1"/>
            </p:cNvSpPr>
            <p:nvPr/>
          </p:nvSpPr>
          <p:spPr bwMode="auto">
            <a:xfrm>
              <a:off x="4532" y="2119"/>
              <a:ext cx="0" cy="377"/>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1998" name="Oval 26">
              <a:extLst>
                <a:ext uri="{FF2B5EF4-FFF2-40B4-BE49-F238E27FC236}">
                  <a16:creationId xmlns:a16="http://schemas.microsoft.com/office/drawing/2014/main" id="{397FB131-334A-438F-B2EE-67844502DAD3}"/>
                </a:ext>
              </a:extLst>
            </p:cNvPr>
            <p:cNvSpPr>
              <a:spLocks noChangeArrowheads="1"/>
            </p:cNvSpPr>
            <p:nvPr/>
          </p:nvSpPr>
          <p:spPr bwMode="auto">
            <a:xfrm>
              <a:off x="3436" y="1668"/>
              <a:ext cx="445"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0</a:t>
              </a:r>
              <a:endParaRPr lang="en-US" sz="1400" baseline="30000" dirty="0">
                <a:cs typeface="Arial" charset="0"/>
              </a:endParaRPr>
            </a:p>
          </p:txBody>
        </p:sp>
        <p:sp>
          <p:nvSpPr>
            <p:cNvPr id="41999" name="Oval 27">
              <a:extLst>
                <a:ext uri="{FF2B5EF4-FFF2-40B4-BE49-F238E27FC236}">
                  <a16:creationId xmlns:a16="http://schemas.microsoft.com/office/drawing/2014/main" id="{A5F8D059-7154-4F4A-A78C-E17563E5802C}"/>
                </a:ext>
              </a:extLst>
            </p:cNvPr>
            <p:cNvSpPr>
              <a:spLocks noChangeArrowheads="1"/>
            </p:cNvSpPr>
            <p:nvPr/>
          </p:nvSpPr>
          <p:spPr bwMode="auto">
            <a:xfrm>
              <a:off x="2880" y="1197"/>
              <a:ext cx="512"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2</a:t>
              </a:r>
              <a:r>
                <a:rPr lang="en-US" sz="1400" baseline="30000" dirty="0">
                  <a:cs typeface="Arial" charset="0"/>
                </a:rPr>
                <a:t>1</a:t>
              </a:r>
            </a:p>
          </p:txBody>
        </p:sp>
        <p:sp>
          <p:nvSpPr>
            <p:cNvPr id="42000" name="Oval 28">
              <a:extLst>
                <a:ext uri="{FF2B5EF4-FFF2-40B4-BE49-F238E27FC236}">
                  <a16:creationId xmlns:a16="http://schemas.microsoft.com/office/drawing/2014/main" id="{25CF3785-C953-4954-9B7C-17263F7B0D8E}"/>
                </a:ext>
              </a:extLst>
            </p:cNvPr>
            <p:cNvSpPr>
              <a:spLocks noChangeArrowheads="1"/>
            </p:cNvSpPr>
            <p:nvPr/>
          </p:nvSpPr>
          <p:spPr bwMode="auto">
            <a:xfrm>
              <a:off x="4772" y="1197"/>
              <a:ext cx="445"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3</a:t>
              </a:r>
              <a:r>
                <a:rPr lang="en-US" sz="1400" baseline="30000" dirty="0">
                  <a:cs typeface="Arial" charset="0"/>
                </a:rPr>
                <a:t>1</a:t>
              </a:r>
            </a:p>
          </p:txBody>
        </p:sp>
        <p:sp>
          <p:nvSpPr>
            <p:cNvPr id="42001" name="Oval 29">
              <a:extLst>
                <a:ext uri="{FF2B5EF4-FFF2-40B4-BE49-F238E27FC236}">
                  <a16:creationId xmlns:a16="http://schemas.microsoft.com/office/drawing/2014/main" id="{0CD7C020-28F1-4ACE-B22A-43466C4E043B}"/>
                </a:ext>
              </a:extLst>
            </p:cNvPr>
            <p:cNvSpPr>
              <a:spLocks noChangeArrowheads="1"/>
            </p:cNvSpPr>
            <p:nvPr/>
          </p:nvSpPr>
          <p:spPr bwMode="auto">
            <a:xfrm>
              <a:off x="2952" y="2934"/>
              <a:ext cx="457" cy="424"/>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1</a:t>
              </a:r>
              <a:r>
                <a:rPr lang="en-US" sz="1400" baseline="30000" dirty="0">
                  <a:cs typeface="Arial" charset="0"/>
                </a:rPr>
                <a:t>1</a:t>
              </a:r>
            </a:p>
          </p:txBody>
        </p:sp>
        <p:sp>
          <p:nvSpPr>
            <p:cNvPr id="42002" name="Oval 30">
              <a:extLst>
                <a:ext uri="{FF2B5EF4-FFF2-40B4-BE49-F238E27FC236}">
                  <a16:creationId xmlns:a16="http://schemas.microsoft.com/office/drawing/2014/main" id="{2E3885D7-586B-42F6-B758-F2813E3380CD}"/>
                </a:ext>
              </a:extLst>
            </p:cNvPr>
            <p:cNvSpPr>
              <a:spLocks noChangeArrowheads="1"/>
            </p:cNvSpPr>
            <p:nvPr/>
          </p:nvSpPr>
          <p:spPr bwMode="auto">
            <a:xfrm>
              <a:off x="4752" y="2969"/>
              <a:ext cx="524" cy="425"/>
            </a:xfrm>
            <a:prstGeom prst="ellipse">
              <a:avLst/>
            </a:prstGeom>
            <a:solidFill>
              <a:schemeClr val="accent1">
                <a:lumMod val="60000"/>
                <a:lumOff val="40000"/>
              </a:schemeClr>
            </a:solidFill>
            <a:ln w="25400">
              <a:solidFill>
                <a:srgbClr val="000000"/>
              </a:solidFill>
              <a:round/>
              <a:headEnd/>
              <a:tailEnd/>
            </a:ln>
          </p:spPr>
          <p:txBody>
            <a:bodyPr/>
            <a:lstStyle/>
            <a:p>
              <a:pPr>
                <a:defRPr/>
              </a:pPr>
              <a:r>
                <a:rPr lang="en-US" sz="1400" dirty="0">
                  <a:cs typeface="Arial" charset="0"/>
                </a:rPr>
                <a:t>S</a:t>
              </a:r>
              <a:r>
                <a:rPr lang="en-US" sz="1400" baseline="-25000" dirty="0">
                  <a:cs typeface="Arial" charset="0"/>
                </a:rPr>
                <a:t>0</a:t>
              </a:r>
              <a:r>
                <a:rPr lang="en-US" sz="1400" baseline="30000" dirty="0">
                  <a:cs typeface="Arial" charset="0"/>
                </a:rPr>
                <a:t>1</a:t>
              </a:r>
            </a:p>
          </p:txBody>
        </p:sp>
        <p:sp>
          <p:nvSpPr>
            <p:cNvPr id="42003" name="Line 31">
              <a:extLst>
                <a:ext uri="{FF2B5EF4-FFF2-40B4-BE49-F238E27FC236}">
                  <a16:creationId xmlns:a16="http://schemas.microsoft.com/office/drawing/2014/main" id="{D6CDFDB5-217F-4AF0-8179-66B83FF1940A}"/>
                </a:ext>
              </a:extLst>
            </p:cNvPr>
            <p:cNvSpPr>
              <a:spLocks noChangeShapeType="1"/>
            </p:cNvSpPr>
            <p:nvPr/>
          </p:nvSpPr>
          <p:spPr bwMode="auto">
            <a:xfrm>
              <a:off x="3397" y="1421"/>
              <a:ext cx="1375" cy="0"/>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4" name="Line 32">
              <a:extLst>
                <a:ext uri="{FF2B5EF4-FFF2-40B4-BE49-F238E27FC236}">
                  <a16:creationId xmlns:a16="http://schemas.microsoft.com/office/drawing/2014/main" id="{965E4D6F-D0D9-45CD-82B9-085A5858B8A2}"/>
                </a:ext>
              </a:extLst>
            </p:cNvPr>
            <p:cNvSpPr>
              <a:spLocks noChangeShapeType="1"/>
            </p:cNvSpPr>
            <p:nvPr/>
          </p:nvSpPr>
          <p:spPr bwMode="auto">
            <a:xfrm>
              <a:off x="3414" y="3160"/>
              <a:ext cx="1338" cy="30"/>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5" name="Line 33">
              <a:extLst>
                <a:ext uri="{FF2B5EF4-FFF2-40B4-BE49-F238E27FC236}">
                  <a16:creationId xmlns:a16="http://schemas.microsoft.com/office/drawing/2014/main" id="{93255E8D-F71C-41E0-AC52-A87E7AB96A12}"/>
                </a:ext>
              </a:extLst>
            </p:cNvPr>
            <p:cNvSpPr>
              <a:spLocks noChangeShapeType="1"/>
            </p:cNvSpPr>
            <p:nvPr/>
          </p:nvSpPr>
          <p:spPr bwMode="auto">
            <a:xfrm flipH="1">
              <a:off x="3195" y="1596"/>
              <a:ext cx="0" cy="1328"/>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6" name="Line 34">
              <a:extLst>
                <a:ext uri="{FF2B5EF4-FFF2-40B4-BE49-F238E27FC236}">
                  <a16:creationId xmlns:a16="http://schemas.microsoft.com/office/drawing/2014/main" id="{4AF0F098-8BC5-4EBE-BF4F-03F2BD1E139F}"/>
                </a:ext>
              </a:extLst>
            </p:cNvPr>
            <p:cNvSpPr>
              <a:spLocks noChangeShapeType="1"/>
            </p:cNvSpPr>
            <p:nvPr/>
          </p:nvSpPr>
          <p:spPr bwMode="auto">
            <a:xfrm flipH="1">
              <a:off x="4999" y="1622"/>
              <a:ext cx="1" cy="1328"/>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7" name="Line 35">
              <a:extLst>
                <a:ext uri="{FF2B5EF4-FFF2-40B4-BE49-F238E27FC236}">
                  <a16:creationId xmlns:a16="http://schemas.microsoft.com/office/drawing/2014/main" id="{D60B6F43-9450-4BB2-BAAB-71FDCB28B47A}"/>
                </a:ext>
              </a:extLst>
            </p:cNvPr>
            <p:cNvSpPr>
              <a:spLocks noChangeShapeType="1"/>
            </p:cNvSpPr>
            <p:nvPr/>
          </p:nvSpPr>
          <p:spPr bwMode="auto">
            <a:xfrm>
              <a:off x="3331" y="1550"/>
              <a:ext cx="163" cy="167"/>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8" name="Line 36">
              <a:extLst>
                <a:ext uri="{FF2B5EF4-FFF2-40B4-BE49-F238E27FC236}">
                  <a16:creationId xmlns:a16="http://schemas.microsoft.com/office/drawing/2014/main" id="{1C51B4BE-F5AE-46DB-B939-C684F6355948}"/>
                </a:ext>
              </a:extLst>
            </p:cNvPr>
            <p:cNvSpPr>
              <a:spLocks noChangeShapeType="1"/>
            </p:cNvSpPr>
            <p:nvPr/>
          </p:nvSpPr>
          <p:spPr bwMode="auto">
            <a:xfrm flipH="1">
              <a:off x="3354" y="2847"/>
              <a:ext cx="159" cy="182"/>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09" name="Line 37">
              <a:extLst>
                <a:ext uri="{FF2B5EF4-FFF2-40B4-BE49-F238E27FC236}">
                  <a16:creationId xmlns:a16="http://schemas.microsoft.com/office/drawing/2014/main" id="{19C57E54-4424-4E87-AD5D-308CE221F0D3}"/>
                </a:ext>
              </a:extLst>
            </p:cNvPr>
            <p:cNvSpPr>
              <a:spLocks noChangeShapeType="1"/>
            </p:cNvSpPr>
            <p:nvPr/>
          </p:nvSpPr>
          <p:spPr bwMode="auto">
            <a:xfrm>
              <a:off x="4660" y="2847"/>
              <a:ext cx="188" cy="174"/>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10" name="Line 38">
              <a:extLst>
                <a:ext uri="{FF2B5EF4-FFF2-40B4-BE49-F238E27FC236}">
                  <a16:creationId xmlns:a16="http://schemas.microsoft.com/office/drawing/2014/main" id="{603407F7-5109-4666-AE88-567A02367D5B}"/>
                </a:ext>
              </a:extLst>
            </p:cNvPr>
            <p:cNvSpPr>
              <a:spLocks noChangeShapeType="1"/>
            </p:cNvSpPr>
            <p:nvPr/>
          </p:nvSpPr>
          <p:spPr bwMode="auto">
            <a:xfrm flipH="1">
              <a:off x="4673" y="1581"/>
              <a:ext cx="185" cy="186"/>
            </a:xfrm>
            <a:prstGeom prst="line">
              <a:avLst/>
            </a:prstGeom>
            <a:grpFill/>
            <a:ln w="25400">
              <a:solidFill>
                <a:srgbClr val="000000"/>
              </a:solidFill>
              <a:round/>
              <a:headEnd/>
              <a:tailEnd/>
            </a:ln>
          </p:spPr>
          <p:txBody>
            <a:bodyPr/>
            <a:lstStyle/>
            <a:p>
              <a:pPr eaLnBrk="1" hangingPunct="1">
                <a:defRPr/>
              </a:pPr>
              <a:endParaRPr lang="en-US" sz="1400" dirty="0">
                <a:cs typeface="Arial" charset="0"/>
              </a:endParaRPr>
            </a:p>
          </p:txBody>
        </p:sp>
        <p:sp>
          <p:nvSpPr>
            <p:cNvPr id="42011" name="Text Box 39">
              <a:extLst>
                <a:ext uri="{FF2B5EF4-FFF2-40B4-BE49-F238E27FC236}">
                  <a16:creationId xmlns:a16="http://schemas.microsoft.com/office/drawing/2014/main" id="{134BC2AE-5965-49BA-97D3-7E11F472CB2F}"/>
                </a:ext>
              </a:extLst>
            </p:cNvPr>
            <p:cNvSpPr txBox="1">
              <a:spLocks noChangeArrowheads="1"/>
            </p:cNvSpPr>
            <p:nvPr/>
          </p:nvSpPr>
          <p:spPr bwMode="auto">
            <a:xfrm>
              <a:off x="3881" y="1668"/>
              <a:ext cx="446" cy="353"/>
            </a:xfrm>
            <a:prstGeom prst="rect">
              <a:avLst/>
            </a:prstGeom>
            <a:noFill/>
            <a:ln w="25400">
              <a:noFill/>
              <a:miter lim="800000"/>
              <a:headEnd/>
              <a:tailEnd/>
            </a:ln>
          </p:spPr>
          <p:txBody>
            <a:bodyPr/>
            <a:lstStyle/>
            <a:p>
              <a:pPr>
                <a:defRPr/>
              </a:pPr>
              <a:endParaRPr lang="en-US" sz="1400" dirty="0">
                <a:cs typeface="Arial" charset="0"/>
              </a:endParaRPr>
            </a:p>
          </p:txBody>
        </p:sp>
        <p:sp>
          <p:nvSpPr>
            <p:cNvPr id="42012" name="Text Box 40">
              <a:extLst>
                <a:ext uri="{FF2B5EF4-FFF2-40B4-BE49-F238E27FC236}">
                  <a16:creationId xmlns:a16="http://schemas.microsoft.com/office/drawing/2014/main" id="{8E22AACE-933C-428A-9A36-A369C1DC2036}"/>
                </a:ext>
              </a:extLst>
            </p:cNvPr>
            <p:cNvSpPr txBox="1">
              <a:spLocks noChangeArrowheads="1"/>
            </p:cNvSpPr>
            <p:nvPr/>
          </p:nvSpPr>
          <p:spPr bwMode="auto">
            <a:xfrm>
              <a:off x="3491" y="1882"/>
              <a:ext cx="445" cy="353"/>
            </a:xfrm>
            <a:prstGeom prst="rect">
              <a:avLst/>
            </a:prstGeom>
            <a:noFill/>
            <a:ln w="25400">
              <a:noFill/>
              <a:miter lim="800000"/>
              <a:headEnd/>
              <a:tailEnd/>
            </a:ln>
          </p:spPr>
          <p:txBody>
            <a:bodyPr/>
            <a:lstStyle/>
            <a:p>
              <a:pPr>
                <a:defRPr/>
              </a:pPr>
              <a:r>
                <a:rPr lang="en-US" sz="1400" dirty="0">
                  <a:cs typeface="Arial" charset="0"/>
                </a:rPr>
                <a:t>000</a:t>
              </a:r>
            </a:p>
          </p:txBody>
        </p:sp>
        <p:sp>
          <p:nvSpPr>
            <p:cNvPr id="42013" name="Text Box 41">
              <a:extLst>
                <a:ext uri="{FF2B5EF4-FFF2-40B4-BE49-F238E27FC236}">
                  <a16:creationId xmlns:a16="http://schemas.microsoft.com/office/drawing/2014/main" id="{FCE8E83A-1F24-4400-8FA8-DB970A379731}"/>
                </a:ext>
              </a:extLst>
            </p:cNvPr>
            <p:cNvSpPr txBox="1">
              <a:spLocks noChangeArrowheads="1"/>
            </p:cNvSpPr>
            <p:nvPr/>
          </p:nvSpPr>
          <p:spPr bwMode="auto">
            <a:xfrm>
              <a:off x="2956" y="1423"/>
              <a:ext cx="445" cy="352"/>
            </a:xfrm>
            <a:prstGeom prst="rect">
              <a:avLst/>
            </a:prstGeom>
            <a:noFill/>
            <a:ln w="25400">
              <a:noFill/>
              <a:miter lim="800000"/>
              <a:headEnd/>
              <a:tailEnd/>
            </a:ln>
          </p:spPr>
          <p:txBody>
            <a:bodyPr/>
            <a:lstStyle/>
            <a:p>
              <a:pPr>
                <a:defRPr/>
              </a:pPr>
              <a:r>
                <a:rPr lang="en-US" sz="1400" dirty="0">
                  <a:cs typeface="Arial" charset="0"/>
                </a:rPr>
                <a:t>100</a:t>
              </a:r>
            </a:p>
          </p:txBody>
        </p:sp>
        <p:sp>
          <p:nvSpPr>
            <p:cNvPr id="42014" name="Text Box 42">
              <a:extLst>
                <a:ext uri="{FF2B5EF4-FFF2-40B4-BE49-F238E27FC236}">
                  <a16:creationId xmlns:a16="http://schemas.microsoft.com/office/drawing/2014/main" id="{943B8FCB-3123-4AD7-BF95-1555B01AFB16}"/>
                </a:ext>
              </a:extLst>
            </p:cNvPr>
            <p:cNvSpPr txBox="1">
              <a:spLocks noChangeArrowheads="1"/>
            </p:cNvSpPr>
            <p:nvPr/>
          </p:nvSpPr>
          <p:spPr bwMode="auto">
            <a:xfrm>
              <a:off x="4896" y="3199"/>
              <a:ext cx="445" cy="353"/>
            </a:xfrm>
            <a:prstGeom prst="rect">
              <a:avLst/>
            </a:prstGeom>
            <a:noFill/>
            <a:ln w="25400">
              <a:noFill/>
              <a:miter lim="800000"/>
              <a:headEnd/>
              <a:tailEnd/>
            </a:ln>
          </p:spPr>
          <p:txBody>
            <a:bodyPr/>
            <a:lstStyle/>
            <a:p>
              <a:pPr>
                <a:defRPr/>
              </a:pPr>
              <a:r>
                <a:rPr lang="en-US" sz="1400" dirty="0">
                  <a:cs typeface="Arial" charset="0"/>
                </a:rPr>
                <a:t>111</a:t>
              </a:r>
            </a:p>
          </p:txBody>
        </p:sp>
        <p:sp>
          <p:nvSpPr>
            <p:cNvPr id="42015" name="Text Box 43">
              <a:extLst>
                <a:ext uri="{FF2B5EF4-FFF2-40B4-BE49-F238E27FC236}">
                  <a16:creationId xmlns:a16="http://schemas.microsoft.com/office/drawing/2014/main" id="{6DF3DF6C-C5B3-4AAF-9C90-42FD00BFEC3A}"/>
                </a:ext>
              </a:extLst>
            </p:cNvPr>
            <p:cNvSpPr txBox="1">
              <a:spLocks noChangeArrowheads="1"/>
            </p:cNvSpPr>
            <p:nvPr/>
          </p:nvSpPr>
          <p:spPr bwMode="auto">
            <a:xfrm>
              <a:off x="4355" y="1904"/>
              <a:ext cx="445" cy="353"/>
            </a:xfrm>
            <a:prstGeom prst="rect">
              <a:avLst/>
            </a:prstGeom>
            <a:noFill/>
            <a:ln w="25400">
              <a:noFill/>
              <a:miter lim="800000"/>
              <a:headEnd/>
              <a:tailEnd/>
            </a:ln>
          </p:spPr>
          <p:txBody>
            <a:bodyPr/>
            <a:lstStyle/>
            <a:p>
              <a:pPr>
                <a:defRPr/>
              </a:pPr>
              <a:r>
                <a:rPr lang="en-US" sz="1400" dirty="0">
                  <a:cs typeface="Arial" charset="0"/>
                </a:rPr>
                <a:t>010</a:t>
              </a:r>
            </a:p>
          </p:txBody>
        </p:sp>
        <p:sp>
          <p:nvSpPr>
            <p:cNvPr id="42016" name="Text Box 44">
              <a:extLst>
                <a:ext uri="{FF2B5EF4-FFF2-40B4-BE49-F238E27FC236}">
                  <a16:creationId xmlns:a16="http://schemas.microsoft.com/office/drawing/2014/main" id="{5D6F1C05-C628-4FAA-A507-3CC4FCD551DE}"/>
                </a:ext>
              </a:extLst>
            </p:cNvPr>
            <p:cNvSpPr txBox="1">
              <a:spLocks noChangeArrowheads="1"/>
            </p:cNvSpPr>
            <p:nvPr/>
          </p:nvSpPr>
          <p:spPr bwMode="auto">
            <a:xfrm>
              <a:off x="4327" y="2692"/>
              <a:ext cx="445" cy="353"/>
            </a:xfrm>
            <a:prstGeom prst="rect">
              <a:avLst/>
            </a:prstGeom>
            <a:noFill/>
            <a:ln w="25400">
              <a:noFill/>
              <a:miter lim="800000"/>
              <a:headEnd/>
              <a:tailEnd/>
            </a:ln>
          </p:spPr>
          <p:txBody>
            <a:bodyPr/>
            <a:lstStyle/>
            <a:p>
              <a:pPr>
                <a:defRPr/>
              </a:pPr>
              <a:r>
                <a:rPr lang="en-US" sz="1400" dirty="0">
                  <a:cs typeface="Arial" charset="0"/>
                </a:rPr>
                <a:t>011</a:t>
              </a:r>
            </a:p>
          </p:txBody>
        </p:sp>
        <p:sp>
          <p:nvSpPr>
            <p:cNvPr id="42017" name="Text Box 45">
              <a:extLst>
                <a:ext uri="{FF2B5EF4-FFF2-40B4-BE49-F238E27FC236}">
                  <a16:creationId xmlns:a16="http://schemas.microsoft.com/office/drawing/2014/main" id="{3400B8B0-E1BC-428D-A819-00C96CAD7AC0}"/>
                </a:ext>
              </a:extLst>
            </p:cNvPr>
            <p:cNvSpPr txBox="1">
              <a:spLocks noChangeArrowheads="1"/>
            </p:cNvSpPr>
            <p:nvPr/>
          </p:nvSpPr>
          <p:spPr bwMode="auto">
            <a:xfrm>
              <a:off x="4848" y="1392"/>
              <a:ext cx="445" cy="353"/>
            </a:xfrm>
            <a:prstGeom prst="rect">
              <a:avLst/>
            </a:prstGeom>
            <a:noFill/>
            <a:ln w="25400">
              <a:noFill/>
              <a:miter lim="800000"/>
              <a:headEnd/>
              <a:tailEnd/>
            </a:ln>
          </p:spPr>
          <p:txBody>
            <a:bodyPr/>
            <a:lstStyle/>
            <a:p>
              <a:pPr>
                <a:defRPr/>
              </a:pPr>
              <a:r>
                <a:rPr lang="en-US" sz="1400" dirty="0">
                  <a:cs typeface="Arial" charset="0"/>
                </a:rPr>
                <a:t>110</a:t>
              </a:r>
            </a:p>
          </p:txBody>
        </p:sp>
        <p:sp>
          <p:nvSpPr>
            <p:cNvPr id="42018" name="Text Box 46">
              <a:extLst>
                <a:ext uri="{FF2B5EF4-FFF2-40B4-BE49-F238E27FC236}">
                  <a16:creationId xmlns:a16="http://schemas.microsoft.com/office/drawing/2014/main" id="{13DFC990-CE77-448E-BC3B-EE31D47EB93E}"/>
                </a:ext>
              </a:extLst>
            </p:cNvPr>
            <p:cNvSpPr txBox="1">
              <a:spLocks noChangeArrowheads="1"/>
            </p:cNvSpPr>
            <p:nvPr/>
          </p:nvSpPr>
          <p:spPr bwMode="auto">
            <a:xfrm>
              <a:off x="3491" y="2664"/>
              <a:ext cx="445" cy="352"/>
            </a:xfrm>
            <a:prstGeom prst="rect">
              <a:avLst/>
            </a:prstGeom>
            <a:noFill/>
            <a:ln w="25400">
              <a:noFill/>
              <a:miter lim="800000"/>
              <a:headEnd/>
              <a:tailEnd/>
            </a:ln>
          </p:spPr>
          <p:txBody>
            <a:bodyPr/>
            <a:lstStyle/>
            <a:p>
              <a:pPr>
                <a:defRPr/>
              </a:pPr>
              <a:r>
                <a:rPr lang="en-US" sz="1400" dirty="0">
                  <a:cs typeface="Arial" charset="0"/>
                </a:rPr>
                <a:t>001</a:t>
              </a:r>
            </a:p>
          </p:txBody>
        </p:sp>
        <p:sp>
          <p:nvSpPr>
            <p:cNvPr id="42019" name="Text Box 47">
              <a:extLst>
                <a:ext uri="{FF2B5EF4-FFF2-40B4-BE49-F238E27FC236}">
                  <a16:creationId xmlns:a16="http://schemas.microsoft.com/office/drawing/2014/main" id="{CD903E69-31F1-4050-A2C0-6A1979CE7476}"/>
                </a:ext>
              </a:extLst>
            </p:cNvPr>
            <p:cNvSpPr txBox="1">
              <a:spLocks noChangeArrowheads="1"/>
            </p:cNvSpPr>
            <p:nvPr/>
          </p:nvSpPr>
          <p:spPr bwMode="auto">
            <a:xfrm>
              <a:off x="3011" y="3143"/>
              <a:ext cx="445" cy="352"/>
            </a:xfrm>
            <a:prstGeom prst="rect">
              <a:avLst/>
            </a:prstGeom>
            <a:noFill/>
            <a:ln w="25400">
              <a:noFill/>
              <a:miter lim="800000"/>
              <a:headEnd/>
              <a:tailEnd/>
            </a:ln>
          </p:spPr>
          <p:txBody>
            <a:bodyPr/>
            <a:lstStyle/>
            <a:p>
              <a:pPr>
                <a:defRPr/>
              </a:pPr>
              <a:r>
                <a:rPr lang="en-US" sz="1400" dirty="0">
                  <a:cs typeface="Arial" charset="0"/>
                </a:rPr>
                <a:t>101</a:t>
              </a:r>
            </a:p>
          </p:txBody>
        </p:sp>
      </p:grpSp>
      <p:sp>
        <p:nvSpPr>
          <p:cNvPr id="41990" name="Text Box 48">
            <a:extLst>
              <a:ext uri="{FF2B5EF4-FFF2-40B4-BE49-F238E27FC236}">
                <a16:creationId xmlns:a16="http://schemas.microsoft.com/office/drawing/2014/main" id="{574E0EAA-248D-4795-902B-1177E0A1B872}"/>
              </a:ext>
            </a:extLst>
          </p:cNvPr>
          <p:cNvSpPr txBox="1">
            <a:spLocks noChangeArrowheads="1"/>
          </p:cNvSpPr>
          <p:nvPr/>
        </p:nvSpPr>
        <p:spPr bwMode="auto">
          <a:xfrm>
            <a:off x="2363788" y="4343400"/>
            <a:ext cx="3122612" cy="1016000"/>
          </a:xfrm>
          <a:prstGeom prst="rect">
            <a:avLst/>
          </a:prstGeom>
          <a:noFill/>
          <a:ln w="9525">
            <a:noFill/>
            <a:miter lim="800000"/>
            <a:headEnd/>
            <a:tailEnd/>
          </a:ln>
        </p:spPr>
        <p:txBody>
          <a:bodyPr>
            <a:spAutoFit/>
          </a:bodyPr>
          <a:lstStyle/>
          <a:p>
            <a:pPr eaLnBrk="1" hangingPunct="1">
              <a:defRPr/>
            </a:pPr>
            <a:r>
              <a:rPr lang="en-US" sz="2000" dirty="0">
                <a:cs typeface="Arial" charset="0"/>
              </a:rPr>
              <a:t>The worst possible adjacency diagram for four states</a:t>
            </a:r>
            <a:endParaRPr lang="ru-RU" sz="2000" dirty="0">
              <a:cs typeface="Arial" charset="0"/>
            </a:endParaRPr>
          </a:p>
        </p:txBody>
      </p:sp>
      <p:sp>
        <p:nvSpPr>
          <p:cNvPr id="47" name="Rectangle 4">
            <a:extLst>
              <a:ext uri="{FF2B5EF4-FFF2-40B4-BE49-F238E27FC236}">
                <a16:creationId xmlns:a16="http://schemas.microsoft.com/office/drawing/2014/main" id="{935B4B98-7501-4F4B-BDD4-F5FF44A5572D}"/>
              </a:ext>
            </a:extLst>
          </p:cNvPr>
          <p:cNvSpPr txBox="1">
            <a:spLocks noChangeArrowheads="1"/>
          </p:cNvSpPr>
          <p:nvPr/>
        </p:nvSpPr>
        <p:spPr bwMode="auto">
          <a:xfrm>
            <a:off x="1752600" y="670177"/>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5" name="Title 4">
            <a:extLst>
              <a:ext uri="{FF2B5EF4-FFF2-40B4-BE49-F238E27FC236}">
                <a16:creationId xmlns:a16="http://schemas.microsoft.com/office/drawing/2014/main" id="{699C543D-E20F-8A6D-C2CF-E02AC0B47306}"/>
              </a:ext>
            </a:extLst>
          </p:cNvPr>
          <p:cNvSpPr>
            <a:spLocks noGrp="1"/>
          </p:cNvSpPr>
          <p:nvPr>
            <p:ph type="title"/>
          </p:nvPr>
        </p:nvSpPr>
        <p:spPr/>
        <p:txBody>
          <a:bodyPr>
            <a:normAutofit/>
          </a:bodyPr>
          <a:lstStyle/>
          <a:p>
            <a:r>
              <a:rPr lang="en-US" dirty="0"/>
              <a:t>Anti-Race Assignment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58">
            <a:extLst>
              <a:ext uri="{FF2B5EF4-FFF2-40B4-BE49-F238E27FC236}">
                <a16:creationId xmlns:a16="http://schemas.microsoft.com/office/drawing/2014/main" id="{9B2715A2-AA55-C281-9D0D-846A9291E36C}"/>
              </a:ext>
            </a:extLst>
          </p:cNvPr>
          <p:cNvGrpSpPr>
            <a:grpSpLocks/>
          </p:cNvGrpSpPr>
          <p:nvPr/>
        </p:nvGrpSpPr>
        <p:grpSpPr bwMode="auto">
          <a:xfrm>
            <a:off x="2438401" y="2120901"/>
            <a:ext cx="3463925" cy="2759891"/>
            <a:chOff x="567" y="1296"/>
            <a:chExt cx="1889" cy="1383"/>
          </a:xfrm>
        </p:grpSpPr>
        <p:sp>
          <p:nvSpPr>
            <p:cNvPr id="43042" name="Line 6">
              <a:extLst>
                <a:ext uri="{FF2B5EF4-FFF2-40B4-BE49-F238E27FC236}">
                  <a16:creationId xmlns:a16="http://schemas.microsoft.com/office/drawing/2014/main" id="{21204944-3833-4192-AE18-A08AE763FC19}"/>
                </a:ext>
              </a:extLst>
            </p:cNvPr>
            <p:cNvSpPr>
              <a:spLocks noChangeShapeType="1"/>
            </p:cNvSpPr>
            <p:nvPr/>
          </p:nvSpPr>
          <p:spPr bwMode="auto">
            <a:xfrm>
              <a:off x="952" y="1776"/>
              <a:ext cx="693"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43" name="Line 7">
              <a:extLst>
                <a:ext uri="{FF2B5EF4-FFF2-40B4-BE49-F238E27FC236}">
                  <a16:creationId xmlns:a16="http://schemas.microsoft.com/office/drawing/2014/main" id="{5087E6BD-8903-41FC-BDDF-CE288FFDAC55}"/>
                </a:ext>
              </a:extLst>
            </p:cNvPr>
            <p:cNvSpPr>
              <a:spLocks noChangeShapeType="1"/>
            </p:cNvSpPr>
            <p:nvPr/>
          </p:nvSpPr>
          <p:spPr bwMode="auto">
            <a:xfrm>
              <a:off x="952" y="1776"/>
              <a:ext cx="0" cy="694"/>
            </a:xfrm>
            <a:prstGeom prst="line">
              <a:avLst/>
            </a:prstGeom>
            <a:noFill/>
            <a:ln w="38100">
              <a:solidFill>
                <a:schemeClr val="tx1"/>
              </a:solidFill>
              <a:round/>
              <a:headEnd type="oval" w="med" len="med"/>
              <a:tailEnd type="oval" w="med" len="med"/>
            </a:ln>
          </p:spPr>
          <p:txBody>
            <a:bodyPr/>
            <a:lstStyle/>
            <a:p>
              <a:pPr eaLnBrk="1" hangingPunct="1">
                <a:defRPr/>
              </a:pPr>
              <a:endParaRPr lang="en-US" dirty="0">
                <a:cs typeface="Arial" charset="0"/>
              </a:endParaRPr>
            </a:p>
          </p:txBody>
        </p:sp>
        <p:sp>
          <p:nvSpPr>
            <p:cNvPr id="43044" name="Line 8">
              <a:extLst>
                <a:ext uri="{FF2B5EF4-FFF2-40B4-BE49-F238E27FC236}">
                  <a16:creationId xmlns:a16="http://schemas.microsoft.com/office/drawing/2014/main" id="{A2BA7709-60DF-4C59-B257-36A7EA3C1DEF}"/>
                </a:ext>
              </a:extLst>
            </p:cNvPr>
            <p:cNvSpPr>
              <a:spLocks noChangeShapeType="1"/>
            </p:cNvSpPr>
            <p:nvPr/>
          </p:nvSpPr>
          <p:spPr bwMode="auto">
            <a:xfrm>
              <a:off x="968" y="2464"/>
              <a:ext cx="672"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45" name="Line 9">
              <a:extLst>
                <a:ext uri="{FF2B5EF4-FFF2-40B4-BE49-F238E27FC236}">
                  <a16:creationId xmlns:a16="http://schemas.microsoft.com/office/drawing/2014/main" id="{A32D99EA-6B99-41A5-8BE4-C343CA026035}"/>
                </a:ext>
              </a:extLst>
            </p:cNvPr>
            <p:cNvSpPr>
              <a:spLocks noChangeShapeType="1"/>
            </p:cNvSpPr>
            <p:nvPr/>
          </p:nvSpPr>
          <p:spPr bwMode="auto">
            <a:xfrm>
              <a:off x="1648" y="1776"/>
              <a:ext cx="0" cy="694"/>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46" name="Line 10">
              <a:extLst>
                <a:ext uri="{FF2B5EF4-FFF2-40B4-BE49-F238E27FC236}">
                  <a16:creationId xmlns:a16="http://schemas.microsoft.com/office/drawing/2014/main" id="{8FEC559D-B751-47A3-81A8-A9CA1A954675}"/>
                </a:ext>
              </a:extLst>
            </p:cNvPr>
            <p:cNvSpPr>
              <a:spLocks noChangeShapeType="1"/>
            </p:cNvSpPr>
            <p:nvPr/>
          </p:nvSpPr>
          <p:spPr bwMode="auto">
            <a:xfrm flipV="1">
              <a:off x="960" y="1584"/>
              <a:ext cx="336" cy="192"/>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47" name="Line 11">
              <a:extLst>
                <a:ext uri="{FF2B5EF4-FFF2-40B4-BE49-F238E27FC236}">
                  <a16:creationId xmlns:a16="http://schemas.microsoft.com/office/drawing/2014/main" id="{3852D324-50F9-4198-A52D-08ECC07EC2AE}"/>
                </a:ext>
              </a:extLst>
            </p:cNvPr>
            <p:cNvSpPr>
              <a:spLocks noChangeShapeType="1"/>
            </p:cNvSpPr>
            <p:nvPr/>
          </p:nvSpPr>
          <p:spPr bwMode="auto">
            <a:xfrm flipV="1">
              <a:off x="1664" y="1584"/>
              <a:ext cx="336" cy="192"/>
            </a:xfrm>
            <a:prstGeom prst="line">
              <a:avLst/>
            </a:prstGeom>
            <a:noFill/>
            <a:ln w="38100">
              <a:solidFill>
                <a:schemeClr val="tx1"/>
              </a:solidFill>
              <a:round/>
              <a:headEnd type="oval" w="med" len="med"/>
              <a:tailEnd type="oval" w="med" len="med"/>
            </a:ln>
          </p:spPr>
          <p:txBody>
            <a:bodyPr/>
            <a:lstStyle/>
            <a:p>
              <a:pPr eaLnBrk="1" hangingPunct="1">
                <a:defRPr/>
              </a:pPr>
              <a:endParaRPr lang="en-US" dirty="0">
                <a:cs typeface="Arial" charset="0"/>
              </a:endParaRPr>
            </a:p>
          </p:txBody>
        </p:sp>
        <p:sp>
          <p:nvSpPr>
            <p:cNvPr id="43048" name="Line 12">
              <a:extLst>
                <a:ext uri="{FF2B5EF4-FFF2-40B4-BE49-F238E27FC236}">
                  <a16:creationId xmlns:a16="http://schemas.microsoft.com/office/drawing/2014/main" id="{7CE28169-DC43-45A5-8DF7-CDA55727032A}"/>
                </a:ext>
              </a:extLst>
            </p:cNvPr>
            <p:cNvSpPr>
              <a:spLocks noChangeShapeType="1"/>
            </p:cNvSpPr>
            <p:nvPr/>
          </p:nvSpPr>
          <p:spPr bwMode="auto">
            <a:xfrm flipV="1">
              <a:off x="952" y="2264"/>
              <a:ext cx="336" cy="192"/>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49" name="Line 13">
              <a:extLst>
                <a:ext uri="{FF2B5EF4-FFF2-40B4-BE49-F238E27FC236}">
                  <a16:creationId xmlns:a16="http://schemas.microsoft.com/office/drawing/2014/main" id="{0362FD4D-4198-4FBB-BA05-8B9BDFCC4FE7}"/>
                </a:ext>
              </a:extLst>
            </p:cNvPr>
            <p:cNvSpPr>
              <a:spLocks noChangeShapeType="1"/>
            </p:cNvSpPr>
            <p:nvPr/>
          </p:nvSpPr>
          <p:spPr bwMode="auto">
            <a:xfrm flipV="1">
              <a:off x="1656" y="2272"/>
              <a:ext cx="336" cy="192"/>
            </a:xfrm>
            <a:prstGeom prst="line">
              <a:avLst/>
            </a:prstGeom>
            <a:noFill/>
            <a:ln w="38100">
              <a:solidFill>
                <a:schemeClr val="tx1"/>
              </a:solidFill>
              <a:round/>
              <a:headEnd type="oval" w="med" len="med"/>
              <a:tailEnd type="oval" w="med" len="med"/>
            </a:ln>
          </p:spPr>
          <p:txBody>
            <a:bodyPr/>
            <a:lstStyle/>
            <a:p>
              <a:pPr eaLnBrk="1" hangingPunct="1">
                <a:defRPr/>
              </a:pPr>
              <a:endParaRPr lang="en-US" dirty="0">
                <a:cs typeface="Arial" charset="0"/>
              </a:endParaRPr>
            </a:p>
          </p:txBody>
        </p:sp>
        <p:sp>
          <p:nvSpPr>
            <p:cNvPr id="43050" name="Line 14">
              <a:extLst>
                <a:ext uri="{FF2B5EF4-FFF2-40B4-BE49-F238E27FC236}">
                  <a16:creationId xmlns:a16="http://schemas.microsoft.com/office/drawing/2014/main" id="{90045514-796A-4C88-B604-670F71B09C61}"/>
                </a:ext>
              </a:extLst>
            </p:cNvPr>
            <p:cNvSpPr>
              <a:spLocks noChangeShapeType="1"/>
            </p:cNvSpPr>
            <p:nvPr/>
          </p:nvSpPr>
          <p:spPr bwMode="auto">
            <a:xfrm>
              <a:off x="1296" y="1584"/>
              <a:ext cx="0" cy="694"/>
            </a:xfrm>
            <a:prstGeom prst="line">
              <a:avLst/>
            </a:prstGeom>
            <a:noFill/>
            <a:ln w="38100">
              <a:solidFill>
                <a:schemeClr val="tx1"/>
              </a:solidFill>
              <a:round/>
              <a:headEnd type="oval" w="med" len="med"/>
              <a:tailEnd type="oval" w="med" len="med"/>
            </a:ln>
          </p:spPr>
          <p:txBody>
            <a:bodyPr/>
            <a:lstStyle/>
            <a:p>
              <a:pPr eaLnBrk="1" hangingPunct="1">
                <a:defRPr/>
              </a:pPr>
              <a:endParaRPr lang="en-US" dirty="0">
                <a:cs typeface="Arial" charset="0"/>
              </a:endParaRPr>
            </a:p>
          </p:txBody>
        </p:sp>
        <p:sp>
          <p:nvSpPr>
            <p:cNvPr id="43051" name="Line 15">
              <a:extLst>
                <a:ext uri="{FF2B5EF4-FFF2-40B4-BE49-F238E27FC236}">
                  <a16:creationId xmlns:a16="http://schemas.microsoft.com/office/drawing/2014/main" id="{4DF3790B-1C37-42F4-A385-ADA8505A8398}"/>
                </a:ext>
              </a:extLst>
            </p:cNvPr>
            <p:cNvSpPr>
              <a:spLocks noChangeShapeType="1"/>
            </p:cNvSpPr>
            <p:nvPr/>
          </p:nvSpPr>
          <p:spPr bwMode="auto">
            <a:xfrm>
              <a:off x="1312" y="1584"/>
              <a:ext cx="693"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52" name="Line 16">
              <a:extLst>
                <a:ext uri="{FF2B5EF4-FFF2-40B4-BE49-F238E27FC236}">
                  <a16:creationId xmlns:a16="http://schemas.microsoft.com/office/drawing/2014/main" id="{E0F367CA-6BC8-44E6-A482-73C5F019EDE8}"/>
                </a:ext>
              </a:extLst>
            </p:cNvPr>
            <p:cNvSpPr>
              <a:spLocks noChangeShapeType="1"/>
            </p:cNvSpPr>
            <p:nvPr/>
          </p:nvSpPr>
          <p:spPr bwMode="auto">
            <a:xfrm>
              <a:off x="2000" y="1592"/>
              <a:ext cx="0" cy="694"/>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53" name="Line 17">
              <a:extLst>
                <a:ext uri="{FF2B5EF4-FFF2-40B4-BE49-F238E27FC236}">
                  <a16:creationId xmlns:a16="http://schemas.microsoft.com/office/drawing/2014/main" id="{D4AA0978-C046-4B84-9DA3-71E32FC3852B}"/>
                </a:ext>
              </a:extLst>
            </p:cNvPr>
            <p:cNvSpPr>
              <a:spLocks noChangeShapeType="1"/>
            </p:cNvSpPr>
            <p:nvPr/>
          </p:nvSpPr>
          <p:spPr bwMode="auto">
            <a:xfrm>
              <a:off x="1296" y="2272"/>
              <a:ext cx="694"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54" name="Text Box 18">
              <a:extLst>
                <a:ext uri="{FF2B5EF4-FFF2-40B4-BE49-F238E27FC236}">
                  <a16:creationId xmlns:a16="http://schemas.microsoft.com/office/drawing/2014/main" id="{D2F8FB9A-0771-4835-884E-1437C30A3F7D}"/>
                </a:ext>
              </a:extLst>
            </p:cNvPr>
            <p:cNvSpPr txBox="1">
              <a:spLocks noChangeArrowheads="1"/>
            </p:cNvSpPr>
            <p:nvPr/>
          </p:nvSpPr>
          <p:spPr bwMode="auto">
            <a:xfrm>
              <a:off x="632" y="1920"/>
              <a:ext cx="336"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0</a:t>
              </a:r>
              <a:endParaRPr lang="en-US" sz="2400" dirty="0">
                <a:cs typeface="Arial" charset="0"/>
              </a:endParaRPr>
            </a:p>
          </p:txBody>
        </p:sp>
        <p:sp>
          <p:nvSpPr>
            <p:cNvPr id="43055" name="Text Box 19">
              <a:extLst>
                <a:ext uri="{FF2B5EF4-FFF2-40B4-BE49-F238E27FC236}">
                  <a16:creationId xmlns:a16="http://schemas.microsoft.com/office/drawing/2014/main" id="{1E7F3BF2-976B-4D72-81DF-996C98F1CE68}"/>
                </a:ext>
              </a:extLst>
            </p:cNvPr>
            <p:cNvSpPr txBox="1">
              <a:spLocks noChangeArrowheads="1"/>
            </p:cNvSpPr>
            <p:nvPr/>
          </p:nvSpPr>
          <p:spPr bwMode="auto">
            <a:xfrm>
              <a:off x="1288" y="1808"/>
              <a:ext cx="336"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1</a:t>
              </a:r>
              <a:endParaRPr lang="en-US" sz="2400" dirty="0">
                <a:cs typeface="Arial" charset="0"/>
              </a:endParaRPr>
            </a:p>
          </p:txBody>
        </p:sp>
        <p:sp>
          <p:nvSpPr>
            <p:cNvPr id="43056" name="Text Box 20">
              <a:extLst>
                <a:ext uri="{FF2B5EF4-FFF2-40B4-BE49-F238E27FC236}">
                  <a16:creationId xmlns:a16="http://schemas.microsoft.com/office/drawing/2014/main" id="{C5F57C70-19EA-4BAA-B847-DADE5DA2554E}"/>
                </a:ext>
              </a:extLst>
            </p:cNvPr>
            <p:cNvSpPr txBox="1">
              <a:spLocks noChangeArrowheads="1"/>
            </p:cNvSpPr>
            <p:nvPr/>
          </p:nvSpPr>
          <p:spPr bwMode="auto">
            <a:xfrm>
              <a:off x="1776" y="2336"/>
              <a:ext cx="336"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2</a:t>
              </a:r>
              <a:endParaRPr lang="en-US" sz="2400" dirty="0">
                <a:cs typeface="Arial" charset="0"/>
              </a:endParaRPr>
            </a:p>
          </p:txBody>
        </p:sp>
        <p:sp>
          <p:nvSpPr>
            <p:cNvPr id="43057" name="Text Box 21">
              <a:extLst>
                <a:ext uri="{FF2B5EF4-FFF2-40B4-BE49-F238E27FC236}">
                  <a16:creationId xmlns:a16="http://schemas.microsoft.com/office/drawing/2014/main" id="{61A6B23C-EC84-404C-A612-2D28422707B6}"/>
                </a:ext>
              </a:extLst>
            </p:cNvPr>
            <p:cNvSpPr txBox="1">
              <a:spLocks noChangeArrowheads="1"/>
            </p:cNvSpPr>
            <p:nvPr/>
          </p:nvSpPr>
          <p:spPr bwMode="auto">
            <a:xfrm>
              <a:off x="1744" y="1296"/>
              <a:ext cx="336" cy="231"/>
            </a:xfrm>
            <a:prstGeom prst="rect">
              <a:avLst/>
            </a:prstGeom>
            <a:noFill/>
            <a:ln w="9525">
              <a:noFill/>
              <a:miter lim="800000"/>
              <a:headEnd/>
              <a:tailEnd/>
            </a:ln>
          </p:spPr>
          <p:txBody>
            <a:bodyPr>
              <a:spAutoFit/>
            </a:bodyPr>
            <a:lstStyle/>
            <a:p>
              <a:pPr eaLnBrk="1" hangingPunct="1">
                <a:spcBef>
                  <a:spcPct val="50000"/>
                </a:spcBef>
                <a:defRPr/>
              </a:pPr>
              <a:r>
                <a:rPr lang="en-US" sz="2400">
                  <a:cs typeface="Arial" charset="0"/>
                </a:rPr>
                <a:t>S</a:t>
              </a:r>
              <a:r>
                <a:rPr lang="en-US" sz="2400" baseline="-25000">
                  <a:cs typeface="Arial" charset="0"/>
                </a:rPr>
                <a:t>3</a:t>
              </a:r>
              <a:endParaRPr lang="en-US" sz="2400" dirty="0">
                <a:cs typeface="Arial" charset="0"/>
              </a:endParaRPr>
            </a:p>
          </p:txBody>
        </p:sp>
        <p:sp>
          <p:nvSpPr>
            <p:cNvPr id="43058" name="Text Box 22">
              <a:extLst>
                <a:ext uri="{FF2B5EF4-FFF2-40B4-BE49-F238E27FC236}">
                  <a16:creationId xmlns:a16="http://schemas.microsoft.com/office/drawing/2014/main" id="{A6511CFE-D2CF-4982-9370-8AA0E24676D7}"/>
                </a:ext>
              </a:extLst>
            </p:cNvPr>
            <p:cNvSpPr txBox="1">
              <a:spLocks noChangeArrowheads="1"/>
            </p:cNvSpPr>
            <p:nvPr/>
          </p:nvSpPr>
          <p:spPr bwMode="auto">
            <a:xfrm>
              <a:off x="696" y="2440"/>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000</a:t>
              </a:r>
            </a:p>
          </p:txBody>
        </p:sp>
        <p:sp>
          <p:nvSpPr>
            <p:cNvPr id="43059" name="Text Box 23">
              <a:extLst>
                <a:ext uri="{FF2B5EF4-FFF2-40B4-BE49-F238E27FC236}">
                  <a16:creationId xmlns:a16="http://schemas.microsoft.com/office/drawing/2014/main" id="{A113674A-D286-47DC-B176-1844AF2EFB31}"/>
                </a:ext>
              </a:extLst>
            </p:cNvPr>
            <p:cNvSpPr txBox="1">
              <a:spLocks noChangeArrowheads="1"/>
            </p:cNvSpPr>
            <p:nvPr/>
          </p:nvSpPr>
          <p:spPr bwMode="auto">
            <a:xfrm>
              <a:off x="1536" y="2448"/>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100</a:t>
              </a:r>
            </a:p>
          </p:txBody>
        </p:sp>
        <p:sp>
          <p:nvSpPr>
            <p:cNvPr id="43060" name="Text Box 24">
              <a:extLst>
                <a:ext uri="{FF2B5EF4-FFF2-40B4-BE49-F238E27FC236}">
                  <a16:creationId xmlns:a16="http://schemas.microsoft.com/office/drawing/2014/main" id="{CC7497EA-66B9-4E52-851F-FA86C2C9CCD7}"/>
                </a:ext>
              </a:extLst>
            </p:cNvPr>
            <p:cNvSpPr txBox="1">
              <a:spLocks noChangeArrowheads="1"/>
            </p:cNvSpPr>
            <p:nvPr/>
          </p:nvSpPr>
          <p:spPr bwMode="auto">
            <a:xfrm>
              <a:off x="1973" y="2104"/>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101</a:t>
              </a:r>
            </a:p>
          </p:txBody>
        </p:sp>
        <p:sp>
          <p:nvSpPr>
            <p:cNvPr id="43061" name="Text Box 25">
              <a:extLst>
                <a:ext uri="{FF2B5EF4-FFF2-40B4-BE49-F238E27FC236}">
                  <a16:creationId xmlns:a16="http://schemas.microsoft.com/office/drawing/2014/main" id="{31A6B099-17AB-44CE-83B9-1AF0D72F279A}"/>
                </a:ext>
              </a:extLst>
            </p:cNvPr>
            <p:cNvSpPr txBox="1">
              <a:spLocks noChangeArrowheads="1"/>
            </p:cNvSpPr>
            <p:nvPr/>
          </p:nvSpPr>
          <p:spPr bwMode="auto">
            <a:xfrm>
              <a:off x="1976" y="1384"/>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111</a:t>
              </a:r>
            </a:p>
          </p:txBody>
        </p:sp>
        <p:sp>
          <p:nvSpPr>
            <p:cNvPr id="43062" name="Text Box 26">
              <a:extLst>
                <a:ext uri="{FF2B5EF4-FFF2-40B4-BE49-F238E27FC236}">
                  <a16:creationId xmlns:a16="http://schemas.microsoft.com/office/drawing/2014/main" id="{6F7E4C9C-A270-4DBA-B6ED-DE95ED0BD229}"/>
                </a:ext>
              </a:extLst>
            </p:cNvPr>
            <p:cNvSpPr txBox="1">
              <a:spLocks noChangeArrowheads="1"/>
            </p:cNvSpPr>
            <p:nvPr/>
          </p:nvSpPr>
          <p:spPr bwMode="auto">
            <a:xfrm>
              <a:off x="1064" y="1352"/>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011</a:t>
              </a:r>
            </a:p>
          </p:txBody>
        </p:sp>
        <p:sp>
          <p:nvSpPr>
            <p:cNvPr id="43063" name="Text Box 27">
              <a:extLst>
                <a:ext uri="{FF2B5EF4-FFF2-40B4-BE49-F238E27FC236}">
                  <a16:creationId xmlns:a16="http://schemas.microsoft.com/office/drawing/2014/main" id="{FFD586FB-657B-4BDE-9CE1-67102215EDFD}"/>
                </a:ext>
              </a:extLst>
            </p:cNvPr>
            <p:cNvSpPr txBox="1">
              <a:spLocks noChangeArrowheads="1"/>
            </p:cNvSpPr>
            <p:nvPr/>
          </p:nvSpPr>
          <p:spPr bwMode="auto">
            <a:xfrm>
              <a:off x="1296" y="2024"/>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001</a:t>
              </a:r>
            </a:p>
          </p:txBody>
        </p:sp>
        <p:sp>
          <p:nvSpPr>
            <p:cNvPr id="43064" name="Text Box 28">
              <a:extLst>
                <a:ext uri="{FF2B5EF4-FFF2-40B4-BE49-F238E27FC236}">
                  <a16:creationId xmlns:a16="http://schemas.microsoft.com/office/drawing/2014/main" id="{3EA78C8C-E475-47F3-9D3E-71E8C05A8FAC}"/>
                </a:ext>
              </a:extLst>
            </p:cNvPr>
            <p:cNvSpPr txBox="1">
              <a:spLocks noChangeArrowheads="1"/>
            </p:cNvSpPr>
            <p:nvPr/>
          </p:nvSpPr>
          <p:spPr bwMode="auto">
            <a:xfrm>
              <a:off x="1656" y="1704"/>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110</a:t>
              </a:r>
            </a:p>
          </p:txBody>
        </p:sp>
        <p:sp>
          <p:nvSpPr>
            <p:cNvPr id="43065" name="Text Box 57">
              <a:extLst>
                <a:ext uri="{FF2B5EF4-FFF2-40B4-BE49-F238E27FC236}">
                  <a16:creationId xmlns:a16="http://schemas.microsoft.com/office/drawing/2014/main" id="{CB5BC342-6EAA-4E5B-A67F-5DC91150A8C3}"/>
                </a:ext>
              </a:extLst>
            </p:cNvPr>
            <p:cNvSpPr txBox="1">
              <a:spLocks noChangeArrowheads="1"/>
            </p:cNvSpPr>
            <p:nvPr/>
          </p:nvSpPr>
          <p:spPr bwMode="auto">
            <a:xfrm>
              <a:off x="567" y="1616"/>
              <a:ext cx="480" cy="23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010</a:t>
              </a:r>
            </a:p>
          </p:txBody>
        </p:sp>
      </p:grpSp>
      <p:grpSp>
        <p:nvGrpSpPr>
          <p:cNvPr id="64515" name="Group 58">
            <a:extLst>
              <a:ext uri="{FF2B5EF4-FFF2-40B4-BE49-F238E27FC236}">
                <a16:creationId xmlns:a16="http://schemas.microsoft.com/office/drawing/2014/main" id="{5E857412-C155-2EFE-00CB-3E33AB5D1011}"/>
              </a:ext>
            </a:extLst>
          </p:cNvPr>
          <p:cNvGrpSpPr>
            <a:grpSpLocks/>
          </p:cNvGrpSpPr>
          <p:nvPr/>
        </p:nvGrpSpPr>
        <p:grpSpPr bwMode="auto">
          <a:xfrm>
            <a:off x="5861051" y="2120900"/>
            <a:ext cx="3713163" cy="2742368"/>
            <a:chOff x="2920" y="1288"/>
            <a:chExt cx="2024" cy="1491"/>
          </a:xfrm>
        </p:grpSpPr>
        <p:sp>
          <p:nvSpPr>
            <p:cNvPr id="43014" name="Line 30">
              <a:extLst>
                <a:ext uri="{FF2B5EF4-FFF2-40B4-BE49-F238E27FC236}">
                  <a16:creationId xmlns:a16="http://schemas.microsoft.com/office/drawing/2014/main" id="{A458AE59-127B-4120-85B7-626019276D1D}"/>
                </a:ext>
              </a:extLst>
            </p:cNvPr>
            <p:cNvSpPr>
              <a:spLocks noChangeShapeType="1"/>
            </p:cNvSpPr>
            <p:nvPr/>
          </p:nvSpPr>
          <p:spPr bwMode="auto">
            <a:xfrm>
              <a:off x="3320" y="1768"/>
              <a:ext cx="694"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15" name="Line 31">
              <a:extLst>
                <a:ext uri="{FF2B5EF4-FFF2-40B4-BE49-F238E27FC236}">
                  <a16:creationId xmlns:a16="http://schemas.microsoft.com/office/drawing/2014/main" id="{4F6F4EBB-BD8F-43ED-B9EB-44A71D3A0762}"/>
                </a:ext>
              </a:extLst>
            </p:cNvPr>
            <p:cNvSpPr>
              <a:spLocks noChangeShapeType="1"/>
            </p:cNvSpPr>
            <p:nvPr/>
          </p:nvSpPr>
          <p:spPr bwMode="auto">
            <a:xfrm>
              <a:off x="3320" y="1768"/>
              <a:ext cx="0" cy="694"/>
            </a:xfrm>
            <a:prstGeom prst="line">
              <a:avLst/>
            </a:prstGeom>
            <a:noFill/>
            <a:ln w="19050">
              <a:solidFill>
                <a:schemeClr val="tx1"/>
              </a:solidFill>
              <a:round/>
              <a:headEnd type="oval" w="lg" len="lg"/>
              <a:tailEnd type="oval" w="lg" len="lg"/>
            </a:ln>
          </p:spPr>
          <p:txBody>
            <a:bodyPr/>
            <a:lstStyle/>
            <a:p>
              <a:pPr eaLnBrk="1" hangingPunct="1">
                <a:defRPr/>
              </a:pPr>
              <a:endParaRPr lang="en-US" dirty="0">
                <a:cs typeface="Arial" charset="0"/>
              </a:endParaRPr>
            </a:p>
          </p:txBody>
        </p:sp>
        <p:sp>
          <p:nvSpPr>
            <p:cNvPr id="43016" name="Line 32">
              <a:extLst>
                <a:ext uri="{FF2B5EF4-FFF2-40B4-BE49-F238E27FC236}">
                  <a16:creationId xmlns:a16="http://schemas.microsoft.com/office/drawing/2014/main" id="{D8AF0A0C-6EEC-4231-AF90-8C50CDBFADE6}"/>
                </a:ext>
              </a:extLst>
            </p:cNvPr>
            <p:cNvSpPr>
              <a:spLocks noChangeShapeType="1"/>
            </p:cNvSpPr>
            <p:nvPr/>
          </p:nvSpPr>
          <p:spPr bwMode="auto">
            <a:xfrm>
              <a:off x="3336" y="2456"/>
              <a:ext cx="671" cy="0"/>
            </a:xfrm>
            <a:prstGeom prst="line">
              <a:avLst/>
            </a:prstGeom>
            <a:noFill/>
            <a:ln w="19050">
              <a:solidFill>
                <a:schemeClr val="tx1"/>
              </a:solidFill>
              <a:round/>
              <a:headEnd/>
              <a:tailEnd/>
            </a:ln>
          </p:spPr>
          <p:txBody>
            <a:bodyPr/>
            <a:lstStyle/>
            <a:p>
              <a:pPr eaLnBrk="1" hangingPunct="1">
                <a:defRPr/>
              </a:pPr>
              <a:endParaRPr lang="en-US" dirty="0">
                <a:cs typeface="Arial" charset="0"/>
              </a:endParaRPr>
            </a:p>
          </p:txBody>
        </p:sp>
        <p:sp>
          <p:nvSpPr>
            <p:cNvPr id="43017" name="Line 33">
              <a:extLst>
                <a:ext uri="{FF2B5EF4-FFF2-40B4-BE49-F238E27FC236}">
                  <a16:creationId xmlns:a16="http://schemas.microsoft.com/office/drawing/2014/main" id="{21924234-4D54-4575-B445-4E414F3609A2}"/>
                </a:ext>
              </a:extLst>
            </p:cNvPr>
            <p:cNvSpPr>
              <a:spLocks noChangeShapeType="1"/>
            </p:cNvSpPr>
            <p:nvPr/>
          </p:nvSpPr>
          <p:spPr bwMode="auto">
            <a:xfrm>
              <a:off x="4016" y="1768"/>
              <a:ext cx="0" cy="694"/>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18" name="Line 34">
              <a:extLst>
                <a:ext uri="{FF2B5EF4-FFF2-40B4-BE49-F238E27FC236}">
                  <a16:creationId xmlns:a16="http://schemas.microsoft.com/office/drawing/2014/main" id="{DFE2AA32-1B9E-4FA5-B0FE-27ED83C8F819}"/>
                </a:ext>
              </a:extLst>
            </p:cNvPr>
            <p:cNvSpPr>
              <a:spLocks noChangeShapeType="1"/>
            </p:cNvSpPr>
            <p:nvPr/>
          </p:nvSpPr>
          <p:spPr bwMode="auto">
            <a:xfrm flipV="1">
              <a:off x="3328" y="1576"/>
              <a:ext cx="337" cy="192"/>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19" name="Line 35">
              <a:extLst>
                <a:ext uri="{FF2B5EF4-FFF2-40B4-BE49-F238E27FC236}">
                  <a16:creationId xmlns:a16="http://schemas.microsoft.com/office/drawing/2014/main" id="{52D0BFB0-68FA-498D-97D2-D34CA02E17D0}"/>
                </a:ext>
              </a:extLst>
            </p:cNvPr>
            <p:cNvSpPr>
              <a:spLocks noChangeShapeType="1"/>
            </p:cNvSpPr>
            <p:nvPr/>
          </p:nvSpPr>
          <p:spPr bwMode="auto">
            <a:xfrm flipV="1">
              <a:off x="4032" y="1576"/>
              <a:ext cx="336" cy="192"/>
            </a:xfrm>
            <a:prstGeom prst="line">
              <a:avLst/>
            </a:prstGeom>
            <a:noFill/>
            <a:ln w="19050">
              <a:solidFill>
                <a:schemeClr val="tx1"/>
              </a:solidFill>
              <a:round/>
              <a:headEnd type="oval" w="lg" len="lg"/>
              <a:tailEnd type="oval" w="med" len="med"/>
            </a:ln>
          </p:spPr>
          <p:txBody>
            <a:bodyPr/>
            <a:lstStyle/>
            <a:p>
              <a:pPr eaLnBrk="1" hangingPunct="1">
                <a:defRPr/>
              </a:pPr>
              <a:endParaRPr lang="en-US" dirty="0">
                <a:cs typeface="Arial" charset="0"/>
              </a:endParaRPr>
            </a:p>
          </p:txBody>
        </p:sp>
        <p:sp>
          <p:nvSpPr>
            <p:cNvPr id="43020" name="Line 36">
              <a:extLst>
                <a:ext uri="{FF2B5EF4-FFF2-40B4-BE49-F238E27FC236}">
                  <a16:creationId xmlns:a16="http://schemas.microsoft.com/office/drawing/2014/main" id="{47F85C6D-397F-4121-814C-F9A8728AB63D}"/>
                </a:ext>
              </a:extLst>
            </p:cNvPr>
            <p:cNvSpPr>
              <a:spLocks noChangeShapeType="1"/>
            </p:cNvSpPr>
            <p:nvPr/>
          </p:nvSpPr>
          <p:spPr bwMode="auto">
            <a:xfrm flipV="1">
              <a:off x="3320" y="2256"/>
              <a:ext cx="337" cy="192"/>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21" name="Line 37">
              <a:extLst>
                <a:ext uri="{FF2B5EF4-FFF2-40B4-BE49-F238E27FC236}">
                  <a16:creationId xmlns:a16="http://schemas.microsoft.com/office/drawing/2014/main" id="{045C432B-9579-421A-B2E5-D3700008B15E}"/>
                </a:ext>
              </a:extLst>
            </p:cNvPr>
            <p:cNvSpPr>
              <a:spLocks noChangeShapeType="1"/>
            </p:cNvSpPr>
            <p:nvPr/>
          </p:nvSpPr>
          <p:spPr bwMode="auto">
            <a:xfrm flipV="1">
              <a:off x="4024" y="2264"/>
              <a:ext cx="336" cy="192"/>
            </a:xfrm>
            <a:prstGeom prst="line">
              <a:avLst/>
            </a:prstGeom>
            <a:noFill/>
            <a:ln w="19050">
              <a:solidFill>
                <a:schemeClr val="tx1"/>
              </a:solidFill>
              <a:round/>
              <a:headEnd type="oval" w="lg" len="lg"/>
              <a:tailEnd type="oval" w="lg" len="lg"/>
            </a:ln>
          </p:spPr>
          <p:txBody>
            <a:bodyPr/>
            <a:lstStyle/>
            <a:p>
              <a:pPr eaLnBrk="1" hangingPunct="1">
                <a:defRPr/>
              </a:pPr>
              <a:endParaRPr lang="en-US" dirty="0">
                <a:cs typeface="Arial" charset="0"/>
              </a:endParaRPr>
            </a:p>
          </p:txBody>
        </p:sp>
        <p:sp>
          <p:nvSpPr>
            <p:cNvPr id="43022" name="Line 38">
              <a:extLst>
                <a:ext uri="{FF2B5EF4-FFF2-40B4-BE49-F238E27FC236}">
                  <a16:creationId xmlns:a16="http://schemas.microsoft.com/office/drawing/2014/main" id="{FDDA762A-2140-4FB0-BB2D-603DAE120114}"/>
                </a:ext>
              </a:extLst>
            </p:cNvPr>
            <p:cNvSpPr>
              <a:spLocks noChangeShapeType="1"/>
            </p:cNvSpPr>
            <p:nvPr/>
          </p:nvSpPr>
          <p:spPr bwMode="auto">
            <a:xfrm>
              <a:off x="3664" y="1576"/>
              <a:ext cx="0" cy="694"/>
            </a:xfrm>
            <a:prstGeom prst="line">
              <a:avLst/>
            </a:prstGeom>
            <a:noFill/>
            <a:ln w="19050">
              <a:solidFill>
                <a:schemeClr val="tx1"/>
              </a:solidFill>
              <a:round/>
              <a:headEnd type="oval" w="lg" len="lg"/>
              <a:tailEnd type="oval" w="lg" len="lg"/>
            </a:ln>
          </p:spPr>
          <p:txBody>
            <a:bodyPr/>
            <a:lstStyle/>
            <a:p>
              <a:pPr eaLnBrk="1" hangingPunct="1">
                <a:defRPr/>
              </a:pPr>
              <a:endParaRPr lang="en-US" dirty="0">
                <a:cs typeface="Arial" charset="0"/>
              </a:endParaRPr>
            </a:p>
          </p:txBody>
        </p:sp>
        <p:sp>
          <p:nvSpPr>
            <p:cNvPr id="43023" name="Line 39">
              <a:extLst>
                <a:ext uri="{FF2B5EF4-FFF2-40B4-BE49-F238E27FC236}">
                  <a16:creationId xmlns:a16="http://schemas.microsoft.com/office/drawing/2014/main" id="{9C512AE2-7657-4DA4-B57D-25946DDB5FC1}"/>
                </a:ext>
              </a:extLst>
            </p:cNvPr>
            <p:cNvSpPr>
              <a:spLocks noChangeShapeType="1"/>
            </p:cNvSpPr>
            <p:nvPr/>
          </p:nvSpPr>
          <p:spPr bwMode="auto">
            <a:xfrm>
              <a:off x="3680" y="1576"/>
              <a:ext cx="694" cy="0"/>
            </a:xfrm>
            <a:prstGeom prst="line">
              <a:avLst/>
            </a:prstGeom>
            <a:noFill/>
            <a:ln w="19050">
              <a:solidFill>
                <a:schemeClr val="tx1"/>
              </a:solidFill>
              <a:round/>
              <a:headEnd/>
              <a:tailEnd type="oval" w="lg" len="lg"/>
            </a:ln>
          </p:spPr>
          <p:txBody>
            <a:bodyPr/>
            <a:lstStyle/>
            <a:p>
              <a:pPr eaLnBrk="1" hangingPunct="1">
                <a:defRPr/>
              </a:pPr>
              <a:endParaRPr lang="en-US" dirty="0">
                <a:cs typeface="Arial" charset="0"/>
              </a:endParaRPr>
            </a:p>
          </p:txBody>
        </p:sp>
        <p:sp>
          <p:nvSpPr>
            <p:cNvPr id="43024" name="Line 40">
              <a:extLst>
                <a:ext uri="{FF2B5EF4-FFF2-40B4-BE49-F238E27FC236}">
                  <a16:creationId xmlns:a16="http://schemas.microsoft.com/office/drawing/2014/main" id="{C37ED86E-C66D-4A76-B92A-0E4C5770707D}"/>
                </a:ext>
              </a:extLst>
            </p:cNvPr>
            <p:cNvSpPr>
              <a:spLocks noChangeShapeType="1"/>
            </p:cNvSpPr>
            <p:nvPr/>
          </p:nvSpPr>
          <p:spPr bwMode="auto">
            <a:xfrm>
              <a:off x="4368" y="1584"/>
              <a:ext cx="0" cy="694"/>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25" name="Line 41">
              <a:extLst>
                <a:ext uri="{FF2B5EF4-FFF2-40B4-BE49-F238E27FC236}">
                  <a16:creationId xmlns:a16="http://schemas.microsoft.com/office/drawing/2014/main" id="{A06B87DD-0486-45ED-A78C-656678A9FD17}"/>
                </a:ext>
              </a:extLst>
            </p:cNvPr>
            <p:cNvSpPr>
              <a:spLocks noChangeShapeType="1"/>
            </p:cNvSpPr>
            <p:nvPr/>
          </p:nvSpPr>
          <p:spPr bwMode="auto">
            <a:xfrm>
              <a:off x="3664" y="2264"/>
              <a:ext cx="694" cy="0"/>
            </a:xfrm>
            <a:prstGeom prst="line">
              <a:avLst/>
            </a:prstGeom>
            <a:noFill/>
            <a:ln w="9525">
              <a:solidFill>
                <a:schemeClr val="tx1"/>
              </a:solidFill>
              <a:round/>
              <a:headEnd/>
              <a:tailEnd/>
            </a:ln>
          </p:spPr>
          <p:txBody>
            <a:bodyPr/>
            <a:lstStyle/>
            <a:p>
              <a:pPr eaLnBrk="1" hangingPunct="1">
                <a:defRPr/>
              </a:pPr>
              <a:endParaRPr lang="en-US" dirty="0">
                <a:cs typeface="Arial" charset="0"/>
              </a:endParaRPr>
            </a:p>
          </p:txBody>
        </p:sp>
        <p:sp>
          <p:nvSpPr>
            <p:cNvPr id="43026" name="Text Box 42">
              <a:extLst>
                <a:ext uri="{FF2B5EF4-FFF2-40B4-BE49-F238E27FC236}">
                  <a16:creationId xmlns:a16="http://schemas.microsoft.com/office/drawing/2014/main" id="{3DAFE2F5-5483-4B23-9552-E950E0064623}"/>
                </a:ext>
              </a:extLst>
            </p:cNvPr>
            <p:cNvSpPr txBox="1">
              <a:spLocks noChangeArrowheads="1"/>
            </p:cNvSpPr>
            <p:nvPr/>
          </p:nvSpPr>
          <p:spPr bwMode="auto">
            <a:xfrm>
              <a:off x="3024" y="2304"/>
              <a:ext cx="336" cy="25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0</a:t>
              </a:r>
              <a:endParaRPr lang="en-US" sz="2400" dirty="0">
                <a:cs typeface="Arial" charset="0"/>
              </a:endParaRPr>
            </a:p>
          </p:txBody>
        </p:sp>
        <p:sp>
          <p:nvSpPr>
            <p:cNvPr id="43027" name="Text Box 43">
              <a:extLst>
                <a:ext uri="{FF2B5EF4-FFF2-40B4-BE49-F238E27FC236}">
                  <a16:creationId xmlns:a16="http://schemas.microsoft.com/office/drawing/2014/main" id="{82DAE9EC-E12A-4EEC-881A-543031C6B994}"/>
                </a:ext>
              </a:extLst>
            </p:cNvPr>
            <p:cNvSpPr txBox="1">
              <a:spLocks noChangeArrowheads="1"/>
            </p:cNvSpPr>
            <p:nvPr/>
          </p:nvSpPr>
          <p:spPr bwMode="auto">
            <a:xfrm>
              <a:off x="4408" y="1408"/>
              <a:ext cx="336"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0</a:t>
              </a:r>
              <a:endParaRPr lang="en-US" sz="2400" dirty="0">
                <a:cs typeface="Arial" charset="0"/>
              </a:endParaRPr>
            </a:p>
          </p:txBody>
        </p:sp>
        <p:sp>
          <p:nvSpPr>
            <p:cNvPr id="43028" name="Text Box 44">
              <a:extLst>
                <a:ext uri="{FF2B5EF4-FFF2-40B4-BE49-F238E27FC236}">
                  <a16:creationId xmlns:a16="http://schemas.microsoft.com/office/drawing/2014/main" id="{35713374-FE7C-4AB1-874E-75F77F1AACC3}"/>
                </a:ext>
              </a:extLst>
            </p:cNvPr>
            <p:cNvSpPr txBox="1">
              <a:spLocks noChangeArrowheads="1"/>
            </p:cNvSpPr>
            <p:nvPr/>
          </p:nvSpPr>
          <p:spPr bwMode="auto">
            <a:xfrm>
              <a:off x="3568" y="1288"/>
              <a:ext cx="336"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1</a:t>
              </a:r>
              <a:endParaRPr lang="en-US" sz="2400" dirty="0">
                <a:cs typeface="Arial" charset="0"/>
              </a:endParaRPr>
            </a:p>
          </p:txBody>
        </p:sp>
        <p:sp>
          <p:nvSpPr>
            <p:cNvPr id="43029" name="Text Box 45">
              <a:extLst>
                <a:ext uri="{FF2B5EF4-FFF2-40B4-BE49-F238E27FC236}">
                  <a16:creationId xmlns:a16="http://schemas.microsoft.com/office/drawing/2014/main" id="{E19C597E-5E9A-4092-AE8C-A4B5801B4E9F}"/>
                </a:ext>
              </a:extLst>
            </p:cNvPr>
            <p:cNvSpPr txBox="1">
              <a:spLocks noChangeArrowheads="1"/>
            </p:cNvSpPr>
            <p:nvPr/>
          </p:nvSpPr>
          <p:spPr bwMode="auto">
            <a:xfrm>
              <a:off x="3896" y="2440"/>
              <a:ext cx="336"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1</a:t>
              </a:r>
              <a:endParaRPr lang="en-US" sz="2400" dirty="0">
                <a:cs typeface="Arial" charset="0"/>
              </a:endParaRPr>
            </a:p>
          </p:txBody>
        </p:sp>
        <p:sp>
          <p:nvSpPr>
            <p:cNvPr id="43030" name="Text Box 46">
              <a:extLst>
                <a:ext uri="{FF2B5EF4-FFF2-40B4-BE49-F238E27FC236}">
                  <a16:creationId xmlns:a16="http://schemas.microsoft.com/office/drawing/2014/main" id="{6C9FFEB8-0452-4B9A-A89E-6030E00ED9A5}"/>
                </a:ext>
              </a:extLst>
            </p:cNvPr>
            <p:cNvSpPr txBox="1">
              <a:spLocks noChangeArrowheads="1"/>
            </p:cNvSpPr>
            <p:nvPr/>
          </p:nvSpPr>
          <p:spPr bwMode="auto">
            <a:xfrm>
              <a:off x="3392" y="2064"/>
              <a:ext cx="337"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3</a:t>
              </a:r>
              <a:endParaRPr lang="en-US" sz="2400" dirty="0">
                <a:cs typeface="Arial" charset="0"/>
              </a:endParaRPr>
            </a:p>
          </p:txBody>
        </p:sp>
        <p:sp>
          <p:nvSpPr>
            <p:cNvPr id="43031" name="Text Box 47">
              <a:extLst>
                <a:ext uri="{FF2B5EF4-FFF2-40B4-BE49-F238E27FC236}">
                  <a16:creationId xmlns:a16="http://schemas.microsoft.com/office/drawing/2014/main" id="{285F87B1-5C11-4D92-82FA-3B241C24C5D4}"/>
                </a:ext>
              </a:extLst>
            </p:cNvPr>
            <p:cNvSpPr txBox="1">
              <a:spLocks noChangeArrowheads="1"/>
            </p:cNvSpPr>
            <p:nvPr/>
          </p:nvSpPr>
          <p:spPr bwMode="auto">
            <a:xfrm>
              <a:off x="4416" y="2160"/>
              <a:ext cx="336"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2</a:t>
              </a:r>
              <a:endParaRPr lang="en-US" sz="2400" dirty="0">
                <a:cs typeface="Arial" charset="0"/>
              </a:endParaRPr>
            </a:p>
          </p:txBody>
        </p:sp>
        <p:sp>
          <p:nvSpPr>
            <p:cNvPr id="43032" name="Text Box 48">
              <a:extLst>
                <a:ext uri="{FF2B5EF4-FFF2-40B4-BE49-F238E27FC236}">
                  <a16:creationId xmlns:a16="http://schemas.microsoft.com/office/drawing/2014/main" id="{85DBE374-62E8-4819-B2D1-820B86B6DE40}"/>
                </a:ext>
              </a:extLst>
            </p:cNvPr>
            <p:cNvSpPr txBox="1">
              <a:spLocks noChangeArrowheads="1"/>
            </p:cNvSpPr>
            <p:nvPr/>
          </p:nvSpPr>
          <p:spPr bwMode="auto">
            <a:xfrm>
              <a:off x="3064" y="1552"/>
              <a:ext cx="337"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2</a:t>
              </a:r>
              <a:endParaRPr lang="en-US" sz="2400" dirty="0">
                <a:cs typeface="Arial" charset="0"/>
              </a:endParaRPr>
            </a:p>
          </p:txBody>
        </p:sp>
        <p:sp>
          <p:nvSpPr>
            <p:cNvPr id="43033" name="Text Box 49">
              <a:extLst>
                <a:ext uri="{FF2B5EF4-FFF2-40B4-BE49-F238E27FC236}">
                  <a16:creationId xmlns:a16="http://schemas.microsoft.com/office/drawing/2014/main" id="{B0D1BD48-BE89-4DF6-8253-6C60F99B4A5E}"/>
                </a:ext>
              </a:extLst>
            </p:cNvPr>
            <p:cNvSpPr txBox="1">
              <a:spLocks noChangeArrowheads="1"/>
            </p:cNvSpPr>
            <p:nvPr/>
          </p:nvSpPr>
          <p:spPr bwMode="auto">
            <a:xfrm>
              <a:off x="3072" y="2528"/>
              <a:ext cx="479" cy="251"/>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000</a:t>
              </a:r>
            </a:p>
          </p:txBody>
        </p:sp>
        <p:sp>
          <p:nvSpPr>
            <p:cNvPr id="43034" name="Text Box 50">
              <a:extLst>
                <a:ext uri="{FF2B5EF4-FFF2-40B4-BE49-F238E27FC236}">
                  <a16:creationId xmlns:a16="http://schemas.microsoft.com/office/drawing/2014/main" id="{B1CB3DED-A847-4BF6-B1FC-9B0138955128}"/>
                </a:ext>
              </a:extLst>
            </p:cNvPr>
            <p:cNvSpPr txBox="1">
              <a:spLocks noChangeArrowheads="1"/>
            </p:cNvSpPr>
            <p:nvPr/>
          </p:nvSpPr>
          <p:spPr bwMode="auto">
            <a:xfrm>
              <a:off x="4128" y="2448"/>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100</a:t>
              </a:r>
            </a:p>
          </p:txBody>
        </p:sp>
        <p:sp>
          <p:nvSpPr>
            <p:cNvPr id="43035" name="Text Box 51">
              <a:extLst>
                <a:ext uri="{FF2B5EF4-FFF2-40B4-BE49-F238E27FC236}">
                  <a16:creationId xmlns:a16="http://schemas.microsoft.com/office/drawing/2014/main" id="{9E764DD6-F436-425E-AF86-B6F73BDCB360}"/>
                </a:ext>
              </a:extLst>
            </p:cNvPr>
            <p:cNvSpPr txBox="1">
              <a:spLocks noChangeArrowheads="1"/>
            </p:cNvSpPr>
            <p:nvPr/>
          </p:nvSpPr>
          <p:spPr bwMode="auto">
            <a:xfrm>
              <a:off x="4416" y="1984"/>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101</a:t>
              </a:r>
            </a:p>
          </p:txBody>
        </p:sp>
        <p:sp>
          <p:nvSpPr>
            <p:cNvPr id="43036" name="Text Box 52">
              <a:extLst>
                <a:ext uri="{FF2B5EF4-FFF2-40B4-BE49-F238E27FC236}">
                  <a16:creationId xmlns:a16="http://schemas.microsoft.com/office/drawing/2014/main" id="{D330C6AA-006E-477E-A4E6-1DA5D45D07B3}"/>
                </a:ext>
              </a:extLst>
            </p:cNvPr>
            <p:cNvSpPr txBox="1">
              <a:spLocks noChangeArrowheads="1"/>
            </p:cNvSpPr>
            <p:nvPr/>
          </p:nvSpPr>
          <p:spPr bwMode="auto">
            <a:xfrm>
              <a:off x="4464" y="1296"/>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111</a:t>
              </a:r>
            </a:p>
          </p:txBody>
        </p:sp>
        <p:sp>
          <p:nvSpPr>
            <p:cNvPr id="43037" name="Text Box 53">
              <a:extLst>
                <a:ext uri="{FF2B5EF4-FFF2-40B4-BE49-F238E27FC236}">
                  <a16:creationId xmlns:a16="http://schemas.microsoft.com/office/drawing/2014/main" id="{13BE5C3C-F390-470C-80C1-13618A722763}"/>
                </a:ext>
              </a:extLst>
            </p:cNvPr>
            <p:cNvSpPr txBox="1">
              <a:spLocks noChangeArrowheads="1"/>
            </p:cNvSpPr>
            <p:nvPr/>
          </p:nvSpPr>
          <p:spPr bwMode="auto">
            <a:xfrm>
              <a:off x="3264" y="1296"/>
              <a:ext cx="479"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011</a:t>
              </a:r>
            </a:p>
          </p:txBody>
        </p:sp>
        <p:sp>
          <p:nvSpPr>
            <p:cNvPr id="43038" name="Text Box 54">
              <a:extLst>
                <a:ext uri="{FF2B5EF4-FFF2-40B4-BE49-F238E27FC236}">
                  <a16:creationId xmlns:a16="http://schemas.microsoft.com/office/drawing/2014/main" id="{C0D09232-AE8B-441B-BC73-8EB67B0ED667}"/>
                </a:ext>
              </a:extLst>
            </p:cNvPr>
            <p:cNvSpPr txBox="1">
              <a:spLocks noChangeArrowheads="1"/>
            </p:cNvSpPr>
            <p:nvPr/>
          </p:nvSpPr>
          <p:spPr bwMode="auto">
            <a:xfrm>
              <a:off x="2920" y="1744"/>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010</a:t>
              </a:r>
            </a:p>
          </p:txBody>
        </p:sp>
        <p:sp>
          <p:nvSpPr>
            <p:cNvPr id="43039" name="Text Box 55">
              <a:extLst>
                <a:ext uri="{FF2B5EF4-FFF2-40B4-BE49-F238E27FC236}">
                  <a16:creationId xmlns:a16="http://schemas.microsoft.com/office/drawing/2014/main" id="{4E266F36-8878-4387-B8E0-14D996C0630F}"/>
                </a:ext>
              </a:extLst>
            </p:cNvPr>
            <p:cNvSpPr txBox="1">
              <a:spLocks noChangeArrowheads="1"/>
            </p:cNvSpPr>
            <p:nvPr/>
          </p:nvSpPr>
          <p:spPr bwMode="auto">
            <a:xfrm>
              <a:off x="3632" y="2016"/>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001</a:t>
              </a:r>
            </a:p>
          </p:txBody>
        </p:sp>
        <p:sp>
          <p:nvSpPr>
            <p:cNvPr id="43040" name="Text Box 56">
              <a:extLst>
                <a:ext uri="{FF2B5EF4-FFF2-40B4-BE49-F238E27FC236}">
                  <a16:creationId xmlns:a16="http://schemas.microsoft.com/office/drawing/2014/main" id="{6BB7F4E9-972C-4F7F-99D5-BE75BDFC5CF7}"/>
                </a:ext>
              </a:extLst>
            </p:cNvPr>
            <p:cNvSpPr txBox="1">
              <a:spLocks noChangeArrowheads="1"/>
            </p:cNvSpPr>
            <p:nvPr/>
          </p:nvSpPr>
          <p:spPr bwMode="auto">
            <a:xfrm>
              <a:off x="4000" y="1704"/>
              <a:ext cx="480"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110</a:t>
              </a:r>
            </a:p>
          </p:txBody>
        </p:sp>
        <p:sp>
          <p:nvSpPr>
            <p:cNvPr id="43041" name="Text Box 59">
              <a:extLst>
                <a:ext uri="{FF2B5EF4-FFF2-40B4-BE49-F238E27FC236}">
                  <a16:creationId xmlns:a16="http://schemas.microsoft.com/office/drawing/2014/main" id="{7F2EC288-159E-4E7A-9774-ACB1F137F1C3}"/>
                </a:ext>
              </a:extLst>
            </p:cNvPr>
            <p:cNvSpPr txBox="1">
              <a:spLocks noChangeArrowheads="1"/>
            </p:cNvSpPr>
            <p:nvPr/>
          </p:nvSpPr>
          <p:spPr bwMode="auto">
            <a:xfrm>
              <a:off x="3742" y="1533"/>
              <a:ext cx="336" cy="249"/>
            </a:xfrm>
            <a:prstGeom prst="rect">
              <a:avLst/>
            </a:prstGeom>
            <a:noFill/>
            <a:ln w="9525">
              <a:noFill/>
              <a:miter lim="800000"/>
              <a:headEnd/>
              <a:tailEnd/>
            </a:ln>
          </p:spPr>
          <p:txBody>
            <a:bodyPr>
              <a:spAutoFit/>
            </a:bodyPr>
            <a:lstStyle/>
            <a:p>
              <a:pPr eaLnBrk="1" hangingPunct="1">
                <a:spcBef>
                  <a:spcPct val="50000"/>
                </a:spcBef>
                <a:defRPr/>
              </a:pPr>
              <a:r>
                <a:rPr lang="en-US" sz="2400" dirty="0">
                  <a:cs typeface="Arial" charset="0"/>
                </a:rPr>
                <a:t>S</a:t>
              </a:r>
              <a:r>
                <a:rPr lang="en-US" sz="2400" baseline="-25000" dirty="0">
                  <a:cs typeface="Arial" charset="0"/>
                </a:rPr>
                <a:t>3</a:t>
              </a:r>
              <a:endParaRPr lang="en-US" sz="2400" dirty="0">
                <a:cs typeface="Arial" charset="0"/>
              </a:endParaRPr>
            </a:p>
          </p:txBody>
        </p:sp>
      </p:grpSp>
      <p:sp>
        <p:nvSpPr>
          <p:cNvPr id="59" name="Rectangle 4">
            <a:extLst>
              <a:ext uri="{FF2B5EF4-FFF2-40B4-BE49-F238E27FC236}">
                <a16:creationId xmlns:a16="http://schemas.microsoft.com/office/drawing/2014/main" id="{0E932784-383B-4070-9F08-FD28D760BC40}"/>
              </a:ext>
            </a:extLst>
          </p:cNvPr>
          <p:cNvSpPr txBox="1">
            <a:spLocks noChangeArrowheads="1"/>
          </p:cNvSpPr>
          <p:nvPr/>
        </p:nvSpPr>
        <p:spPr bwMode="auto">
          <a:xfrm>
            <a:off x="1937046" y="1137148"/>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E32C0CFA-4857-27D7-175F-95B9AF2E60B7}"/>
              </a:ext>
            </a:extLst>
          </p:cNvPr>
          <p:cNvSpPr>
            <a:spLocks noGrp="1"/>
          </p:cNvSpPr>
          <p:nvPr>
            <p:ph type="title"/>
          </p:nvPr>
        </p:nvSpPr>
        <p:spPr/>
        <p:txBody>
          <a:bodyPr>
            <a:normAutofit/>
          </a:bodyPr>
          <a:lstStyle/>
          <a:p>
            <a:r>
              <a:rPr lang="en-US" dirty="0"/>
              <a:t>Other Variants of Assignment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2">
            <a:extLst>
              <a:ext uri="{FF2B5EF4-FFF2-40B4-BE49-F238E27FC236}">
                <a16:creationId xmlns:a16="http://schemas.microsoft.com/office/drawing/2014/main" id="{AC00EC86-EA9A-C848-0710-18B7AF9A2ED9}"/>
              </a:ext>
            </a:extLst>
          </p:cNvPr>
          <p:cNvSpPr>
            <a:spLocks noGrp="1" noChangeArrowheads="1"/>
          </p:cNvSpPr>
          <p:nvPr>
            <p:ph type="title"/>
          </p:nvPr>
        </p:nvSpPr>
        <p:spPr/>
        <p:txBody>
          <a:bodyPr>
            <a:normAutofit/>
          </a:bodyPr>
          <a:lstStyle/>
          <a:p>
            <a:r>
              <a:rPr lang="ru-RU" altLang="en-US" dirty="0"/>
              <a:t>Comparison on Synchr</a:t>
            </a:r>
            <a:r>
              <a:rPr lang="en-US" altLang="en-US" dirty="0" err="1"/>
              <a:t>onous</a:t>
            </a:r>
            <a:r>
              <a:rPr lang="ru-RU" altLang="en-US" dirty="0"/>
              <a:t> and Asynchr</a:t>
            </a:r>
            <a:r>
              <a:rPr lang="en-US" altLang="en-US" dirty="0" err="1"/>
              <a:t>onous</a:t>
            </a:r>
            <a:r>
              <a:rPr lang="en-US" altLang="en-US" dirty="0"/>
              <a:t> FSM</a:t>
            </a:r>
          </a:p>
        </p:txBody>
      </p:sp>
      <p:sp>
        <p:nvSpPr>
          <p:cNvPr id="65539" name="Content Placeholder 3">
            <a:extLst>
              <a:ext uri="{FF2B5EF4-FFF2-40B4-BE49-F238E27FC236}">
                <a16:creationId xmlns:a16="http://schemas.microsoft.com/office/drawing/2014/main" id="{E76C3041-3425-34B7-EE96-6A3B3315D5EE}"/>
              </a:ext>
            </a:extLst>
          </p:cNvPr>
          <p:cNvSpPr>
            <a:spLocks noGrp="1" noChangeArrowheads="1"/>
          </p:cNvSpPr>
          <p:nvPr>
            <p:ph type="body" sz="quarter" idx="10"/>
          </p:nvPr>
        </p:nvSpPr>
        <p:spPr/>
        <p:txBody>
          <a:bodyPr/>
          <a:lstStyle/>
          <a:p>
            <a:r>
              <a:rPr lang="ru-RU" altLang="en-US" sz="2200" dirty="0"/>
              <a:t>Synchronous: </a:t>
            </a:r>
            <a:endParaRPr lang="en-US" altLang="en-US" sz="2200" dirty="0"/>
          </a:p>
          <a:p>
            <a:pPr lvl="1"/>
            <a:r>
              <a:rPr lang="ru-RU" altLang="en-US" sz="1800" dirty="0"/>
              <a:t>Circuits that use a clock to</a:t>
            </a:r>
            <a:r>
              <a:rPr lang="en-US" altLang="en-US" sz="1800" dirty="0"/>
              <a:t>  </a:t>
            </a:r>
            <a:r>
              <a:rPr lang="ru-RU" altLang="en-US" sz="1800" dirty="0"/>
              <a:t>separate consecutive system states from one</a:t>
            </a:r>
            <a:r>
              <a:rPr lang="en-US" altLang="en-US" sz="1800" dirty="0"/>
              <a:t> </a:t>
            </a:r>
            <a:r>
              <a:rPr lang="ru-RU" altLang="en-US" sz="1800" dirty="0"/>
              <a:t>another</a:t>
            </a:r>
            <a:r>
              <a:rPr lang="ru-RU" altLang="en-US" dirty="0"/>
              <a:t>.</a:t>
            </a:r>
          </a:p>
          <a:p>
            <a:r>
              <a:rPr lang="ru-RU" altLang="en-US" sz="2200" dirty="0"/>
              <a:t>Asynchronous: </a:t>
            </a:r>
            <a:endParaRPr lang="en-US" altLang="en-US" sz="2200" dirty="0"/>
          </a:p>
          <a:p>
            <a:pPr lvl="1"/>
            <a:r>
              <a:rPr lang="ru-RU" altLang="en-US" sz="1800" dirty="0"/>
              <a:t>Circuits that define states in</a:t>
            </a:r>
            <a:r>
              <a:rPr lang="en-US" altLang="en-US" sz="1800" dirty="0"/>
              <a:t> </a:t>
            </a:r>
            <a:r>
              <a:rPr lang="ru-RU" altLang="en-US" sz="1800" dirty="0"/>
              <a:t>terms of input values and internal actions</a:t>
            </a:r>
          </a:p>
          <a:p>
            <a:pPr lvl="1"/>
            <a:r>
              <a:rPr lang="ru-RU" altLang="en-US" sz="1800" dirty="0"/>
              <a:t>Avoid clock distribution problems</a:t>
            </a:r>
          </a:p>
          <a:p>
            <a:pPr lvl="1"/>
            <a:r>
              <a:rPr lang="ru-RU" altLang="en-US" sz="1800" dirty="0"/>
              <a:t>Consume power only when needed</a:t>
            </a:r>
            <a:endParaRPr lang="en-US" altLang="en-US" sz="1800" dirty="0"/>
          </a:p>
          <a:p>
            <a:pPr lvl="1"/>
            <a:r>
              <a:rPr lang="ru-RU" altLang="en-US" sz="1800" dirty="0"/>
              <a:t>Global synchrony does not exist</a:t>
            </a:r>
          </a:p>
          <a:p>
            <a:r>
              <a:rPr lang="en-US" altLang="en-US" sz="2200" dirty="0"/>
              <a:t>Synchronous:</a:t>
            </a:r>
          </a:p>
          <a:p>
            <a:pPr lvl="1"/>
            <a:r>
              <a:rPr lang="en-US" altLang="en-US" sz="1800" dirty="0"/>
              <a:t>May be used abstract model FSM for synthesis</a:t>
            </a:r>
          </a:p>
          <a:p>
            <a:pPr lvl="1"/>
            <a:r>
              <a:rPr lang="en-US" altLang="en-US" sz="1800" dirty="0" err="1"/>
              <a:t>Simpl</a:t>
            </a:r>
            <a:r>
              <a:rPr lang="ru-RU" altLang="en-US" sz="1800" dirty="0"/>
              <a:t>icity</a:t>
            </a:r>
            <a:r>
              <a:rPr lang="en-US" altLang="en-US" sz="1800" dirty="0"/>
              <a:t> </a:t>
            </a:r>
            <a:r>
              <a:rPr lang="ru-RU" altLang="en-US" sz="1800" dirty="0"/>
              <a:t>for synthesis</a:t>
            </a:r>
            <a:endParaRPr lang="en-US" altLang="en-US" sz="1800" dirty="0"/>
          </a:p>
          <a:p>
            <a:r>
              <a:rPr lang="en-US" altLang="en-US" sz="2200" dirty="0"/>
              <a:t>Asynchronous:</a:t>
            </a:r>
          </a:p>
          <a:p>
            <a:pPr lvl="1"/>
            <a:r>
              <a:rPr lang="en-US" altLang="en-US" sz="1800" dirty="0"/>
              <a:t>Impossible use abstract model FSM for synthesis</a:t>
            </a:r>
            <a:endParaRPr lang="ru-RU" altLang="en-US" sz="1800" dirty="0"/>
          </a:p>
          <a:p>
            <a:pPr lvl="1"/>
            <a:r>
              <a:rPr lang="en-GB" altLang="en-US" sz="1800" dirty="0"/>
              <a:t>Asynchronous design is often unavoidable. Asynchronous interfaces, arbiters, etc.</a:t>
            </a:r>
            <a:endParaRPr lang="ru-RU" altLang="en-US" sz="1800" dirty="0"/>
          </a:p>
          <a:p>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5">
            <a:extLst>
              <a:ext uri="{FF2B5EF4-FFF2-40B4-BE49-F238E27FC236}">
                <a16:creationId xmlns:a16="http://schemas.microsoft.com/office/drawing/2014/main" id="{CC5AF1EB-B186-9737-A9E7-C24E23EAF89D}"/>
              </a:ext>
            </a:extLst>
          </p:cNvPr>
          <p:cNvSpPr>
            <a:spLocks noGrp="1" noChangeArrowheads="1"/>
          </p:cNvSpPr>
          <p:nvPr>
            <p:ph type="title"/>
          </p:nvPr>
        </p:nvSpPr>
        <p:spPr/>
        <p:txBody>
          <a:bodyPr>
            <a:normAutofit/>
          </a:bodyPr>
          <a:lstStyle/>
          <a:p>
            <a:r>
              <a:rPr lang="en-US" altLang="en-US" dirty="0"/>
              <a:t>Pipeline </a:t>
            </a:r>
          </a:p>
        </p:txBody>
      </p:sp>
      <p:sp>
        <p:nvSpPr>
          <p:cNvPr id="66563" name="Content Placeholder 3">
            <a:extLst>
              <a:ext uri="{FF2B5EF4-FFF2-40B4-BE49-F238E27FC236}">
                <a16:creationId xmlns:a16="http://schemas.microsoft.com/office/drawing/2014/main" id="{9600068E-13B9-7454-776F-4495329BA2BE}"/>
              </a:ext>
            </a:extLst>
          </p:cNvPr>
          <p:cNvSpPr>
            <a:spLocks noGrp="1" noChangeArrowheads="1"/>
          </p:cNvSpPr>
          <p:nvPr>
            <p:ph type="body" sz="quarter" idx="10"/>
          </p:nvPr>
        </p:nvSpPr>
        <p:spPr/>
        <p:txBody>
          <a:bodyPr/>
          <a:lstStyle/>
          <a:p>
            <a:r>
              <a:rPr lang="en-US" altLang="en-US"/>
              <a:t>Pipelining – popular design technology which is often used to accelerate the operation of processor equipment. </a:t>
            </a:r>
          </a:p>
          <a:p>
            <a:r>
              <a:rPr lang="en-US" altLang="en-US"/>
              <a:t>Example: consider a circuit </a:t>
            </a:r>
            <a:r>
              <a:rPr lang="ru-RU" altLang="en-US"/>
              <a:t> </a:t>
            </a:r>
            <a:r>
              <a:rPr lang="en-US" altLang="en-US"/>
              <a:t>for computing log2|a+b|. </a:t>
            </a:r>
            <a:r>
              <a:rPr lang="ru-RU" altLang="en-US"/>
              <a:t>а</a:t>
            </a:r>
            <a:r>
              <a:rPr lang="en-US" altLang="en-US"/>
              <a:t> and b signals represent numbers’ flow.</a:t>
            </a:r>
            <a:endParaRPr lang="ru-RU" altLang="en-US"/>
          </a:p>
          <a:p>
            <a:endParaRPr lang="en-US" altLang="en-US"/>
          </a:p>
        </p:txBody>
      </p:sp>
      <p:grpSp>
        <p:nvGrpSpPr>
          <p:cNvPr id="2" name="Group 80">
            <a:extLst>
              <a:ext uri="{FF2B5EF4-FFF2-40B4-BE49-F238E27FC236}">
                <a16:creationId xmlns:a16="http://schemas.microsoft.com/office/drawing/2014/main" id="{698AFC8E-8B64-449F-B989-A8B18EC03962}"/>
              </a:ext>
            </a:extLst>
          </p:cNvPr>
          <p:cNvGrpSpPr>
            <a:grpSpLocks/>
          </p:cNvGrpSpPr>
          <p:nvPr/>
        </p:nvGrpSpPr>
        <p:grpSpPr bwMode="auto">
          <a:xfrm>
            <a:off x="3124200" y="2819399"/>
            <a:ext cx="6492240" cy="2163334"/>
            <a:chOff x="672" y="1538"/>
            <a:chExt cx="4544" cy="1940"/>
          </a:xfrm>
          <a:noFill/>
        </p:grpSpPr>
        <p:grpSp>
          <p:nvGrpSpPr>
            <p:cNvPr id="3" name="Group 45">
              <a:extLst>
                <a:ext uri="{FF2B5EF4-FFF2-40B4-BE49-F238E27FC236}">
                  <a16:creationId xmlns:a16="http://schemas.microsoft.com/office/drawing/2014/main" id="{93256C16-FDDE-4F70-B879-328617A9EBC4}"/>
                </a:ext>
              </a:extLst>
            </p:cNvPr>
            <p:cNvGrpSpPr>
              <a:grpSpLocks/>
            </p:cNvGrpSpPr>
            <p:nvPr/>
          </p:nvGrpSpPr>
          <p:grpSpPr bwMode="auto">
            <a:xfrm>
              <a:off x="672" y="1538"/>
              <a:ext cx="4544" cy="1940"/>
              <a:chOff x="377" y="2171"/>
              <a:chExt cx="4544" cy="2210"/>
            </a:xfrm>
            <a:grpFill/>
          </p:grpSpPr>
          <p:sp>
            <p:nvSpPr>
              <p:cNvPr id="10" name="Rectangle 6">
                <a:extLst>
                  <a:ext uri="{FF2B5EF4-FFF2-40B4-BE49-F238E27FC236}">
                    <a16:creationId xmlns:a16="http://schemas.microsoft.com/office/drawing/2014/main" id="{E0195A1D-62EA-4C37-9372-5A81A1655A17}"/>
                  </a:ext>
                </a:extLst>
              </p:cNvPr>
              <p:cNvSpPr>
                <a:spLocks noChangeArrowheads="1"/>
              </p:cNvSpPr>
              <p:nvPr/>
            </p:nvSpPr>
            <p:spPr bwMode="auto">
              <a:xfrm>
                <a:off x="793" y="2171"/>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200">
                  <a:latin typeface="Arial" charset="0"/>
                  <a:cs typeface="Arial" charset="0"/>
                </a:endParaRPr>
              </a:p>
            </p:txBody>
          </p:sp>
          <p:sp>
            <p:nvSpPr>
              <p:cNvPr id="11" name="Rectangle 7">
                <a:extLst>
                  <a:ext uri="{FF2B5EF4-FFF2-40B4-BE49-F238E27FC236}">
                    <a16:creationId xmlns:a16="http://schemas.microsoft.com/office/drawing/2014/main" id="{BD7EB789-C19D-489C-85CE-3725668DA0D8}"/>
                  </a:ext>
                </a:extLst>
              </p:cNvPr>
              <p:cNvSpPr>
                <a:spLocks noChangeArrowheads="1"/>
              </p:cNvSpPr>
              <p:nvPr/>
            </p:nvSpPr>
            <p:spPr bwMode="auto">
              <a:xfrm>
                <a:off x="793" y="3203"/>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200">
                  <a:latin typeface="Arial" charset="0"/>
                  <a:cs typeface="Arial" charset="0"/>
                </a:endParaRPr>
              </a:p>
            </p:txBody>
          </p:sp>
          <p:sp>
            <p:nvSpPr>
              <p:cNvPr id="12" name="Line 8">
                <a:extLst>
                  <a:ext uri="{FF2B5EF4-FFF2-40B4-BE49-F238E27FC236}">
                    <a16:creationId xmlns:a16="http://schemas.microsoft.com/office/drawing/2014/main" id="{6F64638B-68CD-4294-B6DD-1A283019B870}"/>
                  </a:ext>
                </a:extLst>
              </p:cNvPr>
              <p:cNvSpPr>
                <a:spLocks noChangeShapeType="1"/>
              </p:cNvSpPr>
              <p:nvPr/>
            </p:nvSpPr>
            <p:spPr bwMode="auto">
              <a:xfrm flipV="1">
                <a:off x="916" y="2851"/>
                <a:ext cx="0" cy="136"/>
              </a:xfrm>
              <a:prstGeom prst="line">
                <a:avLst/>
              </a:prstGeom>
              <a:grpFill/>
              <a:ln w="22225">
                <a:solidFill>
                  <a:schemeClr val="tx1"/>
                </a:solidFill>
                <a:round/>
                <a:headEnd/>
                <a:tailEnd type="triangle" w="med" len="med"/>
              </a:ln>
            </p:spPr>
            <p:txBody>
              <a:bodyPr/>
              <a:lstStyle/>
              <a:p>
                <a:pPr eaLnBrk="1" hangingPunct="1">
                  <a:defRPr/>
                </a:pPr>
                <a:endParaRPr lang="en-US" sz="1200">
                  <a:latin typeface="Arial" charset="0"/>
                  <a:cs typeface="Arial" charset="0"/>
                </a:endParaRPr>
              </a:p>
            </p:txBody>
          </p:sp>
          <p:sp>
            <p:nvSpPr>
              <p:cNvPr id="13" name="Line 9">
                <a:extLst>
                  <a:ext uri="{FF2B5EF4-FFF2-40B4-BE49-F238E27FC236}">
                    <a16:creationId xmlns:a16="http://schemas.microsoft.com/office/drawing/2014/main" id="{23255FBF-53AE-4C8D-85F0-179D2AED6436}"/>
                  </a:ext>
                </a:extLst>
              </p:cNvPr>
              <p:cNvSpPr>
                <a:spLocks noChangeShapeType="1"/>
              </p:cNvSpPr>
              <p:nvPr/>
            </p:nvSpPr>
            <p:spPr bwMode="auto">
              <a:xfrm flipV="1">
                <a:off x="924" y="3872"/>
                <a:ext cx="0" cy="280"/>
              </a:xfrm>
              <a:prstGeom prst="line">
                <a:avLst/>
              </a:prstGeom>
              <a:grpFill/>
              <a:ln w="22225">
                <a:solidFill>
                  <a:schemeClr val="tx1"/>
                </a:solidFill>
                <a:round/>
                <a:headEnd/>
                <a:tailEnd type="triangle" w="med" len="med"/>
              </a:ln>
            </p:spPr>
            <p:txBody>
              <a:bodyPr/>
              <a:lstStyle/>
              <a:p>
                <a:pPr eaLnBrk="1" hangingPunct="1">
                  <a:defRPr/>
                </a:pPr>
                <a:endParaRPr lang="en-US" sz="1200">
                  <a:latin typeface="Arial" charset="0"/>
                  <a:cs typeface="Arial" charset="0"/>
                </a:endParaRPr>
              </a:p>
            </p:txBody>
          </p:sp>
          <p:sp>
            <p:nvSpPr>
              <p:cNvPr id="21" name="Line 21">
                <a:extLst>
                  <a:ext uri="{FF2B5EF4-FFF2-40B4-BE49-F238E27FC236}">
                    <a16:creationId xmlns:a16="http://schemas.microsoft.com/office/drawing/2014/main" id="{3A6EB8E1-3663-430B-A12E-8EA95E77136C}"/>
                  </a:ext>
                </a:extLst>
              </p:cNvPr>
              <p:cNvSpPr>
                <a:spLocks noChangeShapeType="1"/>
              </p:cNvSpPr>
              <p:nvPr/>
            </p:nvSpPr>
            <p:spPr bwMode="auto">
              <a:xfrm>
                <a:off x="612" y="2478"/>
                <a:ext cx="181"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22" name="Line 22">
                <a:extLst>
                  <a:ext uri="{FF2B5EF4-FFF2-40B4-BE49-F238E27FC236}">
                    <a16:creationId xmlns:a16="http://schemas.microsoft.com/office/drawing/2014/main" id="{794B9E8B-65AE-4470-A423-3B4990BC1ED0}"/>
                  </a:ext>
                </a:extLst>
              </p:cNvPr>
              <p:cNvSpPr>
                <a:spLocks noChangeShapeType="1"/>
              </p:cNvSpPr>
              <p:nvPr/>
            </p:nvSpPr>
            <p:spPr bwMode="auto">
              <a:xfrm>
                <a:off x="612" y="3521"/>
                <a:ext cx="181"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23" name="Line 23">
                <a:extLst>
                  <a:ext uri="{FF2B5EF4-FFF2-40B4-BE49-F238E27FC236}">
                    <a16:creationId xmlns:a16="http://schemas.microsoft.com/office/drawing/2014/main" id="{BF53961A-96E4-4FF2-93D0-3BC38015E2D6}"/>
                  </a:ext>
                </a:extLst>
              </p:cNvPr>
              <p:cNvSpPr>
                <a:spLocks noChangeShapeType="1"/>
              </p:cNvSpPr>
              <p:nvPr/>
            </p:nvSpPr>
            <p:spPr bwMode="auto">
              <a:xfrm>
                <a:off x="1316" y="2750"/>
                <a:ext cx="204"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24" name="Line 24">
                <a:extLst>
                  <a:ext uri="{FF2B5EF4-FFF2-40B4-BE49-F238E27FC236}">
                    <a16:creationId xmlns:a16="http://schemas.microsoft.com/office/drawing/2014/main" id="{A931FD4C-EAB7-4B69-B0EA-51C357CF261F}"/>
                  </a:ext>
                </a:extLst>
              </p:cNvPr>
              <p:cNvSpPr>
                <a:spLocks noChangeShapeType="1"/>
              </p:cNvSpPr>
              <p:nvPr/>
            </p:nvSpPr>
            <p:spPr bwMode="auto">
              <a:xfrm>
                <a:off x="1330" y="3265"/>
                <a:ext cx="181"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25" name="Line 25">
                <a:extLst>
                  <a:ext uri="{FF2B5EF4-FFF2-40B4-BE49-F238E27FC236}">
                    <a16:creationId xmlns:a16="http://schemas.microsoft.com/office/drawing/2014/main" id="{DF7FA29D-1453-4C9A-BCFD-E1EB08B2EC2C}"/>
                  </a:ext>
                </a:extLst>
              </p:cNvPr>
              <p:cNvSpPr>
                <a:spLocks noChangeShapeType="1"/>
              </p:cNvSpPr>
              <p:nvPr/>
            </p:nvSpPr>
            <p:spPr bwMode="auto">
              <a:xfrm>
                <a:off x="1066" y="2478"/>
                <a:ext cx="249" cy="0"/>
              </a:xfrm>
              <a:prstGeom prst="line">
                <a:avLst/>
              </a:prstGeom>
              <a:grpFill/>
              <a:ln w="2540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26" name="Line 26">
                <a:extLst>
                  <a:ext uri="{FF2B5EF4-FFF2-40B4-BE49-F238E27FC236}">
                    <a16:creationId xmlns:a16="http://schemas.microsoft.com/office/drawing/2014/main" id="{684862A7-19E7-4071-A5B1-9E3C2123C4B6}"/>
                  </a:ext>
                </a:extLst>
              </p:cNvPr>
              <p:cNvSpPr>
                <a:spLocks noChangeShapeType="1"/>
              </p:cNvSpPr>
              <p:nvPr/>
            </p:nvSpPr>
            <p:spPr bwMode="auto">
              <a:xfrm flipV="1">
                <a:off x="1314" y="2478"/>
                <a:ext cx="0" cy="272"/>
              </a:xfrm>
              <a:prstGeom prst="line">
                <a:avLst/>
              </a:prstGeom>
              <a:grpFill/>
              <a:ln w="2540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27" name="Line 27">
                <a:extLst>
                  <a:ext uri="{FF2B5EF4-FFF2-40B4-BE49-F238E27FC236}">
                    <a16:creationId xmlns:a16="http://schemas.microsoft.com/office/drawing/2014/main" id="{4D9B496B-8074-448D-B852-16ABFD80C616}"/>
                  </a:ext>
                </a:extLst>
              </p:cNvPr>
              <p:cNvSpPr>
                <a:spLocks noChangeShapeType="1"/>
              </p:cNvSpPr>
              <p:nvPr/>
            </p:nvSpPr>
            <p:spPr bwMode="auto">
              <a:xfrm>
                <a:off x="1066" y="3537"/>
                <a:ext cx="249" cy="0"/>
              </a:xfrm>
              <a:prstGeom prst="line">
                <a:avLst/>
              </a:prstGeom>
              <a:grpFill/>
              <a:ln w="2540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28" name="Line 28">
                <a:extLst>
                  <a:ext uri="{FF2B5EF4-FFF2-40B4-BE49-F238E27FC236}">
                    <a16:creationId xmlns:a16="http://schemas.microsoft.com/office/drawing/2014/main" id="{6358BC9F-7CE9-44CC-8CEE-14A6B03D237B}"/>
                  </a:ext>
                </a:extLst>
              </p:cNvPr>
              <p:cNvSpPr>
                <a:spLocks noChangeShapeType="1"/>
              </p:cNvSpPr>
              <p:nvPr/>
            </p:nvSpPr>
            <p:spPr bwMode="auto">
              <a:xfrm flipV="1">
                <a:off x="1322" y="3262"/>
                <a:ext cx="0" cy="283"/>
              </a:xfrm>
              <a:prstGeom prst="line">
                <a:avLst/>
              </a:prstGeom>
              <a:grpFill/>
              <a:ln w="2540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29" name="Line 29">
                <a:extLst>
                  <a:ext uri="{FF2B5EF4-FFF2-40B4-BE49-F238E27FC236}">
                    <a16:creationId xmlns:a16="http://schemas.microsoft.com/office/drawing/2014/main" id="{A4240F22-D760-4BF9-A5D4-2A2A13C96619}"/>
                  </a:ext>
                </a:extLst>
              </p:cNvPr>
              <p:cNvSpPr>
                <a:spLocks noChangeShapeType="1"/>
              </p:cNvSpPr>
              <p:nvPr/>
            </p:nvSpPr>
            <p:spPr bwMode="auto">
              <a:xfrm>
                <a:off x="1836" y="3022"/>
                <a:ext cx="227"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30" name="Rectangle 30">
                <a:extLst>
                  <a:ext uri="{FF2B5EF4-FFF2-40B4-BE49-F238E27FC236}">
                    <a16:creationId xmlns:a16="http://schemas.microsoft.com/office/drawing/2014/main" id="{941BC372-9A95-46A4-9B5E-BF89A92BAE64}"/>
                  </a:ext>
                </a:extLst>
              </p:cNvPr>
              <p:cNvSpPr>
                <a:spLocks noChangeArrowheads="1"/>
              </p:cNvSpPr>
              <p:nvPr/>
            </p:nvSpPr>
            <p:spPr bwMode="auto">
              <a:xfrm>
                <a:off x="2066" y="2824"/>
                <a:ext cx="406" cy="409"/>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ru-RU" sz="1200" b="1">
                    <a:latin typeface="Arial" charset="0"/>
                    <a:cs typeface="Arial" charset="0"/>
                    <a:sym typeface="Symbol" pitchFamily="18" charset="2"/>
                  </a:rPr>
                  <a:t></a:t>
                </a:r>
              </a:p>
            </p:txBody>
          </p:sp>
          <p:sp>
            <p:nvSpPr>
              <p:cNvPr id="31" name="Line 31">
                <a:extLst>
                  <a:ext uri="{FF2B5EF4-FFF2-40B4-BE49-F238E27FC236}">
                    <a16:creationId xmlns:a16="http://schemas.microsoft.com/office/drawing/2014/main" id="{46388236-1445-432B-B1D8-955BC4019222}"/>
                  </a:ext>
                </a:extLst>
              </p:cNvPr>
              <p:cNvSpPr>
                <a:spLocks noChangeShapeType="1"/>
              </p:cNvSpPr>
              <p:nvPr/>
            </p:nvSpPr>
            <p:spPr bwMode="auto">
              <a:xfrm>
                <a:off x="2176" y="2931"/>
                <a:ext cx="0" cy="182"/>
              </a:xfrm>
              <a:prstGeom prst="line">
                <a:avLst/>
              </a:prstGeom>
              <a:grpFill/>
              <a:ln w="3175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32" name="Line 32">
                <a:extLst>
                  <a:ext uri="{FF2B5EF4-FFF2-40B4-BE49-F238E27FC236}">
                    <a16:creationId xmlns:a16="http://schemas.microsoft.com/office/drawing/2014/main" id="{1D6D72BC-6FCA-4CB2-8A8E-FC20C7D1AECE}"/>
                  </a:ext>
                </a:extLst>
              </p:cNvPr>
              <p:cNvSpPr>
                <a:spLocks noChangeShapeType="1"/>
              </p:cNvSpPr>
              <p:nvPr/>
            </p:nvSpPr>
            <p:spPr bwMode="auto">
              <a:xfrm>
                <a:off x="2352" y="2931"/>
                <a:ext cx="0" cy="182"/>
              </a:xfrm>
              <a:prstGeom prst="line">
                <a:avLst/>
              </a:prstGeom>
              <a:grpFill/>
              <a:ln w="31750">
                <a:solidFill>
                  <a:schemeClr val="tx1"/>
                </a:solidFill>
                <a:round/>
                <a:headEnd/>
                <a:tailEnd/>
              </a:ln>
            </p:spPr>
            <p:txBody>
              <a:bodyPr/>
              <a:lstStyle/>
              <a:p>
                <a:pPr eaLnBrk="1" hangingPunct="1">
                  <a:defRPr/>
                </a:pPr>
                <a:endParaRPr lang="en-US" sz="1200">
                  <a:latin typeface="Arial" charset="0"/>
                  <a:cs typeface="Arial" charset="0"/>
                </a:endParaRPr>
              </a:p>
            </p:txBody>
          </p:sp>
          <p:sp>
            <p:nvSpPr>
              <p:cNvPr id="33" name="Line 33">
                <a:extLst>
                  <a:ext uri="{FF2B5EF4-FFF2-40B4-BE49-F238E27FC236}">
                    <a16:creationId xmlns:a16="http://schemas.microsoft.com/office/drawing/2014/main" id="{4AF810AB-54C0-4592-86E6-39A06E5A0411}"/>
                  </a:ext>
                </a:extLst>
              </p:cNvPr>
              <p:cNvSpPr>
                <a:spLocks noChangeShapeType="1"/>
              </p:cNvSpPr>
              <p:nvPr/>
            </p:nvSpPr>
            <p:spPr bwMode="auto">
              <a:xfrm>
                <a:off x="2476" y="3014"/>
                <a:ext cx="227"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34" name="Rectangle 34">
                <a:extLst>
                  <a:ext uri="{FF2B5EF4-FFF2-40B4-BE49-F238E27FC236}">
                    <a16:creationId xmlns:a16="http://schemas.microsoft.com/office/drawing/2014/main" id="{A6390648-9B64-461E-AAA6-A73D42DCF68B}"/>
                  </a:ext>
                </a:extLst>
              </p:cNvPr>
              <p:cNvSpPr>
                <a:spLocks noChangeArrowheads="1"/>
              </p:cNvSpPr>
              <p:nvPr/>
            </p:nvSpPr>
            <p:spPr bwMode="auto">
              <a:xfrm>
                <a:off x="2699" y="2654"/>
                <a:ext cx="589" cy="68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dirty="0">
                    <a:latin typeface="Arial" charset="0"/>
                    <a:cs typeface="Arial" charset="0"/>
                  </a:rPr>
                  <a:t>log</a:t>
                </a:r>
                <a:endParaRPr lang="ru-RU" dirty="0">
                  <a:latin typeface="Arial" charset="0"/>
                  <a:cs typeface="Arial" charset="0"/>
                </a:endParaRPr>
              </a:p>
            </p:txBody>
          </p:sp>
          <p:sp>
            <p:nvSpPr>
              <p:cNvPr id="35" name="Line 35">
                <a:extLst>
                  <a:ext uri="{FF2B5EF4-FFF2-40B4-BE49-F238E27FC236}">
                    <a16:creationId xmlns:a16="http://schemas.microsoft.com/office/drawing/2014/main" id="{C32C1314-0814-4D7A-9E12-7087BC3535C3}"/>
                  </a:ext>
                </a:extLst>
              </p:cNvPr>
              <p:cNvSpPr>
                <a:spLocks noChangeShapeType="1"/>
              </p:cNvSpPr>
              <p:nvPr/>
            </p:nvSpPr>
            <p:spPr bwMode="auto">
              <a:xfrm>
                <a:off x="3288" y="3022"/>
                <a:ext cx="227"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36" name="Rectangle 36">
                <a:extLst>
                  <a:ext uri="{FF2B5EF4-FFF2-40B4-BE49-F238E27FC236}">
                    <a16:creationId xmlns:a16="http://schemas.microsoft.com/office/drawing/2014/main" id="{96CF680A-9B69-41AD-9B00-85BB647233AF}"/>
                  </a:ext>
                </a:extLst>
              </p:cNvPr>
              <p:cNvSpPr>
                <a:spLocks noChangeArrowheads="1"/>
              </p:cNvSpPr>
              <p:nvPr/>
            </p:nvSpPr>
            <p:spPr bwMode="auto">
              <a:xfrm>
                <a:off x="3521" y="2570"/>
                <a:ext cx="273" cy="842"/>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200">
                  <a:latin typeface="Arial" charset="0"/>
                  <a:cs typeface="Arial" charset="0"/>
                </a:endParaRPr>
              </a:p>
            </p:txBody>
          </p:sp>
          <p:sp>
            <p:nvSpPr>
              <p:cNvPr id="37" name="Line 37">
                <a:extLst>
                  <a:ext uri="{FF2B5EF4-FFF2-40B4-BE49-F238E27FC236}">
                    <a16:creationId xmlns:a16="http://schemas.microsoft.com/office/drawing/2014/main" id="{5F355D21-B342-4005-A73C-9141CEFB47A2}"/>
                  </a:ext>
                </a:extLst>
              </p:cNvPr>
              <p:cNvSpPr>
                <a:spLocks noChangeShapeType="1"/>
              </p:cNvSpPr>
              <p:nvPr/>
            </p:nvSpPr>
            <p:spPr bwMode="auto">
              <a:xfrm flipV="1">
                <a:off x="3652" y="3400"/>
                <a:ext cx="0" cy="281"/>
              </a:xfrm>
              <a:prstGeom prst="line">
                <a:avLst/>
              </a:prstGeom>
              <a:grpFill/>
              <a:ln w="22225">
                <a:solidFill>
                  <a:schemeClr val="tx1"/>
                </a:solidFill>
                <a:round/>
                <a:headEnd/>
                <a:tailEnd type="triangle" w="med" len="med"/>
              </a:ln>
            </p:spPr>
            <p:txBody>
              <a:bodyPr/>
              <a:lstStyle/>
              <a:p>
                <a:pPr eaLnBrk="1" hangingPunct="1">
                  <a:defRPr/>
                </a:pPr>
                <a:endParaRPr lang="en-US" sz="1200">
                  <a:latin typeface="Arial" charset="0"/>
                  <a:cs typeface="Arial" charset="0"/>
                </a:endParaRPr>
              </a:p>
            </p:txBody>
          </p:sp>
          <p:sp>
            <p:nvSpPr>
              <p:cNvPr id="38" name="Line 38">
                <a:extLst>
                  <a:ext uri="{FF2B5EF4-FFF2-40B4-BE49-F238E27FC236}">
                    <a16:creationId xmlns:a16="http://schemas.microsoft.com/office/drawing/2014/main" id="{2A586F45-0BA8-4045-843F-192B60E5C537}"/>
                  </a:ext>
                </a:extLst>
              </p:cNvPr>
              <p:cNvSpPr>
                <a:spLocks noChangeShapeType="1"/>
              </p:cNvSpPr>
              <p:nvPr/>
            </p:nvSpPr>
            <p:spPr bwMode="auto">
              <a:xfrm>
                <a:off x="3795" y="3022"/>
                <a:ext cx="227" cy="0"/>
              </a:xfrm>
              <a:prstGeom prst="line">
                <a:avLst/>
              </a:prstGeom>
              <a:grpFill/>
              <a:ln w="25400">
                <a:solidFill>
                  <a:schemeClr val="tx1"/>
                </a:solidFill>
                <a:round/>
                <a:headEnd/>
                <a:tailEnd type="triangle" w="lg" len="lg"/>
              </a:ln>
            </p:spPr>
            <p:txBody>
              <a:bodyPr/>
              <a:lstStyle/>
              <a:p>
                <a:pPr eaLnBrk="1" hangingPunct="1">
                  <a:defRPr/>
                </a:pPr>
                <a:endParaRPr lang="en-US" sz="1200">
                  <a:latin typeface="Arial" charset="0"/>
                  <a:cs typeface="Arial" charset="0"/>
                </a:endParaRPr>
              </a:p>
            </p:txBody>
          </p:sp>
          <p:sp>
            <p:nvSpPr>
              <p:cNvPr id="39" name="Text Box 39">
                <a:extLst>
                  <a:ext uri="{FF2B5EF4-FFF2-40B4-BE49-F238E27FC236}">
                    <a16:creationId xmlns:a16="http://schemas.microsoft.com/office/drawing/2014/main" id="{FD060718-EFCE-42DF-B8FC-31D808EE22B9}"/>
                  </a:ext>
                </a:extLst>
              </p:cNvPr>
              <p:cNvSpPr txBox="1">
                <a:spLocks noChangeArrowheads="1"/>
              </p:cNvSpPr>
              <p:nvPr/>
            </p:nvSpPr>
            <p:spPr bwMode="auto">
              <a:xfrm>
                <a:off x="377" y="2339"/>
                <a:ext cx="326" cy="350"/>
              </a:xfrm>
              <a:prstGeom prst="rect">
                <a:avLst/>
              </a:prstGeom>
              <a:grpFill/>
              <a:ln w="9525">
                <a:noFill/>
                <a:miter lim="800000"/>
                <a:headEnd/>
                <a:tailEnd/>
              </a:ln>
            </p:spPr>
            <p:txBody>
              <a:bodyPr>
                <a:spAutoFit/>
              </a:bodyPr>
              <a:lstStyle/>
              <a:p>
                <a:pPr eaLnBrk="1" hangingPunct="1">
                  <a:spcBef>
                    <a:spcPct val="50000"/>
                  </a:spcBef>
                  <a:defRPr/>
                </a:pPr>
                <a:r>
                  <a:rPr lang="en-US" sz="1600" dirty="0">
                    <a:latin typeface="Arial" charset="0"/>
                    <a:cs typeface="Arial" charset="0"/>
                  </a:rPr>
                  <a:t>a</a:t>
                </a:r>
                <a:endParaRPr lang="ru-RU" sz="1600" dirty="0">
                  <a:latin typeface="Arial" charset="0"/>
                  <a:cs typeface="Arial" charset="0"/>
                </a:endParaRPr>
              </a:p>
            </p:txBody>
          </p:sp>
          <p:sp>
            <p:nvSpPr>
              <p:cNvPr id="40" name="Text Box 40">
                <a:extLst>
                  <a:ext uri="{FF2B5EF4-FFF2-40B4-BE49-F238E27FC236}">
                    <a16:creationId xmlns:a16="http://schemas.microsoft.com/office/drawing/2014/main" id="{E0D3678A-1D83-4ACC-AE07-45AE101B6597}"/>
                  </a:ext>
                </a:extLst>
              </p:cNvPr>
              <p:cNvSpPr txBox="1">
                <a:spLocks noChangeArrowheads="1"/>
              </p:cNvSpPr>
              <p:nvPr/>
            </p:nvSpPr>
            <p:spPr bwMode="auto">
              <a:xfrm>
                <a:off x="385" y="3385"/>
                <a:ext cx="326" cy="350"/>
              </a:xfrm>
              <a:prstGeom prst="rect">
                <a:avLst/>
              </a:prstGeom>
              <a:grpFill/>
              <a:ln w="9525">
                <a:noFill/>
                <a:miter lim="800000"/>
                <a:headEnd/>
                <a:tailEnd/>
              </a:ln>
            </p:spPr>
            <p:txBody>
              <a:bodyPr>
                <a:spAutoFit/>
              </a:bodyPr>
              <a:lstStyle/>
              <a:p>
                <a:pPr eaLnBrk="1" hangingPunct="1">
                  <a:spcBef>
                    <a:spcPct val="50000"/>
                  </a:spcBef>
                  <a:defRPr/>
                </a:pPr>
                <a:r>
                  <a:rPr lang="en-US" sz="1600" dirty="0">
                    <a:latin typeface="Arial" charset="0"/>
                    <a:cs typeface="Arial" charset="0"/>
                  </a:rPr>
                  <a:t>b</a:t>
                </a:r>
                <a:endParaRPr lang="ru-RU" sz="1600" dirty="0">
                  <a:latin typeface="Arial" charset="0"/>
                  <a:cs typeface="Arial" charset="0"/>
                </a:endParaRPr>
              </a:p>
            </p:txBody>
          </p:sp>
          <p:sp>
            <p:nvSpPr>
              <p:cNvPr id="41" name="Text Box 41">
                <a:extLst>
                  <a:ext uri="{FF2B5EF4-FFF2-40B4-BE49-F238E27FC236}">
                    <a16:creationId xmlns:a16="http://schemas.microsoft.com/office/drawing/2014/main" id="{6E0CA219-7C68-4449-BE21-877D9BDE8274}"/>
                  </a:ext>
                </a:extLst>
              </p:cNvPr>
              <p:cNvSpPr txBox="1">
                <a:spLocks noChangeArrowheads="1"/>
              </p:cNvSpPr>
              <p:nvPr/>
            </p:nvSpPr>
            <p:spPr bwMode="auto">
              <a:xfrm>
                <a:off x="761" y="2950"/>
                <a:ext cx="326" cy="314"/>
              </a:xfrm>
              <a:prstGeom prst="rect">
                <a:avLst/>
              </a:prstGeom>
              <a:grpFill/>
              <a:ln w="9525">
                <a:noFill/>
                <a:miter lim="800000"/>
                <a:headEnd/>
                <a:tailEnd/>
              </a:ln>
            </p:spPr>
            <p:txBody>
              <a:bodyPr>
                <a:spAutoFit/>
              </a:bodyPr>
              <a:lstStyle/>
              <a:p>
                <a:pPr eaLnBrk="1" hangingPunct="1">
                  <a:spcBef>
                    <a:spcPct val="50000"/>
                  </a:spcBef>
                  <a:defRPr/>
                </a:pPr>
                <a:r>
                  <a:rPr lang="en-US" sz="1400">
                    <a:latin typeface="Arial" charset="0"/>
                    <a:cs typeface="Arial" charset="0"/>
                  </a:rPr>
                  <a:t>clk</a:t>
                </a:r>
                <a:endParaRPr lang="ru-RU" sz="1400">
                  <a:latin typeface="Arial" charset="0"/>
                  <a:cs typeface="Arial" charset="0"/>
                </a:endParaRPr>
              </a:p>
            </p:txBody>
          </p:sp>
          <p:sp>
            <p:nvSpPr>
              <p:cNvPr id="42" name="Text Box 42">
                <a:extLst>
                  <a:ext uri="{FF2B5EF4-FFF2-40B4-BE49-F238E27FC236}">
                    <a16:creationId xmlns:a16="http://schemas.microsoft.com/office/drawing/2014/main" id="{FAAD33E0-5717-4411-B6A9-C5DDC669CC29}"/>
                  </a:ext>
                </a:extLst>
              </p:cNvPr>
              <p:cNvSpPr txBox="1">
                <a:spLocks noChangeArrowheads="1"/>
              </p:cNvSpPr>
              <p:nvPr/>
            </p:nvSpPr>
            <p:spPr bwMode="auto">
              <a:xfrm>
                <a:off x="767" y="4067"/>
                <a:ext cx="326" cy="314"/>
              </a:xfrm>
              <a:prstGeom prst="rect">
                <a:avLst/>
              </a:prstGeom>
              <a:grpFill/>
              <a:ln w="9525">
                <a:noFill/>
                <a:miter lim="800000"/>
                <a:headEnd/>
                <a:tailEnd/>
              </a:ln>
            </p:spPr>
            <p:txBody>
              <a:bodyPr>
                <a:spAutoFit/>
              </a:bodyPr>
              <a:lstStyle/>
              <a:p>
                <a:pPr eaLnBrk="1" hangingPunct="1">
                  <a:spcBef>
                    <a:spcPct val="50000"/>
                  </a:spcBef>
                  <a:defRPr/>
                </a:pPr>
                <a:r>
                  <a:rPr lang="en-US" sz="1400" dirty="0" err="1">
                    <a:latin typeface="Arial" charset="0"/>
                    <a:cs typeface="Arial" charset="0"/>
                  </a:rPr>
                  <a:t>clk</a:t>
                </a:r>
                <a:endParaRPr lang="ru-RU" sz="1400" dirty="0">
                  <a:latin typeface="Arial" charset="0"/>
                  <a:cs typeface="Arial" charset="0"/>
                </a:endParaRPr>
              </a:p>
            </p:txBody>
          </p:sp>
          <p:sp>
            <p:nvSpPr>
              <p:cNvPr id="43" name="Text Box 43">
                <a:extLst>
                  <a:ext uri="{FF2B5EF4-FFF2-40B4-BE49-F238E27FC236}">
                    <a16:creationId xmlns:a16="http://schemas.microsoft.com/office/drawing/2014/main" id="{92DD0A3D-FA1F-424B-B616-C27210DCB994}"/>
                  </a:ext>
                </a:extLst>
              </p:cNvPr>
              <p:cNvSpPr txBox="1">
                <a:spLocks noChangeArrowheads="1"/>
              </p:cNvSpPr>
              <p:nvPr/>
            </p:nvSpPr>
            <p:spPr bwMode="auto">
              <a:xfrm>
                <a:off x="3515" y="3609"/>
                <a:ext cx="326" cy="314"/>
              </a:xfrm>
              <a:prstGeom prst="rect">
                <a:avLst/>
              </a:prstGeom>
              <a:grpFill/>
              <a:ln w="9525">
                <a:noFill/>
                <a:miter lim="800000"/>
                <a:headEnd/>
                <a:tailEnd/>
              </a:ln>
            </p:spPr>
            <p:txBody>
              <a:bodyPr>
                <a:spAutoFit/>
              </a:bodyPr>
              <a:lstStyle/>
              <a:p>
                <a:pPr eaLnBrk="1" hangingPunct="1">
                  <a:spcBef>
                    <a:spcPct val="50000"/>
                  </a:spcBef>
                  <a:defRPr/>
                </a:pPr>
                <a:r>
                  <a:rPr lang="en-US" sz="1400">
                    <a:latin typeface="Arial" charset="0"/>
                    <a:cs typeface="Arial" charset="0"/>
                  </a:rPr>
                  <a:t>clk</a:t>
                </a:r>
                <a:endParaRPr lang="ru-RU" sz="1400">
                  <a:latin typeface="Arial" charset="0"/>
                  <a:cs typeface="Arial" charset="0"/>
                </a:endParaRPr>
              </a:p>
            </p:txBody>
          </p:sp>
          <p:sp>
            <p:nvSpPr>
              <p:cNvPr id="44" name="Text Box 44">
                <a:extLst>
                  <a:ext uri="{FF2B5EF4-FFF2-40B4-BE49-F238E27FC236}">
                    <a16:creationId xmlns:a16="http://schemas.microsoft.com/office/drawing/2014/main" id="{BBBE8791-EF53-4BA0-9421-1084810F462E}"/>
                  </a:ext>
                </a:extLst>
              </p:cNvPr>
              <p:cNvSpPr txBox="1">
                <a:spLocks noChangeArrowheads="1"/>
              </p:cNvSpPr>
              <p:nvPr/>
            </p:nvSpPr>
            <p:spPr bwMode="auto">
              <a:xfrm>
                <a:off x="4059" y="2886"/>
                <a:ext cx="862" cy="314"/>
              </a:xfrm>
              <a:prstGeom prst="rect">
                <a:avLst/>
              </a:prstGeom>
              <a:grpFill/>
              <a:ln w="9525">
                <a:noFill/>
                <a:miter lim="800000"/>
                <a:headEnd/>
                <a:tailEnd/>
              </a:ln>
            </p:spPr>
            <p:txBody>
              <a:bodyPr>
                <a:spAutoFit/>
              </a:bodyPr>
              <a:lstStyle/>
              <a:p>
                <a:pPr eaLnBrk="1" hangingPunct="1">
                  <a:spcBef>
                    <a:spcPct val="50000"/>
                  </a:spcBef>
                  <a:defRPr/>
                </a:pPr>
                <a:r>
                  <a:rPr lang="en-US" sz="1400">
                    <a:latin typeface="Arial" charset="0"/>
                    <a:cs typeface="Arial" charset="0"/>
                  </a:rPr>
                  <a:t>output</a:t>
                </a:r>
                <a:endParaRPr lang="ru-RU" sz="1400">
                  <a:latin typeface="Arial" charset="0"/>
                  <a:cs typeface="Arial" charset="0"/>
                </a:endParaRPr>
              </a:p>
            </p:txBody>
          </p:sp>
        </p:grpSp>
        <p:sp>
          <p:nvSpPr>
            <p:cNvPr id="9" name="Text Box 79">
              <a:extLst>
                <a:ext uri="{FF2B5EF4-FFF2-40B4-BE49-F238E27FC236}">
                  <a16:creationId xmlns:a16="http://schemas.microsoft.com/office/drawing/2014/main" id="{2B09595C-3993-4A6E-BEED-B985292A22AD}"/>
                </a:ext>
              </a:extLst>
            </p:cNvPr>
            <p:cNvSpPr txBox="1">
              <a:spLocks noChangeArrowheads="1"/>
            </p:cNvSpPr>
            <p:nvPr/>
          </p:nvSpPr>
          <p:spPr bwMode="auto">
            <a:xfrm>
              <a:off x="1774" y="3108"/>
              <a:ext cx="3271" cy="359"/>
            </a:xfrm>
            <a:prstGeom prst="rect">
              <a:avLst/>
            </a:prstGeom>
            <a:grpFill/>
            <a:ln w="25400">
              <a:noFill/>
              <a:miter lim="800000"/>
              <a:headEnd/>
              <a:tailEnd type="none" w="lg" len="lg"/>
            </a:ln>
          </p:spPr>
          <p:txBody>
            <a:bodyPr>
              <a:spAutoFit/>
            </a:bodyPr>
            <a:lstStyle/>
            <a:p>
              <a:pPr eaLnBrk="1" hangingPunct="1">
                <a:spcBef>
                  <a:spcPct val="50000"/>
                </a:spcBef>
                <a:defRPr/>
              </a:pPr>
              <a:r>
                <a:rPr lang="en-US" sz="2000" dirty="0" err="1">
                  <a:latin typeface="Arial" charset="0"/>
                  <a:cs typeface="Arial" charset="0"/>
                </a:rPr>
                <a:t>T</a:t>
              </a:r>
              <a:r>
                <a:rPr lang="en-US" sz="2000" baseline="-25000" dirty="0" err="1">
                  <a:latin typeface="Arial" charset="0"/>
                  <a:cs typeface="Arial" charset="0"/>
                </a:rPr>
                <a:t>min</a:t>
              </a:r>
              <a:r>
                <a:rPr lang="en-US" sz="2000" dirty="0">
                  <a:latin typeface="Arial" charset="0"/>
                  <a:cs typeface="Arial" charset="0"/>
                </a:rPr>
                <a:t>= </a:t>
              </a:r>
              <a:r>
                <a:rPr lang="en-US" sz="2000" dirty="0" err="1">
                  <a:latin typeface="Arial" charset="0"/>
                  <a:cs typeface="Arial" charset="0"/>
                </a:rPr>
                <a:t>t</a:t>
              </a:r>
              <a:r>
                <a:rPr lang="en-US" sz="2000" baseline="-25000" dirty="0" err="1">
                  <a:latin typeface="Arial" charset="0"/>
                  <a:cs typeface="Arial" charset="0"/>
                </a:rPr>
                <a:t>clk</a:t>
              </a:r>
              <a:r>
                <a:rPr lang="en-US" sz="2000" baseline="-25000" dirty="0">
                  <a:latin typeface="Arial" charset="0"/>
                  <a:cs typeface="Arial" charset="0"/>
                </a:rPr>
                <a:t>-to-Q</a:t>
              </a:r>
              <a:r>
                <a:rPr lang="en-US" sz="2000" dirty="0">
                  <a:latin typeface="Arial" charset="0"/>
                  <a:cs typeface="Arial" charset="0"/>
                </a:rPr>
                <a:t> + </a:t>
              </a:r>
              <a:r>
                <a:rPr lang="en-US" sz="2000" dirty="0" err="1">
                  <a:latin typeface="Arial" charset="0"/>
                  <a:cs typeface="Arial" charset="0"/>
                </a:rPr>
                <a:t>t</a:t>
              </a:r>
              <a:r>
                <a:rPr lang="en-US" sz="2000" baseline="-25000" dirty="0" err="1">
                  <a:latin typeface="Arial" charset="0"/>
                  <a:cs typeface="Arial" charset="0"/>
                </a:rPr>
                <a:t>pd,logic</a:t>
              </a:r>
              <a:r>
                <a:rPr lang="en-US" sz="2000" dirty="0">
                  <a:latin typeface="Arial" charset="0"/>
                  <a:cs typeface="Arial" charset="0"/>
                </a:rPr>
                <a:t> + </a:t>
              </a:r>
              <a:r>
                <a:rPr lang="en-US" sz="2000" dirty="0" err="1">
                  <a:latin typeface="Arial" charset="0"/>
                  <a:cs typeface="Arial" charset="0"/>
                </a:rPr>
                <a:t>t</a:t>
              </a:r>
              <a:r>
                <a:rPr lang="en-US" sz="2000" baseline="-25000" dirty="0" err="1">
                  <a:latin typeface="Arial" charset="0"/>
                  <a:cs typeface="Arial" charset="0"/>
                </a:rPr>
                <a:t>setup</a:t>
              </a:r>
              <a:r>
                <a:rPr lang="en-US" sz="2000" dirty="0">
                  <a:latin typeface="Arial" charset="0"/>
                  <a:cs typeface="Arial" charset="0"/>
                </a:rPr>
                <a:t> + </a:t>
              </a:r>
              <a:r>
                <a:rPr lang="en-US" sz="2000" dirty="0" err="1">
                  <a:latin typeface="Arial" charset="0"/>
                  <a:cs typeface="Arial" charset="0"/>
                </a:rPr>
                <a:t>t</a:t>
              </a:r>
              <a:r>
                <a:rPr lang="en-US" sz="2000" baseline="-25000" dirty="0" err="1">
                  <a:latin typeface="Arial" charset="0"/>
                  <a:cs typeface="Arial" charset="0"/>
                </a:rPr>
                <a:t>skew</a:t>
              </a:r>
              <a:r>
                <a:rPr lang="en-US" sz="2000" dirty="0">
                  <a:latin typeface="Arial" charset="0"/>
                  <a:cs typeface="Arial" charset="0"/>
                </a:rPr>
                <a:t> + </a:t>
              </a:r>
              <a:r>
                <a:rPr lang="en-US" sz="2000" dirty="0" err="1">
                  <a:latin typeface="Arial" charset="0"/>
                  <a:cs typeface="Arial" charset="0"/>
                </a:rPr>
                <a:t>t</a:t>
              </a:r>
              <a:r>
                <a:rPr lang="en-US" sz="2000" baseline="-25000" dirty="0" err="1">
                  <a:latin typeface="Arial" charset="0"/>
                  <a:cs typeface="Arial" charset="0"/>
                </a:rPr>
                <a:t>jitter</a:t>
              </a:r>
              <a:endParaRPr lang="ru-RU" sz="2000" baseline="-25000" dirty="0">
                <a:latin typeface="Arial" charset="0"/>
                <a:cs typeface="Arial" charset="0"/>
              </a:endParaRPr>
            </a:p>
          </p:txBody>
        </p:sp>
      </p:grpSp>
      <p:sp>
        <p:nvSpPr>
          <p:cNvPr id="66565" name="Text Box 47">
            <a:extLst>
              <a:ext uri="{FF2B5EF4-FFF2-40B4-BE49-F238E27FC236}">
                <a16:creationId xmlns:a16="http://schemas.microsoft.com/office/drawing/2014/main" id="{C3BB259F-7DFE-E15C-5977-5511D1F8D273}"/>
              </a:ext>
            </a:extLst>
          </p:cNvPr>
          <p:cNvSpPr txBox="1">
            <a:spLocks noChangeArrowheads="1"/>
          </p:cNvSpPr>
          <p:nvPr/>
        </p:nvSpPr>
        <p:spPr bwMode="auto">
          <a:xfrm>
            <a:off x="1981200" y="4886326"/>
            <a:ext cx="8153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baseline="-25000"/>
          </a:p>
          <a:p>
            <a:pPr eaLnBrk="1" hangingPunct="1"/>
            <a:r>
              <a:rPr lang="en-US" altLang="en-US"/>
              <a:t>T</a:t>
            </a:r>
            <a:r>
              <a:rPr lang="en-US" altLang="en-US" baseline="-25000"/>
              <a:t>pd, logic</a:t>
            </a:r>
            <a:r>
              <a:rPr lang="en-US" altLang="en-US"/>
              <a:t> – signal propagation delay through adder, circuits that define module and logarithm. This delay is more than the one of the registers. </a:t>
            </a:r>
            <a:r>
              <a:rPr lang="en-US" altLang="en-US" sz="1600" b="1"/>
              <a:t>  </a:t>
            </a:r>
          </a:p>
        </p:txBody>
      </p:sp>
      <p:sp>
        <p:nvSpPr>
          <p:cNvPr id="60422" name="Freeform 47">
            <a:extLst>
              <a:ext uri="{FF2B5EF4-FFF2-40B4-BE49-F238E27FC236}">
                <a16:creationId xmlns:a16="http://schemas.microsoft.com/office/drawing/2014/main" id="{D92A2F07-B01D-4B7E-9351-F0021BB4EB41}"/>
              </a:ext>
            </a:extLst>
          </p:cNvPr>
          <p:cNvSpPr>
            <a:spLocks noChangeArrowheads="1"/>
          </p:cNvSpPr>
          <p:nvPr/>
        </p:nvSpPr>
        <p:spPr bwMode="auto">
          <a:xfrm>
            <a:off x="4773614" y="3259138"/>
            <a:ext cx="439737" cy="741362"/>
          </a:xfrm>
          <a:custGeom>
            <a:avLst/>
            <a:gdLst>
              <a:gd name="T0" fmla="*/ 2361 w 440531"/>
              <a:gd name="T1" fmla="*/ 308831 h 740569"/>
              <a:gd name="T2" fmla="*/ 4718 w 440531"/>
              <a:gd name="T3" fmla="*/ 0 h 740569"/>
              <a:gd name="T4" fmla="*/ 436580 w 440531"/>
              <a:gd name="T5" fmla="*/ 210676 h 740569"/>
              <a:gd name="T6" fmla="*/ 436580 w 440531"/>
              <a:gd name="T7" fmla="*/ 572176 h 740569"/>
              <a:gd name="T8" fmla="*/ 0 w 440531"/>
              <a:gd name="T9" fmla="*/ 744548 h 740569"/>
              <a:gd name="T10" fmla="*/ 4718 w 440531"/>
              <a:gd name="T11" fmla="*/ 445292 h 740569"/>
              <a:gd name="T12" fmla="*/ 127435 w 440531"/>
              <a:gd name="T13" fmla="*/ 378259 h 740569"/>
              <a:gd name="T14" fmla="*/ 2361 w 440531"/>
              <a:gd name="T15" fmla="*/ 308831 h 740569"/>
              <a:gd name="T16" fmla="*/ 0 60000 65536"/>
              <a:gd name="T17" fmla="*/ 0 60000 65536"/>
              <a:gd name="T18" fmla="*/ 0 60000 65536"/>
              <a:gd name="T19" fmla="*/ 0 60000 65536"/>
              <a:gd name="T20" fmla="*/ 0 60000 65536"/>
              <a:gd name="T21" fmla="*/ 0 60000 65536"/>
              <a:gd name="T22" fmla="*/ 0 60000 65536"/>
              <a:gd name="T23" fmla="*/ 0 60000 65536"/>
              <a:gd name="T24" fmla="*/ 0 w 440531"/>
              <a:gd name="T25" fmla="*/ 0 h 740569"/>
              <a:gd name="T26" fmla="*/ 440531 w 440531"/>
              <a:gd name="T27" fmla="*/ 740569 h 74056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0531" h="740569">
                <a:moveTo>
                  <a:pt x="2381" y="307181"/>
                </a:moveTo>
                <a:lnTo>
                  <a:pt x="4763" y="0"/>
                </a:lnTo>
                <a:lnTo>
                  <a:pt x="440531" y="209550"/>
                </a:lnTo>
                <a:lnTo>
                  <a:pt x="440531" y="569119"/>
                </a:lnTo>
                <a:lnTo>
                  <a:pt x="0" y="740569"/>
                </a:lnTo>
                <a:cubicBezTo>
                  <a:pt x="1588" y="641350"/>
                  <a:pt x="3175" y="542132"/>
                  <a:pt x="4763" y="442913"/>
                </a:cubicBezTo>
                <a:lnTo>
                  <a:pt x="128588" y="376238"/>
                </a:lnTo>
                <a:lnTo>
                  <a:pt x="2381" y="307181"/>
                </a:lnTo>
                <a:close/>
              </a:path>
            </a:pathLst>
          </a:cu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GB">
              <a:latin typeface="Arial" charset="0"/>
              <a:cs typeface="Arial"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58AF6C6-3895-7D02-AD2D-0047A78FD2C2}"/>
              </a:ext>
            </a:extLst>
          </p:cNvPr>
          <p:cNvSpPr>
            <a:spLocks noGrp="1"/>
          </p:cNvSpPr>
          <p:nvPr>
            <p:ph type="body" sz="quarter" idx="10"/>
          </p:nvPr>
        </p:nvSpPr>
        <p:spPr/>
        <p:txBody>
          <a:bodyPr/>
          <a:lstStyle/>
          <a:p>
            <a:pPr eaLnBrk="1" hangingPunct="1"/>
            <a:r>
              <a:rPr lang="en-US" altLang="en-US" sz="2400" dirty="0"/>
              <a:t>Assume that all logic blocks have equal propagation delay. In this case each block will be active only one third cycle.</a:t>
            </a:r>
          </a:p>
          <a:p>
            <a:pPr eaLnBrk="1" hangingPunct="1"/>
            <a:r>
              <a:rPr lang="en-US" altLang="en-US" sz="2400" dirty="0"/>
              <a:t>Application of pipeline processing will increase throughout the device.</a:t>
            </a:r>
            <a:endParaRPr lang="ru-RU" altLang="en-US" sz="2400" dirty="0"/>
          </a:p>
          <a:p>
            <a:endParaRPr lang="en-US" dirty="0"/>
          </a:p>
        </p:txBody>
      </p:sp>
      <p:sp>
        <p:nvSpPr>
          <p:cNvPr id="67587" name="Text Box 51">
            <a:extLst>
              <a:ext uri="{FF2B5EF4-FFF2-40B4-BE49-F238E27FC236}">
                <a16:creationId xmlns:a16="http://schemas.microsoft.com/office/drawing/2014/main" id="{C9086C08-EFC4-1962-1088-548CCA00870A}"/>
              </a:ext>
            </a:extLst>
          </p:cNvPr>
          <p:cNvSpPr txBox="1">
            <a:spLocks noChangeArrowheads="1"/>
          </p:cNvSpPr>
          <p:nvPr/>
        </p:nvSpPr>
        <p:spPr bwMode="auto">
          <a:xfrm>
            <a:off x="1981200" y="51054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Synchronous pipeline</a:t>
            </a:r>
            <a:endParaRPr lang="ru-RU" altLang="en-US" sz="2000"/>
          </a:p>
        </p:txBody>
      </p:sp>
      <p:grpSp>
        <p:nvGrpSpPr>
          <p:cNvPr id="2" name="Group 50">
            <a:extLst>
              <a:ext uri="{FF2B5EF4-FFF2-40B4-BE49-F238E27FC236}">
                <a16:creationId xmlns:a16="http://schemas.microsoft.com/office/drawing/2014/main" id="{A749797F-EE62-4D01-B2EF-5ADB671C4425}"/>
              </a:ext>
            </a:extLst>
          </p:cNvPr>
          <p:cNvGrpSpPr/>
          <p:nvPr/>
        </p:nvGrpSpPr>
        <p:grpSpPr>
          <a:xfrm>
            <a:off x="2819401" y="2729351"/>
            <a:ext cx="6553113" cy="2664527"/>
            <a:chOff x="1295400" y="2895600"/>
            <a:chExt cx="6553113" cy="2161247"/>
          </a:xfrm>
          <a:solidFill>
            <a:schemeClr val="accent1"/>
          </a:solidFill>
        </p:grpSpPr>
        <p:grpSp>
          <p:nvGrpSpPr>
            <p:cNvPr id="3" name="Group 51">
              <a:extLst>
                <a:ext uri="{FF2B5EF4-FFF2-40B4-BE49-F238E27FC236}">
                  <a16:creationId xmlns:a16="http://schemas.microsoft.com/office/drawing/2014/main" id="{0F666C76-1A58-49BF-A9B9-070623CE3839}"/>
                </a:ext>
              </a:extLst>
            </p:cNvPr>
            <p:cNvGrpSpPr>
              <a:grpSpLocks/>
            </p:cNvGrpSpPr>
            <p:nvPr/>
          </p:nvGrpSpPr>
          <p:grpSpPr bwMode="auto">
            <a:xfrm>
              <a:off x="1295400" y="2895600"/>
              <a:ext cx="6553113" cy="2161247"/>
              <a:chOff x="377" y="2066"/>
              <a:chExt cx="5338" cy="2066"/>
            </a:xfrm>
            <a:grpFill/>
          </p:grpSpPr>
          <p:sp>
            <p:nvSpPr>
              <p:cNvPr id="60422" name="Rectangle 7">
                <a:extLst>
                  <a:ext uri="{FF2B5EF4-FFF2-40B4-BE49-F238E27FC236}">
                    <a16:creationId xmlns:a16="http://schemas.microsoft.com/office/drawing/2014/main" id="{3AC54AD9-53BD-471C-ACDA-EF79FFEAB62F}"/>
                  </a:ext>
                </a:extLst>
              </p:cNvPr>
              <p:cNvSpPr>
                <a:spLocks noChangeArrowheads="1"/>
              </p:cNvSpPr>
              <p:nvPr/>
            </p:nvSpPr>
            <p:spPr bwMode="auto">
              <a:xfrm>
                <a:off x="793" y="2066"/>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60423" name="Rectangle 8">
                <a:extLst>
                  <a:ext uri="{FF2B5EF4-FFF2-40B4-BE49-F238E27FC236}">
                    <a16:creationId xmlns:a16="http://schemas.microsoft.com/office/drawing/2014/main" id="{B07A0616-5CE4-47F8-B237-01C1D90143F4}"/>
                  </a:ext>
                </a:extLst>
              </p:cNvPr>
              <p:cNvSpPr>
                <a:spLocks noChangeArrowheads="1"/>
              </p:cNvSpPr>
              <p:nvPr/>
            </p:nvSpPr>
            <p:spPr bwMode="auto">
              <a:xfrm>
                <a:off x="793" y="3098"/>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60424" name="Line 9">
                <a:extLst>
                  <a:ext uri="{FF2B5EF4-FFF2-40B4-BE49-F238E27FC236}">
                    <a16:creationId xmlns:a16="http://schemas.microsoft.com/office/drawing/2014/main" id="{8EF7FC2F-080F-45A8-ACA5-E30179E969E9}"/>
                  </a:ext>
                </a:extLst>
              </p:cNvPr>
              <p:cNvSpPr>
                <a:spLocks noChangeShapeType="1"/>
              </p:cNvSpPr>
              <p:nvPr/>
            </p:nvSpPr>
            <p:spPr bwMode="auto">
              <a:xfrm flipV="1">
                <a:off x="916" y="2746"/>
                <a:ext cx="0" cy="136"/>
              </a:xfrm>
              <a:prstGeom prst="line">
                <a:avLst/>
              </a:prstGeom>
              <a:grpFill/>
              <a:ln w="22225">
                <a:solidFill>
                  <a:schemeClr val="tx1"/>
                </a:solidFill>
                <a:round/>
                <a:headEnd/>
                <a:tailEnd type="triangle" w="med" len="med"/>
              </a:ln>
            </p:spPr>
            <p:txBody>
              <a:bodyPr/>
              <a:lstStyle/>
              <a:p>
                <a:pPr eaLnBrk="1" hangingPunct="1">
                  <a:defRPr/>
                </a:pPr>
                <a:endParaRPr lang="en-US" sz="1600">
                  <a:latin typeface="Arial" charset="0"/>
                  <a:cs typeface="Arial" charset="0"/>
                </a:endParaRPr>
              </a:p>
            </p:txBody>
          </p:sp>
          <p:sp>
            <p:nvSpPr>
              <p:cNvPr id="60425" name="Line 10">
                <a:extLst>
                  <a:ext uri="{FF2B5EF4-FFF2-40B4-BE49-F238E27FC236}">
                    <a16:creationId xmlns:a16="http://schemas.microsoft.com/office/drawing/2014/main" id="{C1CD017E-E448-44E9-BF90-29350F77B35D}"/>
                  </a:ext>
                </a:extLst>
              </p:cNvPr>
              <p:cNvSpPr>
                <a:spLocks noChangeShapeType="1"/>
              </p:cNvSpPr>
              <p:nvPr/>
            </p:nvSpPr>
            <p:spPr bwMode="auto">
              <a:xfrm flipV="1">
                <a:off x="924" y="3770"/>
                <a:ext cx="0" cy="136"/>
              </a:xfrm>
              <a:prstGeom prst="line">
                <a:avLst/>
              </a:prstGeom>
              <a:grpFill/>
              <a:ln w="22225">
                <a:solidFill>
                  <a:schemeClr val="tx1"/>
                </a:solidFill>
                <a:round/>
                <a:headEnd/>
                <a:tailEnd type="triangle" w="med" len="med"/>
              </a:ln>
            </p:spPr>
            <p:txBody>
              <a:bodyPr/>
              <a:lstStyle/>
              <a:p>
                <a:pPr eaLnBrk="1" hangingPunct="1">
                  <a:defRPr/>
                </a:pPr>
                <a:endParaRPr lang="en-US" sz="1600">
                  <a:latin typeface="Arial" charset="0"/>
                  <a:cs typeface="Arial" charset="0"/>
                </a:endParaRPr>
              </a:p>
            </p:txBody>
          </p:sp>
          <p:sp>
            <p:nvSpPr>
              <p:cNvPr id="60433" name="Line 18">
                <a:extLst>
                  <a:ext uri="{FF2B5EF4-FFF2-40B4-BE49-F238E27FC236}">
                    <a16:creationId xmlns:a16="http://schemas.microsoft.com/office/drawing/2014/main" id="{7F317E80-7F26-41D9-B4B5-BF2C41AB4712}"/>
                  </a:ext>
                </a:extLst>
              </p:cNvPr>
              <p:cNvSpPr>
                <a:spLocks noChangeShapeType="1"/>
              </p:cNvSpPr>
              <p:nvPr/>
            </p:nvSpPr>
            <p:spPr bwMode="auto">
              <a:xfrm>
                <a:off x="612" y="2373"/>
                <a:ext cx="181"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34" name="Line 19">
                <a:extLst>
                  <a:ext uri="{FF2B5EF4-FFF2-40B4-BE49-F238E27FC236}">
                    <a16:creationId xmlns:a16="http://schemas.microsoft.com/office/drawing/2014/main" id="{ED170A3C-AB02-4182-9306-C483F40594FA}"/>
                  </a:ext>
                </a:extLst>
              </p:cNvPr>
              <p:cNvSpPr>
                <a:spLocks noChangeShapeType="1"/>
              </p:cNvSpPr>
              <p:nvPr/>
            </p:nvSpPr>
            <p:spPr bwMode="auto">
              <a:xfrm>
                <a:off x="612" y="3416"/>
                <a:ext cx="181"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35" name="Line 20">
                <a:extLst>
                  <a:ext uri="{FF2B5EF4-FFF2-40B4-BE49-F238E27FC236}">
                    <a16:creationId xmlns:a16="http://schemas.microsoft.com/office/drawing/2014/main" id="{76555AE9-3DF0-43D0-839C-7AFB7A0CAEC6}"/>
                  </a:ext>
                </a:extLst>
              </p:cNvPr>
              <p:cNvSpPr>
                <a:spLocks noChangeShapeType="1"/>
              </p:cNvSpPr>
              <p:nvPr/>
            </p:nvSpPr>
            <p:spPr bwMode="auto">
              <a:xfrm>
                <a:off x="1316" y="2645"/>
                <a:ext cx="204"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36" name="Line 21">
                <a:extLst>
                  <a:ext uri="{FF2B5EF4-FFF2-40B4-BE49-F238E27FC236}">
                    <a16:creationId xmlns:a16="http://schemas.microsoft.com/office/drawing/2014/main" id="{E22BF676-4578-4FDE-910C-523111F59527}"/>
                  </a:ext>
                </a:extLst>
              </p:cNvPr>
              <p:cNvSpPr>
                <a:spLocks noChangeShapeType="1"/>
              </p:cNvSpPr>
              <p:nvPr/>
            </p:nvSpPr>
            <p:spPr bwMode="auto">
              <a:xfrm>
                <a:off x="1330" y="3160"/>
                <a:ext cx="181"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37" name="Line 22">
                <a:extLst>
                  <a:ext uri="{FF2B5EF4-FFF2-40B4-BE49-F238E27FC236}">
                    <a16:creationId xmlns:a16="http://schemas.microsoft.com/office/drawing/2014/main" id="{96F6F46D-B26D-4ADE-B0EF-26D0DD69599B}"/>
                  </a:ext>
                </a:extLst>
              </p:cNvPr>
              <p:cNvSpPr>
                <a:spLocks noChangeShapeType="1"/>
              </p:cNvSpPr>
              <p:nvPr/>
            </p:nvSpPr>
            <p:spPr bwMode="auto">
              <a:xfrm>
                <a:off x="1066" y="2373"/>
                <a:ext cx="249" cy="0"/>
              </a:xfrm>
              <a:prstGeom prst="line">
                <a:avLst/>
              </a:prstGeom>
              <a:grpFill/>
              <a:ln w="2540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38" name="Line 23">
                <a:extLst>
                  <a:ext uri="{FF2B5EF4-FFF2-40B4-BE49-F238E27FC236}">
                    <a16:creationId xmlns:a16="http://schemas.microsoft.com/office/drawing/2014/main" id="{E2446671-746B-4891-A9A9-DF0CA83EC283}"/>
                  </a:ext>
                </a:extLst>
              </p:cNvPr>
              <p:cNvSpPr>
                <a:spLocks noChangeShapeType="1"/>
              </p:cNvSpPr>
              <p:nvPr/>
            </p:nvSpPr>
            <p:spPr bwMode="auto">
              <a:xfrm flipV="1">
                <a:off x="1314" y="2373"/>
                <a:ext cx="0" cy="272"/>
              </a:xfrm>
              <a:prstGeom prst="line">
                <a:avLst/>
              </a:prstGeom>
              <a:grpFill/>
              <a:ln w="2540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39" name="Line 24">
                <a:extLst>
                  <a:ext uri="{FF2B5EF4-FFF2-40B4-BE49-F238E27FC236}">
                    <a16:creationId xmlns:a16="http://schemas.microsoft.com/office/drawing/2014/main" id="{799CC2A9-1010-4AD4-8111-F379C9CC2E3E}"/>
                  </a:ext>
                </a:extLst>
              </p:cNvPr>
              <p:cNvSpPr>
                <a:spLocks noChangeShapeType="1"/>
              </p:cNvSpPr>
              <p:nvPr/>
            </p:nvSpPr>
            <p:spPr bwMode="auto">
              <a:xfrm>
                <a:off x="1066" y="3432"/>
                <a:ext cx="249" cy="0"/>
              </a:xfrm>
              <a:prstGeom prst="line">
                <a:avLst/>
              </a:prstGeom>
              <a:grpFill/>
              <a:ln w="2540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40" name="Line 25">
                <a:extLst>
                  <a:ext uri="{FF2B5EF4-FFF2-40B4-BE49-F238E27FC236}">
                    <a16:creationId xmlns:a16="http://schemas.microsoft.com/office/drawing/2014/main" id="{E4A725D4-7270-4BA2-857A-2766FF63DE29}"/>
                  </a:ext>
                </a:extLst>
              </p:cNvPr>
              <p:cNvSpPr>
                <a:spLocks noChangeShapeType="1"/>
              </p:cNvSpPr>
              <p:nvPr/>
            </p:nvSpPr>
            <p:spPr bwMode="auto">
              <a:xfrm flipV="1">
                <a:off x="1322" y="3157"/>
                <a:ext cx="0" cy="283"/>
              </a:xfrm>
              <a:prstGeom prst="line">
                <a:avLst/>
              </a:prstGeom>
              <a:grpFill/>
              <a:ln w="2540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41" name="Line 26">
                <a:extLst>
                  <a:ext uri="{FF2B5EF4-FFF2-40B4-BE49-F238E27FC236}">
                    <a16:creationId xmlns:a16="http://schemas.microsoft.com/office/drawing/2014/main" id="{4F015B55-DD8F-428D-8D04-6B58B60CE49D}"/>
                  </a:ext>
                </a:extLst>
              </p:cNvPr>
              <p:cNvSpPr>
                <a:spLocks noChangeShapeType="1"/>
              </p:cNvSpPr>
              <p:nvPr/>
            </p:nvSpPr>
            <p:spPr bwMode="auto">
              <a:xfrm>
                <a:off x="1836" y="2917"/>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42" name="Rectangle 27">
                <a:extLst>
                  <a:ext uri="{FF2B5EF4-FFF2-40B4-BE49-F238E27FC236}">
                    <a16:creationId xmlns:a16="http://schemas.microsoft.com/office/drawing/2014/main" id="{C7F5FD8C-C0FF-4287-B44D-F7B7626A2FBB}"/>
                  </a:ext>
                </a:extLst>
              </p:cNvPr>
              <p:cNvSpPr>
                <a:spLocks noChangeArrowheads="1"/>
              </p:cNvSpPr>
              <p:nvPr/>
            </p:nvSpPr>
            <p:spPr bwMode="auto">
              <a:xfrm>
                <a:off x="2578" y="2719"/>
                <a:ext cx="406" cy="409"/>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ru-RU" sz="1600" b="1">
                    <a:latin typeface="Arial" charset="0"/>
                    <a:cs typeface="Arial" charset="0"/>
                    <a:sym typeface="Symbol" pitchFamily="18" charset="2"/>
                  </a:rPr>
                  <a:t></a:t>
                </a:r>
              </a:p>
            </p:txBody>
          </p:sp>
          <p:sp>
            <p:nvSpPr>
              <p:cNvPr id="60443" name="Line 28">
                <a:extLst>
                  <a:ext uri="{FF2B5EF4-FFF2-40B4-BE49-F238E27FC236}">
                    <a16:creationId xmlns:a16="http://schemas.microsoft.com/office/drawing/2014/main" id="{4AE2EF11-24FE-41A7-81D3-A4194AC82B6E}"/>
                  </a:ext>
                </a:extLst>
              </p:cNvPr>
              <p:cNvSpPr>
                <a:spLocks noChangeShapeType="1"/>
              </p:cNvSpPr>
              <p:nvPr/>
            </p:nvSpPr>
            <p:spPr bwMode="auto">
              <a:xfrm>
                <a:off x="2688" y="2826"/>
                <a:ext cx="0" cy="182"/>
              </a:xfrm>
              <a:prstGeom prst="line">
                <a:avLst/>
              </a:prstGeom>
              <a:grpFill/>
              <a:ln w="3175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44" name="Line 29">
                <a:extLst>
                  <a:ext uri="{FF2B5EF4-FFF2-40B4-BE49-F238E27FC236}">
                    <a16:creationId xmlns:a16="http://schemas.microsoft.com/office/drawing/2014/main" id="{B9C435AE-B071-42FC-91E7-934258426792}"/>
                  </a:ext>
                </a:extLst>
              </p:cNvPr>
              <p:cNvSpPr>
                <a:spLocks noChangeShapeType="1"/>
              </p:cNvSpPr>
              <p:nvPr/>
            </p:nvSpPr>
            <p:spPr bwMode="auto">
              <a:xfrm>
                <a:off x="2864" y="2826"/>
                <a:ext cx="0" cy="182"/>
              </a:xfrm>
              <a:prstGeom prst="line">
                <a:avLst/>
              </a:prstGeom>
              <a:grpFill/>
              <a:ln w="31750">
                <a:solidFill>
                  <a:schemeClr val="tx1"/>
                </a:solidFill>
                <a:round/>
                <a:headEnd/>
                <a:tailEnd/>
              </a:ln>
            </p:spPr>
            <p:txBody>
              <a:bodyPr/>
              <a:lstStyle/>
              <a:p>
                <a:pPr eaLnBrk="1" hangingPunct="1">
                  <a:defRPr/>
                </a:pPr>
                <a:endParaRPr lang="en-US" sz="1600">
                  <a:latin typeface="Arial" charset="0"/>
                  <a:cs typeface="Arial" charset="0"/>
                </a:endParaRPr>
              </a:p>
            </p:txBody>
          </p:sp>
          <p:sp>
            <p:nvSpPr>
              <p:cNvPr id="60445" name="Line 30">
                <a:extLst>
                  <a:ext uri="{FF2B5EF4-FFF2-40B4-BE49-F238E27FC236}">
                    <a16:creationId xmlns:a16="http://schemas.microsoft.com/office/drawing/2014/main" id="{7C2F409A-75E5-4D43-A4D9-596D1961CA64}"/>
                  </a:ext>
                </a:extLst>
              </p:cNvPr>
              <p:cNvSpPr>
                <a:spLocks noChangeShapeType="1"/>
              </p:cNvSpPr>
              <p:nvPr/>
            </p:nvSpPr>
            <p:spPr bwMode="auto">
              <a:xfrm>
                <a:off x="2980" y="2901"/>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46" name="Rectangle 31">
                <a:extLst>
                  <a:ext uri="{FF2B5EF4-FFF2-40B4-BE49-F238E27FC236}">
                    <a16:creationId xmlns:a16="http://schemas.microsoft.com/office/drawing/2014/main" id="{8520D4C6-0D86-4782-B802-579CBE9369DF}"/>
                  </a:ext>
                </a:extLst>
              </p:cNvPr>
              <p:cNvSpPr>
                <a:spLocks noChangeArrowheads="1"/>
              </p:cNvSpPr>
              <p:nvPr/>
            </p:nvSpPr>
            <p:spPr bwMode="auto">
              <a:xfrm>
                <a:off x="3715" y="2549"/>
                <a:ext cx="589" cy="68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log</a:t>
                </a:r>
                <a:endParaRPr lang="ru-RU" sz="1600">
                  <a:latin typeface="Arial" charset="0"/>
                  <a:cs typeface="Arial" charset="0"/>
                </a:endParaRPr>
              </a:p>
            </p:txBody>
          </p:sp>
          <p:sp>
            <p:nvSpPr>
              <p:cNvPr id="60447" name="Line 32">
                <a:extLst>
                  <a:ext uri="{FF2B5EF4-FFF2-40B4-BE49-F238E27FC236}">
                    <a16:creationId xmlns:a16="http://schemas.microsoft.com/office/drawing/2014/main" id="{88AE7C65-B4A6-4B62-BBA4-FEE0B6DA2F9E}"/>
                  </a:ext>
                </a:extLst>
              </p:cNvPr>
              <p:cNvSpPr>
                <a:spLocks noChangeShapeType="1"/>
              </p:cNvSpPr>
              <p:nvPr/>
            </p:nvSpPr>
            <p:spPr bwMode="auto">
              <a:xfrm>
                <a:off x="4304" y="2917"/>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48" name="Rectangle 33">
                <a:extLst>
                  <a:ext uri="{FF2B5EF4-FFF2-40B4-BE49-F238E27FC236}">
                    <a16:creationId xmlns:a16="http://schemas.microsoft.com/office/drawing/2014/main" id="{D2A0CC8B-A016-4F1A-B94D-F2071676FECF}"/>
                  </a:ext>
                </a:extLst>
              </p:cNvPr>
              <p:cNvSpPr>
                <a:spLocks noChangeArrowheads="1"/>
              </p:cNvSpPr>
              <p:nvPr/>
            </p:nvSpPr>
            <p:spPr bwMode="auto">
              <a:xfrm>
                <a:off x="4537" y="2562"/>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60449" name="Line 34">
                <a:extLst>
                  <a:ext uri="{FF2B5EF4-FFF2-40B4-BE49-F238E27FC236}">
                    <a16:creationId xmlns:a16="http://schemas.microsoft.com/office/drawing/2014/main" id="{94D677FB-4598-49FF-BC14-5351EDFF62A9}"/>
                  </a:ext>
                </a:extLst>
              </p:cNvPr>
              <p:cNvSpPr>
                <a:spLocks noChangeShapeType="1"/>
              </p:cNvSpPr>
              <p:nvPr/>
            </p:nvSpPr>
            <p:spPr bwMode="auto">
              <a:xfrm flipV="1">
                <a:off x="4668" y="3234"/>
                <a:ext cx="0" cy="136"/>
              </a:xfrm>
              <a:prstGeom prst="line">
                <a:avLst/>
              </a:prstGeom>
              <a:grpFill/>
              <a:ln w="22225">
                <a:solidFill>
                  <a:schemeClr val="tx1"/>
                </a:solidFill>
                <a:round/>
                <a:headEnd/>
                <a:tailEnd type="triangle" w="med" len="med"/>
              </a:ln>
            </p:spPr>
            <p:txBody>
              <a:bodyPr/>
              <a:lstStyle/>
              <a:p>
                <a:pPr eaLnBrk="1" hangingPunct="1">
                  <a:defRPr/>
                </a:pPr>
                <a:endParaRPr lang="en-US" sz="1600">
                  <a:latin typeface="Arial" charset="0"/>
                  <a:cs typeface="Arial" charset="0"/>
                </a:endParaRPr>
              </a:p>
            </p:txBody>
          </p:sp>
          <p:sp>
            <p:nvSpPr>
              <p:cNvPr id="60450" name="Line 35">
                <a:extLst>
                  <a:ext uri="{FF2B5EF4-FFF2-40B4-BE49-F238E27FC236}">
                    <a16:creationId xmlns:a16="http://schemas.microsoft.com/office/drawing/2014/main" id="{A298B7E0-96C4-4DB1-B825-B91226D46E31}"/>
                  </a:ext>
                </a:extLst>
              </p:cNvPr>
              <p:cNvSpPr>
                <a:spLocks noChangeShapeType="1"/>
              </p:cNvSpPr>
              <p:nvPr/>
            </p:nvSpPr>
            <p:spPr bwMode="auto">
              <a:xfrm>
                <a:off x="4811" y="2917"/>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51" name="Text Box 36">
                <a:extLst>
                  <a:ext uri="{FF2B5EF4-FFF2-40B4-BE49-F238E27FC236}">
                    <a16:creationId xmlns:a16="http://schemas.microsoft.com/office/drawing/2014/main" id="{6C4CFAFE-5946-4FB2-B5DD-80B943753489}"/>
                  </a:ext>
                </a:extLst>
              </p:cNvPr>
              <p:cNvSpPr txBox="1">
                <a:spLocks noChangeArrowheads="1"/>
              </p:cNvSpPr>
              <p:nvPr/>
            </p:nvSpPr>
            <p:spPr bwMode="auto">
              <a:xfrm>
                <a:off x="377" y="2234"/>
                <a:ext cx="326" cy="286"/>
              </a:xfrm>
              <a:prstGeom prst="rect">
                <a:avLst/>
              </a:prstGeom>
              <a:noFill/>
              <a:ln w="9525">
                <a:noFill/>
                <a:miter lim="800000"/>
                <a:headEnd/>
                <a:tailEnd/>
              </a:ln>
            </p:spPr>
            <p:txBody>
              <a:bodyPr>
                <a:spAutoFit/>
              </a:bodyPr>
              <a:lstStyle/>
              <a:p>
                <a:pPr eaLnBrk="1" hangingPunct="1">
                  <a:spcBef>
                    <a:spcPct val="50000"/>
                  </a:spcBef>
                  <a:defRPr/>
                </a:pPr>
                <a:r>
                  <a:rPr lang="en-US" dirty="0">
                    <a:latin typeface="Arial" charset="0"/>
                    <a:cs typeface="Arial" charset="0"/>
                  </a:rPr>
                  <a:t>a</a:t>
                </a:r>
                <a:endParaRPr lang="ru-RU" dirty="0">
                  <a:latin typeface="Arial" charset="0"/>
                  <a:cs typeface="Arial" charset="0"/>
                </a:endParaRPr>
              </a:p>
            </p:txBody>
          </p:sp>
          <p:sp>
            <p:nvSpPr>
              <p:cNvPr id="60452" name="Text Box 37">
                <a:extLst>
                  <a:ext uri="{FF2B5EF4-FFF2-40B4-BE49-F238E27FC236}">
                    <a16:creationId xmlns:a16="http://schemas.microsoft.com/office/drawing/2014/main" id="{E8F79B1E-BFF7-4112-9FAD-EF94C27935E5}"/>
                  </a:ext>
                </a:extLst>
              </p:cNvPr>
              <p:cNvSpPr txBox="1">
                <a:spLocks noChangeArrowheads="1"/>
              </p:cNvSpPr>
              <p:nvPr/>
            </p:nvSpPr>
            <p:spPr bwMode="auto">
              <a:xfrm>
                <a:off x="385" y="3280"/>
                <a:ext cx="326" cy="286"/>
              </a:xfrm>
              <a:prstGeom prst="rect">
                <a:avLst/>
              </a:prstGeom>
              <a:noFill/>
              <a:ln w="9525">
                <a:noFill/>
                <a:miter lim="800000"/>
                <a:headEnd/>
                <a:tailEnd/>
              </a:ln>
            </p:spPr>
            <p:txBody>
              <a:bodyPr>
                <a:spAutoFit/>
              </a:bodyPr>
              <a:lstStyle/>
              <a:p>
                <a:pPr eaLnBrk="1" hangingPunct="1">
                  <a:spcBef>
                    <a:spcPct val="50000"/>
                  </a:spcBef>
                  <a:defRPr/>
                </a:pPr>
                <a:r>
                  <a:rPr lang="en-US" dirty="0">
                    <a:latin typeface="Arial" charset="0"/>
                    <a:cs typeface="Arial" charset="0"/>
                  </a:rPr>
                  <a:t>b</a:t>
                </a:r>
                <a:endParaRPr lang="ru-RU" dirty="0">
                  <a:latin typeface="Arial" charset="0"/>
                  <a:cs typeface="Arial" charset="0"/>
                </a:endParaRPr>
              </a:p>
            </p:txBody>
          </p:sp>
          <p:sp>
            <p:nvSpPr>
              <p:cNvPr id="60453" name="Text Box 38">
                <a:extLst>
                  <a:ext uri="{FF2B5EF4-FFF2-40B4-BE49-F238E27FC236}">
                    <a16:creationId xmlns:a16="http://schemas.microsoft.com/office/drawing/2014/main" id="{FC8E63EC-9BF0-4FD0-8C3C-AB3C23FCAA90}"/>
                  </a:ext>
                </a:extLst>
              </p:cNvPr>
              <p:cNvSpPr txBox="1">
                <a:spLocks noChangeArrowheads="1"/>
              </p:cNvSpPr>
              <p:nvPr/>
            </p:nvSpPr>
            <p:spPr bwMode="auto">
              <a:xfrm>
                <a:off x="761" y="2845"/>
                <a:ext cx="432" cy="263"/>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Arial" charset="0"/>
                    <a:cs typeface="Arial" charset="0"/>
                  </a:rPr>
                  <a:t>clk</a:t>
                </a:r>
                <a:endParaRPr lang="ru-RU" sz="1600" dirty="0">
                  <a:latin typeface="Arial" charset="0"/>
                  <a:cs typeface="Arial" charset="0"/>
                </a:endParaRPr>
              </a:p>
            </p:txBody>
          </p:sp>
          <p:sp>
            <p:nvSpPr>
              <p:cNvPr id="60454" name="Text Box 39">
                <a:extLst>
                  <a:ext uri="{FF2B5EF4-FFF2-40B4-BE49-F238E27FC236}">
                    <a16:creationId xmlns:a16="http://schemas.microsoft.com/office/drawing/2014/main" id="{CC785971-4DC5-4720-9879-4DA8C96401FC}"/>
                  </a:ext>
                </a:extLst>
              </p:cNvPr>
              <p:cNvSpPr txBox="1">
                <a:spLocks noChangeArrowheads="1"/>
              </p:cNvSpPr>
              <p:nvPr/>
            </p:nvSpPr>
            <p:spPr bwMode="auto">
              <a:xfrm>
                <a:off x="767" y="3869"/>
                <a:ext cx="372" cy="263"/>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Arial" charset="0"/>
                    <a:cs typeface="Arial" charset="0"/>
                  </a:rPr>
                  <a:t>clk</a:t>
                </a:r>
                <a:endParaRPr lang="ru-RU" sz="1600" dirty="0">
                  <a:latin typeface="Arial" charset="0"/>
                  <a:cs typeface="Arial" charset="0"/>
                </a:endParaRPr>
              </a:p>
            </p:txBody>
          </p:sp>
          <p:sp>
            <p:nvSpPr>
              <p:cNvPr id="60455" name="Text Box 40">
                <a:extLst>
                  <a:ext uri="{FF2B5EF4-FFF2-40B4-BE49-F238E27FC236}">
                    <a16:creationId xmlns:a16="http://schemas.microsoft.com/office/drawing/2014/main" id="{87DE2662-408B-463F-ADF8-E3184BBDE08D}"/>
                  </a:ext>
                </a:extLst>
              </p:cNvPr>
              <p:cNvSpPr txBox="1">
                <a:spLocks noChangeArrowheads="1"/>
              </p:cNvSpPr>
              <p:nvPr/>
            </p:nvSpPr>
            <p:spPr bwMode="auto">
              <a:xfrm>
                <a:off x="4507" y="3370"/>
                <a:ext cx="385" cy="263"/>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Arial" charset="0"/>
                    <a:cs typeface="Arial" charset="0"/>
                  </a:rPr>
                  <a:t>clk</a:t>
                </a:r>
                <a:endParaRPr lang="ru-RU" sz="1600" dirty="0">
                  <a:latin typeface="Arial" charset="0"/>
                  <a:cs typeface="Arial" charset="0"/>
                </a:endParaRPr>
              </a:p>
            </p:txBody>
          </p:sp>
          <p:sp>
            <p:nvSpPr>
              <p:cNvPr id="60456" name="Text Box 41">
                <a:extLst>
                  <a:ext uri="{FF2B5EF4-FFF2-40B4-BE49-F238E27FC236}">
                    <a16:creationId xmlns:a16="http://schemas.microsoft.com/office/drawing/2014/main" id="{5C72C91E-30AA-4740-9498-91FDC99E69C8}"/>
                  </a:ext>
                </a:extLst>
              </p:cNvPr>
              <p:cNvSpPr txBox="1">
                <a:spLocks noChangeArrowheads="1"/>
              </p:cNvSpPr>
              <p:nvPr/>
            </p:nvSpPr>
            <p:spPr bwMode="auto">
              <a:xfrm>
                <a:off x="5009" y="2781"/>
                <a:ext cx="706" cy="286"/>
              </a:xfrm>
              <a:prstGeom prst="rect">
                <a:avLst/>
              </a:prstGeom>
              <a:noFill/>
              <a:ln w="9525">
                <a:noFill/>
                <a:miter lim="800000"/>
                <a:headEnd/>
                <a:tailEnd/>
              </a:ln>
            </p:spPr>
            <p:txBody>
              <a:bodyPr>
                <a:spAutoFit/>
              </a:bodyPr>
              <a:lstStyle/>
              <a:p>
                <a:pPr eaLnBrk="1" hangingPunct="1">
                  <a:spcBef>
                    <a:spcPct val="50000"/>
                  </a:spcBef>
                  <a:defRPr/>
                </a:pPr>
                <a:r>
                  <a:rPr lang="en-US" dirty="0">
                    <a:latin typeface="Arial" charset="0"/>
                    <a:cs typeface="Arial" charset="0"/>
                  </a:rPr>
                  <a:t>output</a:t>
                </a:r>
                <a:endParaRPr lang="ru-RU" dirty="0">
                  <a:latin typeface="Arial" charset="0"/>
                  <a:cs typeface="Arial" charset="0"/>
                </a:endParaRPr>
              </a:p>
            </p:txBody>
          </p:sp>
          <p:sp>
            <p:nvSpPr>
              <p:cNvPr id="60457" name="Rectangle 42">
                <a:extLst>
                  <a:ext uri="{FF2B5EF4-FFF2-40B4-BE49-F238E27FC236}">
                    <a16:creationId xmlns:a16="http://schemas.microsoft.com/office/drawing/2014/main" id="{B2A8F553-9F15-4D47-9C61-BBC36712FE73}"/>
                  </a:ext>
                </a:extLst>
              </p:cNvPr>
              <p:cNvSpPr>
                <a:spLocks noChangeArrowheads="1"/>
              </p:cNvSpPr>
              <p:nvPr/>
            </p:nvSpPr>
            <p:spPr bwMode="auto">
              <a:xfrm>
                <a:off x="2065" y="2578"/>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60458" name="Line 43">
                <a:extLst>
                  <a:ext uri="{FF2B5EF4-FFF2-40B4-BE49-F238E27FC236}">
                    <a16:creationId xmlns:a16="http://schemas.microsoft.com/office/drawing/2014/main" id="{784B7F84-D846-495C-8CDC-08A81D551BF0}"/>
                  </a:ext>
                </a:extLst>
              </p:cNvPr>
              <p:cNvSpPr>
                <a:spLocks noChangeShapeType="1"/>
              </p:cNvSpPr>
              <p:nvPr/>
            </p:nvSpPr>
            <p:spPr bwMode="auto">
              <a:xfrm>
                <a:off x="2340" y="2901"/>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59" name="Rectangle 44">
                <a:extLst>
                  <a:ext uri="{FF2B5EF4-FFF2-40B4-BE49-F238E27FC236}">
                    <a16:creationId xmlns:a16="http://schemas.microsoft.com/office/drawing/2014/main" id="{B133C5D0-83A7-4D8F-BA28-DE56F47081DE}"/>
                  </a:ext>
                </a:extLst>
              </p:cNvPr>
              <p:cNvSpPr>
                <a:spLocks noChangeArrowheads="1"/>
              </p:cNvSpPr>
              <p:nvPr/>
            </p:nvSpPr>
            <p:spPr bwMode="auto">
              <a:xfrm>
                <a:off x="3193" y="2570"/>
                <a:ext cx="273" cy="68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60460" name="Line 45">
                <a:extLst>
                  <a:ext uri="{FF2B5EF4-FFF2-40B4-BE49-F238E27FC236}">
                    <a16:creationId xmlns:a16="http://schemas.microsoft.com/office/drawing/2014/main" id="{DCB975AB-DF47-422C-B0B6-C92C8B941161}"/>
                  </a:ext>
                </a:extLst>
              </p:cNvPr>
              <p:cNvSpPr>
                <a:spLocks noChangeShapeType="1"/>
              </p:cNvSpPr>
              <p:nvPr/>
            </p:nvSpPr>
            <p:spPr bwMode="auto">
              <a:xfrm>
                <a:off x="3468" y="2893"/>
                <a:ext cx="227" cy="0"/>
              </a:xfrm>
              <a:prstGeom prst="line">
                <a:avLst/>
              </a:prstGeom>
              <a:grpFill/>
              <a:ln w="25400">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60461" name="Line 47">
                <a:extLst>
                  <a:ext uri="{FF2B5EF4-FFF2-40B4-BE49-F238E27FC236}">
                    <a16:creationId xmlns:a16="http://schemas.microsoft.com/office/drawing/2014/main" id="{2C4F471A-555D-4B4F-AA97-524A9AA982C0}"/>
                  </a:ext>
                </a:extLst>
              </p:cNvPr>
              <p:cNvSpPr>
                <a:spLocks noChangeShapeType="1"/>
              </p:cNvSpPr>
              <p:nvPr/>
            </p:nvSpPr>
            <p:spPr bwMode="auto">
              <a:xfrm flipV="1">
                <a:off x="3332" y="3250"/>
                <a:ext cx="0" cy="136"/>
              </a:xfrm>
              <a:prstGeom prst="line">
                <a:avLst/>
              </a:prstGeom>
              <a:grpFill/>
              <a:ln w="22225">
                <a:solidFill>
                  <a:schemeClr val="tx1"/>
                </a:solidFill>
                <a:round/>
                <a:headEnd/>
                <a:tailEnd type="triangle" w="med" len="med"/>
              </a:ln>
            </p:spPr>
            <p:txBody>
              <a:bodyPr/>
              <a:lstStyle/>
              <a:p>
                <a:pPr eaLnBrk="1" hangingPunct="1">
                  <a:defRPr/>
                </a:pPr>
                <a:endParaRPr lang="en-US" sz="1600">
                  <a:latin typeface="Arial" charset="0"/>
                  <a:cs typeface="Arial" charset="0"/>
                </a:endParaRPr>
              </a:p>
            </p:txBody>
          </p:sp>
          <p:sp>
            <p:nvSpPr>
              <p:cNvPr id="60462" name="Line 48">
                <a:extLst>
                  <a:ext uri="{FF2B5EF4-FFF2-40B4-BE49-F238E27FC236}">
                    <a16:creationId xmlns:a16="http://schemas.microsoft.com/office/drawing/2014/main" id="{ADDFAC72-3623-4285-9075-5B8450EE4287}"/>
                  </a:ext>
                </a:extLst>
              </p:cNvPr>
              <p:cNvSpPr>
                <a:spLocks noChangeShapeType="1"/>
              </p:cNvSpPr>
              <p:nvPr/>
            </p:nvSpPr>
            <p:spPr bwMode="auto">
              <a:xfrm flipV="1">
                <a:off x="2196" y="3250"/>
                <a:ext cx="0" cy="136"/>
              </a:xfrm>
              <a:prstGeom prst="line">
                <a:avLst/>
              </a:prstGeom>
              <a:grpFill/>
              <a:ln w="22225">
                <a:solidFill>
                  <a:schemeClr val="tx1"/>
                </a:solidFill>
                <a:round/>
                <a:headEnd/>
                <a:tailEnd type="triangle" w="med" len="med"/>
              </a:ln>
            </p:spPr>
            <p:txBody>
              <a:bodyPr/>
              <a:lstStyle/>
              <a:p>
                <a:pPr eaLnBrk="1" hangingPunct="1">
                  <a:defRPr/>
                </a:pPr>
                <a:endParaRPr lang="en-US" sz="1600">
                  <a:latin typeface="Arial" charset="0"/>
                  <a:cs typeface="Arial" charset="0"/>
                </a:endParaRPr>
              </a:p>
            </p:txBody>
          </p:sp>
          <p:sp>
            <p:nvSpPr>
              <p:cNvPr id="60463" name="Text Box 49">
                <a:extLst>
                  <a:ext uri="{FF2B5EF4-FFF2-40B4-BE49-F238E27FC236}">
                    <a16:creationId xmlns:a16="http://schemas.microsoft.com/office/drawing/2014/main" id="{C3525547-E18E-4C9D-A199-903B6E3F969B}"/>
                  </a:ext>
                </a:extLst>
              </p:cNvPr>
              <p:cNvSpPr txBox="1">
                <a:spLocks noChangeArrowheads="1"/>
              </p:cNvSpPr>
              <p:nvPr/>
            </p:nvSpPr>
            <p:spPr bwMode="auto">
              <a:xfrm>
                <a:off x="3179" y="3354"/>
                <a:ext cx="353" cy="263"/>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Arial" charset="0"/>
                    <a:cs typeface="Arial" charset="0"/>
                  </a:rPr>
                  <a:t>clk</a:t>
                </a:r>
                <a:endParaRPr lang="ru-RU" sz="1600" dirty="0">
                  <a:latin typeface="Arial" charset="0"/>
                  <a:cs typeface="Arial" charset="0"/>
                </a:endParaRPr>
              </a:p>
            </p:txBody>
          </p:sp>
          <p:sp>
            <p:nvSpPr>
              <p:cNvPr id="60464" name="Text Box 50">
                <a:extLst>
                  <a:ext uri="{FF2B5EF4-FFF2-40B4-BE49-F238E27FC236}">
                    <a16:creationId xmlns:a16="http://schemas.microsoft.com/office/drawing/2014/main" id="{B17B91DD-5905-41B2-9D99-D294DC0BF2F7}"/>
                  </a:ext>
                </a:extLst>
              </p:cNvPr>
              <p:cNvSpPr txBox="1">
                <a:spLocks noChangeArrowheads="1"/>
              </p:cNvSpPr>
              <p:nvPr/>
            </p:nvSpPr>
            <p:spPr bwMode="auto">
              <a:xfrm>
                <a:off x="2051" y="3354"/>
                <a:ext cx="393" cy="263"/>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Arial" charset="0"/>
                    <a:cs typeface="Arial" charset="0"/>
                  </a:rPr>
                  <a:t>clk</a:t>
                </a:r>
                <a:endParaRPr lang="ru-RU" sz="1600" dirty="0">
                  <a:latin typeface="Arial" charset="0"/>
                  <a:cs typeface="Arial" charset="0"/>
                </a:endParaRPr>
              </a:p>
            </p:txBody>
          </p:sp>
        </p:grpSp>
        <p:sp>
          <p:nvSpPr>
            <p:cNvPr id="49" name="Freeform 48">
              <a:extLst>
                <a:ext uri="{FF2B5EF4-FFF2-40B4-BE49-F238E27FC236}">
                  <a16:creationId xmlns:a16="http://schemas.microsoft.com/office/drawing/2014/main" id="{EA06D78C-602C-4BDD-912D-E93A07317952}"/>
                </a:ext>
              </a:extLst>
            </p:cNvPr>
            <p:cNvSpPr/>
            <p:nvPr/>
          </p:nvSpPr>
          <p:spPr bwMode="auto">
            <a:xfrm>
              <a:off x="2676525" y="3390900"/>
              <a:ext cx="440531" cy="740569"/>
            </a:xfrm>
            <a:custGeom>
              <a:avLst/>
              <a:gdLst>
                <a:gd name="connsiteX0" fmla="*/ 2381 w 440531"/>
                <a:gd name="connsiteY0" fmla="*/ 307181 h 740569"/>
                <a:gd name="connsiteX1" fmla="*/ 4763 w 440531"/>
                <a:gd name="connsiteY1" fmla="*/ 0 h 740569"/>
                <a:gd name="connsiteX2" fmla="*/ 440531 w 440531"/>
                <a:gd name="connsiteY2" fmla="*/ 209550 h 740569"/>
                <a:gd name="connsiteX3" fmla="*/ 440531 w 440531"/>
                <a:gd name="connsiteY3" fmla="*/ 569119 h 740569"/>
                <a:gd name="connsiteX4" fmla="*/ 0 w 440531"/>
                <a:gd name="connsiteY4" fmla="*/ 740569 h 740569"/>
                <a:gd name="connsiteX5" fmla="*/ 4763 w 440531"/>
                <a:gd name="connsiteY5" fmla="*/ 442913 h 740569"/>
                <a:gd name="connsiteX6" fmla="*/ 128588 w 440531"/>
                <a:gd name="connsiteY6" fmla="*/ 376238 h 740569"/>
                <a:gd name="connsiteX7" fmla="*/ 2381 w 440531"/>
                <a:gd name="connsiteY7" fmla="*/ 307181 h 74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31" h="740569">
                  <a:moveTo>
                    <a:pt x="2381" y="307181"/>
                  </a:moveTo>
                  <a:lnTo>
                    <a:pt x="4763" y="0"/>
                  </a:lnTo>
                  <a:lnTo>
                    <a:pt x="440531" y="209550"/>
                  </a:lnTo>
                  <a:lnTo>
                    <a:pt x="440531" y="569119"/>
                  </a:lnTo>
                  <a:lnTo>
                    <a:pt x="0" y="740569"/>
                  </a:lnTo>
                  <a:cubicBezTo>
                    <a:pt x="1588" y="641350"/>
                    <a:pt x="3175" y="542132"/>
                    <a:pt x="4763" y="442913"/>
                  </a:cubicBezTo>
                  <a:lnTo>
                    <a:pt x="128588" y="376238"/>
                  </a:lnTo>
                  <a:lnTo>
                    <a:pt x="2381" y="307181"/>
                  </a:lnTo>
                  <a:close/>
                </a:path>
              </a:pathLst>
            </a:cu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600">
                <a:latin typeface="Arial" charset="0"/>
                <a:cs typeface="Arial" charset="0"/>
              </a:endParaRPr>
            </a:p>
          </p:txBody>
        </p:sp>
      </p:grpSp>
      <p:sp>
        <p:nvSpPr>
          <p:cNvPr id="5" name="Title 4">
            <a:extLst>
              <a:ext uri="{FF2B5EF4-FFF2-40B4-BE49-F238E27FC236}">
                <a16:creationId xmlns:a16="http://schemas.microsoft.com/office/drawing/2014/main" id="{A5F78835-65F4-F508-6CC7-0096820AFA26}"/>
              </a:ext>
            </a:extLst>
          </p:cNvPr>
          <p:cNvSpPr>
            <a:spLocks noGrp="1"/>
          </p:cNvSpPr>
          <p:nvPr>
            <p:ph type="title"/>
          </p:nvPr>
        </p:nvSpPr>
        <p:spPr/>
        <p:txBody>
          <a:bodyPr>
            <a:normAutofit/>
          </a:bodyPr>
          <a:lstStyle/>
          <a:p>
            <a:r>
              <a:rPr lang="en-US" dirty="0"/>
              <a:t>Pipeline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62">
            <a:extLst>
              <a:ext uri="{FF2B5EF4-FFF2-40B4-BE49-F238E27FC236}">
                <a16:creationId xmlns:a16="http://schemas.microsoft.com/office/drawing/2014/main" id="{7D12F283-8DC7-5AA2-F69D-637A80E7A492}"/>
              </a:ext>
            </a:extLst>
          </p:cNvPr>
          <p:cNvSpPr txBox="1">
            <a:spLocks noChangeArrowheads="1"/>
          </p:cNvSpPr>
          <p:nvPr/>
        </p:nvSpPr>
        <p:spPr bwMode="auto">
          <a:xfrm>
            <a:off x="2057400" y="4495800"/>
            <a:ext cx="81534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T</a:t>
            </a:r>
            <a:r>
              <a:rPr lang="en-US" altLang="en-US" sz="2400" baseline="-25000"/>
              <a:t>min.pipe</a:t>
            </a:r>
            <a:r>
              <a:rPr lang="en-US" altLang="en-US" sz="2400"/>
              <a:t> = t</a:t>
            </a:r>
            <a:r>
              <a:rPr lang="en-US" altLang="en-US" sz="2400" baseline="-25000"/>
              <a:t>clock-to-q</a:t>
            </a:r>
            <a:r>
              <a:rPr lang="en-US" altLang="en-US" sz="2400"/>
              <a:t> +max(t</a:t>
            </a:r>
            <a:r>
              <a:rPr lang="en-US" altLang="en-US" sz="2400" baseline="-25000"/>
              <a:t>pd,add</a:t>
            </a:r>
            <a:r>
              <a:rPr lang="en-US" altLang="en-US" sz="2400"/>
              <a:t>, t</a:t>
            </a:r>
            <a:r>
              <a:rPr lang="en-US" altLang="en-US" sz="2400" baseline="-25000"/>
              <a:t>pd,mod</a:t>
            </a:r>
            <a:r>
              <a:rPr lang="en-US" altLang="en-US" sz="2400"/>
              <a:t>, t</a:t>
            </a:r>
            <a:r>
              <a:rPr lang="en-US" altLang="en-US" sz="2400" baseline="-25000"/>
              <a:t>pd,log</a:t>
            </a:r>
            <a:r>
              <a:rPr lang="en-US" altLang="en-US" sz="2400"/>
              <a:t>)</a:t>
            </a:r>
            <a:endParaRPr lang="en-US" altLang="en-US" sz="2400" baseline="-25000"/>
          </a:p>
          <a:p>
            <a:pPr eaLnBrk="1" hangingPunct="1"/>
            <a:r>
              <a:rPr lang="en-US" altLang="en-US" sz="2000"/>
              <a:t>S=T</a:t>
            </a:r>
            <a:r>
              <a:rPr lang="en-US" altLang="en-US" sz="2400" baseline="-25000"/>
              <a:t>without pipe</a:t>
            </a:r>
            <a:r>
              <a:rPr lang="en-US" altLang="en-US" sz="2400"/>
              <a:t> /T</a:t>
            </a:r>
            <a:r>
              <a:rPr lang="en-US" altLang="en-US" sz="2400" baseline="-25000"/>
              <a:t>pipe</a:t>
            </a:r>
            <a:r>
              <a:rPr lang="en-US" altLang="en-US" sz="2000"/>
              <a:t>=NK/(N+K-1)</a:t>
            </a:r>
            <a:endParaRPr lang="en-US" altLang="en-US" sz="2400"/>
          </a:p>
          <a:p>
            <a:pPr eaLnBrk="1" hangingPunct="1"/>
            <a:r>
              <a:rPr lang="en-US" altLang="en-US" sz="2000"/>
              <a:t>S (speed-up, N – number of entries, K – number of pipeline stages.)</a:t>
            </a:r>
            <a:endParaRPr lang="ru-RU" altLang="en-US" sz="2000" baseline="-25000"/>
          </a:p>
        </p:txBody>
      </p:sp>
      <p:sp>
        <p:nvSpPr>
          <p:cNvPr id="68611" name="Text Box 63">
            <a:extLst>
              <a:ext uri="{FF2B5EF4-FFF2-40B4-BE49-F238E27FC236}">
                <a16:creationId xmlns:a16="http://schemas.microsoft.com/office/drawing/2014/main" id="{CC4B8A37-4A5A-7BFC-B589-1BE101799BA5}"/>
              </a:ext>
            </a:extLst>
          </p:cNvPr>
          <p:cNvSpPr txBox="1">
            <a:spLocks noChangeArrowheads="1"/>
          </p:cNvSpPr>
          <p:nvPr/>
        </p:nvSpPr>
        <p:spPr bwMode="auto">
          <a:xfrm>
            <a:off x="6934200" y="2362201"/>
            <a:ext cx="30241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Beginning from cycle 3, result  gives out in each cycle.</a:t>
            </a:r>
          </a:p>
          <a:p>
            <a:pPr eaLnBrk="1" hangingPunct="1"/>
            <a:endParaRPr lang="ru-RU" altLang="en-US" sz="2000"/>
          </a:p>
        </p:txBody>
      </p:sp>
      <p:sp>
        <p:nvSpPr>
          <p:cNvPr id="6" name="Rectangle 4">
            <a:extLst>
              <a:ext uri="{FF2B5EF4-FFF2-40B4-BE49-F238E27FC236}">
                <a16:creationId xmlns:a16="http://schemas.microsoft.com/office/drawing/2014/main" id="{8F35BEC8-827D-4200-BC74-9259882BD06B}"/>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aphicFrame>
        <p:nvGraphicFramePr>
          <p:cNvPr id="7" name="Table 6">
            <a:extLst>
              <a:ext uri="{FF2B5EF4-FFF2-40B4-BE49-F238E27FC236}">
                <a16:creationId xmlns:a16="http://schemas.microsoft.com/office/drawing/2014/main" id="{1796331D-D47D-4408-AB9C-C125FC0AD8D9}"/>
              </a:ext>
            </a:extLst>
          </p:cNvPr>
          <p:cNvGraphicFramePr>
            <a:graphicFrameLocks noGrp="1"/>
          </p:cNvGraphicFramePr>
          <p:nvPr>
            <p:extLst>
              <p:ext uri="{D42A27DB-BD31-4B8C-83A1-F6EECF244321}">
                <p14:modId xmlns:p14="http://schemas.microsoft.com/office/powerpoint/2010/main" val="3589487520"/>
              </p:ext>
            </p:extLst>
          </p:nvPr>
        </p:nvGraphicFramePr>
        <p:xfrm>
          <a:off x="2057400" y="1836816"/>
          <a:ext cx="4724400" cy="2595565"/>
        </p:xfrm>
        <a:graphic>
          <a:graphicData uri="http://schemas.openxmlformats.org/drawingml/2006/table">
            <a:tbl>
              <a:tblPr firstRow="1" bandRow="1">
                <a:tableStyleId>{5C22544A-7EE6-4342-B048-85BDC9FD1C3A}</a:tableStyleId>
              </a:tblPr>
              <a:tblGrid>
                <a:gridCol w="908538">
                  <a:extLst>
                    <a:ext uri="{9D8B030D-6E8A-4147-A177-3AD203B41FA5}">
                      <a16:colId xmlns:a16="http://schemas.microsoft.com/office/drawing/2014/main" val="20000"/>
                    </a:ext>
                  </a:extLst>
                </a:gridCol>
                <a:gridCol w="1271954">
                  <a:extLst>
                    <a:ext uri="{9D8B030D-6E8A-4147-A177-3AD203B41FA5}">
                      <a16:colId xmlns:a16="http://schemas.microsoft.com/office/drawing/2014/main" val="20001"/>
                    </a:ext>
                  </a:extLst>
                </a:gridCol>
                <a:gridCol w="1271954">
                  <a:extLst>
                    <a:ext uri="{9D8B030D-6E8A-4147-A177-3AD203B41FA5}">
                      <a16:colId xmlns:a16="http://schemas.microsoft.com/office/drawing/2014/main" val="20002"/>
                    </a:ext>
                  </a:extLst>
                </a:gridCol>
                <a:gridCol w="1271954">
                  <a:extLst>
                    <a:ext uri="{9D8B030D-6E8A-4147-A177-3AD203B41FA5}">
                      <a16:colId xmlns:a16="http://schemas.microsoft.com/office/drawing/2014/main" val="20003"/>
                    </a:ext>
                  </a:extLst>
                </a:gridCol>
              </a:tblGrid>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Cycle</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Sum</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Module</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Logarithm</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0"/>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1</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1"/>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2</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2</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2</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1</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1</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2"/>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3</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3</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3</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a:t>
                      </a:r>
                      <a:r>
                        <a:rPr kumimoji="0" lang="en-US" sz="1600" b="0" i="0" u="none" strike="noStrike" cap="none" normalizeH="0" baseline="-25000" dirty="0">
                          <a:ln>
                            <a:noFill/>
                          </a:ln>
                          <a:solidFill>
                            <a:schemeClr val="tx1"/>
                          </a:solidFill>
                          <a:effectLst/>
                          <a:latin typeface="Arial" pitchFamily="34" charset="0"/>
                          <a:cs typeface="Arial" pitchFamily="34" charset="0"/>
                        </a:rPr>
                        <a:t>2</a:t>
                      </a:r>
                      <a:r>
                        <a:rPr kumimoji="0" lang="en-US" sz="1600" b="0" i="0" u="none" strike="noStrike" cap="none" normalizeH="0" baseline="0" dirty="0">
                          <a:ln>
                            <a:noFill/>
                          </a:ln>
                          <a:solidFill>
                            <a:schemeClr val="tx1"/>
                          </a:solidFill>
                          <a:effectLst/>
                          <a:latin typeface="Arial" pitchFamily="34" charset="0"/>
                          <a:cs typeface="Arial" pitchFamily="34" charset="0"/>
                        </a:rPr>
                        <a:t>+b</a:t>
                      </a:r>
                      <a:r>
                        <a:rPr kumimoji="0" lang="en-US" sz="1600" b="0" i="0" u="none" strike="noStrike" cap="none" normalizeH="0" baseline="-25000" dirty="0">
                          <a:ln>
                            <a:noFill/>
                          </a:ln>
                          <a:solidFill>
                            <a:schemeClr val="tx1"/>
                          </a:solidFill>
                          <a:effectLst/>
                          <a:latin typeface="Arial" pitchFamily="34" charset="0"/>
                          <a:cs typeface="Arial" pitchFamily="34" charset="0"/>
                        </a:rPr>
                        <a:t>2</a:t>
                      </a:r>
                      <a:r>
                        <a:rPr kumimoji="0" lang="en-US" sz="1600" b="0" i="0" u="none" strike="noStrike" cap="none" normalizeH="0" baseline="0" dirty="0">
                          <a:ln>
                            <a:noFill/>
                          </a:ln>
                          <a:solidFill>
                            <a:schemeClr val="tx1"/>
                          </a:solidFill>
                          <a:effectLst/>
                          <a:latin typeface="Arial" pitchFamily="34" charset="0"/>
                          <a:cs typeface="Arial" pitchFamily="34" charset="0"/>
                        </a:rPr>
                        <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log|a</a:t>
                      </a:r>
                      <a:r>
                        <a:rPr kumimoji="0" lang="en-US" sz="1600" b="0" i="0" u="none" strike="noStrike" cap="none" normalizeH="0" baseline="-25000" dirty="0">
                          <a:ln>
                            <a:noFill/>
                          </a:ln>
                          <a:solidFill>
                            <a:schemeClr val="tx1"/>
                          </a:solidFill>
                          <a:effectLst/>
                          <a:latin typeface="Arial" pitchFamily="34" charset="0"/>
                          <a:cs typeface="Arial" pitchFamily="34" charset="0"/>
                        </a:rPr>
                        <a:t>1</a:t>
                      </a:r>
                      <a:r>
                        <a:rPr kumimoji="0" lang="en-US" sz="1600" b="0" i="0" u="none" strike="noStrike" cap="none" normalizeH="0" baseline="0" dirty="0">
                          <a:ln>
                            <a:noFill/>
                          </a:ln>
                          <a:solidFill>
                            <a:schemeClr val="tx1"/>
                          </a:solidFill>
                          <a:effectLst/>
                          <a:latin typeface="Arial" pitchFamily="34" charset="0"/>
                          <a:cs typeface="Arial" pitchFamily="34" charset="0"/>
                        </a:rPr>
                        <a:t>+b</a:t>
                      </a:r>
                      <a:r>
                        <a:rPr kumimoji="0" lang="en-US" sz="1600" b="0" i="0" u="none" strike="noStrike" cap="none" normalizeH="0" baseline="-25000" dirty="0">
                          <a:ln>
                            <a:noFill/>
                          </a:ln>
                          <a:solidFill>
                            <a:schemeClr val="tx1"/>
                          </a:solidFill>
                          <a:effectLst/>
                          <a:latin typeface="Arial" pitchFamily="34" charset="0"/>
                          <a:cs typeface="Arial" pitchFamily="34" charset="0"/>
                        </a:rPr>
                        <a:t>1</a:t>
                      </a:r>
                      <a:r>
                        <a:rPr kumimoji="0" lang="en-US" sz="1600" b="0" i="0" u="none" strike="noStrike" cap="none" normalizeH="0" baseline="0" dirty="0">
                          <a:ln>
                            <a:noFill/>
                          </a:ln>
                          <a:solidFill>
                            <a:schemeClr val="tx1"/>
                          </a:solidFill>
                          <a:effectLst/>
                          <a:latin typeface="Arial" pitchFamily="34" charset="0"/>
                          <a:cs typeface="Arial" pitchFamily="34" charset="0"/>
                        </a:rPr>
                        <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3"/>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4</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a:t>
                      </a:r>
                      <a:r>
                        <a:rPr kumimoji="0" lang="en-US" sz="1600" b="0" i="0" u="none" strike="noStrike" cap="none" normalizeH="0" baseline="-25000" dirty="0">
                          <a:ln>
                            <a:noFill/>
                          </a:ln>
                          <a:solidFill>
                            <a:schemeClr val="tx1"/>
                          </a:solidFill>
                          <a:effectLst/>
                          <a:latin typeface="Arial" pitchFamily="34" charset="0"/>
                          <a:cs typeface="Arial" pitchFamily="34" charset="0"/>
                        </a:rPr>
                        <a:t>4</a:t>
                      </a:r>
                      <a:r>
                        <a:rPr kumimoji="0" lang="en-US" sz="1600" b="0" i="0" u="none" strike="noStrike" cap="none" normalizeH="0" baseline="0" dirty="0">
                          <a:ln>
                            <a:noFill/>
                          </a:ln>
                          <a:solidFill>
                            <a:schemeClr val="tx1"/>
                          </a:solidFill>
                          <a:effectLst/>
                          <a:latin typeface="Arial" pitchFamily="34" charset="0"/>
                          <a:cs typeface="Arial" pitchFamily="34" charset="0"/>
                        </a:rPr>
                        <a:t>+b</a:t>
                      </a:r>
                      <a:r>
                        <a:rPr kumimoji="0" lang="en-US" sz="1600" b="0" i="0" u="none" strike="noStrike" cap="none" normalizeH="0" baseline="-25000" dirty="0">
                          <a:ln>
                            <a:noFill/>
                          </a:ln>
                          <a:solidFill>
                            <a:schemeClr val="tx1"/>
                          </a:solidFill>
                          <a:effectLst/>
                          <a:latin typeface="Arial" pitchFamily="34" charset="0"/>
                          <a:cs typeface="Arial" pitchFamily="34" charset="0"/>
                        </a:rPr>
                        <a:t>4</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3</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3</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log|a</a:t>
                      </a:r>
                      <a:r>
                        <a:rPr kumimoji="0" lang="en-US" sz="1600" b="0" i="0" u="none" strike="noStrike" cap="none" normalizeH="0" baseline="-25000">
                          <a:ln>
                            <a:noFill/>
                          </a:ln>
                          <a:solidFill>
                            <a:schemeClr val="tx1"/>
                          </a:solidFill>
                          <a:effectLst/>
                          <a:latin typeface="Arial" pitchFamily="34" charset="0"/>
                          <a:cs typeface="Arial" pitchFamily="34" charset="0"/>
                        </a:rPr>
                        <a:t>2</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2</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4"/>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5</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5</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5</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4</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4</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log|a</a:t>
                      </a:r>
                      <a:r>
                        <a:rPr kumimoji="0" lang="en-US" sz="1600" b="0" i="0" u="none" strike="noStrike" cap="none" normalizeH="0" baseline="-25000">
                          <a:ln>
                            <a:noFill/>
                          </a:ln>
                          <a:solidFill>
                            <a:schemeClr val="tx1"/>
                          </a:solidFill>
                          <a:effectLst/>
                          <a:latin typeface="Arial" pitchFamily="34" charset="0"/>
                          <a:cs typeface="Arial" pitchFamily="34" charset="0"/>
                        </a:rPr>
                        <a:t>3</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3</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5"/>
                  </a:ext>
                </a:extLst>
              </a:tr>
              <a:tr h="37079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6</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6</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6</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a:t>
                      </a:r>
                      <a:r>
                        <a:rPr kumimoji="0" lang="en-US" sz="1600" b="0" i="0" u="none" strike="noStrike" cap="none" normalizeH="0" baseline="-25000">
                          <a:ln>
                            <a:noFill/>
                          </a:ln>
                          <a:solidFill>
                            <a:schemeClr val="tx1"/>
                          </a:solidFill>
                          <a:effectLst/>
                          <a:latin typeface="Arial" pitchFamily="34" charset="0"/>
                          <a:cs typeface="Arial" pitchFamily="34" charset="0"/>
                        </a:rPr>
                        <a:t>5</a:t>
                      </a:r>
                      <a:r>
                        <a:rPr kumimoji="0" lang="en-US" sz="1600" b="0" i="0" u="none" strike="noStrike" cap="none" normalizeH="0" baseline="0">
                          <a:ln>
                            <a:noFill/>
                          </a:ln>
                          <a:solidFill>
                            <a:schemeClr val="tx1"/>
                          </a:solidFill>
                          <a:effectLst/>
                          <a:latin typeface="Arial" pitchFamily="34" charset="0"/>
                          <a:cs typeface="Arial" pitchFamily="34" charset="0"/>
                        </a:rPr>
                        <a:t>+b</a:t>
                      </a:r>
                      <a:r>
                        <a:rPr kumimoji="0" lang="en-US" sz="1600" b="0" i="0" u="none" strike="noStrike" cap="none" normalizeH="0" baseline="-25000">
                          <a:ln>
                            <a:noFill/>
                          </a:ln>
                          <a:solidFill>
                            <a:schemeClr val="tx1"/>
                          </a:solidFill>
                          <a:effectLst/>
                          <a:latin typeface="Arial" pitchFamily="34" charset="0"/>
                          <a:cs typeface="Arial" pitchFamily="34" charset="0"/>
                        </a:rPr>
                        <a:t>5</a:t>
                      </a:r>
                      <a:r>
                        <a:rPr kumimoji="0" lang="en-US" sz="1600" b="0" i="0" u="none" strike="noStrike" cap="none" normalizeH="0" baseline="0">
                          <a:ln>
                            <a:noFill/>
                          </a:ln>
                          <a:solidFill>
                            <a:schemeClr val="tx1"/>
                          </a:solidFill>
                          <a:effectLst/>
                          <a:latin typeface="Arial" pitchFamily="34" charset="0"/>
                          <a:cs typeface="Arial" pitchFamily="34" charset="0"/>
                        </a:rPr>
                        <a: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4" marB="45714"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log|a</a:t>
                      </a:r>
                      <a:r>
                        <a:rPr kumimoji="0" lang="en-US" sz="1600" b="0" i="0" u="none" strike="noStrike" cap="none" normalizeH="0" baseline="-25000" dirty="0">
                          <a:ln>
                            <a:noFill/>
                          </a:ln>
                          <a:solidFill>
                            <a:schemeClr val="tx1"/>
                          </a:solidFill>
                          <a:effectLst/>
                          <a:latin typeface="Arial" pitchFamily="34" charset="0"/>
                          <a:cs typeface="Arial" pitchFamily="34" charset="0"/>
                        </a:rPr>
                        <a:t>4</a:t>
                      </a:r>
                      <a:r>
                        <a:rPr kumimoji="0" lang="en-US" sz="1600" b="0" i="0" u="none" strike="noStrike" cap="none" normalizeH="0" baseline="0" dirty="0">
                          <a:ln>
                            <a:noFill/>
                          </a:ln>
                          <a:solidFill>
                            <a:schemeClr val="tx1"/>
                          </a:solidFill>
                          <a:effectLst/>
                          <a:latin typeface="Arial" pitchFamily="34" charset="0"/>
                          <a:cs typeface="Arial" pitchFamily="34" charset="0"/>
                        </a:rPr>
                        <a:t>+b</a:t>
                      </a:r>
                      <a:r>
                        <a:rPr kumimoji="0" lang="en-US" sz="1600" b="0" i="0" u="none" strike="noStrike" cap="none" normalizeH="0" baseline="-25000" dirty="0">
                          <a:ln>
                            <a:noFill/>
                          </a:ln>
                          <a:solidFill>
                            <a:schemeClr val="tx1"/>
                          </a:solidFill>
                          <a:effectLst/>
                          <a:latin typeface="Arial" pitchFamily="34" charset="0"/>
                          <a:cs typeface="Arial" pitchFamily="34" charset="0"/>
                        </a:rPr>
                        <a:t>4</a:t>
                      </a:r>
                      <a:r>
                        <a:rPr kumimoji="0" lang="en-US" sz="1600" b="0" i="0" u="none" strike="noStrike" cap="none" normalizeH="0" baseline="0" dirty="0">
                          <a:ln>
                            <a:noFill/>
                          </a:ln>
                          <a:solidFill>
                            <a:schemeClr val="tx1"/>
                          </a:solidFill>
                          <a:effectLst/>
                          <a:latin typeface="Arial" pitchFamily="34" charset="0"/>
                          <a:cs typeface="Arial" pitchFamily="34" charset="0"/>
                        </a:rPr>
                        <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4" marB="45714" horzOverflow="overflow"/>
                </a:tc>
                <a:extLst>
                  <a:ext uri="{0D108BD9-81ED-4DB2-BD59-A6C34878D82A}">
                    <a16:rowId xmlns:a16="http://schemas.microsoft.com/office/drawing/2014/main" val="10006"/>
                  </a:ext>
                </a:extLst>
              </a:tr>
            </a:tbl>
          </a:graphicData>
        </a:graphic>
      </p:graphicFrame>
      <p:sp>
        <p:nvSpPr>
          <p:cNvPr id="3" name="Title 2">
            <a:extLst>
              <a:ext uri="{FF2B5EF4-FFF2-40B4-BE49-F238E27FC236}">
                <a16:creationId xmlns:a16="http://schemas.microsoft.com/office/drawing/2014/main" id="{7AB576D9-850B-567A-F9BF-47DDEAA3012B}"/>
              </a:ext>
            </a:extLst>
          </p:cNvPr>
          <p:cNvSpPr>
            <a:spLocks noGrp="1"/>
          </p:cNvSpPr>
          <p:nvPr>
            <p:ph type="title"/>
          </p:nvPr>
        </p:nvSpPr>
        <p:spPr/>
        <p:txBody>
          <a:bodyPr>
            <a:normAutofit/>
          </a:bodyPr>
          <a:lstStyle/>
          <a:p>
            <a:r>
              <a:rPr lang="en-US" dirty="0"/>
              <a:t>An Example of Pipelining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75E645E4-9345-7D35-88D8-508C17366F27}"/>
              </a:ext>
            </a:extLst>
          </p:cNvPr>
          <p:cNvSpPr>
            <a:spLocks noGrp="1" noChangeArrowheads="1"/>
          </p:cNvSpPr>
          <p:nvPr>
            <p:ph type="title"/>
          </p:nvPr>
        </p:nvSpPr>
        <p:spPr/>
        <p:txBody>
          <a:bodyPr/>
          <a:lstStyle/>
          <a:p>
            <a:r>
              <a:rPr lang="en-US" altLang="en-US"/>
              <a:t>Example</a:t>
            </a:r>
            <a:endParaRPr lang="en-GB" altLang="en-US"/>
          </a:p>
        </p:txBody>
      </p:sp>
      <p:sp>
        <p:nvSpPr>
          <p:cNvPr id="69635" name="TextBox 2">
            <a:extLst>
              <a:ext uri="{FF2B5EF4-FFF2-40B4-BE49-F238E27FC236}">
                <a16:creationId xmlns:a16="http://schemas.microsoft.com/office/drawing/2014/main" id="{9D333E9B-06B4-B538-6D35-B843AAB8BF18}"/>
              </a:ext>
            </a:extLst>
          </p:cNvPr>
          <p:cNvSpPr txBox="1">
            <a:spLocks noChangeArrowheads="1"/>
          </p:cNvSpPr>
          <p:nvPr/>
        </p:nvSpPr>
        <p:spPr bwMode="auto">
          <a:xfrm>
            <a:off x="1981200" y="1676401"/>
            <a:ext cx="2590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Y</a:t>
            </a:r>
            <a:r>
              <a:rPr lang="ru-RU" altLang="en-US" sz="2000"/>
              <a:t> = (</a:t>
            </a:r>
            <a:r>
              <a:rPr lang="en-US" altLang="en-US" sz="2000"/>
              <a:t>a</a:t>
            </a:r>
            <a:r>
              <a:rPr lang="ru-RU" altLang="en-US" sz="2000"/>
              <a:t> + </a:t>
            </a:r>
            <a:r>
              <a:rPr lang="en-US" altLang="en-US" sz="2000"/>
              <a:t>b</a:t>
            </a:r>
            <a:r>
              <a:rPr lang="ru-RU" altLang="en-US" sz="2000"/>
              <a:t>) + (</a:t>
            </a:r>
            <a:r>
              <a:rPr lang="en-US" altLang="en-US" sz="2000"/>
              <a:t>c</a:t>
            </a:r>
            <a:r>
              <a:rPr lang="ru-RU" altLang="en-US" sz="2000"/>
              <a:t> + </a:t>
            </a:r>
            <a:r>
              <a:rPr lang="en-US" altLang="en-US" sz="2000"/>
              <a:t>d</a:t>
            </a:r>
            <a:r>
              <a:rPr lang="ru-RU" altLang="en-US" sz="2000"/>
              <a:t>)</a:t>
            </a:r>
            <a:endParaRPr lang="en-GB" altLang="en-US" sz="2000"/>
          </a:p>
          <a:p>
            <a:pPr eaLnBrk="1" hangingPunct="1"/>
            <a:endParaRPr lang="en-GB" altLang="en-US" sz="2000"/>
          </a:p>
        </p:txBody>
      </p:sp>
      <p:sp>
        <p:nvSpPr>
          <p:cNvPr id="69636" name="Rectangle 56">
            <a:extLst>
              <a:ext uri="{FF2B5EF4-FFF2-40B4-BE49-F238E27FC236}">
                <a16:creationId xmlns:a16="http://schemas.microsoft.com/office/drawing/2014/main" id="{0687175C-D4B0-FAA5-071D-F4549D61736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69637" name="Group 59">
            <a:extLst>
              <a:ext uri="{FF2B5EF4-FFF2-40B4-BE49-F238E27FC236}">
                <a16:creationId xmlns:a16="http://schemas.microsoft.com/office/drawing/2014/main" id="{9724353A-874F-3B2F-A1AD-6B1F2B4B1262}"/>
              </a:ext>
            </a:extLst>
          </p:cNvPr>
          <p:cNvGrpSpPr>
            <a:grpSpLocks/>
          </p:cNvGrpSpPr>
          <p:nvPr/>
        </p:nvGrpSpPr>
        <p:grpSpPr bwMode="auto">
          <a:xfrm>
            <a:off x="2971800" y="1981201"/>
            <a:ext cx="4038600" cy="3078163"/>
            <a:chOff x="1447800" y="2362200"/>
            <a:chExt cx="4038600" cy="3078480"/>
          </a:xfrm>
        </p:grpSpPr>
        <p:grpSp>
          <p:nvGrpSpPr>
            <p:cNvPr id="69639" name="Group 47">
              <a:extLst>
                <a:ext uri="{FF2B5EF4-FFF2-40B4-BE49-F238E27FC236}">
                  <a16:creationId xmlns:a16="http://schemas.microsoft.com/office/drawing/2014/main" id="{D84FBDC6-D9F1-B361-2CED-F7A5B1319C21}"/>
                </a:ext>
              </a:extLst>
            </p:cNvPr>
            <p:cNvGrpSpPr>
              <a:grpSpLocks/>
            </p:cNvGrpSpPr>
            <p:nvPr/>
          </p:nvGrpSpPr>
          <p:grpSpPr bwMode="auto">
            <a:xfrm>
              <a:off x="2854503" y="3086672"/>
              <a:ext cx="344869" cy="760379"/>
              <a:chOff x="2415" y="1635"/>
              <a:chExt cx="615" cy="983"/>
            </a:xfrm>
          </p:grpSpPr>
          <p:sp>
            <p:nvSpPr>
              <p:cNvPr id="69685" name="Line 55">
                <a:extLst>
                  <a:ext uri="{FF2B5EF4-FFF2-40B4-BE49-F238E27FC236}">
                    <a16:creationId xmlns:a16="http://schemas.microsoft.com/office/drawing/2014/main" id="{F3A1F86D-8823-43BA-E627-D47003A4C154}"/>
                  </a:ext>
                </a:extLst>
              </p:cNvPr>
              <p:cNvSpPr>
                <a:spLocks noChangeShapeType="1"/>
              </p:cNvSpPr>
              <p:nvPr/>
            </p:nvSpPr>
            <p:spPr bwMode="auto">
              <a:xfrm>
                <a:off x="2415" y="1635"/>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6" name="Line 54">
                <a:extLst>
                  <a:ext uri="{FF2B5EF4-FFF2-40B4-BE49-F238E27FC236}">
                    <a16:creationId xmlns:a16="http://schemas.microsoft.com/office/drawing/2014/main" id="{D297A4A2-485F-10B7-8B57-7C3CC8FD19EC}"/>
                  </a:ext>
                </a:extLst>
              </p:cNvPr>
              <p:cNvSpPr>
                <a:spLocks noChangeShapeType="1"/>
              </p:cNvSpPr>
              <p:nvPr/>
            </p:nvSpPr>
            <p:spPr bwMode="auto">
              <a:xfrm>
                <a:off x="2415" y="1993"/>
                <a:ext cx="142"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7" name="Line 53">
                <a:extLst>
                  <a:ext uri="{FF2B5EF4-FFF2-40B4-BE49-F238E27FC236}">
                    <a16:creationId xmlns:a16="http://schemas.microsoft.com/office/drawing/2014/main" id="{52F83463-0113-29E4-54C3-B29B32C39CF5}"/>
                  </a:ext>
                </a:extLst>
              </p:cNvPr>
              <p:cNvSpPr>
                <a:spLocks noChangeShapeType="1"/>
              </p:cNvSpPr>
              <p:nvPr/>
            </p:nvSpPr>
            <p:spPr bwMode="auto">
              <a:xfrm rot="-5400000">
                <a:off x="2421" y="2117"/>
                <a:ext cx="129" cy="1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8" name="Line 52">
                <a:extLst>
                  <a:ext uri="{FF2B5EF4-FFF2-40B4-BE49-F238E27FC236}">
                    <a16:creationId xmlns:a16="http://schemas.microsoft.com/office/drawing/2014/main" id="{6A44354F-F988-125E-9EA7-96BD39E29CA7}"/>
                  </a:ext>
                </a:extLst>
              </p:cNvPr>
              <p:cNvSpPr>
                <a:spLocks noChangeShapeType="1"/>
              </p:cNvSpPr>
              <p:nvPr/>
            </p:nvSpPr>
            <p:spPr bwMode="auto">
              <a:xfrm>
                <a:off x="2415" y="2250"/>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9" name="Line 51">
                <a:extLst>
                  <a:ext uri="{FF2B5EF4-FFF2-40B4-BE49-F238E27FC236}">
                    <a16:creationId xmlns:a16="http://schemas.microsoft.com/office/drawing/2014/main" id="{99D15BDF-AC3E-4CAE-BDB3-4577625F6CFA}"/>
                  </a:ext>
                </a:extLst>
              </p:cNvPr>
              <p:cNvSpPr>
                <a:spLocks noChangeShapeType="1"/>
              </p:cNvSpPr>
              <p:nvPr/>
            </p:nvSpPr>
            <p:spPr bwMode="auto">
              <a:xfrm>
                <a:off x="3015" y="1908"/>
                <a:ext cx="0" cy="51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0" name="Line 50">
                <a:extLst>
                  <a:ext uri="{FF2B5EF4-FFF2-40B4-BE49-F238E27FC236}">
                    <a16:creationId xmlns:a16="http://schemas.microsoft.com/office/drawing/2014/main" id="{1306EC08-2AE8-2B9A-A970-A95612676AB6}"/>
                  </a:ext>
                </a:extLst>
              </p:cNvPr>
              <p:cNvSpPr>
                <a:spLocks noChangeShapeType="1"/>
              </p:cNvSpPr>
              <p:nvPr/>
            </p:nvSpPr>
            <p:spPr bwMode="auto">
              <a:xfrm>
                <a:off x="2430" y="1635"/>
                <a:ext cx="600" cy="2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1" name="Line 49">
                <a:extLst>
                  <a:ext uri="{FF2B5EF4-FFF2-40B4-BE49-F238E27FC236}">
                    <a16:creationId xmlns:a16="http://schemas.microsoft.com/office/drawing/2014/main" id="{521C4304-68F8-87E2-F15A-DDC8401B9046}"/>
                  </a:ext>
                </a:extLst>
              </p:cNvPr>
              <p:cNvSpPr>
                <a:spLocks noChangeShapeType="1"/>
              </p:cNvSpPr>
              <p:nvPr/>
            </p:nvSpPr>
            <p:spPr bwMode="auto">
              <a:xfrm flipV="1">
                <a:off x="2430" y="2414"/>
                <a:ext cx="585"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2" name="Text Box 48">
                <a:extLst>
                  <a:ext uri="{FF2B5EF4-FFF2-40B4-BE49-F238E27FC236}">
                    <a16:creationId xmlns:a16="http://schemas.microsoft.com/office/drawing/2014/main" id="{C8E56C8D-B7D6-68E6-AD31-8FDE938C11B4}"/>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grpSp>
          <p:nvGrpSpPr>
            <p:cNvPr id="69640" name="Group 38">
              <a:extLst>
                <a:ext uri="{FF2B5EF4-FFF2-40B4-BE49-F238E27FC236}">
                  <a16:creationId xmlns:a16="http://schemas.microsoft.com/office/drawing/2014/main" id="{7F1C0C10-E2E4-1BE5-065F-7DBB83886787}"/>
                </a:ext>
              </a:extLst>
            </p:cNvPr>
            <p:cNvGrpSpPr>
              <a:grpSpLocks/>
            </p:cNvGrpSpPr>
            <p:nvPr/>
          </p:nvGrpSpPr>
          <p:grpSpPr bwMode="auto">
            <a:xfrm>
              <a:off x="2820470" y="4258924"/>
              <a:ext cx="344869" cy="760379"/>
              <a:chOff x="2415" y="1635"/>
              <a:chExt cx="615" cy="983"/>
            </a:xfrm>
          </p:grpSpPr>
          <p:sp>
            <p:nvSpPr>
              <p:cNvPr id="69677" name="Line 46">
                <a:extLst>
                  <a:ext uri="{FF2B5EF4-FFF2-40B4-BE49-F238E27FC236}">
                    <a16:creationId xmlns:a16="http://schemas.microsoft.com/office/drawing/2014/main" id="{1BB568C7-EB3E-0657-3005-3D5C11D2E465}"/>
                  </a:ext>
                </a:extLst>
              </p:cNvPr>
              <p:cNvSpPr>
                <a:spLocks noChangeShapeType="1"/>
              </p:cNvSpPr>
              <p:nvPr/>
            </p:nvSpPr>
            <p:spPr bwMode="auto">
              <a:xfrm>
                <a:off x="2415" y="1635"/>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8" name="Line 45">
                <a:extLst>
                  <a:ext uri="{FF2B5EF4-FFF2-40B4-BE49-F238E27FC236}">
                    <a16:creationId xmlns:a16="http://schemas.microsoft.com/office/drawing/2014/main" id="{A33948C2-FC52-02B8-3CC9-566890B10014}"/>
                  </a:ext>
                </a:extLst>
              </p:cNvPr>
              <p:cNvSpPr>
                <a:spLocks noChangeShapeType="1"/>
              </p:cNvSpPr>
              <p:nvPr/>
            </p:nvSpPr>
            <p:spPr bwMode="auto">
              <a:xfrm>
                <a:off x="2415" y="1993"/>
                <a:ext cx="142"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9" name="Line 44">
                <a:extLst>
                  <a:ext uri="{FF2B5EF4-FFF2-40B4-BE49-F238E27FC236}">
                    <a16:creationId xmlns:a16="http://schemas.microsoft.com/office/drawing/2014/main" id="{968369C7-6772-E106-7BC6-E69DB94C1905}"/>
                  </a:ext>
                </a:extLst>
              </p:cNvPr>
              <p:cNvSpPr>
                <a:spLocks noChangeShapeType="1"/>
              </p:cNvSpPr>
              <p:nvPr/>
            </p:nvSpPr>
            <p:spPr bwMode="auto">
              <a:xfrm rot="-5400000">
                <a:off x="2421" y="2117"/>
                <a:ext cx="129" cy="1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0" name="Line 43">
                <a:extLst>
                  <a:ext uri="{FF2B5EF4-FFF2-40B4-BE49-F238E27FC236}">
                    <a16:creationId xmlns:a16="http://schemas.microsoft.com/office/drawing/2014/main" id="{91DC1D57-9A1A-32BC-7D6D-8568B501EBFE}"/>
                  </a:ext>
                </a:extLst>
              </p:cNvPr>
              <p:cNvSpPr>
                <a:spLocks noChangeShapeType="1"/>
              </p:cNvSpPr>
              <p:nvPr/>
            </p:nvSpPr>
            <p:spPr bwMode="auto">
              <a:xfrm>
                <a:off x="2415" y="2250"/>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1" name="Line 42">
                <a:extLst>
                  <a:ext uri="{FF2B5EF4-FFF2-40B4-BE49-F238E27FC236}">
                    <a16:creationId xmlns:a16="http://schemas.microsoft.com/office/drawing/2014/main" id="{4BC22935-FA94-8FAC-FE7A-DF00C3AA0AF3}"/>
                  </a:ext>
                </a:extLst>
              </p:cNvPr>
              <p:cNvSpPr>
                <a:spLocks noChangeShapeType="1"/>
              </p:cNvSpPr>
              <p:nvPr/>
            </p:nvSpPr>
            <p:spPr bwMode="auto">
              <a:xfrm>
                <a:off x="3015" y="1908"/>
                <a:ext cx="0" cy="51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2" name="Line 41">
                <a:extLst>
                  <a:ext uri="{FF2B5EF4-FFF2-40B4-BE49-F238E27FC236}">
                    <a16:creationId xmlns:a16="http://schemas.microsoft.com/office/drawing/2014/main" id="{F3118727-2763-3108-7988-89DE80EB8CC6}"/>
                  </a:ext>
                </a:extLst>
              </p:cNvPr>
              <p:cNvSpPr>
                <a:spLocks noChangeShapeType="1"/>
              </p:cNvSpPr>
              <p:nvPr/>
            </p:nvSpPr>
            <p:spPr bwMode="auto">
              <a:xfrm>
                <a:off x="2430" y="1635"/>
                <a:ext cx="600" cy="2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3" name="Line 40">
                <a:extLst>
                  <a:ext uri="{FF2B5EF4-FFF2-40B4-BE49-F238E27FC236}">
                    <a16:creationId xmlns:a16="http://schemas.microsoft.com/office/drawing/2014/main" id="{676943A8-1E9E-CC33-5197-CE45FEF200EF}"/>
                  </a:ext>
                </a:extLst>
              </p:cNvPr>
              <p:cNvSpPr>
                <a:spLocks noChangeShapeType="1"/>
              </p:cNvSpPr>
              <p:nvPr/>
            </p:nvSpPr>
            <p:spPr bwMode="auto">
              <a:xfrm flipV="1">
                <a:off x="2430" y="2414"/>
                <a:ext cx="585"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4" name="Text Box 39">
                <a:extLst>
                  <a:ext uri="{FF2B5EF4-FFF2-40B4-BE49-F238E27FC236}">
                    <a16:creationId xmlns:a16="http://schemas.microsoft.com/office/drawing/2014/main" id="{C440374F-7224-C255-6E21-8E4830A04EE0}"/>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grpSp>
          <p:nvGrpSpPr>
            <p:cNvPr id="69641" name="Group 29">
              <a:extLst>
                <a:ext uri="{FF2B5EF4-FFF2-40B4-BE49-F238E27FC236}">
                  <a16:creationId xmlns:a16="http://schemas.microsoft.com/office/drawing/2014/main" id="{35B425AE-16B3-8A45-7B6C-4A20D898E53E}"/>
                </a:ext>
              </a:extLst>
            </p:cNvPr>
            <p:cNvGrpSpPr>
              <a:grpSpLocks/>
            </p:cNvGrpSpPr>
            <p:nvPr/>
          </p:nvGrpSpPr>
          <p:grpSpPr bwMode="auto">
            <a:xfrm>
              <a:off x="3954908" y="3656957"/>
              <a:ext cx="344869" cy="760379"/>
              <a:chOff x="2415" y="1635"/>
              <a:chExt cx="615" cy="983"/>
            </a:xfrm>
          </p:grpSpPr>
          <p:sp>
            <p:nvSpPr>
              <p:cNvPr id="69669" name="Line 37">
                <a:extLst>
                  <a:ext uri="{FF2B5EF4-FFF2-40B4-BE49-F238E27FC236}">
                    <a16:creationId xmlns:a16="http://schemas.microsoft.com/office/drawing/2014/main" id="{31BC8E8A-65C6-786E-B2BF-8B7A4323E756}"/>
                  </a:ext>
                </a:extLst>
              </p:cNvPr>
              <p:cNvSpPr>
                <a:spLocks noChangeShapeType="1"/>
              </p:cNvSpPr>
              <p:nvPr/>
            </p:nvSpPr>
            <p:spPr bwMode="auto">
              <a:xfrm>
                <a:off x="2415" y="1635"/>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0" name="Line 36">
                <a:extLst>
                  <a:ext uri="{FF2B5EF4-FFF2-40B4-BE49-F238E27FC236}">
                    <a16:creationId xmlns:a16="http://schemas.microsoft.com/office/drawing/2014/main" id="{21790C46-325E-6C0F-15B2-88986DAD344E}"/>
                  </a:ext>
                </a:extLst>
              </p:cNvPr>
              <p:cNvSpPr>
                <a:spLocks noChangeShapeType="1"/>
              </p:cNvSpPr>
              <p:nvPr/>
            </p:nvSpPr>
            <p:spPr bwMode="auto">
              <a:xfrm>
                <a:off x="2415" y="1993"/>
                <a:ext cx="142"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1" name="Line 35">
                <a:extLst>
                  <a:ext uri="{FF2B5EF4-FFF2-40B4-BE49-F238E27FC236}">
                    <a16:creationId xmlns:a16="http://schemas.microsoft.com/office/drawing/2014/main" id="{E78264F7-81AD-6503-F19B-F80158BCDCAE}"/>
                  </a:ext>
                </a:extLst>
              </p:cNvPr>
              <p:cNvSpPr>
                <a:spLocks noChangeShapeType="1"/>
              </p:cNvSpPr>
              <p:nvPr/>
            </p:nvSpPr>
            <p:spPr bwMode="auto">
              <a:xfrm rot="-5400000">
                <a:off x="2421" y="2117"/>
                <a:ext cx="129" cy="1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2" name="Line 34">
                <a:extLst>
                  <a:ext uri="{FF2B5EF4-FFF2-40B4-BE49-F238E27FC236}">
                    <a16:creationId xmlns:a16="http://schemas.microsoft.com/office/drawing/2014/main" id="{638038CB-03A0-F5EA-9D85-1CDB29DF8623}"/>
                  </a:ext>
                </a:extLst>
              </p:cNvPr>
              <p:cNvSpPr>
                <a:spLocks noChangeShapeType="1"/>
              </p:cNvSpPr>
              <p:nvPr/>
            </p:nvSpPr>
            <p:spPr bwMode="auto">
              <a:xfrm>
                <a:off x="2415" y="2250"/>
                <a:ext cx="0" cy="3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3" name="Line 33">
                <a:extLst>
                  <a:ext uri="{FF2B5EF4-FFF2-40B4-BE49-F238E27FC236}">
                    <a16:creationId xmlns:a16="http://schemas.microsoft.com/office/drawing/2014/main" id="{C7884BFC-23D5-C368-55E0-A01CA462F4C9}"/>
                  </a:ext>
                </a:extLst>
              </p:cNvPr>
              <p:cNvSpPr>
                <a:spLocks noChangeShapeType="1"/>
              </p:cNvSpPr>
              <p:nvPr/>
            </p:nvSpPr>
            <p:spPr bwMode="auto">
              <a:xfrm>
                <a:off x="3015" y="1908"/>
                <a:ext cx="0" cy="51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4" name="Line 32">
                <a:extLst>
                  <a:ext uri="{FF2B5EF4-FFF2-40B4-BE49-F238E27FC236}">
                    <a16:creationId xmlns:a16="http://schemas.microsoft.com/office/drawing/2014/main" id="{8DADCCEF-6278-B084-85FC-6A3FAA187850}"/>
                  </a:ext>
                </a:extLst>
              </p:cNvPr>
              <p:cNvSpPr>
                <a:spLocks noChangeShapeType="1"/>
              </p:cNvSpPr>
              <p:nvPr/>
            </p:nvSpPr>
            <p:spPr bwMode="auto">
              <a:xfrm>
                <a:off x="2430" y="1635"/>
                <a:ext cx="600" cy="2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5" name="Line 31">
                <a:extLst>
                  <a:ext uri="{FF2B5EF4-FFF2-40B4-BE49-F238E27FC236}">
                    <a16:creationId xmlns:a16="http://schemas.microsoft.com/office/drawing/2014/main" id="{32ED8FBC-790B-606A-9294-399F5BB72A3B}"/>
                  </a:ext>
                </a:extLst>
              </p:cNvPr>
              <p:cNvSpPr>
                <a:spLocks noChangeShapeType="1"/>
              </p:cNvSpPr>
              <p:nvPr/>
            </p:nvSpPr>
            <p:spPr bwMode="auto">
              <a:xfrm flipV="1">
                <a:off x="2430" y="2414"/>
                <a:ext cx="585"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6" name="Text Box 30">
                <a:extLst>
                  <a:ext uri="{FF2B5EF4-FFF2-40B4-BE49-F238E27FC236}">
                    <a16:creationId xmlns:a16="http://schemas.microsoft.com/office/drawing/2014/main" id="{42288AED-2287-F8D9-0C0C-BC04F2BF6342}"/>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sp>
          <p:nvSpPr>
            <p:cNvPr id="69642" name="Line 28">
              <a:extLst>
                <a:ext uri="{FF2B5EF4-FFF2-40B4-BE49-F238E27FC236}">
                  <a16:creationId xmlns:a16="http://schemas.microsoft.com/office/drawing/2014/main" id="{4C8E53E8-AD0D-AD13-EA98-0CBEC8A37BF4}"/>
                </a:ext>
              </a:extLst>
            </p:cNvPr>
            <p:cNvSpPr>
              <a:spLocks noChangeShapeType="1"/>
            </p:cNvSpPr>
            <p:nvPr/>
          </p:nvSpPr>
          <p:spPr bwMode="auto">
            <a:xfrm>
              <a:off x="4283896" y="4037147"/>
              <a:ext cx="25260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3" name="Rectangle 27">
              <a:extLst>
                <a:ext uri="{FF2B5EF4-FFF2-40B4-BE49-F238E27FC236}">
                  <a16:creationId xmlns:a16="http://schemas.microsoft.com/office/drawing/2014/main" id="{354E98A1-556C-2ABD-6BB4-6DCFBB9F672F}"/>
                </a:ext>
              </a:extLst>
            </p:cNvPr>
            <p:cNvSpPr>
              <a:spLocks noChangeArrowheads="1"/>
            </p:cNvSpPr>
            <p:nvPr/>
          </p:nvSpPr>
          <p:spPr bwMode="auto">
            <a:xfrm>
              <a:off x="2037708" y="2703315"/>
              <a:ext cx="257139" cy="53860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69644" name="Rectangle 26">
              <a:extLst>
                <a:ext uri="{FF2B5EF4-FFF2-40B4-BE49-F238E27FC236}">
                  <a16:creationId xmlns:a16="http://schemas.microsoft.com/office/drawing/2014/main" id="{26FD9A7D-16D6-7DA1-6BAE-55AB88532285}"/>
                </a:ext>
              </a:extLst>
            </p:cNvPr>
            <p:cNvSpPr>
              <a:spLocks noChangeArrowheads="1"/>
            </p:cNvSpPr>
            <p:nvPr/>
          </p:nvSpPr>
          <p:spPr bwMode="auto">
            <a:xfrm>
              <a:off x="2026363" y="3432011"/>
              <a:ext cx="257139" cy="53860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69645" name="Rectangle 25">
              <a:extLst>
                <a:ext uri="{FF2B5EF4-FFF2-40B4-BE49-F238E27FC236}">
                  <a16:creationId xmlns:a16="http://schemas.microsoft.com/office/drawing/2014/main" id="{947FBDCB-14A3-B98B-A4A6-EAD8142902E9}"/>
                </a:ext>
              </a:extLst>
            </p:cNvPr>
            <p:cNvSpPr>
              <a:spLocks noChangeArrowheads="1"/>
            </p:cNvSpPr>
            <p:nvPr/>
          </p:nvSpPr>
          <p:spPr bwMode="auto">
            <a:xfrm>
              <a:off x="2026363" y="4173381"/>
              <a:ext cx="257139" cy="53860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69646" name="Rectangle 24">
              <a:extLst>
                <a:ext uri="{FF2B5EF4-FFF2-40B4-BE49-F238E27FC236}">
                  <a16:creationId xmlns:a16="http://schemas.microsoft.com/office/drawing/2014/main" id="{F76548B9-7582-A03F-B60E-77CBC1515F75}"/>
                </a:ext>
              </a:extLst>
            </p:cNvPr>
            <p:cNvSpPr>
              <a:spLocks noChangeArrowheads="1"/>
            </p:cNvSpPr>
            <p:nvPr/>
          </p:nvSpPr>
          <p:spPr bwMode="auto">
            <a:xfrm>
              <a:off x="2026363" y="4902078"/>
              <a:ext cx="257139" cy="53860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69647" name="AutoShape 23">
              <a:extLst>
                <a:ext uri="{FF2B5EF4-FFF2-40B4-BE49-F238E27FC236}">
                  <a16:creationId xmlns:a16="http://schemas.microsoft.com/office/drawing/2014/main" id="{F10F4E52-DD71-5C32-6948-AEFAA344D760}"/>
                </a:ext>
              </a:extLst>
            </p:cNvPr>
            <p:cNvCxnSpPr>
              <a:cxnSpLocks noChangeShapeType="1"/>
            </p:cNvCxnSpPr>
            <p:nvPr/>
          </p:nvCxnSpPr>
          <p:spPr bwMode="auto">
            <a:xfrm>
              <a:off x="2297116" y="2975784"/>
              <a:ext cx="546043" cy="298871"/>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69648" name="AutoShape 22">
              <a:extLst>
                <a:ext uri="{FF2B5EF4-FFF2-40B4-BE49-F238E27FC236}">
                  <a16:creationId xmlns:a16="http://schemas.microsoft.com/office/drawing/2014/main" id="{5CC01778-BB4E-57C9-01C7-4B2580B26E29}"/>
                </a:ext>
              </a:extLst>
            </p:cNvPr>
            <p:cNvCxnSpPr>
              <a:cxnSpLocks noChangeShapeType="1"/>
            </p:cNvCxnSpPr>
            <p:nvPr/>
          </p:nvCxnSpPr>
          <p:spPr bwMode="auto">
            <a:xfrm>
              <a:off x="2283503" y="3692864"/>
              <a:ext cx="57100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9649" name="AutoShape 21">
              <a:extLst>
                <a:ext uri="{FF2B5EF4-FFF2-40B4-BE49-F238E27FC236}">
                  <a16:creationId xmlns:a16="http://schemas.microsoft.com/office/drawing/2014/main" id="{3ACDD0E0-2FAE-31CA-3285-7573EE3BF5FA}"/>
                </a:ext>
              </a:extLst>
            </p:cNvPr>
            <p:cNvCxnSpPr>
              <a:cxnSpLocks noChangeShapeType="1"/>
            </p:cNvCxnSpPr>
            <p:nvPr/>
          </p:nvCxnSpPr>
          <p:spPr bwMode="auto">
            <a:xfrm rot="10800000" flipV="1">
              <a:off x="2283503" y="4880956"/>
              <a:ext cx="536967" cy="276694"/>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69650" name="AutoShape 20">
              <a:extLst>
                <a:ext uri="{FF2B5EF4-FFF2-40B4-BE49-F238E27FC236}">
                  <a16:creationId xmlns:a16="http://schemas.microsoft.com/office/drawing/2014/main" id="{D1D1AAAD-C9EB-3DDE-745D-73AAF60BC42D}"/>
                </a:ext>
              </a:extLst>
            </p:cNvPr>
            <p:cNvCxnSpPr>
              <a:cxnSpLocks noChangeShapeType="1"/>
            </p:cNvCxnSpPr>
            <p:nvPr/>
          </p:nvCxnSpPr>
          <p:spPr bwMode="auto">
            <a:xfrm flipH="1">
              <a:off x="2294847" y="4401495"/>
              <a:ext cx="51427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9651" name="AutoShape 19">
              <a:extLst>
                <a:ext uri="{FF2B5EF4-FFF2-40B4-BE49-F238E27FC236}">
                  <a16:creationId xmlns:a16="http://schemas.microsoft.com/office/drawing/2014/main" id="{1E714AF8-66BE-BAFE-2EC0-71A9802428A5}"/>
                </a:ext>
              </a:extLst>
            </p:cNvPr>
            <p:cNvCxnSpPr>
              <a:cxnSpLocks noChangeShapeType="1"/>
            </p:cNvCxnSpPr>
            <p:nvPr/>
          </p:nvCxnSpPr>
          <p:spPr bwMode="auto">
            <a:xfrm>
              <a:off x="3176684" y="3463694"/>
              <a:ext cx="786544" cy="373853"/>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69652" name="AutoShape 18">
              <a:extLst>
                <a:ext uri="{FF2B5EF4-FFF2-40B4-BE49-F238E27FC236}">
                  <a16:creationId xmlns:a16="http://schemas.microsoft.com/office/drawing/2014/main" id="{34802883-9B4C-7997-48F2-0EEAAF6775DE}"/>
                </a:ext>
              </a:extLst>
            </p:cNvPr>
            <p:cNvCxnSpPr>
              <a:cxnSpLocks noChangeShapeType="1"/>
            </p:cNvCxnSpPr>
            <p:nvPr/>
          </p:nvCxnSpPr>
          <p:spPr bwMode="auto">
            <a:xfrm flipV="1">
              <a:off x="3157020" y="4258924"/>
              <a:ext cx="786544" cy="377021"/>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69653" name="Rectangle 17">
              <a:extLst>
                <a:ext uri="{FF2B5EF4-FFF2-40B4-BE49-F238E27FC236}">
                  <a16:creationId xmlns:a16="http://schemas.microsoft.com/office/drawing/2014/main" id="{7932AFB9-C3CB-39AE-F6E5-AA7AF6014A32}"/>
                </a:ext>
              </a:extLst>
            </p:cNvPr>
            <p:cNvSpPr>
              <a:spLocks noChangeArrowheads="1"/>
            </p:cNvSpPr>
            <p:nvPr/>
          </p:nvSpPr>
          <p:spPr bwMode="auto">
            <a:xfrm>
              <a:off x="4536497" y="3756229"/>
              <a:ext cx="257139" cy="53860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69654" name="AutoShape 16">
              <a:extLst>
                <a:ext uri="{FF2B5EF4-FFF2-40B4-BE49-F238E27FC236}">
                  <a16:creationId xmlns:a16="http://schemas.microsoft.com/office/drawing/2014/main" id="{9591F339-329A-5A2C-C0D1-9DBB0CF64135}"/>
                </a:ext>
              </a:extLst>
            </p:cNvPr>
            <p:cNvCxnSpPr>
              <a:cxnSpLocks noChangeShapeType="1"/>
            </p:cNvCxnSpPr>
            <p:nvPr/>
          </p:nvCxnSpPr>
          <p:spPr bwMode="auto">
            <a:xfrm>
              <a:off x="1776787" y="2975784"/>
              <a:ext cx="25713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655" name="AutoShape 15">
              <a:extLst>
                <a:ext uri="{FF2B5EF4-FFF2-40B4-BE49-F238E27FC236}">
                  <a16:creationId xmlns:a16="http://schemas.microsoft.com/office/drawing/2014/main" id="{9ADF15C0-D6C8-FF1E-D43C-022E13C54905}"/>
                </a:ext>
              </a:extLst>
            </p:cNvPr>
            <p:cNvCxnSpPr>
              <a:cxnSpLocks noChangeShapeType="1"/>
            </p:cNvCxnSpPr>
            <p:nvPr/>
          </p:nvCxnSpPr>
          <p:spPr bwMode="auto">
            <a:xfrm>
              <a:off x="1776787" y="3666462"/>
              <a:ext cx="25713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656" name="AutoShape 14">
              <a:extLst>
                <a:ext uri="{FF2B5EF4-FFF2-40B4-BE49-F238E27FC236}">
                  <a16:creationId xmlns:a16="http://schemas.microsoft.com/office/drawing/2014/main" id="{F7A3B500-0F98-4F6A-2F7F-30B746BA3098}"/>
                </a:ext>
              </a:extLst>
            </p:cNvPr>
            <p:cNvCxnSpPr>
              <a:cxnSpLocks noChangeShapeType="1"/>
            </p:cNvCxnSpPr>
            <p:nvPr/>
          </p:nvCxnSpPr>
          <p:spPr bwMode="auto">
            <a:xfrm>
              <a:off x="1765443" y="4395158"/>
              <a:ext cx="25713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657" name="AutoShape 13">
              <a:extLst>
                <a:ext uri="{FF2B5EF4-FFF2-40B4-BE49-F238E27FC236}">
                  <a16:creationId xmlns:a16="http://schemas.microsoft.com/office/drawing/2014/main" id="{383A9A81-A5DA-53B5-E1BE-A6BD1DC55F34}"/>
                </a:ext>
              </a:extLst>
            </p:cNvPr>
            <p:cNvCxnSpPr>
              <a:cxnSpLocks noChangeShapeType="1"/>
            </p:cNvCxnSpPr>
            <p:nvPr/>
          </p:nvCxnSpPr>
          <p:spPr bwMode="auto">
            <a:xfrm>
              <a:off x="1765443" y="5139697"/>
              <a:ext cx="25713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658" name="AutoShape 12">
              <a:extLst>
                <a:ext uri="{FF2B5EF4-FFF2-40B4-BE49-F238E27FC236}">
                  <a16:creationId xmlns:a16="http://schemas.microsoft.com/office/drawing/2014/main" id="{E3EF1F94-B66A-0B05-9B5E-7B7B681894D5}"/>
                </a:ext>
              </a:extLst>
            </p:cNvPr>
            <p:cNvCxnSpPr>
              <a:cxnSpLocks noChangeShapeType="1"/>
            </p:cNvCxnSpPr>
            <p:nvPr/>
          </p:nvCxnSpPr>
          <p:spPr bwMode="auto">
            <a:xfrm>
              <a:off x="4793636" y="4042427"/>
              <a:ext cx="25713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9659" name="Text Box 11">
              <a:extLst>
                <a:ext uri="{FF2B5EF4-FFF2-40B4-BE49-F238E27FC236}">
                  <a16:creationId xmlns:a16="http://schemas.microsoft.com/office/drawing/2014/main" id="{B91342F3-1CF0-D5DA-D2A7-F521EF5DD9AD}"/>
                </a:ext>
              </a:extLst>
            </p:cNvPr>
            <p:cNvSpPr txBox="1">
              <a:spLocks noChangeArrowheads="1"/>
            </p:cNvSpPr>
            <p:nvPr/>
          </p:nvSpPr>
          <p:spPr bwMode="auto">
            <a:xfrm>
              <a:off x="1471244" y="2766680"/>
              <a:ext cx="281355" cy="54493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a:t>
              </a:r>
              <a:endParaRPr lang="en-US" altLang="en-US" sz="1600"/>
            </a:p>
          </p:txBody>
        </p:sp>
        <p:sp>
          <p:nvSpPr>
            <p:cNvPr id="69660" name="Text Box 10">
              <a:extLst>
                <a:ext uri="{FF2B5EF4-FFF2-40B4-BE49-F238E27FC236}">
                  <a16:creationId xmlns:a16="http://schemas.microsoft.com/office/drawing/2014/main" id="{16D70E89-E31E-CD0D-1123-5CA876BDBF2C}"/>
                </a:ext>
              </a:extLst>
            </p:cNvPr>
            <p:cNvSpPr txBox="1">
              <a:spLocks noChangeArrowheads="1"/>
            </p:cNvSpPr>
            <p:nvPr/>
          </p:nvSpPr>
          <p:spPr bwMode="auto">
            <a:xfrm>
              <a:off x="1459901" y="3457357"/>
              <a:ext cx="237476" cy="54493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b</a:t>
              </a:r>
              <a:endParaRPr lang="en-US" altLang="en-US" sz="1600"/>
            </a:p>
          </p:txBody>
        </p:sp>
        <p:sp>
          <p:nvSpPr>
            <p:cNvPr id="69661" name="Text Box 9">
              <a:extLst>
                <a:ext uri="{FF2B5EF4-FFF2-40B4-BE49-F238E27FC236}">
                  <a16:creationId xmlns:a16="http://schemas.microsoft.com/office/drawing/2014/main" id="{1A4393E7-D305-72E0-D2A5-5EF092C605B6}"/>
                </a:ext>
              </a:extLst>
            </p:cNvPr>
            <p:cNvSpPr txBox="1">
              <a:spLocks noChangeArrowheads="1"/>
            </p:cNvSpPr>
            <p:nvPr/>
          </p:nvSpPr>
          <p:spPr bwMode="auto">
            <a:xfrm>
              <a:off x="1449313" y="4173381"/>
              <a:ext cx="289660" cy="54493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c</a:t>
              </a:r>
              <a:endParaRPr lang="en-US" altLang="en-US" sz="1600"/>
            </a:p>
          </p:txBody>
        </p:sp>
        <p:sp>
          <p:nvSpPr>
            <p:cNvPr id="69662" name="Text Box 8">
              <a:extLst>
                <a:ext uri="{FF2B5EF4-FFF2-40B4-BE49-F238E27FC236}">
                  <a16:creationId xmlns:a16="http://schemas.microsoft.com/office/drawing/2014/main" id="{FBE5BB47-3866-73E0-FF20-160DA449242C}"/>
                </a:ext>
              </a:extLst>
            </p:cNvPr>
            <p:cNvSpPr txBox="1">
              <a:spLocks noChangeArrowheads="1"/>
            </p:cNvSpPr>
            <p:nvPr/>
          </p:nvSpPr>
          <p:spPr bwMode="auto">
            <a:xfrm>
              <a:off x="1447800" y="4917919"/>
              <a:ext cx="291172" cy="418209"/>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d</a:t>
              </a:r>
              <a:endParaRPr lang="en-US" altLang="en-US" sz="1600"/>
            </a:p>
          </p:txBody>
        </p:sp>
        <p:sp>
          <p:nvSpPr>
            <p:cNvPr id="69663" name="Text Box 7">
              <a:extLst>
                <a:ext uri="{FF2B5EF4-FFF2-40B4-BE49-F238E27FC236}">
                  <a16:creationId xmlns:a16="http://schemas.microsoft.com/office/drawing/2014/main" id="{9403C84D-727E-6CA0-43CD-1EA7F0E3B0CA}"/>
                </a:ext>
              </a:extLst>
            </p:cNvPr>
            <p:cNvSpPr txBox="1">
              <a:spLocks noChangeArrowheads="1"/>
            </p:cNvSpPr>
            <p:nvPr/>
          </p:nvSpPr>
          <p:spPr bwMode="auto">
            <a:xfrm>
              <a:off x="5032625" y="3824874"/>
              <a:ext cx="453775" cy="54493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y</a:t>
              </a:r>
              <a:endParaRPr lang="en-US" altLang="en-US" sz="1600"/>
            </a:p>
          </p:txBody>
        </p:sp>
        <p:sp>
          <p:nvSpPr>
            <p:cNvPr id="69664" name="Text Box 6">
              <a:extLst>
                <a:ext uri="{FF2B5EF4-FFF2-40B4-BE49-F238E27FC236}">
                  <a16:creationId xmlns:a16="http://schemas.microsoft.com/office/drawing/2014/main" id="{2485703E-A0A7-D979-B162-1D12CFC48172}"/>
                </a:ext>
              </a:extLst>
            </p:cNvPr>
            <p:cNvSpPr txBox="1">
              <a:spLocks noChangeArrowheads="1"/>
            </p:cNvSpPr>
            <p:nvPr/>
          </p:nvSpPr>
          <p:spPr bwMode="auto">
            <a:xfrm>
              <a:off x="1989305" y="2362200"/>
              <a:ext cx="830095" cy="42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ra</a:t>
              </a:r>
              <a:endParaRPr lang="en-US" altLang="en-US" sz="1600"/>
            </a:p>
          </p:txBody>
        </p:sp>
        <p:sp>
          <p:nvSpPr>
            <p:cNvPr id="69665" name="Text Box 5">
              <a:extLst>
                <a:ext uri="{FF2B5EF4-FFF2-40B4-BE49-F238E27FC236}">
                  <a16:creationId xmlns:a16="http://schemas.microsoft.com/office/drawing/2014/main" id="{87C3408A-5C21-25F1-4064-55DE8F43D116}"/>
                </a:ext>
              </a:extLst>
            </p:cNvPr>
            <p:cNvSpPr txBox="1">
              <a:spLocks noChangeArrowheads="1"/>
            </p:cNvSpPr>
            <p:nvPr/>
          </p:nvSpPr>
          <p:spPr bwMode="auto">
            <a:xfrm>
              <a:off x="4477506" y="3406665"/>
              <a:ext cx="369071" cy="42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ry</a:t>
              </a:r>
              <a:endParaRPr lang="en-US" altLang="en-US" sz="1600"/>
            </a:p>
          </p:txBody>
        </p:sp>
        <p:sp>
          <p:nvSpPr>
            <p:cNvPr id="69666" name="Text Box 4">
              <a:extLst>
                <a:ext uri="{FF2B5EF4-FFF2-40B4-BE49-F238E27FC236}">
                  <a16:creationId xmlns:a16="http://schemas.microsoft.com/office/drawing/2014/main" id="{284DC69E-2657-E954-5CC1-2870A288BD42}"/>
                </a:ext>
              </a:extLst>
            </p:cNvPr>
            <p:cNvSpPr txBox="1">
              <a:spLocks noChangeArrowheads="1"/>
            </p:cNvSpPr>
            <p:nvPr/>
          </p:nvSpPr>
          <p:spPr bwMode="auto">
            <a:xfrm>
              <a:off x="1987793" y="3153980"/>
              <a:ext cx="369071" cy="42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rb</a:t>
              </a:r>
              <a:endParaRPr lang="en-US" altLang="en-US" sz="1600"/>
            </a:p>
          </p:txBody>
        </p:sp>
        <p:sp>
          <p:nvSpPr>
            <p:cNvPr id="69667" name="Text Box 3">
              <a:extLst>
                <a:ext uri="{FF2B5EF4-FFF2-40B4-BE49-F238E27FC236}">
                  <a16:creationId xmlns:a16="http://schemas.microsoft.com/office/drawing/2014/main" id="{03F83F4C-7379-93DA-433A-2F41B410A85F}"/>
                </a:ext>
              </a:extLst>
            </p:cNvPr>
            <p:cNvSpPr txBox="1">
              <a:spLocks noChangeArrowheads="1"/>
            </p:cNvSpPr>
            <p:nvPr/>
          </p:nvSpPr>
          <p:spPr bwMode="auto">
            <a:xfrm>
              <a:off x="1987793" y="3889811"/>
              <a:ext cx="369071" cy="42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rc</a:t>
              </a:r>
              <a:endParaRPr lang="en-US" altLang="en-US" sz="1600"/>
            </a:p>
          </p:txBody>
        </p:sp>
        <p:sp>
          <p:nvSpPr>
            <p:cNvPr id="69668" name="Text Box 2">
              <a:extLst>
                <a:ext uri="{FF2B5EF4-FFF2-40B4-BE49-F238E27FC236}">
                  <a16:creationId xmlns:a16="http://schemas.microsoft.com/office/drawing/2014/main" id="{FE1C6F98-AD7A-C406-7E92-2DE9B0621107}"/>
                </a:ext>
              </a:extLst>
            </p:cNvPr>
            <p:cNvSpPr txBox="1">
              <a:spLocks noChangeArrowheads="1"/>
            </p:cNvSpPr>
            <p:nvPr/>
          </p:nvSpPr>
          <p:spPr bwMode="auto">
            <a:xfrm>
              <a:off x="1987793" y="4633293"/>
              <a:ext cx="369071" cy="42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rd</a:t>
              </a:r>
              <a:endParaRPr lang="en-US" altLang="en-US" sz="1600"/>
            </a:p>
          </p:txBody>
        </p:sp>
      </p:grpSp>
      <p:sp>
        <p:nvSpPr>
          <p:cNvPr id="69638" name="TextBox 60">
            <a:extLst>
              <a:ext uri="{FF2B5EF4-FFF2-40B4-BE49-F238E27FC236}">
                <a16:creationId xmlns:a16="http://schemas.microsoft.com/office/drawing/2014/main" id="{AE3E0C41-AEE6-50DD-1C9D-113DCAB6BAFC}"/>
              </a:ext>
            </a:extLst>
          </p:cNvPr>
          <p:cNvSpPr txBox="1">
            <a:spLocks noChangeArrowheads="1"/>
          </p:cNvSpPr>
          <p:nvPr/>
        </p:nvSpPr>
        <p:spPr bwMode="auto">
          <a:xfrm>
            <a:off x="2667000" y="5268913"/>
            <a:ext cx="7086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Tmin= T</a:t>
            </a:r>
            <a:r>
              <a:rPr lang="en-US" altLang="en-US" sz="2000" baseline="-25000"/>
              <a:t>CLK-Q</a:t>
            </a:r>
            <a:r>
              <a:rPr lang="en-US" altLang="en-US" sz="2000"/>
              <a:t> + 2*T</a:t>
            </a:r>
            <a:r>
              <a:rPr lang="en-US" altLang="en-US" sz="2000" baseline="-25000"/>
              <a:t>COMB, MAX</a:t>
            </a:r>
            <a:r>
              <a:rPr lang="en-US" altLang="en-US" sz="2000"/>
              <a:t> + T</a:t>
            </a:r>
            <a:r>
              <a:rPr lang="en-US" altLang="en-US" sz="2000" baseline="-25000"/>
              <a:t>SETUP</a:t>
            </a:r>
            <a:r>
              <a:rPr lang="en-US" altLang="en-US" sz="2000"/>
              <a:t> + T</a:t>
            </a:r>
            <a:r>
              <a:rPr lang="en-US" altLang="en-US" sz="2000" baseline="-25000"/>
              <a:t>SKEW </a:t>
            </a:r>
            <a:r>
              <a:rPr lang="en-US" altLang="en-US" sz="2000"/>
              <a:t>+ T</a:t>
            </a:r>
            <a:r>
              <a:rPr lang="en-US" altLang="en-US" sz="2000" baseline="-25000"/>
              <a:t>JITTER</a:t>
            </a:r>
            <a:r>
              <a:rPr lang="en-US" altLang="en-US" sz="2000"/>
              <a:t>+T</a:t>
            </a:r>
            <a:r>
              <a:rPr lang="en-US" altLang="en-US" sz="2000" baseline="-25000"/>
              <a:t>T</a:t>
            </a:r>
            <a:r>
              <a:rPr lang="en-US" altLang="en-US" sz="2000"/>
              <a:t> </a:t>
            </a:r>
            <a:endParaRPr lang="en-GB" altLang="en-US"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14EDD7CF-E02E-4A06-7722-440BA17BD676}"/>
              </a:ext>
            </a:extLst>
          </p:cNvPr>
          <p:cNvSpPr>
            <a:spLocks noGrp="1" noChangeArrowheads="1"/>
          </p:cNvSpPr>
          <p:nvPr>
            <p:ph type="title"/>
          </p:nvPr>
        </p:nvSpPr>
        <p:spPr/>
        <p:txBody>
          <a:bodyPr/>
          <a:lstStyle/>
          <a:p>
            <a:r>
              <a:rPr lang="en-US" altLang="en-US"/>
              <a:t>Pipelined    Addition</a:t>
            </a:r>
            <a:endParaRPr lang="en-GB" altLang="en-US"/>
          </a:p>
        </p:txBody>
      </p:sp>
      <p:sp>
        <p:nvSpPr>
          <p:cNvPr id="70659" name="Rectangle 55">
            <a:extLst>
              <a:ext uri="{FF2B5EF4-FFF2-40B4-BE49-F238E27FC236}">
                <a16:creationId xmlns:a16="http://schemas.microsoft.com/office/drawing/2014/main" id="{7A4CB1C3-6271-CDFF-E8A4-693F9BF77D6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0660" name="Rectangle 118">
            <a:extLst>
              <a:ext uri="{FF2B5EF4-FFF2-40B4-BE49-F238E27FC236}">
                <a16:creationId xmlns:a16="http://schemas.microsoft.com/office/drawing/2014/main" id="{379B65BF-3E98-7EC8-EDC5-F0F4E22B39E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70661" name="Group 112">
            <a:extLst>
              <a:ext uri="{FF2B5EF4-FFF2-40B4-BE49-F238E27FC236}">
                <a16:creationId xmlns:a16="http://schemas.microsoft.com/office/drawing/2014/main" id="{1528CE29-55D0-4EE4-1B08-94B27DA5AA38}"/>
              </a:ext>
            </a:extLst>
          </p:cNvPr>
          <p:cNvGrpSpPr>
            <a:grpSpLocks/>
          </p:cNvGrpSpPr>
          <p:nvPr/>
        </p:nvGrpSpPr>
        <p:grpSpPr bwMode="auto">
          <a:xfrm>
            <a:off x="2438400" y="1905000"/>
            <a:ext cx="4389438" cy="2560638"/>
            <a:chOff x="914399" y="1904999"/>
            <a:chExt cx="4389120" cy="2560320"/>
          </a:xfrm>
        </p:grpSpPr>
        <p:grpSp>
          <p:nvGrpSpPr>
            <p:cNvPr id="70663" name="Group 109">
              <a:extLst>
                <a:ext uri="{FF2B5EF4-FFF2-40B4-BE49-F238E27FC236}">
                  <a16:creationId xmlns:a16="http://schemas.microsoft.com/office/drawing/2014/main" id="{D0F20A37-DC1B-ADD2-5941-49106F09D71D}"/>
                </a:ext>
              </a:extLst>
            </p:cNvPr>
            <p:cNvGrpSpPr>
              <a:grpSpLocks/>
            </p:cNvGrpSpPr>
            <p:nvPr/>
          </p:nvGrpSpPr>
          <p:grpSpPr bwMode="auto">
            <a:xfrm>
              <a:off x="2364587" y="2266070"/>
              <a:ext cx="358809" cy="716173"/>
              <a:chOff x="2415" y="1635"/>
              <a:chExt cx="615" cy="983"/>
            </a:xfrm>
          </p:grpSpPr>
          <p:sp>
            <p:nvSpPr>
              <p:cNvPr id="70708" name="Line 117">
                <a:extLst>
                  <a:ext uri="{FF2B5EF4-FFF2-40B4-BE49-F238E27FC236}">
                    <a16:creationId xmlns:a16="http://schemas.microsoft.com/office/drawing/2014/main" id="{8B775EEA-1CB6-9A64-2519-FAE0980B9DEB}"/>
                  </a:ext>
                </a:extLst>
              </p:cNvPr>
              <p:cNvSpPr>
                <a:spLocks noChangeShapeType="1"/>
              </p:cNvSpPr>
              <p:nvPr/>
            </p:nvSpPr>
            <p:spPr bwMode="auto">
              <a:xfrm>
                <a:off x="2415" y="1635"/>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9" name="Line 116">
                <a:extLst>
                  <a:ext uri="{FF2B5EF4-FFF2-40B4-BE49-F238E27FC236}">
                    <a16:creationId xmlns:a16="http://schemas.microsoft.com/office/drawing/2014/main" id="{A1495C96-B4B9-BEAE-7B65-E238D4BCAD00}"/>
                  </a:ext>
                </a:extLst>
              </p:cNvPr>
              <p:cNvSpPr>
                <a:spLocks noChangeShapeType="1"/>
              </p:cNvSpPr>
              <p:nvPr/>
            </p:nvSpPr>
            <p:spPr bwMode="auto">
              <a:xfrm>
                <a:off x="2415" y="1993"/>
                <a:ext cx="142" cy="1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0" name="Line 115">
                <a:extLst>
                  <a:ext uri="{FF2B5EF4-FFF2-40B4-BE49-F238E27FC236}">
                    <a16:creationId xmlns:a16="http://schemas.microsoft.com/office/drawing/2014/main" id="{963E3824-29B7-96E6-9F07-31C46C044588}"/>
                  </a:ext>
                </a:extLst>
              </p:cNvPr>
              <p:cNvSpPr>
                <a:spLocks noChangeShapeType="1"/>
              </p:cNvSpPr>
              <p:nvPr/>
            </p:nvSpPr>
            <p:spPr bwMode="auto">
              <a:xfrm rot="-5400000">
                <a:off x="2421" y="2117"/>
                <a:ext cx="129" cy="1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1" name="Line 114">
                <a:extLst>
                  <a:ext uri="{FF2B5EF4-FFF2-40B4-BE49-F238E27FC236}">
                    <a16:creationId xmlns:a16="http://schemas.microsoft.com/office/drawing/2014/main" id="{CEB33397-3C59-F369-6319-764F5C9E06E5}"/>
                  </a:ext>
                </a:extLst>
              </p:cNvPr>
              <p:cNvSpPr>
                <a:spLocks noChangeShapeType="1"/>
              </p:cNvSpPr>
              <p:nvPr/>
            </p:nvSpPr>
            <p:spPr bwMode="auto">
              <a:xfrm>
                <a:off x="2415" y="2250"/>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2" name="Line 113">
                <a:extLst>
                  <a:ext uri="{FF2B5EF4-FFF2-40B4-BE49-F238E27FC236}">
                    <a16:creationId xmlns:a16="http://schemas.microsoft.com/office/drawing/2014/main" id="{F59EB4BF-4910-65A3-5F51-6F72FCA655B5}"/>
                  </a:ext>
                </a:extLst>
              </p:cNvPr>
              <p:cNvSpPr>
                <a:spLocks noChangeShapeType="1"/>
              </p:cNvSpPr>
              <p:nvPr/>
            </p:nvSpPr>
            <p:spPr bwMode="auto">
              <a:xfrm>
                <a:off x="3015" y="1908"/>
                <a:ext cx="0" cy="5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3" name="Line 112">
                <a:extLst>
                  <a:ext uri="{FF2B5EF4-FFF2-40B4-BE49-F238E27FC236}">
                    <a16:creationId xmlns:a16="http://schemas.microsoft.com/office/drawing/2014/main" id="{3B1925B2-6D24-CC5C-FECC-6F81A3355BCE}"/>
                  </a:ext>
                </a:extLst>
              </p:cNvPr>
              <p:cNvSpPr>
                <a:spLocks noChangeShapeType="1"/>
              </p:cNvSpPr>
              <p:nvPr/>
            </p:nvSpPr>
            <p:spPr bwMode="auto">
              <a:xfrm>
                <a:off x="2430" y="1635"/>
                <a:ext cx="600" cy="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4" name="Line 111">
                <a:extLst>
                  <a:ext uri="{FF2B5EF4-FFF2-40B4-BE49-F238E27FC236}">
                    <a16:creationId xmlns:a16="http://schemas.microsoft.com/office/drawing/2014/main" id="{0AD52767-6D9B-45AD-8FA0-1768848352C6}"/>
                  </a:ext>
                </a:extLst>
              </p:cNvPr>
              <p:cNvSpPr>
                <a:spLocks noChangeShapeType="1"/>
              </p:cNvSpPr>
              <p:nvPr/>
            </p:nvSpPr>
            <p:spPr bwMode="auto">
              <a:xfrm flipV="1">
                <a:off x="2430" y="2414"/>
                <a:ext cx="585" cy="20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15" name="Text Box 110">
                <a:extLst>
                  <a:ext uri="{FF2B5EF4-FFF2-40B4-BE49-F238E27FC236}">
                    <a16:creationId xmlns:a16="http://schemas.microsoft.com/office/drawing/2014/main" id="{24A5DBF4-6DC3-6C98-CFA5-892F2D665EDC}"/>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grpSp>
          <p:nvGrpSpPr>
            <p:cNvPr id="70664" name="Group 100">
              <a:extLst>
                <a:ext uri="{FF2B5EF4-FFF2-40B4-BE49-F238E27FC236}">
                  <a16:creationId xmlns:a16="http://schemas.microsoft.com/office/drawing/2014/main" id="{7EFD5079-3885-9A55-1259-D27F89E32442}"/>
                </a:ext>
              </a:extLst>
            </p:cNvPr>
            <p:cNvGrpSpPr>
              <a:grpSpLocks/>
            </p:cNvGrpSpPr>
            <p:nvPr/>
          </p:nvGrpSpPr>
          <p:grpSpPr bwMode="auto">
            <a:xfrm>
              <a:off x="3721925" y="2803200"/>
              <a:ext cx="358809" cy="716173"/>
              <a:chOff x="2415" y="1635"/>
              <a:chExt cx="615" cy="983"/>
            </a:xfrm>
          </p:grpSpPr>
          <p:sp>
            <p:nvSpPr>
              <p:cNvPr id="70700" name="Line 108">
                <a:extLst>
                  <a:ext uri="{FF2B5EF4-FFF2-40B4-BE49-F238E27FC236}">
                    <a16:creationId xmlns:a16="http://schemas.microsoft.com/office/drawing/2014/main" id="{41AAD916-6875-228D-AEBD-B351935A2477}"/>
                  </a:ext>
                </a:extLst>
              </p:cNvPr>
              <p:cNvSpPr>
                <a:spLocks noChangeShapeType="1"/>
              </p:cNvSpPr>
              <p:nvPr/>
            </p:nvSpPr>
            <p:spPr bwMode="auto">
              <a:xfrm>
                <a:off x="2415" y="1635"/>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1" name="Line 107">
                <a:extLst>
                  <a:ext uri="{FF2B5EF4-FFF2-40B4-BE49-F238E27FC236}">
                    <a16:creationId xmlns:a16="http://schemas.microsoft.com/office/drawing/2014/main" id="{449888BA-679C-1620-2135-073573BCD273}"/>
                  </a:ext>
                </a:extLst>
              </p:cNvPr>
              <p:cNvSpPr>
                <a:spLocks noChangeShapeType="1"/>
              </p:cNvSpPr>
              <p:nvPr/>
            </p:nvSpPr>
            <p:spPr bwMode="auto">
              <a:xfrm>
                <a:off x="2415" y="1993"/>
                <a:ext cx="142" cy="1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2" name="Line 106">
                <a:extLst>
                  <a:ext uri="{FF2B5EF4-FFF2-40B4-BE49-F238E27FC236}">
                    <a16:creationId xmlns:a16="http://schemas.microsoft.com/office/drawing/2014/main" id="{7B942A0A-1892-0BDD-46FD-0FDF8F13DA69}"/>
                  </a:ext>
                </a:extLst>
              </p:cNvPr>
              <p:cNvSpPr>
                <a:spLocks noChangeShapeType="1"/>
              </p:cNvSpPr>
              <p:nvPr/>
            </p:nvSpPr>
            <p:spPr bwMode="auto">
              <a:xfrm rot="-5400000">
                <a:off x="2421" y="2117"/>
                <a:ext cx="129" cy="1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3" name="Line 105">
                <a:extLst>
                  <a:ext uri="{FF2B5EF4-FFF2-40B4-BE49-F238E27FC236}">
                    <a16:creationId xmlns:a16="http://schemas.microsoft.com/office/drawing/2014/main" id="{80E8D71E-B60D-4786-73DA-FA8165632A7C}"/>
                  </a:ext>
                </a:extLst>
              </p:cNvPr>
              <p:cNvSpPr>
                <a:spLocks noChangeShapeType="1"/>
              </p:cNvSpPr>
              <p:nvPr/>
            </p:nvSpPr>
            <p:spPr bwMode="auto">
              <a:xfrm>
                <a:off x="2415" y="2250"/>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4" name="Line 104">
                <a:extLst>
                  <a:ext uri="{FF2B5EF4-FFF2-40B4-BE49-F238E27FC236}">
                    <a16:creationId xmlns:a16="http://schemas.microsoft.com/office/drawing/2014/main" id="{18A1C5EC-9BE9-BF55-3FFC-5B63AF39195B}"/>
                  </a:ext>
                </a:extLst>
              </p:cNvPr>
              <p:cNvSpPr>
                <a:spLocks noChangeShapeType="1"/>
              </p:cNvSpPr>
              <p:nvPr/>
            </p:nvSpPr>
            <p:spPr bwMode="auto">
              <a:xfrm>
                <a:off x="3015" y="1908"/>
                <a:ext cx="0" cy="5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5" name="Line 103">
                <a:extLst>
                  <a:ext uri="{FF2B5EF4-FFF2-40B4-BE49-F238E27FC236}">
                    <a16:creationId xmlns:a16="http://schemas.microsoft.com/office/drawing/2014/main" id="{FC011250-1D2C-6678-1CCF-C2F55D36FDDA}"/>
                  </a:ext>
                </a:extLst>
              </p:cNvPr>
              <p:cNvSpPr>
                <a:spLocks noChangeShapeType="1"/>
              </p:cNvSpPr>
              <p:nvPr/>
            </p:nvSpPr>
            <p:spPr bwMode="auto">
              <a:xfrm>
                <a:off x="2430" y="1635"/>
                <a:ext cx="600" cy="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6" name="Line 102">
                <a:extLst>
                  <a:ext uri="{FF2B5EF4-FFF2-40B4-BE49-F238E27FC236}">
                    <a16:creationId xmlns:a16="http://schemas.microsoft.com/office/drawing/2014/main" id="{6F4781AD-752D-1FD2-5F89-49C6AE1A0037}"/>
                  </a:ext>
                </a:extLst>
              </p:cNvPr>
              <p:cNvSpPr>
                <a:spLocks noChangeShapeType="1"/>
              </p:cNvSpPr>
              <p:nvPr/>
            </p:nvSpPr>
            <p:spPr bwMode="auto">
              <a:xfrm flipV="1">
                <a:off x="2430" y="2414"/>
                <a:ext cx="585" cy="20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7" name="Text Box 101">
                <a:extLst>
                  <a:ext uri="{FF2B5EF4-FFF2-40B4-BE49-F238E27FC236}">
                    <a16:creationId xmlns:a16="http://schemas.microsoft.com/office/drawing/2014/main" id="{A5DCE29B-B1A4-3C64-2D31-B991429596E8}"/>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sp>
          <p:nvSpPr>
            <p:cNvPr id="70665" name="Rectangle 99">
              <a:extLst>
                <a:ext uri="{FF2B5EF4-FFF2-40B4-BE49-F238E27FC236}">
                  <a16:creationId xmlns:a16="http://schemas.microsoft.com/office/drawing/2014/main" id="{86368A92-3BFF-1922-A812-148626BAE343}"/>
                </a:ext>
              </a:extLst>
            </p:cNvPr>
            <p:cNvSpPr>
              <a:spLocks noChangeArrowheads="1"/>
            </p:cNvSpPr>
            <p:nvPr/>
          </p:nvSpPr>
          <p:spPr bwMode="auto">
            <a:xfrm>
              <a:off x="1526578" y="1904999"/>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70666" name="Rectangle 98">
              <a:extLst>
                <a:ext uri="{FF2B5EF4-FFF2-40B4-BE49-F238E27FC236}">
                  <a16:creationId xmlns:a16="http://schemas.microsoft.com/office/drawing/2014/main" id="{CCD037F4-FA83-0E58-8760-B6A432B4CC74}"/>
                </a:ext>
              </a:extLst>
            </p:cNvPr>
            <p:cNvSpPr>
              <a:spLocks noChangeArrowheads="1"/>
            </p:cNvSpPr>
            <p:nvPr/>
          </p:nvSpPr>
          <p:spPr bwMode="auto">
            <a:xfrm>
              <a:off x="1514775" y="2591332"/>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70667" name="Rectangle 97">
              <a:extLst>
                <a:ext uri="{FF2B5EF4-FFF2-40B4-BE49-F238E27FC236}">
                  <a16:creationId xmlns:a16="http://schemas.microsoft.com/office/drawing/2014/main" id="{F63816DF-C9AA-8408-5FE2-5A079584D32E}"/>
                </a:ext>
              </a:extLst>
            </p:cNvPr>
            <p:cNvSpPr>
              <a:spLocks noChangeArrowheads="1"/>
            </p:cNvSpPr>
            <p:nvPr/>
          </p:nvSpPr>
          <p:spPr bwMode="auto">
            <a:xfrm>
              <a:off x="1519496" y="3958029"/>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dirty="0"/>
            </a:p>
          </p:txBody>
        </p:sp>
        <p:cxnSp>
          <p:nvCxnSpPr>
            <p:cNvPr id="70668" name="AutoShape 96">
              <a:extLst>
                <a:ext uri="{FF2B5EF4-FFF2-40B4-BE49-F238E27FC236}">
                  <a16:creationId xmlns:a16="http://schemas.microsoft.com/office/drawing/2014/main" id="{40CC8AAB-418A-175C-415C-33E8FA5D240F}"/>
                </a:ext>
              </a:extLst>
            </p:cNvPr>
            <p:cNvCxnSpPr>
              <a:cxnSpLocks noChangeShapeType="1"/>
            </p:cNvCxnSpPr>
            <p:nvPr/>
          </p:nvCxnSpPr>
          <p:spPr bwMode="auto">
            <a:xfrm>
              <a:off x="1796472" y="2161628"/>
              <a:ext cx="568115" cy="281496"/>
            </a:xfrm>
            <a:prstGeom prst="bentConnector3">
              <a:avLst>
                <a:gd name="adj1" fmla="val 5000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70669" name="AutoShape 95">
              <a:extLst>
                <a:ext uri="{FF2B5EF4-FFF2-40B4-BE49-F238E27FC236}">
                  <a16:creationId xmlns:a16="http://schemas.microsoft.com/office/drawing/2014/main" id="{B15B4674-DE86-3AE6-4A78-3244E535F53E}"/>
                </a:ext>
              </a:extLst>
            </p:cNvPr>
            <p:cNvCxnSpPr>
              <a:cxnSpLocks noChangeShapeType="1"/>
            </p:cNvCxnSpPr>
            <p:nvPr/>
          </p:nvCxnSpPr>
          <p:spPr bwMode="auto">
            <a:xfrm>
              <a:off x="1255111" y="2161628"/>
              <a:ext cx="267533"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70" name="AutoShape 94">
              <a:extLst>
                <a:ext uri="{FF2B5EF4-FFF2-40B4-BE49-F238E27FC236}">
                  <a16:creationId xmlns:a16="http://schemas.microsoft.com/office/drawing/2014/main" id="{A3FC751E-B174-EF27-860D-03F65CC8B8D1}"/>
                </a:ext>
              </a:extLst>
            </p:cNvPr>
            <p:cNvCxnSpPr>
              <a:cxnSpLocks noChangeShapeType="1"/>
            </p:cNvCxnSpPr>
            <p:nvPr/>
          </p:nvCxnSpPr>
          <p:spPr bwMode="auto">
            <a:xfrm>
              <a:off x="1255111" y="2812152"/>
              <a:ext cx="267533"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0671" name="Text Box 93">
              <a:extLst>
                <a:ext uri="{FF2B5EF4-FFF2-40B4-BE49-F238E27FC236}">
                  <a16:creationId xmlns:a16="http://schemas.microsoft.com/office/drawing/2014/main" id="{32745856-B3D7-B93C-3ACD-B2852AFAA201}"/>
                </a:ext>
              </a:extLst>
            </p:cNvPr>
            <p:cNvSpPr txBox="1">
              <a:spLocks noChangeArrowheads="1"/>
            </p:cNvSpPr>
            <p:nvPr/>
          </p:nvSpPr>
          <p:spPr bwMode="auto">
            <a:xfrm>
              <a:off x="937218" y="1964680"/>
              <a:ext cx="247075" cy="51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a:t>
              </a:r>
              <a:endParaRPr lang="en-US" altLang="en-US" sz="1600"/>
            </a:p>
          </p:txBody>
        </p:sp>
        <p:sp>
          <p:nvSpPr>
            <p:cNvPr id="70672" name="Text Box 92">
              <a:extLst>
                <a:ext uri="{FF2B5EF4-FFF2-40B4-BE49-F238E27FC236}">
                  <a16:creationId xmlns:a16="http://schemas.microsoft.com/office/drawing/2014/main" id="{33E04FF8-133B-2C07-C988-DB08F8C02377}"/>
                </a:ext>
              </a:extLst>
            </p:cNvPr>
            <p:cNvSpPr txBox="1">
              <a:spLocks noChangeArrowheads="1"/>
            </p:cNvSpPr>
            <p:nvPr/>
          </p:nvSpPr>
          <p:spPr bwMode="auto">
            <a:xfrm>
              <a:off x="925415" y="2615204"/>
              <a:ext cx="247075" cy="51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b</a:t>
              </a:r>
              <a:endParaRPr lang="en-US" altLang="en-US" sz="1600"/>
            </a:p>
          </p:txBody>
        </p:sp>
        <p:sp>
          <p:nvSpPr>
            <p:cNvPr id="70673" name="Text Box 91">
              <a:extLst>
                <a:ext uri="{FF2B5EF4-FFF2-40B4-BE49-F238E27FC236}">
                  <a16:creationId xmlns:a16="http://schemas.microsoft.com/office/drawing/2014/main" id="{9260C83A-81C3-5403-A5D8-79AF2C608DC8}"/>
                </a:ext>
              </a:extLst>
            </p:cNvPr>
            <p:cNvSpPr txBox="1">
              <a:spLocks noChangeArrowheads="1"/>
            </p:cNvSpPr>
            <p:nvPr/>
          </p:nvSpPr>
          <p:spPr bwMode="auto">
            <a:xfrm>
              <a:off x="987577" y="3982897"/>
              <a:ext cx="302942" cy="39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d</a:t>
              </a:r>
              <a:endParaRPr lang="en-US" altLang="en-US" sz="1600"/>
            </a:p>
          </p:txBody>
        </p:sp>
        <p:grpSp>
          <p:nvGrpSpPr>
            <p:cNvPr id="70674" name="Group 82">
              <a:extLst>
                <a:ext uri="{FF2B5EF4-FFF2-40B4-BE49-F238E27FC236}">
                  <a16:creationId xmlns:a16="http://schemas.microsoft.com/office/drawing/2014/main" id="{019B4892-DC47-CA81-CC57-3AD733BF51F4}"/>
                </a:ext>
              </a:extLst>
            </p:cNvPr>
            <p:cNvGrpSpPr>
              <a:grpSpLocks/>
            </p:cNvGrpSpPr>
            <p:nvPr/>
          </p:nvGrpSpPr>
          <p:grpSpPr bwMode="auto">
            <a:xfrm>
              <a:off x="2340981" y="3370170"/>
              <a:ext cx="358809" cy="716173"/>
              <a:chOff x="2415" y="1635"/>
              <a:chExt cx="615" cy="983"/>
            </a:xfrm>
          </p:grpSpPr>
          <p:sp>
            <p:nvSpPr>
              <p:cNvPr id="70692" name="Line 90">
                <a:extLst>
                  <a:ext uri="{FF2B5EF4-FFF2-40B4-BE49-F238E27FC236}">
                    <a16:creationId xmlns:a16="http://schemas.microsoft.com/office/drawing/2014/main" id="{A82A91D2-CB0F-E4EC-BBB3-AA9198F74B6E}"/>
                  </a:ext>
                </a:extLst>
              </p:cNvPr>
              <p:cNvSpPr>
                <a:spLocks noChangeShapeType="1"/>
              </p:cNvSpPr>
              <p:nvPr/>
            </p:nvSpPr>
            <p:spPr bwMode="auto">
              <a:xfrm>
                <a:off x="2415" y="1635"/>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3" name="Line 89">
                <a:extLst>
                  <a:ext uri="{FF2B5EF4-FFF2-40B4-BE49-F238E27FC236}">
                    <a16:creationId xmlns:a16="http://schemas.microsoft.com/office/drawing/2014/main" id="{221C6350-F86C-032E-28C1-39AA32849C75}"/>
                  </a:ext>
                </a:extLst>
              </p:cNvPr>
              <p:cNvSpPr>
                <a:spLocks noChangeShapeType="1"/>
              </p:cNvSpPr>
              <p:nvPr/>
            </p:nvSpPr>
            <p:spPr bwMode="auto">
              <a:xfrm>
                <a:off x="2415" y="1993"/>
                <a:ext cx="142" cy="1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4" name="Line 88">
                <a:extLst>
                  <a:ext uri="{FF2B5EF4-FFF2-40B4-BE49-F238E27FC236}">
                    <a16:creationId xmlns:a16="http://schemas.microsoft.com/office/drawing/2014/main" id="{597B2D19-8912-4429-36E5-473F0947FDE0}"/>
                  </a:ext>
                </a:extLst>
              </p:cNvPr>
              <p:cNvSpPr>
                <a:spLocks noChangeShapeType="1"/>
              </p:cNvSpPr>
              <p:nvPr/>
            </p:nvSpPr>
            <p:spPr bwMode="auto">
              <a:xfrm rot="-5400000">
                <a:off x="2421" y="2117"/>
                <a:ext cx="129" cy="1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5" name="Line 87">
                <a:extLst>
                  <a:ext uri="{FF2B5EF4-FFF2-40B4-BE49-F238E27FC236}">
                    <a16:creationId xmlns:a16="http://schemas.microsoft.com/office/drawing/2014/main" id="{2C88C575-9134-A3C2-2C29-EC359805B6CD}"/>
                  </a:ext>
                </a:extLst>
              </p:cNvPr>
              <p:cNvSpPr>
                <a:spLocks noChangeShapeType="1"/>
              </p:cNvSpPr>
              <p:nvPr/>
            </p:nvSpPr>
            <p:spPr bwMode="auto">
              <a:xfrm>
                <a:off x="2415" y="2250"/>
                <a:ext cx="0" cy="3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6" name="Line 86">
                <a:extLst>
                  <a:ext uri="{FF2B5EF4-FFF2-40B4-BE49-F238E27FC236}">
                    <a16:creationId xmlns:a16="http://schemas.microsoft.com/office/drawing/2014/main" id="{F69CA1FA-4098-190A-9BAB-2F54B641E755}"/>
                  </a:ext>
                </a:extLst>
              </p:cNvPr>
              <p:cNvSpPr>
                <a:spLocks noChangeShapeType="1"/>
              </p:cNvSpPr>
              <p:nvPr/>
            </p:nvSpPr>
            <p:spPr bwMode="auto">
              <a:xfrm>
                <a:off x="3015" y="1908"/>
                <a:ext cx="0" cy="5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7" name="Line 85">
                <a:extLst>
                  <a:ext uri="{FF2B5EF4-FFF2-40B4-BE49-F238E27FC236}">
                    <a16:creationId xmlns:a16="http://schemas.microsoft.com/office/drawing/2014/main" id="{55AEFEAD-1516-E4B0-864B-66D79ACB8017}"/>
                  </a:ext>
                </a:extLst>
              </p:cNvPr>
              <p:cNvSpPr>
                <a:spLocks noChangeShapeType="1"/>
              </p:cNvSpPr>
              <p:nvPr/>
            </p:nvSpPr>
            <p:spPr bwMode="auto">
              <a:xfrm>
                <a:off x="2430" y="1635"/>
                <a:ext cx="600" cy="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8" name="Line 84">
                <a:extLst>
                  <a:ext uri="{FF2B5EF4-FFF2-40B4-BE49-F238E27FC236}">
                    <a16:creationId xmlns:a16="http://schemas.microsoft.com/office/drawing/2014/main" id="{D0BCFF39-19B7-F376-DDCB-C840B8EAA983}"/>
                  </a:ext>
                </a:extLst>
              </p:cNvPr>
              <p:cNvSpPr>
                <a:spLocks noChangeShapeType="1"/>
              </p:cNvSpPr>
              <p:nvPr/>
            </p:nvSpPr>
            <p:spPr bwMode="auto">
              <a:xfrm flipV="1">
                <a:off x="2430" y="2414"/>
                <a:ext cx="585" cy="20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9" name="Text Box 83">
                <a:extLst>
                  <a:ext uri="{FF2B5EF4-FFF2-40B4-BE49-F238E27FC236}">
                    <a16:creationId xmlns:a16="http://schemas.microsoft.com/office/drawing/2014/main" id="{8B86B60F-36BC-3D64-7E41-F1A49CE0294C}"/>
                  </a:ext>
                </a:extLst>
              </p:cNvPr>
              <p:cNvSpPr txBox="1">
                <a:spLocks noChangeArrowheads="1"/>
              </p:cNvSpPr>
              <p:nvPr/>
            </p:nvSpPr>
            <p:spPr bwMode="auto">
              <a:xfrm>
                <a:off x="2505" y="1920"/>
                <a:ext cx="525"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t>
                </a:r>
                <a:endParaRPr lang="en-US" altLang="en-US" sz="1600"/>
              </a:p>
            </p:txBody>
          </p:sp>
        </p:grpSp>
        <p:sp>
          <p:nvSpPr>
            <p:cNvPr id="70675" name="Line 81">
              <a:extLst>
                <a:ext uri="{FF2B5EF4-FFF2-40B4-BE49-F238E27FC236}">
                  <a16:creationId xmlns:a16="http://schemas.microsoft.com/office/drawing/2014/main" id="{14CE47D7-59A0-B792-ED76-5A8287A2AA89}"/>
                </a:ext>
              </a:extLst>
            </p:cNvPr>
            <p:cNvSpPr>
              <a:spLocks noChangeShapeType="1"/>
            </p:cNvSpPr>
            <p:nvPr/>
          </p:nvSpPr>
          <p:spPr bwMode="auto">
            <a:xfrm>
              <a:off x="4064210" y="3161287"/>
              <a:ext cx="2628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6" name="Rectangle 80">
              <a:extLst>
                <a:ext uri="{FF2B5EF4-FFF2-40B4-BE49-F238E27FC236}">
                  <a16:creationId xmlns:a16="http://schemas.microsoft.com/office/drawing/2014/main" id="{0C326BB9-6129-C3FC-667D-C7CA2BA9063C}"/>
                </a:ext>
              </a:extLst>
            </p:cNvPr>
            <p:cNvSpPr>
              <a:spLocks noChangeArrowheads="1"/>
            </p:cNvSpPr>
            <p:nvPr/>
          </p:nvSpPr>
          <p:spPr bwMode="auto">
            <a:xfrm>
              <a:off x="1514775" y="3289601"/>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70677" name="AutoShape 79">
              <a:extLst>
                <a:ext uri="{FF2B5EF4-FFF2-40B4-BE49-F238E27FC236}">
                  <a16:creationId xmlns:a16="http://schemas.microsoft.com/office/drawing/2014/main" id="{134E54FF-42B3-F9BD-9ADC-3413238C87E8}"/>
                </a:ext>
              </a:extLst>
            </p:cNvPr>
            <p:cNvCxnSpPr>
              <a:cxnSpLocks noChangeShapeType="1"/>
            </p:cNvCxnSpPr>
            <p:nvPr/>
          </p:nvCxnSpPr>
          <p:spPr bwMode="auto">
            <a:xfrm>
              <a:off x="1782309" y="2837019"/>
              <a:ext cx="579918"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70678" name="AutoShape 78">
              <a:extLst>
                <a:ext uri="{FF2B5EF4-FFF2-40B4-BE49-F238E27FC236}">
                  <a16:creationId xmlns:a16="http://schemas.microsoft.com/office/drawing/2014/main" id="{7A045DFF-6527-2759-051B-3350E3F97E9A}"/>
                </a:ext>
              </a:extLst>
            </p:cNvPr>
            <p:cNvCxnSpPr>
              <a:cxnSpLocks noChangeShapeType="1"/>
            </p:cNvCxnSpPr>
            <p:nvPr/>
          </p:nvCxnSpPr>
          <p:spPr bwMode="auto">
            <a:xfrm rot="10800000" flipV="1">
              <a:off x="1782309" y="3956040"/>
              <a:ext cx="558672" cy="260608"/>
            </a:xfrm>
            <a:prstGeom prst="bentConnector3">
              <a:avLst>
                <a:gd name="adj1" fmla="val 5000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70679" name="AutoShape 77">
              <a:extLst>
                <a:ext uri="{FF2B5EF4-FFF2-40B4-BE49-F238E27FC236}">
                  <a16:creationId xmlns:a16="http://schemas.microsoft.com/office/drawing/2014/main" id="{5931433D-0192-6652-248A-62BBEC244694}"/>
                </a:ext>
              </a:extLst>
            </p:cNvPr>
            <p:cNvCxnSpPr>
              <a:cxnSpLocks noChangeShapeType="1"/>
            </p:cNvCxnSpPr>
            <p:nvPr/>
          </p:nvCxnSpPr>
          <p:spPr bwMode="auto">
            <a:xfrm flipH="1">
              <a:off x="1794111" y="3504453"/>
              <a:ext cx="535067"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0680" name="Rectangle 76">
              <a:extLst>
                <a:ext uri="{FF2B5EF4-FFF2-40B4-BE49-F238E27FC236}">
                  <a16:creationId xmlns:a16="http://schemas.microsoft.com/office/drawing/2014/main" id="{AE111F81-3B37-AB7B-0AB0-7B9EED62C436}"/>
                </a:ext>
              </a:extLst>
            </p:cNvPr>
            <p:cNvSpPr>
              <a:spLocks noChangeArrowheads="1"/>
            </p:cNvSpPr>
            <p:nvPr/>
          </p:nvSpPr>
          <p:spPr bwMode="auto">
            <a:xfrm>
              <a:off x="4327022" y="2896700"/>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70681" name="AutoShape 75">
              <a:extLst>
                <a:ext uri="{FF2B5EF4-FFF2-40B4-BE49-F238E27FC236}">
                  <a16:creationId xmlns:a16="http://schemas.microsoft.com/office/drawing/2014/main" id="{33D0AB78-72BD-84AE-DB88-4A129273B6E2}"/>
                </a:ext>
              </a:extLst>
            </p:cNvPr>
            <p:cNvCxnSpPr>
              <a:cxnSpLocks noChangeShapeType="1"/>
            </p:cNvCxnSpPr>
            <p:nvPr/>
          </p:nvCxnSpPr>
          <p:spPr bwMode="auto">
            <a:xfrm>
              <a:off x="1243308" y="3498485"/>
              <a:ext cx="267533"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2" name="AutoShape 74">
              <a:extLst>
                <a:ext uri="{FF2B5EF4-FFF2-40B4-BE49-F238E27FC236}">
                  <a16:creationId xmlns:a16="http://schemas.microsoft.com/office/drawing/2014/main" id="{A52E9228-825A-B6C6-A930-C2917F4FC714}"/>
                </a:ext>
              </a:extLst>
            </p:cNvPr>
            <p:cNvCxnSpPr>
              <a:cxnSpLocks noChangeShapeType="1"/>
            </p:cNvCxnSpPr>
            <p:nvPr/>
          </p:nvCxnSpPr>
          <p:spPr bwMode="auto">
            <a:xfrm>
              <a:off x="1243308" y="4199738"/>
              <a:ext cx="267533"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3" name="AutoShape 73">
              <a:extLst>
                <a:ext uri="{FF2B5EF4-FFF2-40B4-BE49-F238E27FC236}">
                  <a16:creationId xmlns:a16="http://schemas.microsoft.com/office/drawing/2014/main" id="{53C494A1-0353-2CD1-F213-C92397D7C406}"/>
                </a:ext>
              </a:extLst>
            </p:cNvPr>
            <p:cNvCxnSpPr>
              <a:cxnSpLocks noChangeShapeType="1"/>
            </p:cNvCxnSpPr>
            <p:nvPr/>
          </p:nvCxnSpPr>
          <p:spPr bwMode="auto">
            <a:xfrm>
              <a:off x="4594556" y="3166260"/>
              <a:ext cx="267533"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0684" name="Text Box 72">
              <a:extLst>
                <a:ext uri="{FF2B5EF4-FFF2-40B4-BE49-F238E27FC236}">
                  <a16:creationId xmlns:a16="http://schemas.microsoft.com/office/drawing/2014/main" id="{302090D7-C85C-9877-CAB3-5FD4BB6215F3}"/>
                </a:ext>
              </a:extLst>
            </p:cNvPr>
            <p:cNvSpPr txBox="1">
              <a:spLocks noChangeArrowheads="1"/>
            </p:cNvSpPr>
            <p:nvPr/>
          </p:nvSpPr>
          <p:spPr bwMode="auto">
            <a:xfrm>
              <a:off x="914399" y="3289601"/>
              <a:ext cx="301368" cy="51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c</a:t>
              </a:r>
              <a:endParaRPr lang="en-US" altLang="en-US" sz="1600"/>
            </a:p>
          </p:txBody>
        </p:sp>
        <p:sp>
          <p:nvSpPr>
            <p:cNvPr id="70685" name="Text Box 71">
              <a:extLst>
                <a:ext uri="{FF2B5EF4-FFF2-40B4-BE49-F238E27FC236}">
                  <a16:creationId xmlns:a16="http://schemas.microsoft.com/office/drawing/2014/main" id="{7A86D5BD-F36C-4558-F957-25B2C08E60AB}"/>
                </a:ext>
              </a:extLst>
            </p:cNvPr>
            <p:cNvSpPr txBox="1">
              <a:spLocks noChangeArrowheads="1"/>
            </p:cNvSpPr>
            <p:nvPr/>
          </p:nvSpPr>
          <p:spPr bwMode="auto">
            <a:xfrm>
              <a:off x="4831401" y="2961355"/>
              <a:ext cx="472118" cy="51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y</a:t>
              </a:r>
              <a:endParaRPr lang="en-US" altLang="en-US" sz="1600"/>
            </a:p>
          </p:txBody>
        </p:sp>
        <p:cxnSp>
          <p:nvCxnSpPr>
            <p:cNvPr id="70686" name="AutoShape 70">
              <a:extLst>
                <a:ext uri="{FF2B5EF4-FFF2-40B4-BE49-F238E27FC236}">
                  <a16:creationId xmlns:a16="http://schemas.microsoft.com/office/drawing/2014/main" id="{96E6A832-638F-7CF5-3015-11CB33AD0105}"/>
                </a:ext>
              </a:extLst>
            </p:cNvPr>
            <p:cNvCxnSpPr>
              <a:cxnSpLocks noChangeShapeType="1"/>
            </p:cNvCxnSpPr>
            <p:nvPr/>
          </p:nvCxnSpPr>
          <p:spPr bwMode="auto">
            <a:xfrm>
              <a:off x="2726544" y="2645045"/>
              <a:ext cx="267533"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70687" name="AutoShape 69">
              <a:extLst>
                <a:ext uri="{FF2B5EF4-FFF2-40B4-BE49-F238E27FC236}">
                  <a16:creationId xmlns:a16="http://schemas.microsoft.com/office/drawing/2014/main" id="{172D7487-AFBE-1A31-87D7-404665B88163}"/>
                </a:ext>
              </a:extLst>
            </p:cNvPr>
            <p:cNvCxnSpPr>
              <a:cxnSpLocks noChangeShapeType="1"/>
            </p:cNvCxnSpPr>
            <p:nvPr/>
          </p:nvCxnSpPr>
          <p:spPr bwMode="auto">
            <a:xfrm>
              <a:off x="2695069" y="3737209"/>
              <a:ext cx="267533"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0688" name="Rectangle 68">
              <a:extLst>
                <a:ext uri="{FF2B5EF4-FFF2-40B4-BE49-F238E27FC236}">
                  <a16:creationId xmlns:a16="http://schemas.microsoft.com/office/drawing/2014/main" id="{4CE9D1A4-4720-5A74-F86A-3826F8DCDAA6}"/>
                </a:ext>
              </a:extLst>
            </p:cNvPr>
            <p:cNvSpPr>
              <a:spLocks noChangeArrowheads="1"/>
            </p:cNvSpPr>
            <p:nvPr/>
          </p:nvSpPr>
          <p:spPr bwMode="auto">
            <a:xfrm>
              <a:off x="2978340" y="2394384"/>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70689" name="Rectangle 67">
              <a:extLst>
                <a:ext uri="{FF2B5EF4-FFF2-40B4-BE49-F238E27FC236}">
                  <a16:creationId xmlns:a16="http://schemas.microsoft.com/office/drawing/2014/main" id="{F53BA725-9761-7241-8826-1CF3435749F2}"/>
                </a:ext>
              </a:extLst>
            </p:cNvPr>
            <p:cNvSpPr>
              <a:spLocks noChangeArrowheads="1"/>
            </p:cNvSpPr>
            <p:nvPr/>
          </p:nvSpPr>
          <p:spPr bwMode="auto">
            <a:xfrm>
              <a:off x="2966537" y="3483565"/>
              <a:ext cx="267533" cy="507290"/>
            </a:xfrm>
            <a:prstGeom prst="rect">
              <a:avLst/>
            </a:prstGeom>
            <a:solidFill>
              <a:schemeClr val="accent1">
                <a:lumMod val="60000"/>
                <a:lumOff val="40000"/>
              </a:schemeClr>
            </a:solidFill>
            <a:ln w="28575">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70690" name="AutoShape 66">
              <a:extLst>
                <a:ext uri="{FF2B5EF4-FFF2-40B4-BE49-F238E27FC236}">
                  <a16:creationId xmlns:a16="http://schemas.microsoft.com/office/drawing/2014/main" id="{F9203A6A-FFD2-7DD9-E5E9-8DFD65B42EF2}"/>
                </a:ext>
              </a:extLst>
            </p:cNvPr>
            <p:cNvCxnSpPr>
              <a:cxnSpLocks noChangeShapeType="1"/>
            </p:cNvCxnSpPr>
            <p:nvPr/>
          </p:nvCxnSpPr>
          <p:spPr bwMode="auto">
            <a:xfrm>
              <a:off x="3245873" y="2645045"/>
              <a:ext cx="484707" cy="316310"/>
            </a:xfrm>
            <a:prstGeom prst="bentConnector3">
              <a:avLst>
                <a:gd name="adj1" fmla="val 5000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70691" name="AutoShape 65">
              <a:extLst>
                <a:ext uri="{FF2B5EF4-FFF2-40B4-BE49-F238E27FC236}">
                  <a16:creationId xmlns:a16="http://schemas.microsoft.com/office/drawing/2014/main" id="{1D4A0D56-6388-7BD7-53BC-F056E7BDC2F9}"/>
                </a:ext>
              </a:extLst>
            </p:cNvPr>
            <p:cNvCxnSpPr>
              <a:cxnSpLocks noChangeShapeType="1"/>
            </p:cNvCxnSpPr>
            <p:nvPr/>
          </p:nvCxnSpPr>
          <p:spPr bwMode="auto">
            <a:xfrm flipV="1">
              <a:off x="3234070" y="3374149"/>
              <a:ext cx="476052" cy="351124"/>
            </a:xfrm>
            <a:prstGeom prst="bentConnector3">
              <a:avLst>
                <a:gd name="adj1" fmla="val 49917"/>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grpSp>
      <p:sp>
        <p:nvSpPr>
          <p:cNvPr id="70662" name="TextBox 113">
            <a:extLst>
              <a:ext uri="{FF2B5EF4-FFF2-40B4-BE49-F238E27FC236}">
                <a16:creationId xmlns:a16="http://schemas.microsoft.com/office/drawing/2014/main" id="{583CE93E-EA3B-C308-581C-F102510F3692}"/>
              </a:ext>
            </a:extLst>
          </p:cNvPr>
          <p:cNvSpPr txBox="1">
            <a:spLocks noChangeArrowheads="1"/>
          </p:cNvSpPr>
          <p:nvPr/>
        </p:nvSpPr>
        <p:spPr bwMode="auto">
          <a:xfrm>
            <a:off x="2057400" y="4724400"/>
            <a:ext cx="7315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2000"/>
              <a:t>T</a:t>
            </a:r>
            <a:r>
              <a:rPr lang="en-US" altLang="en-US" sz="2000"/>
              <a:t>min</a:t>
            </a:r>
            <a:r>
              <a:rPr lang="ru-RU" altLang="en-US" sz="2000"/>
              <a:t>= T</a:t>
            </a:r>
            <a:r>
              <a:rPr lang="ru-RU" altLang="en-US" sz="2000" baseline="-25000"/>
              <a:t>CLK-Q</a:t>
            </a:r>
            <a:r>
              <a:rPr lang="ru-RU" altLang="en-US" sz="2000"/>
              <a:t> + T</a:t>
            </a:r>
            <a:r>
              <a:rPr lang="ru-RU" altLang="en-US" sz="2000" baseline="-25000"/>
              <a:t>COMB, MAX</a:t>
            </a:r>
            <a:r>
              <a:rPr lang="ru-RU" altLang="en-US" sz="2000"/>
              <a:t> + T</a:t>
            </a:r>
            <a:r>
              <a:rPr lang="ru-RU" altLang="en-US" sz="2000" baseline="-25000"/>
              <a:t>SETUP</a:t>
            </a:r>
            <a:r>
              <a:rPr lang="ru-RU" altLang="en-US" sz="2000"/>
              <a:t> + T</a:t>
            </a:r>
            <a:r>
              <a:rPr lang="ru-RU" altLang="en-US" sz="2000" baseline="-25000"/>
              <a:t>SKEW </a:t>
            </a:r>
            <a:r>
              <a:rPr lang="ru-RU" altLang="en-US" sz="2000"/>
              <a:t>+ T</a:t>
            </a:r>
            <a:r>
              <a:rPr lang="ru-RU" altLang="en-US" sz="2000" baseline="-25000"/>
              <a:t>JITTER</a:t>
            </a:r>
            <a:r>
              <a:rPr lang="ru-RU" altLang="en-US" sz="2000"/>
              <a:t>+T</a:t>
            </a:r>
            <a:r>
              <a:rPr lang="ru-RU" altLang="en-US" sz="2000" baseline="-25000"/>
              <a:t>T</a:t>
            </a:r>
            <a:r>
              <a:rPr lang="ru-RU" altLang="en-US" sz="2000"/>
              <a:t>.</a:t>
            </a:r>
            <a:endParaRPr lang="en-US" altLang="en-US" sz="2000"/>
          </a:p>
          <a:p>
            <a:pPr eaLnBrk="1" hangingPunct="1"/>
            <a:endParaRPr lang="en-GB" altLang="en-US" sz="2000"/>
          </a:p>
          <a:p>
            <a:pPr eaLnBrk="1" hangingPunct="1"/>
            <a:endParaRPr lang="en-GB" altLang="en-US"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5719C81B-327F-7407-77F5-09CCCF70EC01}"/>
              </a:ext>
            </a:extLst>
          </p:cNvPr>
          <p:cNvSpPr>
            <a:spLocks noGrp="1" noChangeArrowheads="1"/>
          </p:cNvSpPr>
          <p:nvPr>
            <p:ph type="title"/>
          </p:nvPr>
        </p:nvSpPr>
        <p:spPr/>
        <p:txBody>
          <a:bodyPr/>
          <a:lstStyle/>
          <a:p>
            <a:r>
              <a:rPr lang="en-US" altLang="en-US"/>
              <a:t>Description  of Pipeline in Verilog</a:t>
            </a:r>
            <a:endParaRPr lang="en-GB" altLang="en-US"/>
          </a:p>
        </p:txBody>
      </p:sp>
      <p:sp>
        <p:nvSpPr>
          <p:cNvPr id="3" name="TextBox 2">
            <a:extLst>
              <a:ext uri="{FF2B5EF4-FFF2-40B4-BE49-F238E27FC236}">
                <a16:creationId xmlns:a16="http://schemas.microsoft.com/office/drawing/2014/main" id="{01F51180-6E8F-4B2B-AE2C-B8E090A13AC8}"/>
              </a:ext>
            </a:extLst>
          </p:cNvPr>
          <p:cNvSpPr txBox="1"/>
          <p:nvPr/>
        </p:nvSpPr>
        <p:spPr>
          <a:xfrm>
            <a:off x="1905000" y="1820864"/>
            <a:ext cx="4724400" cy="3970337"/>
          </a:xfrm>
          <a:prstGeom prst="rect">
            <a:avLst/>
          </a:prstGeom>
          <a:solidFill>
            <a:schemeClr val="accent1">
              <a:lumMod val="40000"/>
              <a:lumOff val="60000"/>
            </a:schemeClr>
          </a:solidFill>
        </p:spPr>
        <p:txBody>
          <a:bodyPr>
            <a:spAutoFit/>
          </a:bodyPr>
          <a:lstStyle/>
          <a:p>
            <a:pPr eaLnBrk="1" hangingPunct="1">
              <a:defRPr/>
            </a:pPr>
            <a:r>
              <a:rPr lang="en-US" b="1" dirty="0">
                <a:latin typeface="Arial" charset="0"/>
                <a:cs typeface="Arial" charset="0"/>
              </a:rPr>
              <a:t>module </a:t>
            </a:r>
            <a:r>
              <a:rPr lang="en-US" dirty="0">
                <a:latin typeface="Arial" charset="0"/>
                <a:cs typeface="Arial" charset="0"/>
              </a:rPr>
              <a:t>pipelined</a:t>
            </a:r>
            <a:r>
              <a:rPr lang="ru-RU" dirty="0">
                <a:latin typeface="Arial" charset="0"/>
                <a:cs typeface="Arial" charset="0"/>
              </a:rPr>
              <a:t>_</a:t>
            </a:r>
            <a:r>
              <a:rPr lang="en-US" dirty="0">
                <a:latin typeface="Arial" charset="0"/>
                <a:cs typeface="Arial" charset="0"/>
              </a:rPr>
              <a:t>adder</a:t>
            </a:r>
            <a:r>
              <a:rPr lang="ru-RU" dirty="0">
                <a:latin typeface="Arial" charset="0"/>
                <a:cs typeface="Arial" charset="0"/>
              </a:rPr>
              <a:t> (</a:t>
            </a:r>
            <a:r>
              <a:rPr lang="en-US" dirty="0">
                <a:latin typeface="Arial" charset="0"/>
                <a:cs typeface="Arial" charset="0"/>
              </a:rPr>
              <a:t>a</a:t>
            </a:r>
            <a:r>
              <a:rPr lang="ru-RU" dirty="0">
                <a:latin typeface="Arial" charset="0"/>
                <a:cs typeface="Arial" charset="0"/>
              </a:rPr>
              <a:t>,</a:t>
            </a:r>
            <a:r>
              <a:rPr lang="en-US" dirty="0">
                <a:latin typeface="Arial" charset="0"/>
                <a:cs typeface="Arial" charset="0"/>
              </a:rPr>
              <a:t>b</a:t>
            </a:r>
            <a:r>
              <a:rPr lang="ru-RU" dirty="0">
                <a:latin typeface="Arial" charset="0"/>
                <a:cs typeface="Arial" charset="0"/>
              </a:rPr>
              <a:t>,</a:t>
            </a:r>
            <a:r>
              <a:rPr lang="en-US" dirty="0">
                <a:latin typeface="Arial" charset="0"/>
                <a:cs typeface="Arial" charset="0"/>
              </a:rPr>
              <a:t>c</a:t>
            </a:r>
            <a:r>
              <a:rPr lang="ru-RU" dirty="0">
                <a:latin typeface="Arial" charset="0"/>
                <a:cs typeface="Arial" charset="0"/>
              </a:rPr>
              <a:t>,</a:t>
            </a:r>
            <a:r>
              <a:rPr lang="en-US" dirty="0">
                <a:latin typeface="Arial" charset="0"/>
                <a:cs typeface="Arial" charset="0"/>
              </a:rPr>
              <a:t>d</a:t>
            </a:r>
            <a:r>
              <a:rPr lang="ru-RU" dirty="0">
                <a:latin typeface="Arial" charset="0"/>
                <a:cs typeface="Arial" charset="0"/>
              </a:rPr>
              <a:t>,</a:t>
            </a:r>
            <a:r>
              <a:rPr lang="en-US" dirty="0" err="1">
                <a:latin typeface="Arial" charset="0"/>
                <a:cs typeface="Arial" charset="0"/>
              </a:rPr>
              <a:t>clk</a:t>
            </a:r>
            <a:r>
              <a:rPr lang="ru-RU" dirty="0">
                <a:latin typeface="Arial" charset="0"/>
                <a:cs typeface="Arial" charset="0"/>
              </a:rPr>
              <a:t>,</a:t>
            </a:r>
            <a:r>
              <a:rPr lang="en-US" dirty="0">
                <a:latin typeface="Arial" charset="0"/>
                <a:cs typeface="Arial" charset="0"/>
              </a:rPr>
              <a:t>y</a:t>
            </a:r>
            <a:r>
              <a:rPr lang="ru-RU" dirty="0">
                <a:latin typeface="Arial" charset="0"/>
                <a:cs typeface="Arial" charset="0"/>
              </a:rPr>
              <a:t>_</a:t>
            </a:r>
            <a:r>
              <a:rPr lang="en-US" dirty="0" err="1">
                <a:latin typeface="Arial" charset="0"/>
                <a:cs typeface="Arial" charset="0"/>
              </a:rPr>
              <a:t>reg</a:t>
            </a:r>
            <a:r>
              <a:rPr lang="ru-RU" dirty="0">
                <a:latin typeface="Arial" charset="0"/>
                <a:cs typeface="Arial" charset="0"/>
              </a:rPr>
              <a:t>);</a:t>
            </a:r>
            <a:endParaRPr lang="en-GB" dirty="0">
              <a:latin typeface="Arial" charset="0"/>
              <a:cs typeface="Arial" charset="0"/>
            </a:endParaRPr>
          </a:p>
          <a:p>
            <a:pPr eaLnBrk="1" hangingPunct="1">
              <a:defRPr/>
            </a:pPr>
            <a:r>
              <a:rPr lang="ru-RU" dirty="0">
                <a:latin typeface="Arial" charset="0"/>
                <a:cs typeface="Arial" charset="0"/>
              </a:rPr>
              <a:t>   	</a:t>
            </a:r>
            <a:r>
              <a:rPr lang="pt-BR" dirty="0">
                <a:latin typeface="Arial" charset="0"/>
                <a:cs typeface="Arial" charset="0"/>
              </a:rPr>
              <a:t>parameter n=16;</a:t>
            </a:r>
            <a:endParaRPr lang="en-GB" dirty="0">
              <a:latin typeface="Arial" charset="0"/>
              <a:cs typeface="Arial" charset="0"/>
            </a:endParaRPr>
          </a:p>
          <a:p>
            <a:pPr eaLnBrk="1" hangingPunct="1">
              <a:defRPr/>
            </a:pPr>
            <a:r>
              <a:rPr lang="pt-BR" dirty="0">
                <a:latin typeface="Arial" charset="0"/>
                <a:cs typeface="Arial" charset="0"/>
              </a:rPr>
              <a:t>  </a:t>
            </a:r>
            <a:r>
              <a:rPr lang="pt-BR" b="1" dirty="0">
                <a:latin typeface="Arial" charset="0"/>
                <a:cs typeface="Arial" charset="0"/>
              </a:rPr>
              <a:t>input</a:t>
            </a:r>
            <a:r>
              <a:rPr lang="pt-BR" dirty="0">
                <a:latin typeface="Arial" charset="0"/>
                <a:cs typeface="Arial" charset="0"/>
              </a:rPr>
              <a:t> [n-1:0] a,b,c,d;</a:t>
            </a:r>
            <a:endParaRPr lang="en-GB" dirty="0">
              <a:latin typeface="Arial" charset="0"/>
              <a:cs typeface="Arial" charset="0"/>
            </a:endParaRPr>
          </a:p>
          <a:p>
            <a:pPr eaLnBrk="1" hangingPunct="1">
              <a:defRPr/>
            </a:pPr>
            <a:r>
              <a:rPr lang="en-US" b="1" dirty="0">
                <a:latin typeface="Arial" charset="0"/>
                <a:cs typeface="Arial" charset="0"/>
              </a:rPr>
              <a:t>input</a:t>
            </a:r>
            <a:r>
              <a:rPr lang="en-US" dirty="0">
                <a:latin typeface="Arial" charset="0"/>
                <a:cs typeface="Arial" charset="0"/>
              </a:rPr>
              <a:t> </a:t>
            </a:r>
            <a:r>
              <a:rPr lang="en-US" dirty="0" err="1">
                <a:latin typeface="Arial" charset="0"/>
                <a:cs typeface="Arial" charset="0"/>
              </a:rPr>
              <a:t>clk</a:t>
            </a:r>
            <a:r>
              <a:rPr lang="en-US" dirty="0">
                <a:latin typeface="Arial" charset="0"/>
                <a:cs typeface="Arial" charset="0"/>
              </a:rPr>
              <a:t>;</a:t>
            </a:r>
            <a:endParaRPr lang="en-GB" dirty="0">
              <a:latin typeface="Arial" charset="0"/>
              <a:cs typeface="Arial" charset="0"/>
            </a:endParaRPr>
          </a:p>
          <a:p>
            <a:pPr eaLnBrk="1" hangingPunct="1">
              <a:defRPr/>
            </a:pPr>
            <a:r>
              <a:rPr lang="en-US" b="1" dirty="0">
                <a:latin typeface="Arial" charset="0"/>
                <a:cs typeface="Arial" charset="0"/>
              </a:rPr>
              <a:t>output  </a:t>
            </a:r>
            <a:r>
              <a:rPr lang="en-US" b="1" dirty="0" err="1">
                <a:latin typeface="Arial" charset="0"/>
                <a:cs typeface="Arial" charset="0"/>
              </a:rPr>
              <a:t>reg</a:t>
            </a:r>
            <a:r>
              <a:rPr lang="en-US" dirty="0">
                <a:latin typeface="Arial" charset="0"/>
                <a:cs typeface="Arial" charset="0"/>
              </a:rPr>
              <a:t>[n+1:0] </a:t>
            </a:r>
            <a:r>
              <a:rPr lang="en-US" dirty="0" err="1">
                <a:latin typeface="Arial" charset="0"/>
                <a:cs typeface="Arial" charset="0"/>
              </a:rPr>
              <a:t>y_reg</a:t>
            </a:r>
            <a:r>
              <a:rPr lang="en-US" dirty="0">
                <a:latin typeface="Arial" charset="0"/>
                <a:cs typeface="Arial" charset="0"/>
              </a:rPr>
              <a:t>;</a:t>
            </a:r>
            <a:endParaRPr lang="en-GB" dirty="0">
              <a:latin typeface="Arial" charset="0"/>
              <a:cs typeface="Arial" charset="0"/>
            </a:endParaRPr>
          </a:p>
          <a:p>
            <a:pPr eaLnBrk="1" hangingPunct="1">
              <a:defRPr/>
            </a:pPr>
            <a:r>
              <a:rPr lang="pt-BR" b="1" dirty="0">
                <a:latin typeface="Arial" charset="0"/>
                <a:cs typeface="Arial" charset="0"/>
              </a:rPr>
              <a:t>reg</a:t>
            </a:r>
            <a:r>
              <a:rPr lang="pt-BR" dirty="0">
                <a:latin typeface="Arial" charset="0"/>
                <a:cs typeface="Arial" charset="0"/>
              </a:rPr>
              <a:t>[n-1:0] ra, rb, rc, rd;</a:t>
            </a:r>
            <a:endParaRPr lang="en-GB" dirty="0">
              <a:latin typeface="Arial" charset="0"/>
              <a:cs typeface="Arial" charset="0"/>
            </a:endParaRPr>
          </a:p>
          <a:p>
            <a:pPr eaLnBrk="1" hangingPunct="1">
              <a:defRPr/>
            </a:pPr>
            <a:r>
              <a:rPr lang="pt-BR" b="1" dirty="0">
                <a:latin typeface="Arial" charset="0"/>
                <a:cs typeface="Arial" charset="0"/>
              </a:rPr>
              <a:t>reg</a:t>
            </a:r>
            <a:r>
              <a:rPr lang="pt-BR" dirty="0">
                <a:latin typeface="Arial" charset="0"/>
                <a:cs typeface="Arial" charset="0"/>
              </a:rPr>
              <a:t>[n:0] pab, pcd;</a:t>
            </a:r>
            <a:endParaRPr lang="en-GB" dirty="0">
              <a:latin typeface="Arial" charset="0"/>
              <a:cs typeface="Arial" charset="0"/>
            </a:endParaRPr>
          </a:p>
          <a:p>
            <a:pPr eaLnBrk="1" hangingPunct="1">
              <a:defRPr/>
            </a:pPr>
            <a:r>
              <a:rPr lang="pt-BR" b="1" dirty="0">
                <a:latin typeface="Arial" charset="0"/>
                <a:cs typeface="Arial" charset="0"/>
              </a:rPr>
              <a:t>wire</a:t>
            </a:r>
            <a:r>
              <a:rPr lang="pt-BR" dirty="0">
                <a:latin typeface="Arial" charset="0"/>
                <a:cs typeface="Arial" charset="0"/>
              </a:rPr>
              <a:t>[n:0] sum1,sum2;</a:t>
            </a:r>
          </a:p>
          <a:p>
            <a:pPr eaLnBrk="1" hangingPunct="1">
              <a:defRPr/>
            </a:pPr>
            <a:r>
              <a:rPr lang="pt-BR" b="1" dirty="0">
                <a:latin typeface="Arial" charset="0"/>
                <a:cs typeface="Arial" charset="0"/>
              </a:rPr>
              <a:t>wire</a:t>
            </a:r>
            <a:r>
              <a:rPr lang="pt-BR" dirty="0">
                <a:latin typeface="Arial" charset="0"/>
                <a:cs typeface="Arial" charset="0"/>
              </a:rPr>
              <a:t>[n+1:0] sum3;</a:t>
            </a:r>
            <a:endParaRPr lang="en-GB" dirty="0">
              <a:latin typeface="Arial" charset="0"/>
              <a:cs typeface="Arial" charset="0"/>
            </a:endParaRPr>
          </a:p>
          <a:p>
            <a:pPr eaLnBrk="1" hangingPunct="1">
              <a:defRPr/>
            </a:pPr>
            <a:r>
              <a:rPr lang="pt-BR" dirty="0">
                <a:latin typeface="Arial" charset="0"/>
                <a:cs typeface="Arial" charset="0"/>
              </a:rPr>
              <a:t> </a:t>
            </a:r>
            <a:endParaRPr lang="en-GB" dirty="0">
              <a:latin typeface="Arial" charset="0"/>
              <a:cs typeface="Arial" charset="0"/>
            </a:endParaRPr>
          </a:p>
          <a:p>
            <a:pPr eaLnBrk="1" hangingPunct="1">
              <a:defRPr/>
            </a:pPr>
            <a:r>
              <a:rPr lang="en-US" b="1" dirty="0">
                <a:latin typeface="Arial" charset="0"/>
                <a:cs typeface="Arial" charset="0"/>
              </a:rPr>
              <a:t>always</a:t>
            </a:r>
            <a:r>
              <a:rPr lang="en-US" dirty="0">
                <a:latin typeface="Arial" charset="0"/>
                <a:cs typeface="Arial" charset="0"/>
              </a:rPr>
              <a:t> @(</a:t>
            </a:r>
            <a:r>
              <a:rPr lang="en-US" dirty="0" err="1">
                <a:latin typeface="Arial" charset="0"/>
                <a:cs typeface="Arial" charset="0"/>
              </a:rPr>
              <a:t>posedge</a:t>
            </a:r>
            <a:r>
              <a:rPr lang="en-US" dirty="0">
                <a:latin typeface="Arial" charset="0"/>
                <a:cs typeface="Arial" charset="0"/>
              </a:rPr>
              <a:t> </a:t>
            </a:r>
            <a:r>
              <a:rPr lang="en-US" dirty="0" err="1">
                <a:latin typeface="Arial" charset="0"/>
                <a:cs typeface="Arial" charset="0"/>
              </a:rPr>
              <a:t>clk</a:t>
            </a:r>
            <a:r>
              <a:rPr lang="en-US" dirty="0">
                <a:latin typeface="Arial" charset="0"/>
                <a:cs typeface="Arial" charset="0"/>
              </a:rPr>
              <a:t>)</a:t>
            </a:r>
            <a:endParaRPr lang="en-GB" dirty="0">
              <a:latin typeface="Arial" charset="0"/>
              <a:cs typeface="Arial" charset="0"/>
            </a:endParaRPr>
          </a:p>
          <a:p>
            <a:pPr eaLnBrk="1" hangingPunct="1">
              <a:defRPr/>
            </a:pPr>
            <a:r>
              <a:rPr lang="en-US" b="1" dirty="0">
                <a:latin typeface="Arial" charset="0"/>
                <a:cs typeface="Arial" charset="0"/>
              </a:rPr>
              <a:t>begin</a:t>
            </a:r>
            <a:r>
              <a:rPr lang="en-US" dirty="0">
                <a:latin typeface="Arial" charset="0"/>
                <a:cs typeface="Arial" charset="0"/>
              </a:rPr>
              <a:t> </a:t>
            </a:r>
            <a:r>
              <a:rPr lang="en-US" dirty="0" err="1">
                <a:latin typeface="Arial" charset="0"/>
                <a:cs typeface="Arial" charset="0"/>
              </a:rPr>
              <a:t>ra</a:t>
            </a:r>
            <a:r>
              <a:rPr lang="en-US" dirty="0">
                <a:latin typeface="Arial" charset="0"/>
                <a:cs typeface="Arial" charset="0"/>
              </a:rPr>
              <a:t>&lt;=a; </a:t>
            </a:r>
            <a:r>
              <a:rPr lang="en-US" dirty="0" err="1">
                <a:latin typeface="Arial" charset="0"/>
                <a:cs typeface="Arial" charset="0"/>
              </a:rPr>
              <a:t>rb</a:t>
            </a:r>
            <a:r>
              <a:rPr lang="en-US" dirty="0">
                <a:latin typeface="Arial" charset="0"/>
                <a:cs typeface="Arial" charset="0"/>
              </a:rPr>
              <a:t>&lt;=b; </a:t>
            </a:r>
            <a:r>
              <a:rPr lang="en-US" dirty="0" err="1">
                <a:latin typeface="Arial" charset="0"/>
                <a:cs typeface="Arial" charset="0"/>
              </a:rPr>
              <a:t>rc</a:t>
            </a:r>
            <a:r>
              <a:rPr lang="en-US" dirty="0">
                <a:latin typeface="Arial" charset="0"/>
                <a:cs typeface="Arial" charset="0"/>
              </a:rPr>
              <a:t>&lt;= c; rd&lt;=d; end</a:t>
            </a:r>
            <a:endParaRPr lang="en-GB" dirty="0">
              <a:latin typeface="Arial" charset="0"/>
              <a:cs typeface="Arial" charset="0"/>
            </a:endParaRPr>
          </a:p>
          <a:p>
            <a:pPr eaLnBrk="1" hangingPunct="1">
              <a:defRPr/>
            </a:pPr>
            <a:r>
              <a:rPr lang="en-US" b="1" dirty="0">
                <a:latin typeface="Arial" charset="0"/>
                <a:cs typeface="Arial" charset="0"/>
              </a:rPr>
              <a:t>assign</a:t>
            </a:r>
            <a:r>
              <a:rPr lang="en-US" dirty="0">
                <a:latin typeface="Arial" charset="0"/>
                <a:cs typeface="Arial" charset="0"/>
              </a:rPr>
              <a:t> sum1=</a:t>
            </a:r>
            <a:r>
              <a:rPr lang="en-US" dirty="0" err="1">
                <a:latin typeface="Arial" charset="0"/>
                <a:cs typeface="Arial" charset="0"/>
              </a:rPr>
              <a:t>ra+rb</a:t>
            </a:r>
            <a:r>
              <a:rPr lang="en-US" dirty="0">
                <a:latin typeface="Arial" charset="0"/>
                <a:cs typeface="Arial" charset="0"/>
              </a:rPr>
              <a:t>;</a:t>
            </a:r>
            <a:endParaRPr lang="en-GB" dirty="0">
              <a:latin typeface="Arial" charset="0"/>
              <a:cs typeface="Arial" charset="0"/>
            </a:endParaRPr>
          </a:p>
          <a:p>
            <a:pPr eaLnBrk="1" hangingPunct="1">
              <a:defRPr/>
            </a:pPr>
            <a:r>
              <a:rPr lang="en-US" b="1" dirty="0">
                <a:latin typeface="Arial" charset="0"/>
                <a:cs typeface="Arial" charset="0"/>
              </a:rPr>
              <a:t>assign</a:t>
            </a:r>
            <a:r>
              <a:rPr lang="en-US" dirty="0">
                <a:latin typeface="Arial" charset="0"/>
                <a:cs typeface="Arial" charset="0"/>
              </a:rPr>
              <a:t> sum2=</a:t>
            </a:r>
            <a:r>
              <a:rPr lang="en-US" dirty="0" err="1">
                <a:latin typeface="Arial" charset="0"/>
                <a:cs typeface="Arial" charset="0"/>
              </a:rPr>
              <a:t>rc+rd</a:t>
            </a:r>
            <a:r>
              <a:rPr lang="en-US" dirty="0">
                <a:latin typeface="Arial" charset="0"/>
                <a:cs typeface="Arial" charset="0"/>
              </a:rPr>
              <a:t>;</a:t>
            </a:r>
            <a:endParaRPr lang="en-GB" dirty="0">
              <a:latin typeface="Arial" charset="0"/>
              <a:cs typeface="Arial" charset="0"/>
            </a:endParaRPr>
          </a:p>
        </p:txBody>
      </p:sp>
      <p:sp>
        <p:nvSpPr>
          <p:cNvPr id="4" name="TextBox 3">
            <a:extLst>
              <a:ext uri="{FF2B5EF4-FFF2-40B4-BE49-F238E27FC236}">
                <a16:creationId xmlns:a16="http://schemas.microsoft.com/office/drawing/2014/main" id="{4B168CF2-FEB9-45C2-96B4-18F0990FA980}"/>
              </a:ext>
            </a:extLst>
          </p:cNvPr>
          <p:cNvSpPr txBox="1"/>
          <p:nvPr/>
        </p:nvSpPr>
        <p:spPr>
          <a:xfrm>
            <a:off x="6934200" y="1897063"/>
            <a:ext cx="2895600" cy="2862262"/>
          </a:xfrm>
          <a:prstGeom prst="rect">
            <a:avLst/>
          </a:prstGeom>
          <a:solidFill>
            <a:schemeClr val="accent1">
              <a:lumMod val="40000"/>
              <a:lumOff val="60000"/>
            </a:schemeClr>
          </a:solidFill>
        </p:spPr>
        <p:txBody>
          <a:bodyPr>
            <a:spAutoFit/>
          </a:bodyPr>
          <a:lstStyle/>
          <a:p>
            <a:pPr eaLnBrk="1" hangingPunct="1">
              <a:defRPr/>
            </a:pPr>
            <a:r>
              <a:rPr lang="en-US" b="1" dirty="0">
                <a:latin typeface="Arial" charset="0"/>
                <a:cs typeface="Arial" charset="0"/>
              </a:rPr>
              <a:t>always </a:t>
            </a:r>
            <a:r>
              <a:rPr lang="en-US" dirty="0">
                <a:latin typeface="Arial" charset="0"/>
                <a:cs typeface="Arial" charset="0"/>
              </a:rPr>
              <a:t>@(</a:t>
            </a:r>
            <a:r>
              <a:rPr lang="en-US" dirty="0" err="1">
                <a:latin typeface="Arial" charset="0"/>
                <a:cs typeface="Arial" charset="0"/>
              </a:rPr>
              <a:t>posedge</a:t>
            </a:r>
            <a:r>
              <a:rPr lang="en-US" dirty="0">
                <a:latin typeface="Arial" charset="0"/>
                <a:cs typeface="Arial" charset="0"/>
              </a:rPr>
              <a:t> </a:t>
            </a:r>
            <a:r>
              <a:rPr lang="en-US" dirty="0" err="1">
                <a:latin typeface="Arial" charset="0"/>
                <a:cs typeface="Arial" charset="0"/>
              </a:rPr>
              <a:t>clk</a:t>
            </a:r>
            <a:r>
              <a:rPr lang="en-US" dirty="0">
                <a:latin typeface="Arial" charset="0"/>
                <a:cs typeface="Arial" charset="0"/>
              </a:rPr>
              <a:t>)</a:t>
            </a:r>
            <a:endParaRPr lang="en-GB" dirty="0">
              <a:latin typeface="Arial" charset="0"/>
              <a:cs typeface="Arial" charset="0"/>
            </a:endParaRPr>
          </a:p>
          <a:p>
            <a:pPr eaLnBrk="1" hangingPunct="1">
              <a:defRPr/>
            </a:pPr>
            <a:r>
              <a:rPr lang="en-US" b="1" dirty="0">
                <a:latin typeface="Arial" charset="0"/>
                <a:cs typeface="Arial" charset="0"/>
              </a:rPr>
              <a:t>begin</a:t>
            </a:r>
            <a:endParaRPr lang="en-GB" dirty="0">
              <a:latin typeface="Arial" charset="0"/>
              <a:cs typeface="Arial" charset="0"/>
            </a:endParaRPr>
          </a:p>
          <a:p>
            <a:pPr eaLnBrk="1" hangingPunct="1">
              <a:defRPr/>
            </a:pPr>
            <a:r>
              <a:rPr lang="en-US" dirty="0" err="1">
                <a:latin typeface="Arial" charset="0"/>
                <a:cs typeface="Arial" charset="0"/>
              </a:rPr>
              <a:t>pab</a:t>
            </a:r>
            <a:r>
              <a:rPr lang="en-US" dirty="0">
                <a:latin typeface="Arial" charset="0"/>
                <a:cs typeface="Arial" charset="0"/>
              </a:rPr>
              <a:t>&lt;=sum1;</a:t>
            </a:r>
            <a:endParaRPr lang="en-GB" dirty="0">
              <a:latin typeface="Arial" charset="0"/>
              <a:cs typeface="Arial" charset="0"/>
            </a:endParaRPr>
          </a:p>
          <a:p>
            <a:pPr eaLnBrk="1" hangingPunct="1">
              <a:defRPr/>
            </a:pPr>
            <a:r>
              <a:rPr lang="en-US" dirty="0" err="1">
                <a:latin typeface="Arial" charset="0"/>
                <a:cs typeface="Arial" charset="0"/>
              </a:rPr>
              <a:t>pcd</a:t>
            </a:r>
            <a:r>
              <a:rPr lang="en-US" dirty="0">
                <a:latin typeface="Arial" charset="0"/>
                <a:cs typeface="Arial" charset="0"/>
              </a:rPr>
              <a:t>&lt;=sum2;</a:t>
            </a:r>
            <a:endParaRPr lang="en-GB" dirty="0">
              <a:latin typeface="Arial" charset="0"/>
              <a:cs typeface="Arial" charset="0"/>
            </a:endParaRPr>
          </a:p>
          <a:p>
            <a:pPr eaLnBrk="1" hangingPunct="1">
              <a:defRPr/>
            </a:pPr>
            <a:r>
              <a:rPr lang="en-US" b="1" dirty="0">
                <a:latin typeface="Arial" charset="0"/>
                <a:cs typeface="Arial" charset="0"/>
              </a:rPr>
              <a:t>end</a:t>
            </a:r>
            <a:endParaRPr lang="en-GB" dirty="0">
              <a:latin typeface="Arial" charset="0"/>
              <a:cs typeface="Arial" charset="0"/>
            </a:endParaRPr>
          </a:p>
          <a:p>
            <a:pPr eaLnBrk="1" hangingPunct="1">
              <a:defRPr/>
            </a:pPr>
            <a:r>
              <a:rPr lang="en-US" b="1" dirty="0">
                <a:latin typeface="Arial" charset="0"/>
                <a:cs typeface="Arial" charset="0"/>
              </a:rPr>
              <a:t> assign</a:t>
            </a:r>
            <a:r>
              <a:rPr lang="en-US" dirty="0">
                <a:latin typeface="Arial" charset="0"/>
                <a:cs typeface="Arial" charset="0"/>
              </a:rPr>
              <a:t> sum3=</a:t>
            </a:r>
            <a:r>
              <a:rPr lang="en-US" dirty="0" err="1">
                <a:latin typeface="Arial" charset="0"/>
                <a:cs typeface="Arial" charset="0"/>
              </a:rPr>
              <a:t>pab+pcd</a:t>
            </a:r>
            <a:r>
              <a:rPr lang="en-US" dirty="0">
                <a:latin typeface="Arial" charset="0"/>
                <a:cs typeface="Arial" charset="0"/>
              </a:rPr>
              <a:t>;</a:t>
            </a:r>
            <a:endParaRPr lang="en-GB" dirty="0">
              <a:latin typeface="Arial" charset="0"/>
              <a:cs typeface="Arial" charset="0"/>
            </a:endParaRPr>
          </a:p>
          <a:p>
            <a:pPr eaLnBrk="1" hangingPunct="1">
              <a:defRPr/>
            </a:pPr>
            <a:r>
              <a:rPr lang="en-US" b="1" dirty="0">
                <a:latin typeface="Arial" charset="0"/>
                <a:cs typeface="Arial" charset="0"/>
              </a:rPr>
              <a:t>always</a:t>
            </a:r>
            <a:r>
              <a:rPr lang="en-US" dirty="0">
                <a:latin typeface="Arial" charset="0"/>
                <a:cs typeface="Arial" charset="0"/>
              </a:rPr>
              <a:t> @(</a:t>
            </a:r>
            <a:r>
              <a:rPr lang="en-US" dirty="0" err="1">
                <a:latin typeface="Arial" charset="0"/>
                <a:cs typeface="Arial" charset="0"/>
              </a:rPr>
              <a:t>posedge</a:t>
            </a:r>
            <a:r>
              <a:rPr lang="en-US" dirty="0">
                <a:latin typeface="Arial" charset="0"/>
                <a:cs typeface="Arial" charset="0"/>
              </a:rPr>
              <a:t> </a:t>
            </a:r>
            <a:r>
              <a:rPr lang="en-US" dirty="0" err="1">
                <a:latin typeface="Arial" charset="0"/>
                <a:cs typeface="Arial" charset="0"/>
              </a:rPr>
              <a:t>clk</a:t>
            </a:r>
            <a:r>
              <a:rPr lang="en-US" dirty="0">
                <a:latin typeface="Arial" charset="0"/>
                <a:cs typeface="Arial" charset="0"/>
              </a:rPr>
              <a:t>)</a:t>
            </a:r>
            <a:endParaRPr lang="en-GB" dirty="0">
              <a:latin typeface="Arial" charset="0"/>
              <a:cs typeface="Arial" charset="0"/>
            </a:endParaRPr>
          </a:p>
          <a:p>
            <a:pPr eaLnBrk="1" hangingPunct="1">
              <a:defRPr/>
            </a:pPr>
            <a:r>
              <a:rPr lang="en-US" dirty="0" err="1">
                <a:latin typeface="Arial" charset="0"/>
                <a:cs typeface="Arial" charset="0"/>
              </a:rPr>
              <a:t>y_reg</a:t>
            </a:r>
            <a:r>
              <a:rPr lang="en-US" dirty="0">
                <a:latin typeface="Arial" charset="0"/>
                <a:cs typeface="Arial" charset="0"/>
              </a:rPr>
              <a:t>&lt;= sum3;</a:t>
            </a:r>
            <a:endParaRPr lang="en-GB" dirty="0">
              <a:latin typeface="Arial" charset="0"/>
              <a:cs typeface="Arial" charset="0"/>
            </a:endParaRPr>
          </a:p>
          <a:p>
            <a:pPr eaLnBrk="1" hangingPunct="1">
              <a:defRPr/>
            </a:pPr>
            <a:r>
              <a:rPr lang="en-US" b="1" dirty="0" err="1">
                <a:latin typeface="Arial" charset="0"/>
                <a:cs typeface="Arial" charset="0"/>
              </a:rPr>
              <a:t>endmodule</a:t>
            </a:r>
            <a:endParaRPr lang="en-GB" dirty="0">
              <a:latin typeface="Arial" charset="0"/>
              <a:cs typeface="Arial" charset="0"/>
            </a:endParaRPr>
          </a:p>
          <a:p>
            <a:pPr eaLnBrk="1" hangingPunct="1">
              <a:defRPr/>
            </a:pPr>
            <a:r>
              <a:rPr lang="en-US" dirty="0">
                <a:latin typeface="Arial" charset="0"/>
                <a:cs typeface="Arial" charset="0"/>
              </a:rPr>
              <a:t> </a:t>
            </a:r>
            <a:endParaRPr lang="en-GB" dirty="0">
              <a:latin typeface="Arial" charset="0"/>
              <a:cs typeface="Arial" charset="0"/>
            </a:endParaRPr>
          </a:p>
        </p:txBody>
      </p:sp>
      <p:sp>
        <p:nvSpPr>
          <p:cNvPr id="71685" name="Freeform 5">
            <a:extLst>
              <a:ext uri="{FF2B5EF4-FFF2-40B4-BE49-F238E27FC236}">
                <a16:creationId xmlns:a16="http://schemas.microsoft.com/office/drawing/2014/main" id="{A41338E3-57FB-07ED-C95F-5BC47FABDAAB}"/>
              </a:ext>
            </a:extLst>
          </p:cNvPr>
          <p:cNvSpPr>
            <a:spLocks/>
          </p:cNvSpPr>
          <p:nvPr/>
        </p:nvSpPr>
        <p:spPr bwMode="auto">
          <a:xfrm>
            <a:off x="6597651" y="2203451"/>
            <a:ext cx="309563" cy="3135313"/>
          </a:xfrm>
          <a:custGeom>
            <a:avLst/>
            <a:gdLst>
              <a:gd name="T0" fmla="*/ 0 w 308759"/>
              <a:gd name="T1" fmla="*/ 3135312 h 3135086"/>
              <a:gd name="T2" fmla="*/ 238125 w 308759"/>
              <a:gd name="T3" fmla="*/ 2612760 h 3135086"/>
              <a:gd name="T4" fmla="*/ 119063 w 308759"/>
              <a:gd name="T5" fmla="*/ 1163866 h 3135086"/>
              <a:gd name="T6" fmla="*/ 309563 w 308759"/>
              <a:gd name="T7" fmla="*/ 0 h 3135086"/>
              <a:gd name="T8" fmla="*/ 309563 w 308759"/>
              <a:gd name="T9" fmla="*/ 0 h 31350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8759" h="3135086">
                <a:moveTo>
                  <a:pt x="0" y="3135086"/>
                </a:moveTo>
                <a:cubicBezTo>
                  <a:pt x="108857" y="3038104"/>
                  <a:pt x="217715" y="2941122"/>
                  <a:pt x="237507" y="2612572"/>
                </a:cubicBezTo>
                <a:cubicBezTo>
                  <a:pt x="257299" y="2284022"/>
                  <a:pt x="106879" y="1599211"/>
                  <a:pt x="118754" y="1163782"/>
                </a:cubicBezTo>
                <a:cubicBezTo>
                  <a:pt x="130629" y="728353"/>
                  <a:pt x="308759" y="0"/>
                  <a:pt x="308759" y="0"/>
                </a:cubicBezTo>
              </a:path>
            </a:pathLst>
          </a:custGeom>
          <a:noFill/>
          <a:ln w="28575" cap="flat" cmpd="sng" algn="ctr">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C9C57BB-0701-0779-5E39-43CD400EAA75}"/>
              </a:ext>
            </a:extLst>
          </p:cNvPr>
          <p:cNvSpPr>
            <a:spLocks noGrp="1"/>
          </p:cNvSpPr>
          <p:nvPr>
            <p:ph type="body" sz="quarter" idx="10"/>
          </p:nvPr>
        </p:nvSpPr>
        <p:spPr/>
        <p:txBody>
          <a:bodyPr/>
          <a:lstStyle/>
          <a:p>
            <a:r>
              <a:rPr lang="en-US" dirty="0"/>
              <a:t>Rhythm of all events is given by a clock generator</a:t>
            </a:r>
          </a:p>
          <a:p>
            <a:r>
              <a:rPr lang="en-US" dirty="0"/>
              <a:t>Implicit (global) synchronization:</a:t>
            </a:r>
          </a:p>
          <a:p>
            <a:r>
              <a:rPr lang="en-US" dirty="0"/>
              <a:t>Clock period T &gt; Max (tpd1, tpd2, tpd3) + </a:t>
            </a:r>
            <a:r>
              <a:rPr lang="en-US" dirty="0" err="1"/>
              <a:t>tpdreg</a:t>
            </a:r>
            <a:endParaRPr lang="en-US" dirty="0"/>
          </a:p>
          <a:p>
            <a:endParaRPr lang="en-US" dirty="0"/>
          </a:p>
          <a:p>
            <a:endParaRPr lang="en-US" dirty="0"/>
          </a:p>
        </p:txBody>
      </p:sp>
      <p:sp>
        <p:nvSpPr>
          <p:cNvPr id="72706" name="Rectangle 4">
            <a:extLst>
              <a:ext uri="{FF2B5EF4-FFF2-40B4-BE49-F238E27FC236}">
                <a16:creationId xmlns:a16="http://schemas.microsoft.com/office/drawing/2014/main" id="{A7F29A45-EF95-C6B6-05F8-CD49B44F120D}"/>
              </a:ext>
            </a:extLst>
          </p:cNvPr>
          <p:cNvSpPr>
            <a:spLocks noGrp="1" noChangeArrowheads="1"/>
          </p:cNvSpPr>
          <p:nvPr>
            <p:ph type="title"/>
          </p:nvPr>
        </p:nvSpPr>
        <p:spPr/>
        <p:txBody>
          <a:bodyPr/>
          <a:lstStyle/>
          <a:p>
            <a:r>
              <a:rPr lang="en-US" altLang="en-US"/>
              <a:t>Synchronous Pipeline</a:t>
            </a:r>
            <a:endParaRPr lang="ru-RU" altLang="en-US"/>
          </a:p>
        </p:txBody>
      </p:sp>
      <p:grpSp>
        <p:nvGrpSpPr>
          <p:cNvPr id="72707" name="Group 119">
            <a:extLst>
              <a:ext uri="{FF2B5EF4-FFF2-40B4-BE49-F238E27FC236}">
                <a16:creationId xmlns:a16="http://schemas.microsoft.com/office/drawing/2014/main" id="{BF1979A0-E3A4-B31B-E24D-5B5CDCD8C885}"/>
              </a:ext>
            </a:extLst>
          </p:cNvPr>
          <p:cNvGrpSpPr>
            <a:grpSpLocks/>
          </p:cNvGrpSpPr>
          <p:nvPr/>
        </p:nvGrpSpPr>
        <p:grpSpPr bwMode="auto">
          <a:xfrm>
            <a:off x="2362200" y="2862943"/>
            <a:ext cx="7272338" cy="3124200"/>
            <a:chOff x="567" y="864"/>
            <a:chExt cx="4581" cy="1968"/>
          </a:xfrm>
        </p:grpSpPr>
        <p:grpSp>
          <p:nvGrpSpPr>
            <p:cNvPr id="72709" name="Group 88">
              <a:extLst>
                <a:ext uri="{FF2B5EF4-FFF2-40B4-BE49-F238E27FC236}">
                  <a16:creationId xmlns:a16="http://schemas.microsoft.com/office/drawing/2014/main" id="{F088B857-D0A1-3838-8391-5DAE7844DA56}"/>
                </a:ext>
              </a:extLst>
            </p:cNvPr>
            <p:cNvGrpSpPr>
              <a:grpSpLocks/>
            </p:cNvGrpSpPr>
            <p:nvPr/>
          </p:nvGrpSpPr>
          <p:grpSpPr bwMode="auto">
            <a:xfrm>
              <a:off x="567" y="864"/>
              <a:ext cx="4581" cy="1755"/>
              <a:chOff x="567" y="1125"/>
              <a:chExt cx="4581" cy="1755"/>
            </a:xfrm>
          </p:grpSpPr>
          <p:sp>
            <p:nvSpPr>
              <p:cNvPr id="72711" name="Rectangle 6">
                <a:extLst>
                  <a:ext uri="{FF2B5EF4-FFF2-40B4-BE49-F238E27FC236}">
                    <a16:creationId xmlns:a16="http://schemas.microsoft.com/office/drawing/2014/main" id="{3CA20235-DA2F-037A-AA2A-72B350C18380}"/>
                  </a:ext>
                </a:extLst>
              </p:cNvPr>
              <p:cNvSpPr>
                <a:spLocks noChangeArrowheads="1"/>
              </p:cNvSpPr>
              <p:nvPr/>
            </p:nvSpPr>
            <p:spPr bwMode="auto">
              <a:xfrm>
                <a:off x="819" y="1152"/>
                <a:ext cx="294"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12" name="Rectangle 7">
                <a:extLst>
                  <a:ext uri="{FF2B5EF4-FFF2-40B4-BE49-F238E27FC236}">
                    <a16:creationId xmlns:a16="http://schemas.microsoft.com/office/drawing/2014/main" id="{2DF989D2-AEDD-4E44-F3A8-D95BA18AFC41}"/>
                  </a:ext>
                </a:extLst>
              </p:cNvPr>
              <p:cNvSpPr>
                <a:spLocks noChangeArrowheads="1"/>
              </p:cNvSpPr>
              <p:nvPr/>
            </p:nvSpPr>
            <p:spPr bwMode="auto">
              <a:xfrm>
                <a:off x="2080" y="1152"/>
                <a:ext cx="294"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13" name="Rectangle 8">
                <a:extLst>
                  <a:ext uri="{FF2B5EF4-FFF2-40B4-BE49-F238E27FC236}">
                    <a16:creationId xmlns:a16="http://schemas.microsoft.com/office/drawing/2014/main" id="{D792D5DC-956A-D8E8-A196-81D0F0688017}"/>
                  </a:ext>
                </a:extLst>
              </p:cNvPr>
              <p:cNvSpPr>
                <a:spLocks noChangeArrowheads="1"/>
              </p:cNvSpPr>
              <p:nvPr/>
            </p:nvSpPr>
            <p:spPr bwMode="auto">
              <a:xfrm>
                <a:off x="3341" y="1152"/>
                <a:ext cx="294"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14" name="Rectangle 9">
                <a:extLst>
                  <a:ext uri="{FF2B5EF4-FFF2-40B4-BE49-F238E27FC236}">
                    <a16:creationId xmlns:a16="http://schemas.microsoft.com/office/drawing/2014/main" id="{A10D2FCD-510A-B49B-2655-2965C54F9E14}"/>
                  </a:ext>
                </a:extLst>
              </p:cNvPr>
              <p:cNvSpPr>
                <a:spLocks noChangeArrowheads="1"/>
              </p:cNvSpPr>
              <p:nvPr/>
            </p:nvSpPr>
            <p:spPr bwMode="auto">
              <a:xfrm>
                <a:off x="4602" y="1152"/>
                <a:ext cx="294"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15" name="Text Box 13">
                <a:extLst>
                  <a:ext uri="{FF2B5EF4-FFF2-40B4-BE49-F238E27FC236}">
                    <a16:creationId xmlns:a16="http://schemas.microsoft.com/office/drawing/2014/main" id="{588BEA08-4082-A8B3-14F0-5826F94D77CE}"/>
                  </a:ext>
                </a:extLst>
              </p:cNvPr>
              <p:cNvSpPr txBox="1">
                <a:spLocks noChangeArrowheads="1"/>
              </p:cNvSpPr>
              <p:nvPr/>
            </p:nvSpPr>
            <p:spPr bwMode="auto">
              <a:xfrm>
                <a:off x="829" y="1631"/>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dirty="0">
                    <a:solidFill>
                      <a:schemeClr val="bg1"/>
                    </a:solidFill>
                  </a:rPr>
                  <a:t>R1</a:t>
                </a:r>
              </a:p>
            </p:txBody>
          </p:sp>
          <p:sp>
            <p:nvSpPr>
              <p:cNvPr id="72716" name="Text Box 14">
                <a:extLst>
                  <a:ext uri="{FF2B5EF4-FFF2-40B4-BE49-F238E27FC236}">
                    <a16:creationId xmlns:a16="http://schemas.microsoft.com/office/drawing/2014/main" id="{F0A227BB-A4EC-8529-D393-1B848C196ECA}"/>
                  </a:ext>
                </a:extLst>
              </p:cNvPr>
              <p:cNvSpPr txBox="1">
                <a:spLocks noChangeArrowheads="1"/>
              </p:cNvSpPr>
              <p:nvPr/>
            </p:nvSpPr>
            <p:spPr bwMode="auto">
              <a:xfrm>
                <a:off x="2086" y="1631"/>
                <a:ext cx="3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dirty="0">
                    <a:solidFill>
                      <a:schemeClr val="bg1"/>
                    </a:solidFill>
                  </a:rPr>
                  <a:t>R2</a:t>
                </a:r>
              </a:p>
            </p:txBody>
          </p:sp>
          <p:sp>
            <p:nvSpPr>
              <p:cNvPr id="72717" name="Text Box 15">
                <a:extLst>
                  <a:ext uri="{FF2B5EF4-FFF2-40B4-BE49-F238E27FC236}">
                    <a16:creationId xmlns:a16="http://schemas.microsoft.com/office/drawing/2014/main" id="{D1323231-5940-809B-AABF-9053A74D6AEC}"/>
                  </a:ext>
                </a:extLst>
              </p:cNvPr>
              <p:cNvSpPr txBox="1">
                <a:spLocks noChangeArrowheads="1"/>
              </p:cNvSpPr>
              <p:nvPr/>
            </p:nvSpPr>
            <p:spPr bwMode="auto">
              <a:xfrm>
                <a:off x="3376" y="1631"/>
                <a:ext cx="3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dirty="0">
                    <a:solidFill>
                      <a:schemeClr val="bg1"/>
                    </a:solidFill>
                  </a:rPr>
                  <a:t>R3</a:t>
                </a:r>
              </a:p>
            </p:txBody>
          </p:sp>
          <p:sp>
            <p:nvSpPr>
              <p:cNvPr id="72718" name="Text Box 16">
                <a:extLst>
                  <a:ext uri="{FF2B5EF4-FFF2-40B4-BE49-F238E27FC236}">
                    <a16:creationId xmlns:a16="http://schemas.microsoft.com/office/drawing/2014/main" id="{4AA434AB-1D4C-0864-1C77-E4DB35A760E2}"/>
                  </a:ext>
                </a:extLst>
              </p:cNvPr>
              <p:cNvSpPr txBox="1">
                <a:spLocks noChangeArrowheads="1"/>
              </p:cNvSpPr>
              <p:nvPr/>
            </p:nvSpPr>
            <p:spPr bwMode="auto">
              <a:xfrm>
                <a:off x="4610" y="1631"/>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dirty="0">
                    <a:solidFill>
                      <a:schemeClr val="bg1"/>
                    </a:solidFill>
                  </a:rPr>
                  <a:t>R4</a:t>
                </a:r>
              </a:p>
            </p:txBody>
          </p:sp>
          <p:sp>
            <p:nvSpPr>
              <p:cNvPr id="72719" name="Text Box 17">
                <a:extLst>
                  <a:ext uri="{FF2B5EF4-FFF2-40B4-BE49-F238E27FC236}">
                    <a16:creationId xmlns:a16="http://schemas.microsoft.com/office/drawing/2014/main" id="{1511C80B-B3F0-4711-DAD8-75BC6E1A73A0}"/>
                  </a:ext>
                </a:extLst>
              </p:cNvPr>
              <p:cNvSpPr txBox="1">
                <a:spLocks noChangeArrowheads="1"/>
              </p:cNvSpPr>
              <p:nvPr/>
            </p:nvSpPr>
            <p:spPr bwMode="auto">
              <a:xfrm>
                <a:off x="1450" y="1631"/>
                <a:ext cx="308" cy="23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a:t>CL</a:t>
                </a:r>
              </a:p>
            </p:txBody>
          </p:sp>
          <p:sp>
            <p:nvSpPr>
              <p:cNvPr id="72720" name="Text Box 18">
                <a:extLst>
                  <a:ext uri="{FF2B5EF4-FFF2-40B4-BE49-F238E27FC236}">
                    <a16:creationId xmlns:a16="http://schemas.microsoft.com/office/drawing/2014/main" id="{AC37BA85-C1DB-0AF7-9603-AFF559E463FD}"/>
                  </a:ext>
                </a:extLst>
              </p:cNvPr>
              <p:cNvSpPr txBox="1">
                <a:spLocks noChangeArrowheads="1"/>
              </p:cNvSpPr>
              <p:nvPr/>
            </p:nvSpPr>
            <p:spPr bwMode="auto">
              <a:xfrm>
                <a:off x="2710" y="1631"/>
                <a:ext cx="308" cy="23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a:t>CL</a:t>
                </a:r>
              </a:p>
            </p:txBody>
          </p:sp>
          <p:sp>
            <p:nvSpPr>
              <p:cNvPr id="72721" name="Text Box 19">
                <a:extLst>
                  <a:ext uri="{FF2B5EF4-FFF2-40B4-BE49-F238E27FC236}">
                    <a16:creationId xmlns:a16="http://schemas.microsoft.com/office/drawing/2014/main" id="{26F55F18-1049-F907-2981-6D2DDC724413}"/>
                  </a:ext>
                </a:extLst>
              </p:cNvPr>
              <p:cNvSpPr txBox="1">
                <a:spLocks noChangeArrowheads="1"/>
              </p:cNvSpPr>
              <p:nvPr/>
            </p:nvSpPr>
            <p:spPr bwMode="auto">
              <a:xfrm>
                <a:off x="3971" y="1631"/>
                <a:ext cx="308" cy="23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a:t>CL</a:t>
                </a:r>
              </a:p>
            </p:txBody>
          </p:sp>
          <p:sp>
            <p:nvSpPr>
              <p:cNvPr id="72722" name="AutoShape 20">
                <a:extLst>
                  <a:ext uri="{FF2B5EF4-FFF2-40B4-BE49-F238E27FC236}">
                    <a16:creationId xmlns:a16="http://schemas.microsoft.com/office/drawing/2014/main" id="{9033700D-47C8-BE8C-A050-CC5FCADAE907}"/>
                  </a:ext>
                </a:extLst>
              </p:cNvPr>
              <p:cNvSpPr>
                <a:spLocks noChangeArrowheads="1"/>
              </p:cNvSpPr>
              <p:nvPr/>
            </p:nvSpPr>
            <p:spPr bwMode="auto">
              <a:xfrm>
                <a:off x="1113" y="1632"/>
                <a:ext cx="253" cy="240"/>
              </a:xfrm>
              <a:prstGeom prst="rightArrow">
                <a:avLst>
                  <a:gd name="adj1" fmla="val 50000"/>
                  <a:gd name="adj2" fmla="val 26354"/>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3" name="AutoShape 21">
                <a:extLst>
                  <a:ext uri="{FF2B5EF4-FFF2-40B4-BE49-F238E27FC236}">
                    <a16:creationId xmlns:a16="http://schemas.microsoft.com/office/drawing/2014/main" id="{B3C63A60-18E9-E5AD-173A-E8B57D7D9E65}"/>
                  </a:ext>
                </a:extLst>
              </p:cNvPr>
              <p:cNvSpPr>
                <a:spLocks noChangeArrowheads="1"/>
              </p:cNvSpPr>
              <p:nvPr/>
            </p:nvSpPr>
            <p:spPr bwMode="auto">
              <a:xfrm>
                <a:off x="1828"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4" name="AutoShape 22">
                <a:extLst>
                  <a:ext uri="{FF2B5EF4-FFF2-40B4-BE49-F238E27FC236}">
                    <a16:creationId xmlns:a16="http://schemas.microsoft.com/office/drawing/2014/main" id="{23292A0E-153E-3E9E-6AD0-91BAF90141AA}"/>
                  </a:ext>
                </a:extLst>
              </p:cNvPr>
              <p:cNvSpPr>
                <a:spLocks noChangeArrowheads="1"/>
              </p:cNvSpPr>
              <p:nvPr/>
            </p:nvSpPr>
            <p:spPr bwMode="auto">
              <a:xfrm>
                <a:off x="2374"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5" name="AutoShape 23">
                <a:extLst>
                  <a:ext uri="{FF2B5EF4-FFF2-40B4-BE49-F238E27FC236}">
                    <a16:creationId xmlns:a16="http://schemas.microsoft.com/office/drawing/2014/main" id="{22F2628E-3821-BDE0-0138-2795D1F06234}"/>
                  </a:ext>
                </a:extLst>
              </p:cNvPr>
              <p:cNvSpPr>
                <a:spLocks noChangeArrowheads="1"/>
              </p:cNvSpPr>
              <p:nvPr/>
            </p:nvSpPr>
            <p:spPr bwMode="auto">
              <a:xfrm>
                <a:off x="3089"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6" name="AutoShape 24">
                <a:extLst>
                  <a:ext uri="{FF2B5EF4-FFF2-40B4-BE49-F238E27FC236}">
                    <a16:creationId xmlns:a16="http://schemas.microsoft.com/office/drawing/2014/main" id="{F51E7B5C-CA7A-9CC6-E9E4-DDED27EA16E2}"/>
                  </a:ext>
                </a:extLst>
              </p:cNvPr>
              <p:cNvSpPr>
                <a:spLocks noChangeArrowheads="1"/>
              </p:cNvSpPr>
              <p:nvPr/>
            </p:nvSpPr>
            <p:spPr bwMode="auto">
              <a:xfrm>
                <a:off x="3635"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7" name="AutoShape 25">
                <a:extLst>
                  <a:ext uri="{FF2B5EF4-FFF2-40B4-BE49-F238E27FC236}">
                    <a16:creationId xmlns:a16="http://schemas.microsoft.com/office/drawing/2014/main" id="{F04C998F-4D7E-EC16-E660-53B381882B42}"/>
                  </a:ext>
                </a:extLst>
              </p:cNvPr>
              <p:cNvSpPr>
                <a:spLocks noChangeArrowheads="1"/>
              </p:cNvSpPr>
              <p:nvPr/>
            </p:nvSpPr>
            <p:spPr bwMode="auto">
              <a:xfrm>
                <a:off x="4349" y="1632"/>
                <a:ext cx="253" cy="240"/>
              </a:xfrm>
              <a:prstGeom prst="rightArrow">
                <a:avLst>
                  <a:gd name="adj1" fmla="val 50000"/>
                  <a:gd name="adj2" fmla="val 26354"/>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28" name="Line 26">
                <a:extLst>
                  <a:ext uri="{FF2B5EF4-FFF2-40B4-BE49-F238E27FC236}">
                    <a16:creationId xmlns:a16="http://schemas.microsoft.com/office/drawing/2014/main" id="{66822EE6-CCA9-8653-283A-18D690965CA5}"/>
                  </a:ext>
                </a:extLst>
              </p:cNvPr>
              <p:cNvSpPr>
                <a:spLocks noChangeShapeType="1"/>
              </p:cNvSpPr>
              <p:nvPr/>
            </p:nvSpPr>
            <p:spPr bwMode="auto">
              <a:xfrm flipV="1">
                <a:off x="945" y="2400"/>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729" name="Line 27">
                <a:extLst>
                  <a:ext uri="{FF2B5EF4-FFF2-40B4-BE49-F238E27FC236}">
                    <a16:creationId xmlns:a16="http://schemas.microsoft.com/office/drawing/2014/main" id="{EC0528EB-03E2-0787-95A8-BDC98E81BB86}"/>
                  </a:ext>
                </a:extLst>
              </p:cNvPr>
              <p:cNvSpPr>
                <a:spLocks noChangeShapeType="1"/>
              </p:cNvSpPr>
              <p:nvPr/>
            </p:nvSpPr>
            <p:spPr bwMode="auto">
              <a:xfrm flipV="1">
                <a:off x="2206" y="2400"/>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730" name="Line 28">
                <a:extLst>
                  <a:ext uri="{FF2B5EF4-FFF2-40B4-BE49-F238E27FC236}">
                    <a16:creationId xmlns:a16="http://schemas.microsoft.com/office/drawing/2014/main" id="{B031594E-A6E4-BECE-ABAC-467E66A28DA1}"/>
                  </a:ext>
                </a:extLst>
              </p:cNvPr>
              <p:cNvSpPr>
                <a:spLocks noChangeShapeType="1"/>
              </p:cNvSpPr>
              <p:nvPr/>
            </p:nvSpPr>
            <p:spPr bwMode="auto">
              <a:xfrm flipV="1">
                <a:off x="3467" y="2400"/>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731" name="Line 29">
                <a:extLst>
                  <a:ext uri="{FF2B5EF4-FFF2-40B4-BE49-F238E27FC236}">
                    <a16:creationId xmlns:a16="http://schemas.microsoft.com/office/drawing/2014/main" id="{D8FDE11B-6EE9-8A6D-872E-8764DF4153E7}"/>
                  </a:ext>
                </a:extLst>
              </p:cNvPr>
              <p:cNvSpPr>
                <a:spLocks noChangeShapeType="1"/>
              </p:cNvSpPr>
              <p:nvPr/>
            </p:nvSpPr>
            <p:spPr bwMode="auto">
              <a:xfrm flipV="1">
                <a:off x="4728" y="2400"/>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732" name="Line 30">
                <a:extLst>
                  <a:ext uri="{FF2B5EF4-FFF2-40B4-BE49-F238E27FC236}">
                    <a16:creationId xmlns:a16="http://schemas.microsoft.com/office/drawing/2014/main" id="{AF2A0EAF-E30D-6AA0-4271-229B42C0F056}"/>
                  </a:ext>
                </a:extLst>
              </p:cNvPr>
              <p:cNvSpPr>
                <a:spLocks noChangeShapeType="1"/>
              </p:cNvSpPr>
              <p:nvPr/>
            </p:nvSpPr>
            <p:spPr bwMode="auto">
              <a:xfrm>
                <a:off x="945" y="2640"/>
                <a:ext cx="378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33" name="Line 31">
                <a:extLst>
                  <a:ext uri="{FF2B5EF4-FFF2-40B4-BE49-F238E27FC236}">
                    <a16:creationId xmlns:a16="http://schemas.microsoft.com/office/drawing/2014/main" id="{440349F0-C7DA-A735-275B-D0983310C8BF}"/>
                  </a:ext>
                </a:extLst>
              </p:cNvPr>
              <p:cNvSpPr>
                <a:spLocks noChangeShapeType="1"/>
              </p:cNvSpPr>
              <p:nvPr/>
            </p:nvSpPr>
            <p:spPr bwMode="auto">
              <a:xfrm>
                <a:off x="2836" y="2640"/>
                <a:ext cx="0" cy="24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4" name="AutoShape 33">
                <a:extLst>
                  <a:ext uri="{FF2B5EF4-FFF2-40B4-BE49-F238E27FC236}">
                    <a16:creationId xmlns:a16="http://schemas.microsoft.com/office/drawing/2014/main" id="{EEE69570-5BDA-1DB4-4F69-9BBF86460F82}"/>
                  </a:ext>
                </a:extLst>
              </p:cNvPr>
              <p:cNvSpPr>
                <a:spLocks noChangeArrowheads="1"/>
              </p:cNvSpPr>
              <p:nvPr/>
            </p:nvSpPr>
            <p:spPr bwMode="auto">
              <a:xfrm>
                <a:off x="567"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35" name="AutoShape 34">
                <a:extLst>
                  <a:ext uri="{FF2B5EF4-FFF2-40B4-BE49-F238E27FC236}">
                    <a16:creationId xmlns:a16="http://schemas.microsoft.com/office/drawing/2014/main" id="{1E46B37F-D714-FD87-F6A3-178151DBD921}"/>
                  </a:ext>
                </a:extLst>
              </p:cNvPr>
              <p:cNvSpPr>
                <a:spLocks noChangeArrowheads="1"/>
              </p:cNvSpPr>
              <p:nvPr/>
            </p:nvSpPr>
            <p:spPr bwMode="auto">
              <a:xfrm>
                <a:off x="4896" y="1632"/>
                <a:ext cx="252" cy="240"/>
              </a:xfrm>
              <a:prstGeom prst="rightArrow">
                <a:avLst>
                  <a:gd name="adj1" fmla="val 50000"/>
                  <a:gd name="adj2" fmla="val 2625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2736" name="Text Box 18">
                <a:extLst>
                  <a:ext uri="{FF2B5EF4-FFF2-40B4-BE49-F238E27FC236}">
                    <a16:creationId xmlns:a16="http://schemas.microsoft.com/office/drawing/2014/main" id="{F6554879-6DE1-3A3B-7B9E-146A02109AE3}"/>
                  </a:ext>
                </a:extLst>
              </p:cNvPr>
              <p:cNvSpPr txBox="1">
                <a:spLocks noChangeArrowheads="1"/>
              </p:cNvSpPr>
              <p:nvPr/>
            </p:nvSpPr>
            <p:spPr bwMode="auto">
              <a:xfrm>
                <a:off x="1452" y="1620"/>
                <a:ext cx="326" cy="23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a:t>CL</a:t>
                </a:r>
              </a:p>
            </p:txBody>
          </p:sp>
          <p:sp>
            <p:nvSpPr>
              <p:cNvPr id="62497" name="Скругленный прямоугольник 35">
                <a:extLst>
                  <a:ext uri="{FF2B5EF4-FFF2-40B4-BE49-F238E27FC236}">
                    <a16:creationId xmlns:a16="http://schemas.microsoft.com/office/drawing/2014/main" id="{B7DB0D21-1F1F-44EC-88D6-A10C215752DD}"/>
                  </a:ext>
                </a:extLst>
              </p:cNvPr>
              <p:cNvSpPr>
                <a:spLocks noChangeArrowheads="1"/>
              </p:cNvSpPr>
              <p:nvPr/>
            </p:nvSpPr>
            <p:spPr bwMode="auto">
              <a:xfrm>
                <a:off x="1373" y="1152"/>
                <a:ext cx="473" cy="1238"/>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a:solidFill>
                      <a:srgbClr val="000000"/>
                    </a:solidFill>
                    <a:latin typeface="Arial" charset="0"/>
                    <a:cs typeface="Arial" charset="0"/>
                  </a:rPr>
                  <a:t>CL1</a:t>
                </a:r>
                <a:endParaRPr lang="ru-RU">
                  <a:solidFill>
                    <a:srgbClr val="000000"/>
                  </a:solidFill>
                  <a:latin typeface="Arial" charset="0"/>
                  <a:cs typeface="Arial" charset="0"/>
                </a:endParaRPr>
              </a:p>
            </p:txBody>
          </p:sp>
          <p:sp>
            <p:nvSpPr>
              <p:cNvPr id="62498" name="Скругленный прямоугольник 34">
                <a:extLst>
                  <a:ext uri="{FF2B5EF4-FFF2-40B4-BE49-F238E27FC236}">
                    <a16:creationId xmlns:a16="http://schemas.microsoft.com/office/drawing/2014/main" id="{526CC5C2-AC77-4443-BAB9-2DC47576E4FE}"/>
                  </a:ext>
                </a:extLst>
              </p:cNvPr>
              <p:cNvSpPr>
                <a:spLocks noChangeArrowheads="1"/>
              </p:cNvSpPr>
              <p:nvPr/>
            </p:nvSpPr>
            <p:spPr bwMode="auto">
              <a:xfrm>
                <a:off x="2634" y="1125"/>
                <a:ext cx="473" cy="1260"/>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a:solidFill>
                      <a:srgbClr val="000000"/>
                    </a:solidFill>
                    <a:latin typeface="Arial" charset="0"/>
                    <a:cs typeface="Arial" charset="0"/>
                  </a:rPr>
                  <a:t>CL2</a:t>
                </a:r>
                <a:endParaRPr lang="ru-RU">
                  <a:solidFill>
                    <a:srgbClr val="000000"/>
                  </a:solidFill>
                  <a:latin typeface="Arial" charset="0"/>
                  <a:cs typeface="Arial" charset="0"/>
                </a:endParaRPr>
              </a:p>
            </p:txBody>
          </p:sp>
          <p:sp>
            <p:nvSpPr>
              <p:cNvPr id="62499" name="Скругленный прямоугольник 36">
                <a:extLst>
                  <a:ext uri="{FF2B5EF4-FFF2-40B4-BE49-F238E27FC236}">
                    <a16:creationId xmlns:a16="http://schemas.microsoft.com/office/drawing/2014/main" id="{53CF0B48-73D7-47A1-B08A-0F8A35F4548C}"/>
                  </a:ext>
                </a:extLst>
              </p:cNvPr>
              <p:cNvSpPr>
                <a:spLocks noChangeArrowheads="1"/>
              </p:cNvSpPr>
              <p:nvPr/>
            </p:nvSpPr>
            <p:spPr bwMode="auto">
              <a:xfrm>
                <a:off x="3895" y="1125"/>
                <a:ext cx="473" cy="1260"/>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a:solidFill>
                      <a:srgbClr val="000000"/>
                    </a:solidFill>
                    <a:latin typeface="Arial" charset="0"/>
                    <a:cs typeface="Arial" charset="0"/>
                  </a:rPr>
                  <a:t>CL3</a:t>
                </a:r>
                <a:endParaRPr lang="ru-RU">
                  <a:solidFill>
                    <a:srgbClr val="000000"/>
                  </a:solidFill>
                  <a:latin typeface="Arial" charset="0"/>
                  <a:cs typeface="Arial" charset="0"/>
                </a:endParaRPr>
              </a:p>
            </p:txBody>
          </p:sp>
        </p:grpSp>
        <p:sp>
          <p:nvSpPr>
            <p:cNvPr id="72710" name="Text Box 118">
              <a:extLst>
                <a:ext uri="{FF2B5EF4-FFF2-40B4-BE49-F238E27FC236}">
                  <a16:creationId xmlns:a16="http://schemas.microsoft.com/office/drawing/2014/main" id="{7E0D8B8E-98FB-BB65-5D29-AC2C0D2887E6}"/>
                </a:ext>
              </a:extLst>
            </p:cNvPr>
            <p:cNvSpPr txBox="1">
              <a:spLocks noChangeArrowheads="1"/>
            </p:cNvSpPr>
            <p:nvPr/>
          </p:nvSpPr>
          <p:spPr bwMode="auto">
            <a:xfrm>
              <a:off x="2736" y="2601"/>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CLK</a:t>
              </a:r>
              <a:endParaRPr lang="ru-RU" altLang="en-US"/>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8B219C8-A4A9-5D79-46F4-BB843C76DE16}"/>
              </a:ext>
            </a:extLst>
          </p:cNvPr>
          <p:cNvSpPr>
            <a:spLocks noGrp="1"/>
          </p:cNvSpPr>
          <p:nvPr>
            <p:ph type="body" sz="quarter" idx="10"/>
          </p:nvPr>
        </p:nvSpPr>
        <p:spPr/>
        <p:txBody>
          <a:bodyPr/>
          <a:lstStyle/>
          <a:p>
            <a:r>
              <a:rPr lang="en-US" dirty="0"/>
              <a:t>Explicit (local) synchronization:</a:t>
            </a:r>
          </a:p>
          <a:p>
            <a:r>
              <a:rPr lang="en-US" dirty="0"/>
              <a:t>Req/Ack handshakes.</a:t>
            </a:r>
          </a:p>
          <a:p>
            <a:r>
              <a:rPr lang="en-US" dirty="0"/>
              <a:t>Generation completion signals “Request/Acknowledgement”</a:t>
            </a:r>
          </a:p>
          <a:p>
            <a:r>
              <a:rPr lang="en-US" dirty="0"/>
              <a:t>Handshaking protocol</a:t>
            </a:r>
          </a:p>
          <a:p>
            <a:endParaRPr lang="en-US" dirty="0"/>
          </a:p>
        </p:txBody>
      </p:sp>
      <p:sp>
        <p:nvSpPr>
          <p:cNvPr id="54" name="Rectangle 4">
            <a:extLst>
              <a:ext uri="{FF2B5EF4-FFF2-40B4-BE49-F238E27FC236}">
                <a16:creationId xmlns:a16="http://schemas.microsoft.com/office/drawing/2014/main" id="{DF37F261-F39C-4E48-A9B9-4AA10233887A}"/>
              </a:ext>
            </a:extLst>
          </p:cNvPr>
          <p:cNvSpPr txBox="1">
            <a:spLocks noChangeArrowheads="1"/>
          </p:cNvSpPr>
          <p:nvPr/>
        </p:nvSpPr>
        <p:spPr bwMode="auto">
          <a:xfrm>
            <a:off x="3962400" y="1146970"/>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73731" name="Group 105">
            <a:extLst>
              <a:ext uri="{FF2B5EF4-FFF2-40B4-BE49-F238E27FC236}">
                <a16:creationId xmlns:a16="http://schemas.microsoft.com/office/drawing/2014/main" id="{5DC40CA0-A557-460D-AA8F-D4BCE3700BBF}"/>
              </a:ext>
            </a:extLst>
          </p:cNvPr>
          <p:cNvGrpSpPr>
            <a:grpSpLocks/>
          </p:cNvGrpSpPr>
          <p:nvPr/>
        </p:nvGrpSpPr>
        <p:grpSpPr bwMode="auto">
          <a:xfrm>
            <a:off x="1981200" y="3209926"/>
            <a:ext cx="8208962" cy="2824163"/>
            <a:chOff x="32" y="918"/>
            <a:chExt cx="5756" cy="1779"/>
          </a:xfrm>
        </p:grpSpPr>
        <p:sp>
          <p:nvSpPr>
            <p:cNvPr id="73733" name="Rectangle 6">
              <a:extLst>
                <a:ext uri="{FF2B5EF4-FFF2-40B4-BE49-F238E27FC236}">
                  <a16:creationId xmlns:a16="http://schemas.microsoft.com/office/drawing/2014/main" id="{8D3DFA9E-251A-E881-69C7-CFA2802D01EB}"/>
                </a:ext>
              </a:extLst>
            </p:cNvPr>
            <p:cNvSpPr>
              <a:spLocks noChangeArrowheads="1"/>
            </p:cNvSpPr>
            <p:nvPr/>
          </p:nvSpPr>
          <p:spPr bwMode="auto">
            <a:xfrm>
              <a:off x="654" y="1152"/>
              <a:ext cx="336"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34" name="Rectangle 7">
              <a:extLst>
                <a:ext uri="{FF2B5EF4-FFF2-40B4-BE49-F238E27FC236}">
                  <a16:creationId xmlns:a16="http://schemas.microsoft.com/office/drawing/2014/main" id="{0DF9EC1D-A57C-5F07-DDF7-4888A4C7D520}"/>
                </a:ext>
              </a:extLst>
            </p:cNvPr>
            <p:cNvSpPr>
              <a:spLocks noChangeArrowheads="1"/>
            </p:cNvSpPr>
            <p:nvPr/>
          </p:nvSpPr>
          <p:spPr bwMode="auto">
            <a:xfrm>
              <a:off x="2094" y="1152"/>
              <a:ext cx="336"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35" name="Rectangle 8">
              <a:extLst>
                <a:ext uri="{FF2B5EF4-FFF2-40B4-BE49-F238E27FC236}">
                  <a16:creationId xmlns:a16="http://schemas.microsoft.com/office/drawing/2014/main" id="{C3D210DC-06E3-3597-27FD-2A53FAB44A9B}"/>
                </a:ext>
              </a:extLst>
            </p:cNvPr>
            <p:cNvSpPr>
              <a:spLocks noChangeArrowheads="1"/>
            </p:cNvSpPr>
            <p:nvPr/>
          </p:nvSpPr>
          <p:spPr bwMode="auto">
            <a:xfrm>
              <a:off x="3534" y="1152"/>
              <a:ext cx="336"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36" name="Rectangle 9">
              <a:extLst>
                <a:ext uri="{FF2B5EF4-FFF2-40B4-BE49-F238E27FC236}">
                  <a16:creationId xmlns:a16="http://schemas.microsoft.com/office/drawing/2014/main" id="{E8A50FF3-A620-D6D7-7851-A8D104A0054C}"/>
                </a:ext>
              </a:extLst>
            </p:cNvPr>
            <p:cNvSpPr>
              <a:spLocks noChangeArrowheads="1"/>
            </p:cNvSpPr>
            <p:nvPr/>
          </p:nvSpPr>
          <p:spPr bwMode="auto">
            <a:xfrm>
              <a:off x="4974" y="1152"/>
              <a:ext cx="336" cy="124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37" name="Text Box 13">
              <a:extLst>
                <a:ext uri="{FF2B5EF4-FFF2-40B4-BE49-F238E27FC236}">
                  <a16:creationId xmlns:a16="http://schemas.microsoft.com/office/drawing/2014/main" id="{65235719-97EC-FA23-8F79-451ADBC4AD4B}"/>
                </a:ext>
              </a:extLst>
            </p:cNvPr>
            <p:cNvSpPr txBox="1">
              <a:spLocks noChangeArrowheads="1"/>
            </p:cNvSpPr>
            <p:nvPr/>
          </p:nvSpPr>
          <p:spPr bwMode="auto">
            <a:xfrm>
              <a:off x="646" y="1631"/>
              <a:ext cx="3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dirty="0">
                  <a:solidFill>
                    <a:schemeClr val="bg1"/>
                  </a:solidFill>
                </a:rPr>
                <a:t>R1</a:t>
              </a:r>
            </a:p>
          </p:txBody>
        </p:sp>
        <p:sp>
          <p:nvSpPr>
            <p:cNvPr id="73738" name="Text Box 14">
              <a:extLst>
                <a:ext uri="{FF2B5EF4-FFF2-40B4-BE49-F238E27FC236}">
                  <a16:creationId xmlns:a16="http://schemas.microsoft.com/office/drawing/2014/main" id="{88BE22EC-3AC6-D573-A3EF-7A76F42E31D6}"/>
                </a:ext>
              </a:extLst>
            </p:cNvPr>
            <p:cNvSpPr txBox="1">
              <a:spLocks noChangeArrowheads="1"/>
            </p:cNvSpPr>
            <p:nvPr/>
          </p:nvSpPr>
          <p:spPr bwMode="auto">
            <a:xfrm>
              <a:off x="2091" y="1631"/>
              <a:ext cx="3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dirty="0">
                  <a:solidFill>
                    <a:schemeClr val="bg1"/>
                  </a:solidFill>
                </a:rPr>
                <a:t>R2</a:t>
              </a:r>
            </a:p>
          </p:txBody>
        </p:sp>
        <p:sp>
          <p:nvSpPr>
            <p:cNvPr id="73739" name="Text Box 15">
              <a:extLst>
                <a:ext uri="{FF2B5EF4-FFF2-40B4-BE49-F238E27FC236}">
                  <a16:creationId xmlns:a16="http://schemas.microsoft.com/office/drawing/2014/main" id="{667B53C6-8CCE-95FC-6DF5-BB5B159ABF87}"/>
                </a:ext>
              </a:extLst>
            </p:cNvPr>
            <p:cNvSpPr txBox="1">
              <a:spLocks noChangeArrowheads="1"/>
            </p:cNvSpPr>
            <p:nvPr/>
          </p:nvSpPr>
          <p:spPr bwMode="auto">
            <a:xfrm>
              <a:off x="3534" y="1631"/>
              <a:ext cx="3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dirty="0">
                  <a:solidFill>
                    <a:schemeClr val="bg1"/>
                  </a:solidFill>
                </a:rPr>
                <a:t>R3</a:t>
              </a:r>
            </a:p>
          </p:txBody>
        </p:sp>
        <p:sp>
          <p:nvSpPr>
            <p:cNvPr id="73740" name="Text Box 16">
              <a:extLst>
                <a:ext uri="{FF2B5EF4-FFF2-40B4-BE49-F238E27FC236}">
                  <a16:creationId xmlns:a16="http://schemas.microsoft.com/office/drawing/2014/main" id="{3D0B3569-F3C9-ECB1-183E-D5278D740BBF}"/>
                </a:ext>
              </a:extLst>
            </p:cNvPr>
            <p:cNvSpPr txBox="1">
              <a:spLocks noChangeArrowheads="1"/>
            </p:cNvSpPr>
            <p:nvPr/>
          </p:nvSpPr>
          <p:spPr bwMode="auto">
            <a:xfrm>
              <a:off x="4963" y="1622"/>
              <a:ext cx="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dirty="0">
                  <a:solidFill>
                    <a:schemeClr val="bg1"/>
                  </a:solidFill>
                </a:rPr>
                <a:t>R4</a:t>
              </a:r>
            </a:p>
          </p:txBody>
        </p:sp>
        <p:sp>
          <p:nvSpPr>
            <p:cNvPr id="73741" name="Text Box 17">
              <a:extLst>
                <a:ext uri="{FF2B5EF4-FFF2-40B4-BE49-F238E27FC236}">
                  <a16:creationId xmlns:a16="http://schemas.microsoft.com/office/drawing/2014/main" id="{63635244-57B6-58FF-EC53-35DCFB0E4B0F}"/>
                </a:ext>
              </a:extLst>
            </p:cNvPr>
            <p:cNvSpPr txBox="1">
              <a:spLocks noChangeArrowheads="1"/>
            </p:cNvSpPr>
            <p:nvPr/>
          </p:nvSpPr>
          <p:spPr bwMode="auto">
            <a:xfrm>
              <a:off x="1374" y="1631"/>
              <a:ext cx="415" cy="288"/>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400" b="1"/>
                <a:t>CL</a:t>
              </a:r>
            </a:p>
          </p:txBody>
        </p:sp>
        <p:sp>
          <p:nvSpPr>
            <p:cNvPr id="73742" name="AutoShape 20">
              <a:extLst>
                <a:ext uri="{FF2B5EF4-FFF2-40B4-BE49-F238E27FC236}">
                  <a16:creationId xmlns:a16="http://schemas.microsoft.com/office/drawing/2014/main" id="{6DAB5FB4-4BCE-D7E2-1B9B-522D3DEFC1FE}"/>
                </a:ext>
              </a:extLst>
            </p:cNvPr>
            <p:cNvSpPr>
              <a:spLocks noChangeArrowheads="1"/>
            </p:cNvSpPr>
            <p:nvPr/>
          </p:nvSpPr>
          <p:spPr bwMode="auto">
            <a:xfrm>
              <a:off x="990"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3" name="AutoShape 21">
              <a:extLst>
                <a:ext uri="{FF2B5EF4-FFF2-40B4-BE49-F238E27FC236}">
                  <a16:creationId xmlns:a16="http://schemas.microsoft.com/office/drawing/2014/main" id="{605DDF44-1357-9215-0D62-0C56C471CAD7}"/>
                </a:ext>
              </a:extLst>
            </p:cNvPr>
            <p:cNvSpPr>
              <a:spLocks noChangeArrowheads="1"/>
            </p:cNvSpPr>
            <p:nvPr/>
          </p:nvSpPr>
          <p:spPr bwMode="auto">
            <a:xfrm>
              <a:off x="1806"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4" name="AutoShape 22">
              <a:extLst>
                <a:ext uri="{FF2B5EF4-FFF2-40B4-BE49-F238E27FC236}">
                  <a16:creationId xmlns:a16="http://schemas.microsoft.com/office/drawing/2014/main" id="{C7052E6B-375F-3BCE-0DA7-80F7F2CF79BB}"/>
                </a:ext>
              </a:extLst>
            </p:cNvPr>
            <p:cNvSpPr>
              <a:spLocks noChangeArrowheads="1"/>
            </p:cNvSpPr>
            <p:nvPr/>
          </p:nvSpPr>
          <p:spPr bwMode="auto">
            <a:xfrm>
              <a:off x="2430"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5" name="AutoShape 23">
              <a:extLst>
                <a:ext uri="{FF2B5EF4-FFF2-40B4-BE49-F238E27FC236}">
                  <a16:creationId xmlns:a16="http://schemas.microsoft.com/office/drawing/2014/main" id="{158EE1A6-DD68-AF42-72C0-AF1B7E0B2E87}"/>
                </a:ext>
              </a:extLst>
            </p:cNvPr>
            <p:cNvSpPr>
              <a:spLocks noChangeArrowheads="1"/>
            </p:cNvSpPr>
            <p:nvPr/>
          </p:nvSpPr>
          <p:spPr bwMode="auto">
            <a:xfrm>
              <a:off x="3246"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6" name="AutoShape 24">
              <a:extLst>
                <a:ext uri="{FF2B5EF4-FFF2-40B4-BE49-F238E27FC236}">
                  <a16:creationId xmlns:a16="http://schemas.microsoft.com/office/drawing/2014/main" id="{BBC32B46-7C69-96C9-0F69-18FF8532B717}"/>
                </a:ext>
              </a:extLst>
            </p:cNvPr>
            <p:cNvSpPr>
              <a:spLocks noChangeArrowheads="1"/>
            </p:cNvSpPr>
            <p:nvPr/>
          </p:nvSpPr>
          <p:spPr bwMode="auto">
            <a:xfrm>
              <a:off x="3870"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7" name="AutoShape 25">
              <a:extLst>
                <a:ext uri="{FF2B5EF4-FFF2-40B4-BE49-F238E27FC236}">
                  <a16:creationId xmlns:a16="http://schemas.microsoft.com/office/drawing/2014/main" id="{D9BEBE03-384F-91E3-FD98-A13283F4E3D6}"/>
                </a:ext>
              </a:extLst>
            </p:cNvPr>
            <p:cNvSpPr>
              <a:spLocks noChangeArrowheads="1"/>
            </p:cNvSpPr>
            <p:nvPr/>
          </p:nvSpPr>
          <p:spPr bwMode="auto">
            <a:xfrm>
              <a:off x="4686"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48" name="Line 26">
              <a:extLst>
                <a:ext uri="{FF2B5EF4-FFF2-40B4-BE49-F238E27FC236}">
                  <a16:creationId xmlns:a16="http://schemas.microsoft.com/office/drawing/2014/main" id="{AF40C4B6-FE31-C7C0-4E48-1B56D33A0CC4}"/>
                </a:ext>
              </a:extLst>
            </p:cNvPr>
            <p:cNvSpPr>
              <a:spLocks noChangeShapeType="1"/>
            </p:cNvSpPr>
            <p:nvPr/>
          </p:nvSpPr>
          <p:spPr bwMode="auto">
            <a:xfrm flipV="1">
              <a:off x="798" y="2400"/>
              <a:ext cx="0" cy="24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49" name="Line 27">
              <a:extLst>
                <a:ext uri="{FF2B5EF4-FFF2-40B4-BE49-F238E27FC236}">
                  <a16:creationId xmlns:a16="http://schemas.microsoft.com/office/drawing/2014/main" id="{DA226B01-C197-FB5C-8775-9442F19B5912}"/>
                </a:ext>
              </a:extLst>
            </p:cNvPr>
            <p:cNvSpPr>
              <a:spLocks noChangeShapeType="1"/>
            </p:cNvSpPr>
            <p:nvPr/>
          </p:nvSpPr>
          <p:spPr bwMode="auto">
            <a:xfrm flipV="1">
              <a:off x="2238" y="2400"/>
              <a:ext cx="0" cy="24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50" name="Line 28">
              <a:extLst>
                <a:ext uri="{FF2B5EF4-FFF2-40B4-BE49-F238E27FC236}">
                  <a16:creationId xmlns:a16="http://schemas.microsoft.com/office/drawing/2014/main" id="{95E1B246-294D-6F35-69EC-8E3BDBC12A44}"/>
                </a:ext>
              </a:extLst>
            </p:cNvPr>
            <p:cNvSpPr>
              <a:spLocks noChangeShapeType="1"/>
            </p:cNvSpPr>
            <p:nvPr/>
          </p:nvSpPr>
          <p:spPr bwMode="auto">
            <a:xfrm flipV="1">
              <a:off x="3678" y="2400"/>
              <a:ext cx="0" cy="24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51" name="Line 29">
              <a:extLst>
                <a:ext uri="{FF2B5EF4-FFF2-40B4-BE49-F238E27FC236}">
                  <a16:creationId xmlns:a16="http://schemas.microsoft.com/office/drawing/2014/main" id="{ABFFEC1D-6BBE-52F6-EC4F-7A448C414106}"/>
                </a:ext>
              </a:extLst>
            </p:cNvPr>
            <p:cNvSpPr>
              <a:spLocks noChangeShapeType="1"/>
            </p:cNvSpPr>
            <p:nvPr/>
          </p:nvSpPr>
          <p:spPr bwMode="auto">
            <a:xfrm flipV="1">
              <a:off x="5118" y="2400"/>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3752" name="AutoShape 30">
              <a:extLst>
                <a:ext uri="{FF2B5EF4-FFF2-40B4-BE49-F238E27FC236}">
                  <a16:creationId xmlns:a16="http://schemas.microsoft.com/office/drawing/2014/main" id="{9AC03AC9-2C07-F6DE-1F2F-9EE177AC4E3C}"/>
                </a:ext>
              </a:extLst>
            </p:cNvPr>
            <p:cNvSpPr>
              <a:spLocks noChangeArrowheads="1"/>
            </p:cNvSpPr>
            <p:nvPr/>
          </p:nvSpPr>
          <p:spPr bwMode="auto">
            <a:xfrm>
              <a:off x="366"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53" name="AutoShape 31">
              <a:extLst>
                <a:ext uri="{FF2B5EF4-FFF2-40B4-BE49-F238E27FC236}">
                  <a16:creationId xmlns:a16="http://schemas.microsoft.com/office/drawing/2014/main" id="{5D2F53F4-B054-7E53-7AAC-3BBDE1CE258D}"/>
                </a:ext>
              </a:extLst>
            </p:cNvPr>
            <p:cNvSpPr>
              <a:spLocks noChangeArrowheads="1"/>
            </p:cNvSpPr>
            <p:nvPr/>
          </p:nvSpPr>
          <p:spPr bwMode="auto">
            <a:xfrm>
              <a:off x="5310" y="1632"/>
              <a:ext cx="288" cy="240"/>
            </a:xfrm>
            <a:prstGeom prst="rightArrow">
              <a:avLst>
                <a:gd name="adj1" fmla="val 50000"/>
                <a:gd name="adj2" fmla="val 30000"/>
              </a:avLst>
            </a:prstGeom>
            <a:solidFill>
              <a:srgbClr val="C0C0C0"/>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54" name="Line 32">
              <a:extLst>
                <a:ext uri="{FF2B5EF4-FFF2-40B4-BE49-F238E27FC236}">
                  <a16:creationId xmlns:a16="http://schemas.microsoft.com/office/drawing/2014/main" id="{5A071916-F024-0D7C-0481-12D4BE63D35C}"/>
                </a:ext>
              </a:extLst>
            </p:cNvPr>
            <p:cNvSpPr>
              <a:spLocks noChangeShapeType="1"/>
            </p:cNvSpPr>
            <p:nvPr/>
          </p:nvSpPr>
          <p:spPr bwMode="auto">
            <a:xfrm>
              <a:off x="462" y="2640"/>
              <a:ext cx="336"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55" name="Freeform 33">
              <a:extLst>
                <a:ext uri="{FF2B5EF4-FFF2-40B4-BE49-F238E27FC236}">
                  <a16:creationId xmlns:a16="http://schemas.microsoft.com/office/drawing/2014/main" id="{1656185E-E4B9-49D3-F6B1-A7765E753DB1}"/>
                </a:ext>
              </a:extLst>
            </p:cNvPr>
            <p:cNvSpPr>
              <a:spLocks/>
            </p:cNvSpPr>
            <p:nvPr/>
          </p:nvSpPr>
          <p:spPr bwMode="auto">
            <a:xfrm>
              <a:off x="1662" y="2400"/>
              <a:ext cx="576" cy="240"/>
            </a:xfrm>
            <a:custGeom>
              <a:avLst/>
              <a:gdLst>
                <a:gd name="T0" fmla="*/ 0 w 576"/>
                <a:gd name="T1" fmla="*/ 0 h 240"/>
                <a:gd name="T2" fmla="*/ 0 w 576"/>
                <a:gd name="T3" fmla="*/ 240 h 240"/>
                <a:gd name="T4" fmla="*/ 576 w 576"/>
                <a:gd name="T5" fmla="*/ 24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0" y="240"/>
                  </a:lnTo>
                  <a:lnTo>
                    <a:pt x="576"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56" name="Freeform 34">
              <a:extLst>
                <a:ext uri="{FF2B5EF4-FFF2-40B4-BE49-F238E27FC236}">
                  <a16:creationId xmlns:a16="http://schemas.microsoft.com/office/drawing/2014/main" id="{E4381A1D-E656-E028-B9A0-AB8F82DC1999}"/>
                </a:ext>
              </a:extLst>
            </p:cNvPr>
            <p:cNvSpPr>
              <a:spLocks/>
            </p:cNvSpPr>
            <p:nvPr/>
          </p:nvSpPr>
          <p:spPr bwMode="auto">
            <a:xfrm>
              <a:off x="3102" y="2400"/>
              <a:ext cx="576" cy="240"/>
            </a:xfrm>
            <a:custGeom>
              <a:avLst/>
              <a:gdLst>
                <a:gd name="T0" fmla="*/ 0 w 576"/>
                <a:gd name="T1" fmla="*/ 0 h 240"/>
                <a:gd name="T2" fmla="*/ 0 w 576"/>
                <a:gd name="T3" fmla="*/ 240 h 240"/>
                <a:gd name="T4" fmla="*/ 576 w 576"/>
                <a:gd name="T5" fmla="*/ 24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0" y="240"/>
                  </a:lnTo>
                  <a:lnTo>
                    <a:pt x="576"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57" name="Freeform 35">
              <a:extLst>
                <a:ext uri="{FF2B5EF4-FFF2-40B4-BE49-F238E27FC236}">
                  <a16:creationId xmlns:a16="http://schemas.microsoft.com/office/drawing/2014/main" id="{6FD48965-E11E-F8A4-7B90-BFACECFDDDE2}"/>
                </a:ext>
              </a:extLst>
            </p:cNvPr>
            <p:cNvSpPr>
              <a:spLocks/>
            </p:cNvSpPr>
            <p:nvPr/>
          </p:nvSpPr>
          <p:spPr bwMode="auto">
            <a:xfrm>
              <a:off x="4542" y="2400"/>
              <a:ext cx="576" cy="240"/>
            </a:xfrm>
            <a:custGeom>
              <a:avLst/>
              <a:gdLst>
                <a:gd name="T0" fmla="*/ 0 w 576"/>
                <a:gd name="T1" fmla="*/ 0 h 240"/>
                <a:gd name="T2" fmla="*/ 0 w 576"/>
                <a:gd name="T3" fmla="*/ 240 h 240"/>
                <a:gd name="T4" fmla="*/ 576 w 576"/>
                <a:gd name="T5" fmla="*/ 24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0" y="240"/>
                  </a:lnTo>
                  <a:lnTo>
                    <a:pt x="576"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58" name="Line 36">
              <a:extLst>
                <a:ext uri="{FF2B5EF4-FFF2-40B4-BE49-F238E27FC236}">
                  <a16:creationId xmlns:a16="http://schemas.microsoft.com/office/drawing/2014/main" id="{C307B724-58ED-FE7F-042D-65B8E3065FF3}"/>
                </a:ext>
              </a:extLst>
            </p:cNvPr>
            <p:cNvSpPr>
              <a:spLocks noChangeShapeType="1"/>
            </p:cNvSpPr>
            <p:nvPr/>
          </p:nvSpPr>
          <p:spPr bwMode="auto">
            <a:xfrm>
              <a:off x="990" y="2256"/>
              <a:ext cx="295" cy="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59" name="Line 37">
              <a:extLst>
                <a:ext uri="{FF2B5EF4-FFF2-40B4-BE49-F238E27FC236}">
                  <a16:creationId xmlns:a16="http://schemas.microsoft.com/office/drawing/2014/main" id="{68E5EE8E-5524-D8E1-9336-69A74AB5A865}"/>
                </a:ext>
              </a:extLst>
            </p:cNvPr>
            <p:cNvSpPr>
              <a:spLocks noChangeShapeType="1"/>
            </p:cNvSpPr>
            <p:nvPr/>
          </p:nvSpPr>
          <p:spPr bwMode="auto">
            <a:xfrm>
              <a:off x="2430" y="2256"/>
              <a:ext cx="28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3760" name="Line 38">
              <a:extLst>
                <a:ext uri="{FF2B5EF4-FFF2-40B4-BE49-F238E27FC236}">
                  <a16:creationId xmlns:a16="http://schemas.microsoft.com/office/drawing/2014/main" id="{C80082B3-B1CC-4D49-102B-D5FA1B94B8ED}"/>
                </a:ext>
              </a:extLst>
            </p:cNvPr>
            <p:cNvSpPr>
              <a:spLocks noChangeShapeType="1"/>
            </p:cNvSpPr>
            <p:nvPr/>
          </p:nvSpPr>
          <p:spPr bwMode="auto">
            <a:xfrm>
              <a:off x="3861" y="2256"/>
              <a:ext cx="295" cy="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61" name="Line 39">
              <a:extLst>
                <a:ext uri="{FF2B5EF4-FFF2-40B4-BE49-F238E27FC236}">
                  <a16:creationId xmlns:a16="http://schemas.microsoft.com/office/drawing/2014/main" id="{35B0B099-C6BD-F1A9-D730-29363C1E15DB}"/>
                </a:ext>
              </a:extLst>
            </p:cNvPr>
            <p:cNvSpPr>
              <a:spLocks noChangeShapeType="1"/>
            </p:cNvSpPr>
            <p:nvPr/>
          </p:nvSpPr>
          <p:spPr bwMode="auto">
            <a:xfrm>
              <a:off x="5310" y="2256"/>
              <a:ext cx="240" cy="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62" name="Line 40">
              <a:extLst>
                <a:ext uri="{FF2B5EF4-FFF2-40B4-BE49-F238E27FC236}">
                  <a16:creationId xmlns:a16="http://schemas.microsoft.com/office/drawing/2014/main" id="{7E1CC1D3-04A5-C275-1038-DB3F86FE648C}"/>
                </a:ext>
              </a:extLst>
            </p:cNvPr>
            <p:cNvSpPr>
              <a:spLocks noChangeShapeType="1"/>
            </p:cNvSpPr>
            <p:nvPr/>
          </p:nvSpPr>
          <p:spPr bwMode="auto">
            <a:xfrm>
              <a:off x="5310" y="1296"/>
              <a:ext cx="240"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3" name="Line 41">
              <a:extLst>
                <a:ext uri="{FF2B5EF4-FFF2-40B4-BE49-F238E27FC236}">
                  <a16:creationId xmlns:a16="http://schemas.microsoft.com/office/drawing/2014/main" id="{9AAC69DD-CADC-B652-6E5F-EE5BE055E12B}"/>
                </a:ext>
              </a:extLst>
            </p:cNvPr>
            <p:cNvSpPr>
              <a:spLocks noChangeShapeType="1"/>
            </p:cNvSpPr>
            <p:nvPr/>
          </p:nvSpPr>
          <p:spPr bwMode="auto">
            <a:xfrm>
              <a:off x="3870" y="1296"/>
              <a:ext cx="286"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4" name="Line 42">
              <a:extLst>
                <a:ext uri="{FF2B5EF4-FFF2-40B4-BE49-F238E27FC236}">
                  <a16:creationId xmlns:a16="http://schemas.microsoft.com/office/drawing/2014/main" id="{7AC68823-C008-2A5A-9FF7-5CDF21B92F65}"/>
                </a:ext>
              </a:extLst>
            </p:cNvPr>
            <p:cNvSpPr>
              <a:spLocks noChangeShapeType="1"/>
            </p:cNvSpPr>
            <p:nvPr/>
          </p:nvSpPr>
          <p:spPr bwMode="auto">
            <a:xfrm>
              <a:off x="2430" y="1296"/>
              <a:ext cx="263"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5" name="Line 43">
              <a:extLst>
                <a:ext uri="{FF2B5EF4-FFF2-40B4-BE49-F238E27FC236}">
                  <a16:creationId xmlns:a16="http://schemas.microsoft.com/office/drawing/2014/main" id="{5C443309-0F5B-7986-3C22-EF0964618A04}"/>
                </a:ext>
              </a:extLst>
            </p:cNvPr>
            <p:cNvSpPr>
              <a:spLocks noChangeShapeType="1"/>
            </p:cNvSpPr>
            <p:nvPr/>
          </p:nvSpPr>
          <p:spPr bwMode="auto">
            <a:xfrm>
              <a:off x="990" y="1296"/>
              <a:ext cx="286"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6" name="Line 44">
              <a:extLst>
                <a:ext uri="{FF2B5EF4-FFF2-40B4-BE49-F238E27FC236}">
                  <a16:creationId xmlns:a16="http://schemas.microsoft.com/office/drawing/2014/main" id="{3AB3CA53-5A99-41E2-6400-A663A20BCA3D}"/>
                </a:ext>
              </a:extLst>
            </p:cNvPr>
            <p:cNvSpPr>
              <a:spLocks noChangeShapeType="1"/>
            </p:cNvSpPr>
            <p:nvPr/>
          </p:nvSpPr>
          <p:spPr bwMode="auto">
            <a:xfrm>
              <a:off x="4686" y="1296"/>
              <a:ext cx="288"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7" name="Line 45">
              <a:extLst>
                <a:ext uri="{FF2B5EF4-FFF2-40B4-BE49-F238E27FC236}">
                  <a16:creationId xmlns:a16="http://schemas.microsoft.com/office/drawing/2014/main" id="{8C11221D-0170-245F-BCB2-0D9BA94DAF6A}"/>
                </a:ext>
              </a:extLst>
            </p:cNvPr>
            <p:cNvSpPr>
              <a:spLocks noChangeShapeType="1"/>
            </p:cNvSpPr>
            <p:nvPr/>
          </p:nvSpPr>
          <p:spPr bwMode="auto">
            <a:xfrm>
              <a:off x="3246" y="1296"/>
              <a:ext cx="288"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8" name="Line 46">
              <a:extLst>
                <a:ext uri="{FF2B5EF4-FFF2-40B4-BE49-F238E27FC236}">
                  <a16:creationId xmlns:a16="http://schemas.microsoft.com/office/drawing/2014/main" id="{2B66A395-B1CC-F2EB-2993-FA62C2B02585}"/>
                </a:ext>
              </a:extLst>
            </p:cNvPr>
            <p:cNvSpPr>
              <a:spLocks noChangeShapeType="1"/>
            </p:cNvSpPr>
            <p:nvPr/>
          </p:nvSpPr>
          <p:spPr bwMode="auto">
            <a:xfrm>
              <a:off x="1806" y="1296"/>
              <a:ext cx="288"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69" name="Line 47">
              <a:extLst>
                <a:ext uri="{FF2B5EF4-FFF2-40B4-BE49-F238E27FC236}">
                  <a16:creationId xmlns:a16="http://schemas.microsoft.com/office/drawing/2014/main" id="{0723E002-AD21-7723-A539-0123CFCBFA59}"/>
                </a:ext>
              </a:extLst>
            </p:cNvPr>
            <p:cNvSpPr>
              <a:spLocks noChangeShapeType="1"/>
            </p:cNvSpPr>
            <p:nvPr/>
          </p:nvSpPr>
          <p:spPr bwMode="auto">
            <a:xfrm>
              <a:off x="366" y="1296"/>
              <a:ext cx="288" cy="0"/>
            </a:xfrm>
            <a:prstGeom prst="line">
              <a:avLst/>
            </a:prstGeom>
            <a:noFill/>
            <a:ln w="285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70" name="Text Box 48">
              <a:extLst>
                <a:ext uri="{FF2B5EF4-FFF2-40B4-BE49-F238E27FC236}">
                  <a16:creationId xmlns:a16="http://schemas.microsoft.com/office/drawing/2014/main" id="{1DDC6412-FDE4-AB1B-714F-7F6C37EBD65D}"/>
                </a:ext>
              </a:extLst>
            </p:cNvPr>
            <p:cNvSpPr txBox="1">
              <a:spLocks noChangeArrowheads="1"/>
            </p:cNvSpPr>
            <p:nvPr/>
          </p:nvSpPr>
          <p:spPr bwMode="auto">
            <a:xfrm>
              <a:off x="78" y="2447"/>
              <a:ext cx="4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Req</a:t>
              </a:r>
            </a:p>
          </p:txBody>
        </p:sp>
        <p:sp>
          <p:nvSpPr>
            <p:cNvPr id="73771" name="Text Box 49">
              <a:extLst>
                <a:ext uri="{FF2B5EF4-FFF2-40B4-BE49-F238E27FC236}">
                  <a16:creationId xmlns:a16="http://schemas.microsoft.com/office/drawing/2014/main" id="{B852EB2A-8AAD-D59B-A471-6241928AD4CC}"/>
                </a:ext>
              </a:extLst>
            </p:cNvPr>
            <p:cNvSpPr txBox="1">
              <a:spLocks noChangeArrowheads="1"/>
            </p:cNvSpPr>
            <p:nvPr/>
          </p:nvSpPr>
          <p:spPr bwMode="auto">
            <a:xfrm>
              <a:off x="32" y="1027"/>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Ack</a:t>
              </a:r>
            </a:p>
          </p:txBody>
        </p:sp>
        <p:sp>
          <p:nvSpPr>
            <p:cNvPr id="63532" name="Скругленный прямоугольник 47">
              <a:extLst>
                <a:ext uri="{FF2B5EF4-FFF2-40B4-BE49-F238E27FC236}">
                  <a16:creationId xmlns:a16="http://schemas.microsoft.com/office/drawing/2014/main" id="{902C3688-2519-4FDC-A5E5-BF70545A8959}"/>
                </a:ext>
              </a:extLst>
            </p:cNvPr>
            <p:cNvSpPr>
              <a:spLocks noChangeArrowheads="1"/>
            </p:cNvSpPr>
            <p:nvPr/>
          </p:nvSpPr>
          <p:spPr bwMode="auto">
            <a:xfrm>
              <a:off x="1286" y="1152"/>
              <a:ext cx="541" cy="1260"/>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sz="2000">
                  <a:solidFill>
                    <a:srgbClr val="000000"/>
                  </a:solidFill>
                  <a:latin typeface="Arial" charset="0"/>
                  <a:cs typeface="Arial" charset="0"/>
                </a:rPr>
                <a:t>CL1</a:t>
              </a:r>
              <a:endParaRPr lang="ru-RU" sz="2000">
                <a:solidFill>
                  <a:srgbClr val="000000"/>
                </a:solidFill>
                <a:latin typeface="Arial" charset="0"/>
                <a:cs typeface="Arial" charset="0"/>
              </a:endParaRPr>
            </a:p>
          </p:txBody>
        </p:sp>
        <p:sp>
          <p:nvSpPr>
            <p:cNvPr id="63533" name="Скругленный прямоугольник 48">
              <a:extLst>
                <a:ext uri="{FF2B5EF4-FFF2-40B4-BE49-F238E27FC236}">
                  <a16:creationId xmlns:a16="http://schemas.microsoft.com/office/drawing/2014/main" id="{59FEB92C-5EC1-4AC0-8811-901316BB7C27}"/>
                </a:ext>
              </a:extLst>
            </p:cNvPr>
            <p:cNvSpPr>
              <a:spLocks noChangeArrowheads="1"/>
            </p:cNvSpPr>
            <p:nvPr/>
          </p:nvSpPr>
          <p:spPr bwMode="auto">
            <a:xfrm>
              <a:off x="2709" y="1143"/>
              <a:ext cx="540" cy="1260"/>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sz="2000" dirty="0">
                  <a:solidFill>
                    <a:srgbClr val="000000"/>
                  </a:solidFill>
                  <a:latin typeface="Arial" charset="0"/>
                  <a:cs typeface="Arial" charset="0"/>
                </a:rPr>
                <a:t>CL2</a:t>
              </a:r>
              <a:endParaRPr lang="ru-RU" sz="2000" dirty="0">
                <a:solidFill>
                  <a:srgbClr val="000000"/>
                </a:solidFill>
                <a:latin typeface="Arial" charset="0"/>
                <a:cs typeface="Arial" charset="0"/>
              </a:endParaRPr>
            </a:p>
          </p:txBody>
        </p:sp>
        <p:sp>
          <p:nvSpPr>
            <p:cNvPr id="63534" name="Скругленный прямоугольник 49">
              <a:extLst>
                <a:ext uri="{FF2B5EF4-FFF2-40B4-BE49-F238E27FC236}">
                  <a16:creationId xmlns:a16="http://schemas.microsoft.com/office/drawing/2014/main" id="{716A3A0C-49DD-4911-8FFE-A6F296314954}"/>
                </a:ext>
              </a:extLst>
            </p:cNvPr>
            <p:cNvSpPr>
              <a:spLocks noChangeArrowheads="1"/>
            </p:cNvSpPr>
            <p:nvPr/>
          </p:nvSpPr>
          <p:spPr bwMode="auto">
            <a:xfrm>
              <a:off x="4167" y="1133"/>
              <a:ext cx="540" cy="1260"/>
            </a:xfrm>
            <a:prstGeom prst="roundRect">
              <a:avLst>
                <a:gd name="adj" fmla="val 16667"/>
              </a:avLst>
            </a:prstGeom>
            <a:solidFill>
              <a:schemeClr val="accent1">
                <a:lumMod val="20000"/>
                <a:lumOff val="80000"/>
              </a:schemeClr>
            </a:solidFill>
            <a:ln w="25400" algn="ctr">
              <a:solidFill>
                <a:schemeClr val="tx1"/>
              </a:solidFill>
              <a:round/>
              <a:headEnd/>
              <a:tailEnd/>
            </a:ln>
          </p:spPr>
          <p:txBody>
            <a:bodyPr anchor="ctr"/>
            <a:lstStyle/>
            <a:p>
              <a:pPr algn="ctr" eaLnBrk="1" hangingPunct="1">
                <a:defRPr/>
              </a:pPr>
              <a:r>
                <a:rPr lang="en-US" sz="2000" dirty="0">
                  <a:solidFill>
                    <a:srgbClr val="000000"/>
                  </a:solidFill>
                  <a:latin typeface="Arial" charset="0"/>
                  <a:cs typeface="Arial" charset="0"/>
                </a:rPr>
                <a:t>CL3</a:t>
              </a:r>
              <a:endParaRPr lang="ru-RU" sz="2000" dirty="0">
                <a:solidFill>
                  <a:srgbClr val="000000"/>
                </a:solidFill>
                <a:latin typeface="Arial" charset="0"/>
                <a:cs typeface="Arial" charset="0"/>
              </a:endParaRPr>
            </a:p>
          </p:txBody>
        </p:sp>
        <p:sp>
          <p:nvSpPr>
            <p:cNvPr id="73775" name="Text Box 48">
              <a:extLst>
                <a:ext uri="{FF2B5EF4-FFF2-40B4-BE49-F238E27FC236}">
                  <a16:creationId xmlns:a16="http://schemas.microsoft.com/office/drawing/2014/main" id="{E932E55C-8E5C-DC65-2A87-F3FCE2C65B44}"/>
                </a:ext>
              </a:extLst>
            </p:cNvPr>
            <p:cNvSpPr txBox="1">
              <a:spLocks noChangeArrowheads="1"/>
            </p:cNvSpPr>
            <p:nvPr/>
          </p:nvSpPr>
          <p:spPr bwMode="auto">
            <a:xfrm>
              <a:off x="1684" y="2398"/>
              <a:ext cx="4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dirty="0" err="1"/>
                <a:t>Req</a:t>
              </a:r>
              <a:endParaRPr lang="es-ES_tradnl" altLang="en-US" sz="2000" dirty="0"/>
            </a:p>
          </p:txBody>
        </p:sp>
        <p:sp>
          <p:nvSpPr>
            <p:cNvPr id="73776" name="Text Box 49">
              <a:extLst>
                <a:ext uri="{FF2B5EF4-FFF2-40B4-BE49-F238E27FC236}">
                  <a16:creationId xmlns:a16="http://schemas.microsoft.com/office/drawing/2014/main" id="{CB60F69A-C126-199B-D4BB-FE5329946AA3}"/>
                </a:ext>
              </a:extLst>
            </p:cNvPr>
            <p:cNvSpPr txBox="1">
              <a:spLocks noChangeArrowheads="1"/>
            </p:cNvSpPr>
            <p:nvPr/>
          </p:nvSpPr>
          <p:spPr bwMode="auto">
            <a:xfrm>
              <a:off x="1728" y="936"/>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Ack</a:t>
              </a:r>
            </a:p>
          </p:txBody>
        </p:sp>
        <p:sp>
          <p:nvSpPr>
            <p:cNvPr id="73777" name="Text Box 49">
              <a:extLst>
                <a:ext uri="{FF2B5EF4-FFF2-40B4-BE49-F238E27FC236}">
                  <a16:creationId xmlns:a16="http://schemas.microsoft.com/office/drawing/2014/main" id="{A97454F5-16A6-C9F6-DB03-36D3E3AD45CF}"/>
                </a:ext>
              </a:extLst>
            </p:cNvPr>
            <p:cNvSpPr txBox="1">
              <a:spLocks noChangeArrowheads="1"/>
            </p:cNvSpPr>
            <p:nvPr/>
          </p:nvSpPr>
          <p:spPr bwMode="auto">
            <a:xfrm>
              <a:off x="2363" y="918"/>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Ack</a:t>
              </a:r>
            </a:p>
          </p:txBody>
        </p:sp>
        <p:sp>
          <p:nvSpPr>
            <p:cNvPr id="73778" name="Line 27">
              <a:extLst>
                <a:ext uri="{FF2B5EF4-FFF2-40B4-BE49-F238E27FC236}">
                  <a16:creationId xmlns:a16="http://schemas.microsoft.com/office/drawing/2014/main" id="{E2E96705-B137-E9D9-9165-BC12607AC7A6}"/>
                </a:ext>
              </a:extLst>
            </p:cNvPr>
            <p:cNvSpPr>
              <a:spLocks noChangeShapeType="1"/>
            </p:cNvSpPr>
            <p:nvPr/>
          </p:nvSpPr>
          <p:spPr bwMode="auto">
            <a:xfrm flipV="1">
              <a:off x="2907" y="2387"/>
              <a:ext cx="0" cy="240"/>
            </a:xfrm>
            <a:prstGeom prst="line">
              <a:avLst/>
            </a:prstGeom>
            <a:noFill/>
            <a:ln w="28575">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3779" name="Text Box 48">
              <a:extLst>
                <a:ext uri="{FF2B5EF4-FFF2-40B4-BE49-F238E27FC236}">
                  <a16:creationId xmlns:a16="http://schemas.microsoft.com/office/drawing/2014/main" id="{C0335B73-1D87-62E7-5AD3-FC658F393547}"/>
                </a:ext>
              </a:extLst>
            </p:cNvPr>
            <p:cNvSpPr txBox="1">
              <a:spLocks noChangeArrowheads="1"/>
            </p:cNvSpPr>
            <p:nvPr/>
          </p:nvSpPr>
          <p:spPr bwMode="auto">
            <a:xfrm>
              <a:off x="2352" y="2385"/>
              <a:ext cx="4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Req</a:t>
              </a:r>
            </a:p>
          </p:txBody>
        </p:sp>
        <p:sp>
          <p:nvSpPr>
            <p:cNvPr id="73780" name="Text Box 48">
              <a:extLst>
                <a:ext uri="{FF2B5EF4-FFF2-40B4-BE49-F238E27FC236}">
                  <a16:creationId xmlns:a16="http://schemas.microsoft.com/office/drawing/2014/main" id="{2F176C63-F73A-D801-3981-50258EFA312C}"/>
                </a:ext>
              </a:extLst>
            </p:cNvPr>
            <p:cNvSpPr txBox="1">
              <a:spLocks noChangeArrowheads="1"/>
            </p:cNvSpPr>
            <p:nvPr/>
          </p:nvSpPr>
          <p:spPr bwMode="auto">
            <a:xfrm>
              <a:off x="5261" y="2306"/>
              <a:ext cx="4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Req</a:t>
              </a:r>
            </a:p>
          </p:txBody>
        </p:sp>
        <p:sp>
          <p:nvSpPr>
            <p:cNvPr id="73781" name="Text Box 49">
              <a:extLst>
                <a:ext uri="{FF2B5EF4-FFF2-40B4-BE49-F238E27FC236}">
                  <a16:creationId xmlns:a16="http://schemas.microsoft.com/office/drawing/2014/main" id="{E76B8F89-EC04-051A-5720-DC3168D1319C}"/>
                </a:ext>
              </a:extLst>
            </p:cNvPr>
            <p:cNvSpPr txBox="1">
              <a:spLocks noChangeArrowheads="1"/>
            </p:cNvSpPr>
            <p:nvPr/>
          </p:nvSpPr>
          <p:spPr bwMode="auto">
            <a:xfrm>
              <a:off x="5298" y="997"/>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Ack</a:t>
              </a:r>
            </a:p>
          </p:txBody>
        </p:sp>
      </p:grpSp>
      <p:sp>
        <p:nvSpPr>
          <p:cNvPr id="56" name="Content Placeholder 3">
            <a:extLst>
              <a:ext uri="{FF2B5EF4-FFF2-40B4-BE49-F238E27FC236}">
                <a16:creationId xmlns:a16="http://schemas.microsoft.com/office/drawing/2014/main" id="{AFE09C4C-D0F3-48F9-AACF-71B5A86A4410}"/>
              </a:ext>
            </a:extLst>
          </p:cNvPr>
          <p:cNvSpPr txBox="1">
            <a:spLocks/>
          </p:cNvSpPr>
          <p:nvPr/>
        </p:nvSpPr>
        <p:spPr>
          <a:xfrm>
            <a:off x="1981200" y="4419600"/>
            <a:ext cx="8229600" cy="1371600"/>
          </a:xfrm>
          <a:prstGeom prst="rect">
            <a:avLst/>
          </a:prstGeom>
        </p:spPr>
        <p:txBody>
          <a:bodyPr/>
          <a:lstStyle/>
          <a:p>
            <a:pPr marL="342900" indent="-342900">
              <a:spcBef>
                <a:spcPct val="20000"/>
              </a:spcBef>
              <a:buClr>
                <a:schemeClr val="accent1"/>
              </a:buClr>
              <a:buSzPct val="65000"/>
              <a:defRPr/>
            </a:pPr>
            <a:endParaRPr lang="en-US" kern="0" dirty="0"/>
          </a:p>
        </p:txBody>
      </p:sp>
      <p:sp>
        <p:nvSpPr>
          <p:cNvPr id="3" name="Title 2">
            <a:extLst>
              <a:ext uri="{FF2B5EF4-FFF2-40B4-BE49-F238E27FC236}">
                <a16:creationId xmlns:a16="http://schemas.microsoft.com/office/drawing/2014/main" id="{6733D288-8E33-66B3-E546-AD03B85FAEB1}"/>
              </a:ext>
            </a:extLst>
          </p:cNvPr>
          <p:cNvSpPr>
            <a:spLocks noGrp="1"/>
          </p:cNvSpPr>
          <p:nvPr>
            <p:ph type="title"/>
          </p:nvPr>
        </p:nvSpPr>
        <p:spPr/>
        <p:txBody>
          <a:bodyPr>
            <a:normAutofit/>
          </a:bodyPr>
          <a:lstStyle/>
          <a:p>
            <a:r>
              <a:rPr lang="en-US" dirty="0"/>
              <a:t>Asynchronous Pipeline (Self-Timed)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4" name="Group 83">
            <a:extLst>
              <a:ext uri="{FF2B5EF4-FFF2-40B4-BE49-F238E27FC236}">
                <a16:creationId xmlns:a16="http://schemas.microsoft.com/office/drawing/2014/main" id="{CA669602-9414-AECE-6ABD-87702C260AF2}"/>
              </a:ext>
            </a:extLst>
          </p:cNvPr>
          <p:cNvGrpSpPr>
            <a:grpSpLocks/>
          </p:cNvGrpSpPr>
          <p:nvPr/>
        </p:nvGrpSpPr>
        <p:grpSpPr bwMode="auto">
          <a:xfrm>
            <a:off x="3505201" y="1295400"/>
            <a:ext cx="4811713" cy="1435100"/>
            <a:chOff x="1385" y="1016"/>
            <a:chExt cx="3031" cy="904"/>
          </a:xfrm>
        </p:grpSpPr>
        <p:sp>
          <p:nvSpPr>
            <p:cNvPr id="65609" name="Rectangle 79">
              <a:extLst>
                <a:ext uri="{FF2B5EF4-FFF2-40B4-BE49-F238E27FC236}">
                  <a16:creationId xmlns:a16="http://schemas.microsoft.com/office/drawing/2014/main" id="{A348D798-AB3F-426F-8D4B-7C2EF8677216}"/>
                </a:ext>
              </a:extLst>
            </p:cNvPr>
            <p:cNvSpPr>
              <a:spLocks noChangeArrowheads="1"/>
            </p:cNvSpPr>
            <p:nvPr/>
          </p:nvSpPr>
          <p:spPr bwMode="auto">
            <a:xfrm>
              <a:off x="1385" y="1104"/>
              <a:ext cx="907" cy="816"/>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Sender</a:t>
              </a:r>
              <a:endParaRPr lang="ru-RU" sz="2000">
                <a:latin typeface="Arial" charset="0"/>
                <a:cs typeface="Arial" charset="0"/>
              </a:endParaRPr>
            </a:p>
          </p:txBody>
        </p:sp>
        <p:sp>
          <p:nvSpPr>
            <p:cNvPr id="64586" name="Rectangle 82">
              <a:extLst>
                <a:ext uri="{FF2B5EF4-FFF2-40B4-BE49-F238E27FC236}">
                  <a16:creationId xmlns:a16="http://schemas.microsoft.com/office/drawing/2014/main" id="{0E13EF41-02AD-40D7-9DFD-C719E2AF9F24}"/>
                </a:ext>
              </a:extLst>
            </p:cNvPr>
            <p:cNvSpPr>
              <a:spLocks noChangeArrowheads="1"/>
            </p:cNvSpPr>
            <p:nvPr/>
          </p:nvSpPr>
          <p:spPr bwMode="auto">
            <a:xfrm>
              <a:off x="3511" y="1104"/>
              <a:ext cx="905" cy="816"/>
            </a:xfrm>
            <a:prstGeom prst="rect">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Receiver</a:t>
              </a:r>
              <a:endParaRPr lang="ru-RU" sz="2000">
                <a:latin typeface="Arial" charset="0"/>
                <a:cs typeface="Arial" charset="0"/>
              </a:endParaRPr>
            </a:p>
          </p:txBody>
        </p:sp>
        <p:sp>
          <p:nvSpPr>
            <p:cNvPr id="74827" name="Line 83">
              <a:extLst>
                <a:ext uri="{FF2B5EF4-FFF2-40B4-BE49-F238E27FC236}">
                  <a16:creationId xmlns:a16="http://schemas.microsoft.com/office/drawing/2014/main" id="{D75C71EF-F99A-4278-1A39-E8D9966A235D}"/>
                </a:ext>
              </a:extLst>
            </p:cNvPr>
            <p:cNvSpPr>
              <a:spLocks noChangeShapeType="1"/>
            </p:cNvSpPr>
            <p:nvPr/>
          </p:nvSpPr>
          <p:spPr bwMode="auto">
            <a:xfrm>
              <a:off x="2295" y="1240"/>
              <a:ext cx="121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28" name="Text Box 84">
              <a:extLst>
                <a:ext uri="{FF2B5EF4-FFF2-40B4-BE49-F238E27FC236}">
                  <a16:creationId xmlns:a16="http://schemas.microsoft.com/office/drawing/2014/main" id="{655CA94D-91A7-64D1-929C-75E277B0F6CD}"/>
                </a:ext>
              </a:extLst>
            </p:cNvPr>
            <p:cNvSpPr txBox="1">
              <a:spLocks noChangeArrowheads="1"/>
            </p:cNvSpPr>
            <p:nvPr/>
          </p:nvSpPr>
          <p:spPr bwMode="auto">
            <a:xfrm>
              <a:off x="2511" y="1016"/>
              <a:ext cx="6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Request</a:t>
              </a:r>
              <a:endParaRPr lang="ru-RU" altLang="en-US" sz="1600" b="1"/>
            </a:p>
          </p:txBody>
        </p:sp>
        <p:sp>
          <p:nvSpPr>
            <p:cNvPr id="74829" name="Line 85">
              <a:extLst>
                <a:ext uri="{FF2B5EF4-FFF2-40B4-BE49-F238E27FC236}">
                  <a16:creationId xmlns:a16="http://schemas.microsoft.com/office/drawing/2014/main" id="{6B1C0440-462E-2F4A-92D7-32CA2459323A}"/>
                </a:ext>
              </a:extLst>
            </p:cNvPr>
            <p:cNvSpPr>
              <a:spLocks noChangeShapeType="1"/>
            </p:cNvSpPr>
            <p:nvPr/>
          </p:nvSpPr>
          <p:spPr bwMode="auto">
            <a:xfrm>
              <a:off x="2292" y="1512"/>
              <a:ext cx="1215"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4830" name="Text Box 86">
              <a:extLst>
                <a:ext uri="{FF2B5EF4-FFF2-40B4-BE49-F238E27FC236}">
                  <a16:creationId xmlns:a16="http://schemas.microsoft.com/office/drawing/2014/main" id="{516BE721-6071-A389-FD42-C2A3DDBD8D42}"/>
                </a:ext>
              </a:extLst>
            </p:cNvPr>
            <p:cNvSpPr txBox="1">
              <a:spLocks noChangeArrowheads="1"/>
            </p:cNvSpPr>
            <p:nvPr/>
          </p:nvSpPr>
          <p:spPr bwMode="auto">
            <a:xfrm>
              <a:off x="2327" y="1293"/>
              <a:ext cx="13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Acknowledgment</a:t>
              </a:r>
              <a:endParaRPr lang="ru-RU" altLang="en-US" sz="1600" b="1"/>
            </a:p>
          </p:txBody>
        </p:sp>
        <p:sp>
          <p:nvSpPr>
            <p:cNvPr id="74831" name="Line 88">
              <a:extLst>
                <a:ext uri="{FF2B5EF4-FFF2-40B4-BE49-F238E27FC236}">
                  <a16:creationId xmlns:a16="http://schemas.microsoft.com/office/drawing/2014/main" id="{5384A5A7-B5A4-3EA1-7F50-2C505EA3E621}"/>
                </a:ext>
              </a:extLst>
            </p:cNvPr>
            <p:cNvSpPr>
              <a:spLocks noChangeShapeType="1"/>
            </p:cNvSpPr>
            <p:nvPr/>
          </p:nvSpPr>
          <p:spPr bwMode="auto">
            <a:xfrm>
              <a:off x="2292" y="1763"/>
              <a:ext cx="1215" cy="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32" name="Line 89">
              <a:extLst>
                <a:ext uri="{FF2B5EF4-FFF2-40B4-BE49-F238E27FC236}">
                  <a16:creationId xmlns:a16="http://schemas.microsoft.com/office/drawing/2014/main" id="{408E1C35-3225-30BA-8B1A-04F0E0E449B8}"/>
                </a:ext>
              </a:extLst>
            </p:cNvPr>
            <p:cNvSpPr>
              <a:spLocks noChangeShapeType="1"/>
            </p:cNvSpPr>
            <p:nvPr/>
          </p:nvSpPr>
          <p:spPr bwMode="auto">
            <a:xfrm flipV="1">
              <a:off x="2954" y="1739"/>
              <a:ext cx="45"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3" name="Text Box 90">
              <a:extLst>
                <a:ext uri="{FF2B5EF4-FFF2-40B4-BE49-F238E27FC236}">
                  <a16:creationId xmlns:a16="http://schemas.microsoft.com/office/drawing/2014/main" id="{2BEC94B6-E8DD-0E0F-3A98-4C50F0202577}"/>
                </a:ext>
              </a:extLst>
            </p:cNvPr>
            <p:cNvSpPr txBox="1">
              <a:spLocks noChangeArrowheads="1"/>
            </p:cNvSpPr>
            <p:nvPr/>
          </p:nvSpPr>
          <p:spPr bwMode="auto">
            <a:xfrm>
              <a:off x="2713" y="1555"/>
              <a:ext cx="6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Data</a:t>
              </a:r>
              <a:endParaRPr lang="ru-RU" altLang="en-US" sz="1600" b="1"/>
            </a:p>
          </p:txBody>
        </p:sp>
      </p:grpSp>
      <p:grpSp>
        <p:nvGrpSpPr>
          <p:cNvPr id="74755" name="Group 76">
            <a:extLst>
              <a:ext uri="{FF2B5EF4-FFF2-40B4-BE49-F238E27FC236}">
                <a16:creationId xmlns:a16="http://schemas.microsoft.com/office/drawing/2014/main" id="{8361BA41-2A89-EB60-9840-6991BF71ECB1}"/>
              </a:ext>
            </a:extLst>
          </p:cNvPr>
          <p:cNvGrpSpPr>
            <a:grpSpLocks/>
          </p:cNvGrpSpPr>
          <p:nvPr/>
        </p:nvGrpSpPr>
        <p:grpSpPr bwMode="auto">
          <a:xfrm>
            <a:off x="8532813" y="3438526"/>
            <a:ext cx="1884362" cy="1628775"/>
            <a:chOff x="4233" y="2624"/>
            <a:chExt cx="1187" cy="1026"/>
          </a:xfrm>
        </p:grpSpPr>
        <p:sp>
          <p:nvSpPr>
            <p:cNvPr id="74821" name="Line 94">
              <a:extLst>
                <a:ext uri="{FF2B5EF4-FFF2-40B4-BE49-F238E27FC236}">
                  <a16:creationId xmlns:a16="http://schemas.microsoft.com/office/drawing/2014/main" id="{87F3B0FC-9921-B0DF-9C3C-56CF07DC0C9E}"/>
                </a:ext>
              </a:extLst>
            </p:cNvPr>
            <p:cNvSpPr>
              <a:spLocks noChangeShapeType="1"/>
            </p:cNvSpPr>
            <p:nvPr/>
          </p:nvSpPr>
          <p:spPr bwMode="auto">
            <a:xfrm>
              <a:off x="4241" y="2747"/>
              <a:ext cx="318"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22" name="Text Box 95">
              <a:extLst>
                <a:ext uri="{FF2B5EF4-FFF2-40B4-BE49-F238E27FC236}">
                  <a16:creationId xmlns:a16="http://schemas.microsoft.com/office/drawing/2014/main" id="{85C901FD-68F6-BCB3-47D6-EF31568CB82C}"/>
                </a:ext>
              </a:extLst>
            </p:cNvPr>
            <p:cNvSpPr txBox="1">
              <a:spLocks noChangeArrowheads="1"/>
            </p:cNvSpPr>
            <p:nvPr/>
          </p:nvSpPr>
          <p:spPr bwMode="auto">
            <a:xfrm>
              <a:off x="4625" y="2624"/>
              <a:ext cx="70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Sender</a:t>
              </a:r>
              <a:br>
                <a:rPr lang="en-US" altLang="en-US" sz="2000"/>
              </a:br>
              <a:r>
                <a:rPr lang="en-US" altLang="en-US" sz="2000"/>
                <a:t> action</a:t>
              </a:r>
              <a:endParaRPr lang="ru-RU" altLang="en-US" sz="2000"/>
            </a:p>
          </p:txBody>
        </p:sp>
        <p:sp>
          <p:nvSpPr>
            <p:cNvPr id="74823" name="Line 96">
              <a:extLst>
                <a:ext uri="{FF2B5EF4-FFF2-40B4-BE49-F238E27FC236}">
                  <a16:creationId xmlns:a16="http://schemas.microsoft.com/office/drawing/2014/main" id="{F3E3D714-7252-20EE-91F1-CC9D336C13FA}"/>
                </a:ext>
              </a:extLst>
            </p:cNvPr>
            <p:cNvSpPr>
              <a:spLocks noChangeShapeType="1"/>
            </p:cNvSpPr>
            <p:nvPr/>
          </p:nvSpPr>
          <p:spPr bwMode="auto">
            <a:xfrm>
              <a:off x="4233" y="3304"/>
              <a:ext cx="318" cy="1"/>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24" name="Text Box 97">
              <a:extLst>
                <a:ext uri="{FF2B5EF4-FFF2-40B4-BE49-F238E27FC236}">
                  <a16:creationId xmlns:a16="http://schemas.microsoft.com/office/drawing/2014/main" id="{1BEE1514-A402-6F9D-8979-F36CF3230977}"/>
                </a:ext>
              </a:extLst>
            </p:cNvPr>
            <p:cNvSpPr txBox="1">
              <a:spLocks noChangeArrowheads="1"/>
            </p:cNvSpPr>
            <p:nvPr/>
          </p:nvSpPr>
          <p:spPr bwMode="auto">
            <a:xfrm>
              <a:off x="4569" y="3208"/>
              <a:ext cx="85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Receiver action</a:t>
              </a:r>
              <a:endParaRPr lang="ru-RU" altLang="en-US" sz="2000"/>
            </a:p>
          </p:txBody>
        </p:sp>
      </p:grpSp>
      <p:grpSp>
        <p:nvGrpSpPr>
          <p:cNvPr id="74756" name="Group 94">
            <a:extLst>
              <a:ext uri="{FF2B5EF4-FFF2-40B4-BE49-F238E27FC236}">
                <a16:creationId xmlns:a16="http://schemas.microsoft.com/office/drawing/2014/main" id="{7B68895B-7051-D712-AFEC-B447A096CCD9}"/>
              </a:ext>
            </a:extLst>
          </p:cNvPr>
          <p:cNvGrpSpPr>
            <a:grpSpLocks/>
          </p:cNvGrpSpPr>
          <p:nvPr/>
        </p:nvGrpSpPr>
        <p:grpSpPr bwMode="auto">
          <a:xfrm>
            <a:off x="2033588" y="3048000"/>
            <a:ext cx="6430962" cy="2724150"/>
            <a:chOff x="152" y="2036"/>
            <a:chExt cx="4051" cy="1911"/>
          </a:xfrm>
        </p:grpSpPr>
        <p:sp>
          <p:nvSpPr>
            <p:cNvPr id="74758" name="Text Box 76">
              <a:extLst>
                <a:ext uri="{FF2B5EF4-FFF2-40B4-BE49-F238E27FC236}">
                  <a16:creationId xmlns:a16="http://schemas.microsoft.com/office/drawing/2014/main" id="{F4907B32-61AD-1641-CE3A-9ED7910AE5ED}"/>
                </a:ext>
              </a:extLst>
            </p:cNvPr>
            <p:cNvSpPr txBox="1">
              <a:spLocks noChangeArrowheads="1"/>
            </p:cNvSpPr>
            <p:nvPr/>
          </p:nvSpPr>
          <p:spPr bwMode="auto">
            <a:xfrm>
              <a:off x="167" y="2795"/>
              <a:ext cx="58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Ack</a:t>
              </a:r>
              <a:endParaRPr lang="ru-RU" altLang="en-US" sz="2000"/>
            </a:p>
          </p:txBody>
        </p:sp>
        <p:sp>
          <p:nvSpPr>
            <p:cNvPr id="74759" name="Line 5">
              <a:extLst>
                <a:ext uri="{FF2B5EF4-FFF2-40B4-BE49-F238E27FC236}">
                  <a16:creationId xmlns:a16="http://schemas.microsoft.com/office/drawing/2014/main" id="{664D35C1-E384-05C7-A0A2-9D845DEACBE7}"/>
                </a:ext>
              </a:extLst>
            </p:cNvPr>
            <p:cNvSpPr>
              <a:spLocks noChangeShapeType="1"/>
            </p:cNvSpPr>
            <p:nvPr/>
          </p:nvSpPr>
          <p:spPr bwMode="auto">
            <a:xfrm>
              <a:off x="650" y="2187"/>
              <a:ext cx="907"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0" name="Line 6">
              <a:extLst>
                <a:ext uri="{FF2B5EF4-FFF2-40B4-BE49-F238E27FC236}">
                  <a16:creationId xmlns:a16="http://schemas.microsoft.com/office/drawing/2014/main" id="{31DEEF3A-6691-E42D-80CD-2A57B4B550FF}"/>
                </a:ext>
              </a:extLst>
            </p:cNvPr>
            <p:cNvSpPr>
              <a:spLocks noChangeShapeType="1"/>
            </p:cNvSpPr>
            <p:nvPr/>
          </p:nvSpPr>
          <p:spPr bwMode="auto">
            <a:xfrm>
              <a:off x="587" y="2958"/>
              <a:ext cx="272"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1" name="Line 7">
              <a:extLst>
                <a:ext uri="{FF2B5EF4-FFF2-40B4-BE49-F238E27FC236}">
                  <a16:creationId xmlns:a16="http://schemas.microsoft.com/office/drawing/2014/main" id="{240C5647-AF9E-E8F4-5394-C4CFCF5AFC73}"/>
                </a:ext>
              </a:extLst>
            </p:cNvPr>
            <p:cNvSpPr>
              <a:spLocks noChangeShapeType="1"/>
            </p:cNvSpPr>
            <p:nvPr/>
          </p:nvSpPr>
          <p:spPr bwMode="auto">
            <a:xfrm flipV="1">
              <a:off x="862" y="2686"/>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2" name="Line 8">
              <a:extLst>
                <a:ext uri="{FF2B5EF4-FFF2-40B4-BE49-F238E27FC236}">
                  <a16:creationId xmlns:a16="http://schemas.microsoft.com/office/drawing/2014/main" id="{FE0E01CD-382E-035A-CBA7-5A54DFDFCED8}"/>
                </a:ext>
              </a:extLst>
            </p:cNvPr>
            <p:cNvSpPr>
              <a:spLocks noChangeShapeType="1"/>
            </p:cNvSpPr>
            <p:nvPr/>
          </p:nvSpPr>
          <p:spPr bwMode="auto">
            <a:xfrm>
              <a:off x="998" y="2686"/>
              <a:ext cx="77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3" name="Line 9">
              <a:extLst>
                <a:ext uri="{FF2B5EF4-FFF2-40B4-BE49-F238E27FC236}">
                  <a16:creationId xmlns:a16="http://schemas.microsoft.com/office/drawing/2014/main" id="{0FCDA857-BB68-E6BD-3867-3A2A01124912}"/>
                </a:ext>
              </a:extLst>
            </p:cNvPr>
            <p:cNvSpPr>
              <a:spLocks noChangeShapeType="1"/>
            </p:cNvSpPr>
            <p:nvPr/>
          </p:nvSpPr>
          <p:spPr bwMode="auto">
            <a:xfrm>
              <a:off x="1769" y="2686"/>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4" name="Line 10">
              <a:extLst>
                <a:ext uri="{FF2B5EF4-FFF2-40B4-BE49-F238E27FC236}">
                  <a16:creationId xmlns:a16="http://schemas.microsoft.com/office/drawing/2014/main" id="{1E420962-FE06-B1B5-BB21-0F4D278C6BED}"/>
                </a:ext>
              </a:extLst>
            </p:cNvPr>
            <p:cNvSpPr>
              <a:spLocks noChangeShapeType="1"/>
            </p:cNvSpPr>
            <p:nvPr/>
          </p:nvSpPr>
          <p:spPr bwMode="auto">
            <a:xfrm>
              <a:off x="1860" y="2958"/>
              <a:ext cx="1100"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5" name="Line 11">
              <a:extLst>
                <a:ext uri="{FF2B5EF4-FFF2-40B4-BE49-F238E27FC236}">
                  <a16:creationId xmlns:a16="http://schemas.microsoft.com/office/drawing/2014/main" id="{E0E66008-1635-FB1C-E6B3-924FD4287115}"/>
                </a:ext>
              </a:extLst>
            </p:cNvPr>
            <p:cNvSpPr>
              <a:spLocks noChangeShapeType="1"/>
            </p:cNvSpPr>
            <p:nvPr/>
          </p:nvSpPr>
          <p:spPr bwMode="auto">
            <a:xfrm>
              <a:off x="1560" y="2187"/>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6" name="Line 12">
              <a:extLst>
                <a:ext uri="{FF2B5EF4-FFF2-40B4-BE49-F238E27FC236}">
                  <a16:creationId xmlns:a16="http://schemas.microsoft.com/office/drawing/2014/main" id="{7F5908E7-08AB-6D54-3F77-1E6B8F12EC49}"/>
                </a:ext>
              </a:extLst>
            </p:cNvPr>
            <p:cNvSpPr>
              <a:spLocks noChangeShapeType="1"/>
            </p:cNvSpPr>
            <p:nvPr/>
          </p:nvSpPr>
          <p:spPr bwMode="auto">
            <a:xfrm>
              <a:off x="1651" y="2459"/>
              <a:ext cx="829"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7" name="Line 13">
              <a:extLst>
                <a:ext uri="{FF2B5EF4-FFF2-40B4-BE49-F238E27FC236}">
                  <a16:creationId xmlns:a16="http://schemas.microsoft.com/office/drawing/2014/main" id="{7FB8F7C2-792B-ABD9-2332-A9597ED8F57A}"/>
                </a:ext>
              </a:extLst>
            </p:cNvPr>
            <p:cNvSpPr>
              <a:spLocks noChangeShapeType="1"/>
            </p:cNvSpPr>
            <p:nvPr/>
          </p:nvSpPr>
          <p:spPr bwMode="auto">
            <a:xfrm flipV="1">
              <a:off x="2476" y="2178"/>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8" name="Line 14">
              <a:extLst>
                <a:ext uri="{FF2B5EF4-FFF2-40B4-BE49-F238E27FC236}">
                  <a16:creationId xmlns:a16="http://schemas.microsoft.com/office/drawing/2014/main" id="{BEB4066E-106D-F641-C516-F044DA7594AA}"/>
                </a:ext>
              </a:extLst>
            </p:cNvPr>
            <p:cNvSpPr>
              <a:spLocks noChangeShapeType="1"/>
            </p:cNvSpPr>
            <p:nvPr/>
          </p:nvSpPr>
          <p:spPr bwMode="auto">
            <a:xfrm>
              <a:off x="2612" y="2177"/>
              <a:ext cx="104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9" name="Line 15">
              <a:extLst>
                <a:ext uri="{FF2B5EF4-FFF2-40B4-BE49-F238E27FC236}">
                  <a16:creationId xmlns:a16="http://schemas.microsoft.com/office/drawing/2014/main" id="{15F8A156-743A-AD69-6956-544D2341B480}"/>
                </a:ext>
              </a:extLst>
            </p:cNvPr>
            <p:cNvSpPr>
              <a:spLocks noChangeShapeType="1"/>
            </p:cNvSpPr>
            <p:nvPr/>
          </p:nvSpPr>
          <p:spPr bwMode="auto">
            <a:xfrm flipV="1">
              <a:off x="2957" y="2685"/>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0" name="Line 16">
              <a:extLst>
                <a:ext uri="{FF2B5EF4-FFF2-40B4-BE49-F238E27FC236}">
                  <a16:creationId xmlns:a16="http://schemas.microsoft.com/office/drawing/2014/main" id="{F8A97639-8804-C811-B982-C603DE8013B7}"/>
                </a:ext>
              </a:extLst>
            </p:cNvPr>
            <p:cNvSpPr>
              <a:spLocks noChangeShapeType="1"/>
            </p:cNvSpPr>
            <p:nvPr/>
          </p:nvSpPr>
          <p:spPr bwMode="auto">
            <a:xfrm>
              <a:off x="3085" y="2686"/>
              <a:ext cx="104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1" name="Line 17">
              <a:extLst>
                <a:ext uri="{FF2B5EF4-FFF2-40B4-BE49-F238E27FC236}">
                  <a16:creationId xmlns:a16="http://schemas.microsoft.com/office/drawing/2014/main" id="{54F449C0-8BCE-5D73-A7EE-DA0E029F8AD0}"/>
                </a:ext>
              </a:extLst>
            </p:cNvPr>
            <p:cNvSpPr>
              <a:spLocks noChangeShapeType="1"/>
            </p:cNvSpPr>
            <p:nvPr/>
          </p:nvSpPr>
          <p:spPr bwMode="auto">
            <a:xfrm>
              <a:off x="3647" y="2178"/>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 name="Line 18">
              <a:extLst>
                <a:ext uri="{FF2B5EF4-FFF2-40B4-BE49-F238E27FC236}">
                  <a16:creationId xmlns:a16="http://schemas.microsoft.com/office/drawing/2014/main" id="{DB711CD0-8DB5-307E-BFF5-D2EF729CA47C}"/>
                </a:ext>
              </a:extLst>
            </p:cNvPr>
            <p:cNvSpPr>
              <a:spLocks noChangeShapeType="1"/>
            </p:cNvSpPr>
            <p:nvPr/>
          </p:nvSpPr>
          <p:spPr bwMode="auto">
            <a:xfrm>
              <a:off x="3737" y="2459"/>
              <a:ext cx="45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3" name="Line 19">
              <a:extLst>
                <a:ext uri="{FF2B5EF4-FFF2-40B4-BE49-F238E27FC236}">
                  <a16:creationId xmlns:a16="http://schemas.microsoft.com/office/drawing/2014/main" id="{A9A4F5CB-7F72-88E1-9A41-B904BA7E9783}"/>
                </a:ext>
              </a:extLst>
            </p:cNvPr>
            <p:cNvSpPr>
              <a:spLocks noChangeShapeType="1"/>
            </p:cNvSpPr>
            <p:nvPr/>
          </p:nvSpPr>
          <p:spPr bwMode="auto">
            <a:xfrm>
              <a:off x="608" y="3366"/>
              <a:ext cx="476"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4" name="Line 20">
              <a:extLst>
                <a:ext uri="{FF2B5EF4-FFF2-40B4-BE49-F238E27FC236}">
                  <a16:creationId xmlns:a16="http://schemas.microsoft.com/office/drawing/2014/main" id="{538739AE-96C6-7322-B4EE-8EEBA32740DA}"/>
                </a:ext>
              </a:extLst>
            </p:cNvPr>
            <p:cNvSpPr>
              <a:spLocks noChangeShapeType="1"/>
            </p:cNvSpPr>
            <p:nvPr/>
          </p:nvSpPr>
          <p:spPr bwMode="auto">
            <a:xfrm>
              <a:off x="615" y="3649"/>
              <a:ext cx="453"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5" name="Line 21">
              <a:extLst>
                <a:ext uri="{FF2B5EF4-FFF2-40B4-BE49-F238E27FC236}">
                  <a16:creationId xmlns:a16="http://schemas.microsoft.com/office/drawing/2014/main" id="{94484BDB-CA82-98AE-FDF9-3F1BFEB225F7}"/>
                </a:ext>
              </a:extLst>
            </p:cNvPr>
            <p:cNvSpPr>
              <a:spLocks noChangeShapeType="1"/>
            </p:cNvSpPr>
            <p:nvPr/>
          </p:nvSpPr>
          <p:spPr bwMode="auto">
            <a:xfrm>
              <a:off x="1089" y="3366"/>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6" name="Line 22">
              <a:extLst>
                <a:ext uri="{FF2B5EF4-FFF2-40B4-BE49-F238E27FC236}">
                  <a16:creationId xmlns:a16="http://schemas.microsoft.com/office/drawing/2014/main" id="{3E1CE46C-9D91-A66F-DC41-16A99CD2D755}"/>
                </a:ext>
              </a:extLst>
            </p:cNvPr>
            <p:cNvSpPr>
              <a:spLocks noChangeShapeType="1"/>
            </p:cNvSpPr>
            <p:nvPr/>
          </p:nvSpPr>
          <p:spPr bwMode="auto">
            <a:xfrm flipV="1">
              <a:off x="1070" y="3376"/>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7" name="Line 23">
              <a:extLst>
                <a:ext uri="{FF2B5EF4-FFF2-40B4-BE49-F238E27FC236}">
                  <a16:creationId xmlns:a16="http://schemas.microsoft.com/office/drawing/2014/main" id="{A3FAD05D-E2FA-C799-8779-71E12EAE8BCC}"/>
                </a:ext>
              </a:extLst>
            </p:cNvPr>
            <p:cNvSpPr>
              <a:spLocks noChangeShapeType="1"/>
            </p:cNvSpPr>
            <p:nvPr/>
          </p:nvSpPr>
          <p:spPr bwMode="auto">
            <a:xfrm>
              <a:off x="1199" y="3366"/>
              <a:ext cx="466"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8" name="Line 24">
              <a:extLst>
                <a:ext uri="{FF2B5EF4-FFF2-40B4-BE49-F238E27FC236}">
                  <a16:creationId xmlns:a16="http://schemas.microsoft.com/office/drawing/2014/main" id="{20644EF4-D622-76B3-5455-4C1C398722F7}"/>
                </a:ext>
              </a:extLst>
            </p:cNvPr>
            <p:cNvSpPr>
              <a:spLocks noChangeShapeType="1"/>
            </p:cNvSpPr>
            <p:nvPr/>
          </p:nvSpPr>
          <p:spPr bwMode="auto">
            <a:xfrm>
              <a:off x="1179" y="3638"/>
              <a:ext cx="48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9" name="Line 25">
              <a:extLst>
                <a:ext uri="{FF2B5EF4-FFF2-40B4-BE49-F238E27FC236}">
                  <a16:creationId xmlns:a16="http://schemas.microsoft.com/office/drawing/2014/main" id="{87440FCA-5682-CF71-3B3C-9DE182D711DD}"/>
                </a:ext>
              </a:extLst>
            </p:cNvPr>
            <p:cNvSpPr>
              <a:spLocks noChangeShapeType="1"/>
            </p:cNvSpPr>
            <p:nvPr/>
          </p:nvSpPr>
          <p:spPr bwMode="auto">
            <a:xfrm>
              <a:off x="1089" y="3366"/>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0" name="Line 26">
              <a:extLst>
                <a:ext uri="{FF2B5EF4-FFF2-40B4-BE49-F238E27FC236}">
                  <a16:creationId xmlns:a16="http://schemas.microsoft.com/office/drawing/2014/main" id="{F224D2CD-58B9-8AAB-614D-0C5CD956D60D}"/>
                </a:ext>
              </a:extLst>
            </p:cNvPr>
            <p:cNvSpPr>
              <a:spLocks noChangeShapeType="1"/>
            </p:cNvSpPr>
            <p:nvPr/>
          </p:nvSpPr>
          <p:spPr bwMode="auto">
            <a:xfrm>
              <a:off x="1665" y="3366"/>
              <a:ext cx="104"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1" name="Line 27">
              <a:extLst>
                <a:ext uri="{FF2B5EF4-FFF2-40B4-BE49-F238E27FC236}">
                  <a16:creationId xmlns:a16="http://schemas.microsoft.com/office/drawing/2014/main" id="{F892AAEE-1B94-60B1-E0F8-C067326CB613}"/>
                </a:ext>
              </a:extLst>
            </p:cNvPr>
            <p:cNvSpPr>
              <a:spLocks noChangeShapeType="1"/>
            </p:cNvSpPr>
            <p:nvPr/>
          </p:nvSpPr>
          <p:spPr bwMode="auto">
            <a:xfrm flipV="1">
              <a:off x="1660" y="3366"/>
              <a:ext cx="109" cy="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2" name="Oval 31">
              <a:extLst>
                <a:ext uri="{FF2B5EF4-FFF2-40B4-BE49-F238E27FC236}">
                  <a16:creationId xmlns:a16="http://schemas.microsoft.com/office/drawing/2014/main" id="{E3942B40-CC5F-4C9F-8863-2B7EBB58D3B8}"/>
                </a:ext>
              </a:extLst>
            </p:cNvPr>
            <p:cNvSpPr>
              <a:spLocks noChangeArrowheads="1"/>
            </p:cNvSpPr>
            <p:nvPr/>
          </p:nvSpPr>
          <p:spPr bwMode="auto">
            <a:xfrm>
              <a:off x="1316" y="3412"/>
              <a:ext cx="181" cy="177"/>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1</a:t>
              </a:r>
              <a:endParaRPr lang="ru-RU" dirty="0">
                <a:latin typeface="Arial" charset="0"/>
                <a:cs typeface="Arial" charset="0"/>
              </a:endParaRPr>
            </a:p>
          </p:txBody>
        </p:sp>
        <p:sp>
          <p:nvSpPr>
            <p:cNvPr id="74783" name="Freeform 39">
              <a:extLst>
                <a:ext uri="{FF2B5EF4-FFF2-40B4-BE49-F238E27FC236}">
                  <a16:creationId xmlns:a16="http://schemas.microsoft.com/office/drawing/2014/main" id="{26B8853A-FDD6-5587-C327-1597620232D0}"/>
                </a:ext>
              </a:extLst>
            </p:cNvPr>
            <p:cNvSpPr>
              <a:spLocks/>
            </p:cNvSpPr>
            <p:nvPr/>
          </p:nvSpPr>
          <p:spPr bwMode="auto">
            <a:xfrm>
              <a:off x="1620" y="2317"/>
              <a:ext cx="201" cy="566"/>
            </a:xfrm>
            <a:custGeom>
              <a:avLst/>
              <a:gdLst>
                <a:gd name="T0" fmla="*/ 0 w 201"/>
                <a:gd name="T1" fmla="*/ 7 h 566"/>
                <a:gd name="T2" fmla="*/ 46 w 201"/>
                <a:gd name="T3" fmla="*/ 354 h 566"/>
                <a:gd name="T4" fmla="*/ 64 w 201"/>
                <a:gd name="T5" fmla="*/ 519 h 566"/>
                <a:gd name="T6" fmla="*/ 201 w 201"/>
                <a:gd name="T7" fmla="*/ 564 h 566"/>
                <a:gd name="T8" fmla="*/ 0 60000 65536"/>
                <a:gd name="T9" fmla="*/ 0 60000 65536"/>
                <a:gd name="T10" fmla="*/ 0 60000 65536"/>
                <a:gd name="T11" fmla="*/ 0 60000 65536"/>
                <a:gd name="T12" fmla="*/ 0 w 201"/>
                <a:gd name="T13" fmla="*/ 0 h 566"/>
                <a:gd name="T14" fmla="*/ 201 w 201"/>
                <a:gd name="T15" fmla="*/ 566 h 566"/>
              </a:gdLst>
              <a:ahLst/>
              <a:cxnLst>
                <a:cxn ang="T8">
                  <a:pos x="T0" y="T1"/>
                </a:cxn>
                <a:cxn ang="T9">
                  <a:pos x="T2" y="T3"/>
                </a:cxn>
                <a:cxn ang="T10">
                  <a:pos x="T4" y="T5"/>
                </a:cxn>
                <a:cxn ang="T11">
                  <a:pos x="T6" y="T7"/>
                </a:cxn>
              </a:cxnLst>
              <a:rect l="T12" t="T13" r="T14" b="T15"/>
              <a:pathLst>
                <a:path w="201" h="566">
                  <a:moveTo>
                    <a:pt x="0" y="7"/>
                  </a:moveTo>
                  <a:cubicBezTo>
                    <a:pt x="162" y="60"/>
                    <a:pt x="40" y="0"/>
                    <a:pt x="46" y="354"/>
                  </a:cubicBezTo>
                  <a:cubicBezTo>
                    <a:pt x="47" y="409"/>
                    <a:pt x="53" y="465"/>
                    <a:pt x="64" y="519"/>
                  </a:cubicBezTo>
                  <a:cubicBezTo>
                    <a:pt x="74" y="566"/>
                    <a:pt x="201" y="564"/>
                    <a:pt x="201" y="564"/>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84" name="Line 40">
              <a:extLst>
                <a:ext uri="{FF2B5EF4-FFF2-40B4-BE49-F238E27FC236}">
                  <a16:creationId xmlns:a16="http://schemas.microsoft.com/office/drawing/2014/main" id="{288BFF41-BB01-A502-D5FD-CD63E8263E92}"/>
                </a:ext>
              </a:extLst>
            </p:cNvPr>
            <p:cNvSpPr>
              <a:spLocks noChangeShapeType="1"/>
            </p:cNvSpPr>
            <p:nvPr/>
          </p:nvSpPr>
          <p:spPr bwMode="auto">
            <a:xfrm>
              <a:off x="2032" y="3357"/>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5" name="Line 41">
              <a:extLst>
                <a:ext uri="{FF2B5EF4-FFF2-40B4-BE49-F238E27FC236}">
                  <a16:creationId xmlns:a16="http://schemas.microsoft.com/office/drawing/2014/main" id="{7BF819A0-78C4-F2D9-EA42-FA7F52F1FA76}"/>
                </a:ext>
              </a:extLst>
            </p:cNvPr>
            <p:cNvSpPr>
              <a:spLocks noChangeShapeType="1"/>
            </p:cNvSpPr>
            <p:nvPr/>
          </p:nvSpPr>
          <p:spPr bwMode="auto">
            <a:xfrm>
              <a:off x="2032" y="3638"/>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6" name="Line 42">
              <a:extLst>
                <a:ext uri="{FF2B5EF4-FFF2-40B4-BE49-F238E27FC236}">
                  <a16:creationId xmlns:a16="http://schemas.microsoft.com/office/drawing/2014/main" id="{28994EE4-65A0-3D17-C718-E21A1EA0D249}"/>
                </a:ext>
              </a:extLst>
            </p:cNvPr>
            <p:cNvSpPr>
              <a:spLocks noChangeShapeType="1"/>
            </p:cNvSpPr>
            <p:nvPr/>
          </p:nvSpPr>
          <p:spPr bwMode="auto">
            <a:xfrm>
              <a:off x="1929" y="3357"/>
              <a:ext cx="104"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 name="Line 43">
              <a:extLst>
                <a:ext uri="{FF2B5EF4-FFF2-40B4-BE49-F238E27FC236}">
                  <a16:creationId xmlns:a16="http://schemas.microsoft.com/office/drawing/2014/main" id="{F26BD868-183B-4529-CE8E-C669F38F5FDE}"/>
                </a:ext>
              </a:extLst>
            </p:cNvPr>
            <p:cNvSpPr>
              <a:spLocks noChangeShapeType="1"/>
            </p:cNvSpPr>
            <p:nvPr/>
          </p:nvSpPr>
          <p:spPr bwMode="auto">
            <a:xfrm flipV="1">
              <a:off x="1924" y="3366"/>
              <a:ext cx="109" cy="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8" name="Line 44">
              <a:extLst>
                <a:ext uri="{FF2B5EF4-FFF2-40B4-BE49-F238E27FC236}">
                  <a16:creationId xmlns:a16="http://schemas.microsoft.com/office/drawing/2014/main" id="{8C9F1A67-1092-203A-394C-E9C34FF9ABAE}"/>
                </a:ext>
              </a:extLst>
            </p:cNvPr>
            <p:cNvSpPr>
              <a:spLocks noChangeShapeType="1"/>
            </p:cNvSpPr>
            <p:nvPr/>
          </p:nvSpPr>
          <p:spPr bwMode="auto">
            <a:xfrm>
              <a:off x="1760" y="3366"/>
              <a:ext cx="170"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9" name="Line 45">
              <a:extLst>
                <a:ext uri="{FF2B5EF4-FFF2-40B4-BE49-F238E27FC236}">
                  <a16:creationId xmlns:a16="http://schemas.microsoft.com/office/drawing/2014/main" id="{063321E4-40F9-547E-4D4A-5A882C0526F7}"/>
                </a:ext>
              </a:extLst>
            </p:cNvPr>
            <p:cNvSpPr>
              <a:spLocks noChangeShapeType="1"/>
            </p:cNvSpPr>
            <p:nvPr/>
          </p:nvSpPr>
          <p:spPr bwMode="auto">
            <a:xfrm>
              <a:off x="1769" y="3638"/>
              <a:ext cx="170"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0" name="Oval 46">
              <a:extLst>
                <a:ext uri="{FF2B5EF4-FFF2-40B4-BE49-F238E27FC236}">
                  <a16:creationId xmlns:a16="http://schemas.microsoft.com/office/drawing/2014/main" id="{5DCB9F31-8F27-47F7-BA54-E0ABB9A61EA1}"/>
                </a:ext>
              </a:extLst>
            </p:cNvPr>
            <p:cNvSpPr>
              <a:spLocks noChangeArrowheads="1"/>
            </p:cNvSpPr>
            <p:nvPr/>
          </p:nvSpPr>
          <p:spPr bwMode="auto">
            <a:xfrm>
              <a:off x="2159" y="3412"/>
              <a:ext cx="181" cy="177"/>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1</a:t>
              </a:r>
              <a:endParaRPr lang="ru-RU" dirty="0">
                <a:latin typeface="Arial" charset="0"/>
                <a:cs typeface="Arial" charset="0"/>
              </a:endParaRPr>
            </a:p>
          </p:txBody>
        </p:sp>
        <p:sp>
          <p:nvSpPr>
            <p:cNvPr id="64551" name="Oval 47">
              <a:extLst>
                <a:ext uri="{FF2B5EF4-FFF2-40B4-BE49-F238E27FC236}">
                  <a16:creationId xmlns:a16="http://schemas.microsoft.com/office/drawing/2014/main" id="{0C3B809E-74EB-46CC-8DDF-3EF434899E08}"/>
                </a:ext>
              </a:extLst>
            </p:cNvPr>
            <p:cNvSpPr>
              <a:spLocks noChangeArrowheads="1"/>
            </p:cNvSpPr>
            <p:nvPr/>
          </p:nvSpPr>
          <p:spPr bwMode="auto">
            <a:xfrm>
              <a:off x="1723" y="2132"/>
              <a:ext cx="181" cy="184"/>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2</a:t>
              </a:r>
              <a:endParaRPr lang="ru-RU" dirty="0">
                <a:latin typeface="Arial" charset="0"/>
                <a:cs typeface="Arial" charset="0"/>
              </a:endParaRPr>
            </a:p>
          </p:txBody>
        </p:sp>
        <p:sp>
          <p:nvSpPr>
            <p:cNvPr id="64552" name="Oval 52">
              <a:extLst>
                <a:ext uri="{FF2B5EF4-FFF2-40B4-BE49-F238E27FC236}">
                  <a16:creationId xmlns:a16="http://schemas.microsoft.com/office/drawing/2014/main" id="{0D3972F2-4B9A-45FB-ABAC-A138FE1B2760}"/>
                </a:ext>
              </a:extLst>
            </p:cNvPr>
            <p:cNvSpPr>
              <a:spLocks noChangeArrowheads="1"/>
            </p:cNvSpPr>
            <p:nvPr/>
          </p:nvSpPr>
          <p:spPr bwMode="auto">
            <a:xfrm>
              <a:off x="1951" y="2686"/>
              <a:ext cx="181" cy="178"/>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3</a:t>
              </a:r>
              <a:endParaRPr lang="ru-RU" dirty="0">
                <a:latin typeface="Arial" charset="0"/>
                <a:cs typeface="Arial" charset="0"/>
              </a:endParaRPr>
            </a:p>
          </p:txBody>
        </p:sp>
        <p:sp>
          <p:nvSpPr>
            <p:cNvPr id="74793" name="Freeform 58">
              <a:extLst>
                <a:ext uri="{FF2B5EF4-FFF2-40B4-BE49-F238E27FC236}">
                  <a16:creationId xmlns:a16="http://schemas.microsoft.com/office/drawing/2014/main" id="{BE3AB5AC-DE33-9FCA-BD09-54AD3A448C1C}"/>
                </a:ext>
              </a:extLst>
            </p:cNvPr>
            <p:cNvSpPr>
              <a:spLocks/>
            </p:cNvSpPr>
            <p:nvPr/>
          </p:nvSpPr>
          <p:spPr bwMode="auto">
            <a:xfrm>
              <a:off x="2589" y="2342"/>
              <a:ext cx="439" cy="485"/>
            </a:xfrm>
            <a:custGeom>
              <a:avLst/>
              <a:gdLst>
                <a:gd name="T0" fmla="*/ 0 w 439"/>
                <a:gd name="T1" fmla="*/ 0 h 485"/>
                <a:gd name="T2" fmla="*/ 156 w 439"/>
                <a:gd name="T3" fmla="*/ 119 h 485"/>
                <a:gd name="T4" fmla="*/ 174 w 439"/>
                <a:gd name="T5" fmla="*/ 347 h 485"/>
                <a:gd name="T6" fmla="*/ 192 w 439"/>
                <a:gd name="T7" fmla="*/ 366 h 485"/>
                <a:gd name="T8" fmla="*/ 238 w 439"/>
                <a:gd name="T9" fmla="*/ 411 h 485"/>
                <a:gd name="T10" fmla="*/ 439 w 439"/>
                <a:gd name="T11" fmla="*/ 485 h 485"/>
                <a:gd name="T12" fmla="*/ 0 60000 65536"/>
                <a:gd name="T13" fmla="*/ 0 60000 65536"/>
                <a:gd name="T14" fmla="*/ 0 60000 65536"/>
                <a:gd name="T15" fmla="*/ 0 60000 65536"/>
                <a:gd name="T16" fmla="*/ 0 60000 65536"/>
                <a:gd name="T17" fmla="*/ 0 60000 65536"/>
                <a:gd name="T18" fmla="*/ 0 w 439"/>
                <a:gd name="T19" fmla="*/ 0 h 485"/>
                <a:gd name="T20" fmla="*/ 439 w 439"/>
                <a:gd name="T21" fmla="*/ 485 h 485"/>
              </a:gdLst>
              <a:ahLst/>
              <a:cxnLst>
                <a:cxn ang="T12">
                  <a:pos x="T0" y="T1"/>
                </a:cxn>
                <a:cxn ang="T13">
                  <a:pos x="T2" y="T3"/>
                </a:cxn>
                <a:cxn ang="T14">
                  <a:pos x="T4" y="T5"/>
                </a:cxn>
                <a:cxn ang="T15">
                  <a:pos x="T6" y="T7"/>
                </a:cxn>
                <a:cxn ang="T16">
                  <a:pos x="T8" y="T9"/>
                </a:cxn>
                <a:cxn ang="T17">
                  <a:pos x="T10" y="T11"/>
                </a:cxn>
              </a:cxnLst>
              <a:rect l="T18" t="T19" r="T20" b="T21"/>
              <a:pathLst>
                <a:path w="439" h="485">
                  <a:moveTo>
                    <a:pt x="0" y="0"/>
                  </a:moveTo>
                  <a:cubicBezTo>
                    <a:pt x="55" y="35"/>
                    <a:pt x="101" y="84"/>
                    <a:pt x="156" y="119"/>
                  </a:cubicBezTo>
                  <a:cubicBezTo>
                    <a:pt x="190" y="221"/>
                    <a:pt x="139" y="59"/>
                    <a:pt x="174" y="347"/>
                  </a:cubicBezTo>
                  <a:cubicBezTo>
                    <a:pt x="175" y="356"/>
                    <a:pt x="186" y="360"/>
                    <a:pt x="192" y="366"/>
                  </a:cubicBezTo>
                  <a:cubicBezTo>
                    <a:pt x="207" y="381"/>
                    <a:pt x="223" y="396"/>
                    <a:pt x="238" y="411"/>
                  </a:cubicBezTo>
                  <a:cubicBezTo>
                    <a:pt x="302" y="475"/>
                    <a:pt x="346" y="485"/>
                    <a:pt x="439" y="485"/>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94" name="Line 59">
              <a:extLst>
                <a:ext uri="{FF2B5EF4-FFF2-40B4-BE49-F238E27FC236}">
                  <a16:creationId xmlns:a16="http://schemas.microsoft.com/office/drawing/2014/main" id="{BD642400-AF29-2D82-0D29-EA25E00D72C9}"/>
                </a:ext>
              </a:extLst>
            </p:cNvPr>
            <p:cNvSpPr>
              <a:spLocks noChangeShapeType="1"/>
            </p:cNvSpPr>
            <p:nvPr/>
          </p:nvSpPr>
          <p:spPr bwMode="auto">
            <a:xfrm>
              <a:off x="2554" y="3357"/>
              <a:ext cx="104"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5" name="Line 60">
              <a:extLst>
                <a:ext uri="{FF2B5EF4-FFF2-40B4-BE49-F238E27FC236}">
                  <a16:creationId xmlns:a16="http://schemas.microsoft.com/office/drawing/2014/main" id="{00354DE4-4F63-9071-57C8-8454B9CAD5E5}"/>
                </a:ext>
              </a:extLst>
            </p:cNvPr>
            <p:cNvSpPr>
              <a:spLocks noChangeShapeType="1"/>
            </p:cNvSpPr>
            <p:nvPr/>
          </p:nvSpPr>
          <p:spPr bwMode="auto">
            <a:xfrm flipV="1">
              <a:off x="2541" y="3357"/>
              <a:ext cx="117" cy="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6" name="Line 61">
              <a:extLst>
                <a:ext uri="{FF2B5EF4-FFF2-40B4-BE49-F238E27FC236}">
                  <a16:creationId xmlns:a16="http://schemas.microsoft.com/office/drawing/2014/main" id="{D2DA40CB-A4C2-6F9D-3DCF-BA3F825C5C2A}"/>
                </a:ext>
              </a:extLst>
            </p:cNvPr>
            <p:cNvSpPr>
              <a:spLocks noChangeShapeType="1"/>
            </p:cNvSpPr>
            <p:nvPr/>
          </p:nvSpPr>
          <p:spPr bwMode="auto">
            <a:xfrm>
              <a:off x="2656" y="3365"/>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7" name="Line 62">
              <a:extLst>
                <a:ext uri="{FF2B5EF4-FFF2-40B4-BE49-F238E27FC236}">
                  <a16:creationId xmlns:a16="http://schemas.microsoft.com/office/drawing/2014/main" id="{8DDD1511-8946-D3A5-8076-E2C5CD799E0C}"/>
                </a:ext>
              </a:extLst>
            </p:cNvPr>
            <p:cNvSpPr>
              <a:spLocks noChangeShapeType="1"/>
            </p:cNvSpPr>
            <p:nvPr/>
          </p:nvSpPr>
          <p:spPr bwMode="auto">
            <a:xfrm>
              <a:off x="2656" y="3630"/>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8" name="Line 63">
              <a:extLst>
                <a:ext uri="{FF2B5EF4-FFF2-40B4-BE49-F238E27FC236}">
                  <a16:creationId xmlns:a16="http://schemas.microsoft.com/office/drawing/2014/main" id="{4D29C68E-D3D7-5879-3558-4B50F7F83665}"/>
                </a:ext>
              </a:extLst>
            </p:cNvPr>
            <p:cNvSpPr>
              <a:spLocks noChangeShapeType="1"/>
            </p:cNvSpPr>
            <p:nvPr/>
          </p:nvSpPr>
          <p:spPr bwMode="auto">
            <a:xfrm>
              <a:off x="3181" y="3359"/>
              <a:ext cx="104"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9" name="Line 64">
              <a:extLst>
                <a:ext uri="{FF2B5EF4-FFF2-40B4-BE49-F238E27FC236}">
                  <a16:creationId xmlns:a16="http://schemas.microsoft.com/office/drawing/2014/main" id="{C3267912-A49F-A5DE-B609-6E6FC87C3718}"/>
                </a:ext>
              </a:extLst>
            </p:cNvPr>
            <p:cNvSpPr>
              <a:spLocks noChangeShapeType="1"/>
            </p:cNvSpPr>
            <p:nvPr/>
          </p:nvSpPr>
          <p:spPr bwMode="auto">
            <a:xfrm flipV="1">
              <a:off x="3168" y="3351"/>
              <a:ext cx="117" cy="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0" name="Line 65">
              <a:extLst>
                <a:ext uri="{FF2B5EF4-FFF2-40B4-BE49-F238E27FC236}">
                  <a16:creationId xmlns:a16="http://schemas.microsoft.com/office/drawing/2014/main" id="{41B08285-B86D-7CF0-B5FD-DD3F2CF2D505}"/>
                </a:ext>
              </a:extLst>
            </p:cNvPr>
            <p:cNvSpPr>
              <a:spLocks noChangeShapeType="1"/>
            </p:cNvSpPr>
            <p:nvPr/>
          </p:nvSpPr>
          <p:spPr bwMode="auto">
            <a:xfrm>
              <a:off x="3288" y="3349"/>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 name="Line 66">
              <a:extLst>
                <a:ext uri="{FF2B5EF4-FFF2-40B4-BE49-F238E27FC236}">
                  <a16:creationId xmlns:a16="http://schemas.microsoft.com/office/drawing/2014/main" id="{CF918F76-9659-E39A-4C91-FE0A0C5ADF23}"/>
                </a:ext>
              </a:extLst>
            </p:cNvPr>
            <p:cNvSpPr>
              <a:spLocks noChangeShapeType="1"/>
            </p:cNvSpPr>
            <p:nvPr/>
          </p:nvSpPr>
          <p:spPr bwMode="auto">
            <a:xfrm>
              <a:off x="3287" y="3630"/>
              <a:ext cx="52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 name="Line 67">
              <a:extLst>
                <a:ext uri="{FF2B5EF4-FFF2-40B4-BE49-F238E27FC236}">
                  <a16:creationId xmlns:a16="http://schemas.microsoft.com/office/drawing/2014/main" id="{C39F9168-3CED-B59C-8FF0-AFCC2B86F055}"/>
                </a:ext>
              </a:extLst>
            </p:cNvPr>
            <p:cNvSpPr>
              <a:spLocks noChangeShapeType="1"/>
            </p:cNvSpPr>
            <p:nvPr/>
          </p:nvSpPr>
          <p:spPr bwMode="auto">
            <a:xfrm>
              <a:off x="3815" y="3350"/>
              <a:ext cx="104"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3" name="Line 68">
              <a:extLst>
                <a:ext uri="{FF2B5EF4-FFF2-40B4-BE49-F238E27FC236}">
                  <a16:creationId xmlns:a16="http://schemas.microsoft.com/office/drawing/2014/main" id="{05811692-AC7C-459C-33B8-0EB8B57B7B19}"/>
                </a:ext>
              </a:extLst>
            </p:cNvPr>
            <p:cNvSpPr>
              <a:spLocks noChangeShapeType="1"/>
            </p:cNvSpPr>
            <p:nvPr/>
          </p:nvSpPr>
          <p:spPr bwMode="auto">
            <a:xfrm flipV="1">
              <a:off x="3810" y="3342"/>
              <a:ext cx="117" cy="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64" name="Oval 69">
              <a:extLst>
                <a:ext uri="{FF2B5EF4-FFF2-40B4-BE49-F238E27FC236}">
                  <a16:creationId xmlns:a16="http://schemas.microsoft.com/office/drawing/2014/main" id="{CD425C93-89AA-49FF-BEFD-802958408306}"/>
                </a:ext>
              </a:extLst>
            </p:cNvPr>
            <p:cNvSpPr>
              <a:spLocks noChangeArrowheads="1"/>
            </p:cNvSpPr>
            <p:nvPr/>
          </p:nvSpPr>
          <p:spPr bwMode="auto">
            <a:xfrm>
              <a:off x="3447" y="3388"/>
              <a:ext cx="181" cy="182"/>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1</a:t>
              </a:r>
              <a:endParaRPr lang="ru-RU" dirty="0">
                <a:latin typeface="Arial" charset="0"/>
                <a:cs typeface="Arial" charset="0"/>
              </a:endParaRPr>
            </a:p>
          </p:txBody>
        </p:sp>
        <p:sp>
          <p:nvSpPr>
            <p:cNvPr id="74805" name="Line 71">
              <a:extLst>
                <a:ext uri="{FF2B5EF4-FFF2-40B4-BE49-F238E27FC236}">
                  <a16:creationId xmlns:a16="http://schemas.microsoft.com/office/drawing/2014/main" id="{3390C8AD-A46C-45D9-A3E1-06F593A9769A}"/>
                </a:ext>
              </a:extLst>
            </p:cNvPr>
            <p:cNvSpPr>
              <a:spLocks noChangeShapeType="1"/>
            </p:cNvSpPr>
            <p:nvPr/>
          </p:nvSpPr>
          <p:spPr bwMode="auto">
            <a:xfrm>
              <a:off x="3930" y="3337"/>
              <a:ext cx="273"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6" name="Line 72">
              <a:extLst>
                <a:ext uri="{FF2B5EF4-FFF2-40B4-BE49-F238E27FC236}">
                  <a16:creationId xmlns:a16="http://schemas.microsoft.com/office/drawing/2014/main" id="{818E4051-89E4-2B97-42D8-2BB097270960}"/>
                </a:ext>
              </a:extLst>
            </p:cNvPr>
            <p:cNvSpPr>
              <a:spLocks noChangeShapeType="1"/>
            </p:cNvSpPr>
            <p:nvPr/>
          </p:nvSpPr>
          <p:spPr bwMode="auto">
            <a:xfrm>
              <a:off x="3917" y="3622"/>
              <a:ext cx="273"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7" name="Text Box 75">
              <a:extLst>
                <a:ext uri="{FF2B5EF4-FFF2-40B4-BE49-F238E27FC236}">
                  <a16:creationId xmlns:a16="http://schemas.microsoft.com/office/drawing/2014/main" id="{5EE2624D-A18F-7001-4546-F6A9D1133C64}"/>
                </a:ext>
              </a:extLst>
            </p:cNvPr>
            <p:cNvSpPr txBox="1">
              <a:spLocks noChangeArrowheads="1"/>
            </p:cNvSpPr>
            <p:nvPr/>
          </p:nvSpPr>
          <p:spPr bwMode="auto">
            <a:xfrm>
              <a:off x="152" y="3487"/>
              <a:ext cx="58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Data</a:t>
              </a:r>
              <a:endParaRPr lang="ru-RU" altLang="en-US" sz="2000"/>
            </a:p>
          </p:txBody>
        </p:sp>
        <p:sp>
          <p:nvSpPr>
            <p:cNvPr id="74808" name="Text Box 77">
              <a:extLst>
                <a:ext uri="{FF2B5EF4-FFF2-40B4-BE49-F238E27FC236}">
                  <a16:creationId xmlns:a16="http://schemas.microsoft.com/office/drawing/2014/main" id="{7B8A7158-D212-6DB7-29E3-37280BA9B39A}"/>
                </a:ext>
              </a:extLst>
            </p:cNvPr>
            <p:cNvSpPr txBox="1">
              <a:spLocks noChangeArrowheads="1"/>
            </p:cNvSpPr>
            <p:nvPr/>
          </p:nvSpPr>
          <p:spPr bwMode="auto">
            <a:xfrm>
              <a:off x="215" y="2036"/>
              <a:ext cx="58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Req</a:t>
              </a:r>
              <a:endParaRPr lang="ru-RU" altLang="en-US" sz="2000"/>
            </a:p>
          </p:txBody>
        </p:sp>
        <p:sp>
          <p:nvSpPr>
            <p:cNvPr id="74809" name="Freeform 78">
              <a:extLst>
                <a:ext uri="{FF2B5EF4-FFF2-40B4-BE49-F238E27FC236}">
                  <a16:creationId xmlns:a16="http://schemas.microsoft.com/office/drawing/2014/main" id="{42B0128C-2728-8DFD-D5FC-20B117DC17D8}"/>
                </a:ext>
              </a:extLst>
            </p:cNvPr>
            <p:cNvSpPr>
              <a:spLocks/>
            </p:cNvSpPr>
            <p:nvPr/>
          </p:nvSpPr>
          <p:spPr bwMode="auto">
            <a:xfrm>
              <a:off x="1429" y="2323"/>
              <a:ext cx="196" cy="1179"/>
            </a:xfrm>
            <a:custGeom>
              <a:avLst/>
              <a:gdLst>
                <a:gd name="T0" fmla="*/ 90 w 196"/>
                <a:gd name="T1" fmla="*/ 1179 h 1179"/>
                <a:gd name="T2" fmla="*/ 181 w 196"/>
                <a:gd name="T3" fmla="*/ 817 h 1179"/>
                <a:gd name="T4" fmla="*/ 0 w 196"/>
                <a:gd name="T5" fmla="*/ 182 h 1179"/>
                <a:gd name="T6" fmla="*/ 181 w 196"/>
                <a:gd name="T7" fmla="*/ 0 h 1179"/>
                <a:gd name="T8" fmla="*/ 0 60000 65536"/>
                <a:gd name="T9" fmla="*/ 0 60000 65536"/>
                <a:gd name="T10" fmla="*/ 0 60000 65536"/>
                <a:gd name="T11" fmla="*/ 0 60000 65536"/>
                <a:gd name="T12" fmla="*/ 0 w 196"/>
                <a:gd name="T13" fmla="*/ 0 h 1179"/>
                <a:gd name="T14" fmla="*/ 196 w 196"/>
                <a:gd name="T15" fmla="*/ 1179 h 1179"/>
              </a:gdLst>
              <a:ahLst/>
              <a:cxnLst>
                <a:cxn ang="T8">
                  <a:pos x="T0" y="T1"/>
                </a:cxn>
                <a:cxn ang="T9">
                  <a:pos x="T2" y="T3"/>
                </a:cxn>
                <a:cxn ang="T10">
                  <a:pos x="T4" y="T5"/>
                </a:cxn>
                <a:cxn ang="T11">
                  <a:pos x="T6" y="T7"/>
                </a:cxn>
              </a:cxnLst>
              <a:rect l="T12" t="T13" r="T14" b="T15"/>
              <a:pathLst>
                <a:path w="196" h="1179">
                  <a:moveTo>
                    <a:pt x="90" y="1179"/>
                  </a:moveTo>
                  <a:cubicBezTo>
                    <a:pt x="143" y="1081"/>
                    <a:pt x="196" y="983"/>
                    <a:pt x="181" y="817"/>
                  </a:cubicBezTo>
                  <a:cubicBezTo>
                    <a:pt x="166" y="651"/>
                    <a:pt x="0" y="318"/>
                    <a:pt x="0" y="182"/>
                  </a:cubicBezTo>
                  <a:cubicBezTo>
                    <a:pt x="0" y="46"/>
                    <a:pt x="151" y="30"/>
                    <a:pt x="181"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10" name="Freeform 79">
              <a:extLst>
                <a:ext uri="{FF2B5EF4-FFF2-40B4-BE49-F238E27FC236}">
                  <a16:creationId xmlns:a16="http://schemas.microsoft.com/office/drawing/2014/main" id="{2C4794F7-9C6A-4891-6151-7600D87407D3}"/>
                </a:ext>
              </a:extLst>
            </p:cNvPr>
            <p:cNvSpPr>
              <a:spLocks/>
            </p:cNvSpPr>
            <p:nvPr/>
          </p:nvSpPr>
          <p:spPr bwMode="auto">
            <a:xfrm>
              <a:off x="2283" y="2302"/>
              <a:ext cx="196" cy="1179"/>
            </a:xfrm>
            <a:custGeom>
              <a:avLst/>
              <a:gdLst>
                <a:gd name="T0" fmla="*/ 90 w 196"/>
                <a:gd name="T1" fmla="*/ 1179 h 1179"/>
                <a:gd name="T2" fmla="*/ 181 w 196"/>
                <a:gd name="T3" fmla="*/ 817 h 1179"/>
                <a:gd name="T4" fmla="*/ 0 w 196"/>
                <a:gd name="T5" fmla="*/ 182 h 1179"/>
                <a:gd name="T6" fmla="*/ 181 w 196"/>
                <a:gd name="T7" fmla="*/ 0 h 1179"/>
                <a:gd name="T8" fmla="*/ 0 60000 65536"/>
                <a:gd name="T9" fmla="*/ 0 60000 65536"/>
                <a:gd name="T10" fmla="*/ 0 60000 65536"/>
                <a:gd name="T11" fmla="*/ 0 60000 65536"/>
                <a:gd name="T12" fmla="*/ 0 w 196"/>
                <a:gd name="T13" fmla="*/ 0 h 1179"/>
                <a:gd name="T14" fmla="*/ 196 w 196"/>
                <a:gd name="T15" fmla="*/ 1179 h 1179"/>
              </a:gdLst>
              <a:ahLst/>
              <a:cxnLst>
                <a:cxn ang="T8">
                  <a:pos x="T0" y="T1"/>
                </a:cxn>
                <a:cxn ang="T9">
                  <a:pos x="T2" y="T3"/>
                </a:cxn>
                <a:cxn ang="T10">
                  <a:pos x="T4" y="T5"/>
                </a:cxn>
                <a:cxn ang="T11">
                  <a:pos x="T6" y="T7"/>
                </a:cxn>
              </a:cxnLst>
              <a:rect l="T12" t="T13" r="T14" b="T15"/>
              <a:pathLst>
                <a:path w="196" h="1179">
                  <a:moveTo>
                    <a:pt x="90" y="1179"/>
                  </a:moveTo>
                  <a:cubicBezTo>
                    <a:pt x="143" y="1081"/>
                    <a:pt x="196" y="983"/>
                    <a:pt x="181" y="817"/>
                  </a:cubicBezTo>
                  <a:cubicBezTo>
                    <a:pt x="166" y="651"/>
                    <a:pt x="0" y="318"/>
                    <a:pt x="0" y="182"/>
                  </a:cubicBezTo>
                  <a:cubicBezTo>
                    <a:pt x="0" y="46"/>
                    <a:pt x="151" y="30"/>
                    <a:pt x="181"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11" name="Freeform 80">
              <a:extLst>
                <a:ext uri="{FF2B5EF4-FFF2-40B4-BE49-F238E27FC236}">
                  <a16:creationId xmlns:a16="http://schemas.microsoft.com/office/drawing/2014/main" id="{351C2B87-3299-8028-3DAC-41F85F5B5316}"/>
                </a:ext>
              </a:extLst>
            </p:cNvPr>
            <p:cNvSpPr>
              <a:spLocks/>
            </p:cNvSpPr>
            <p:nvPr/>
          </p:nvSpPr>
          <p:spPr bwMode="auto">
            <a:xfrm>
              <a:off x="3061" y="2822"/>
              <a:ext cx="363" cy="680"/>
            </a:xfrm>
            <a:custGeom>
              <a:avLst/>
              <a:gdLst>
                <a:gd name="T0" fmla="*/ 0 w 363"/>
                <a:gd name="T1" fmla="*/ 0 h 680"/>
                <a:gd name="T2" fmla="*/ 137 w 363"/>
                <a:gd name="T3" fmla="*/ 91 h 680"/>
                <a:gd name="T4" fmla="*/ 273 w 363"/>
                <a:gd name="T5" fmla="*/ 544 h 680"/>
                <a:gd name="T6" fmla="*/ 363 w 363"/>
                <a:gd name="T7" fmla="*/ 680 h 680"/>
                <a:gd name="T8" fmla="*/ 0 60000 65536"/>
                <a:gd name="T9" fmla="*/ 0 60000 65536"/>
                <a:gd name="T10" fmla="*/ 0 60000 65536"/>
                <a:gd name="T11" fmla="*/ 0 60000 65536"/>
                <a:gd name="T12" fmla="*/ 0 w 363"/>
                <a:gd name="T13" fmla="*/ 0 h 680"/>
                <a:gd name="T14" fmla="*/ 363 w 363"/>
                <a:gd name="T15" fmla="*/ 680 h 680"/>
              </a:gdLst>
              <a:ahLst/>
              <a:cxnLst>
                <a:cxn ang="T8">
                  <a:pos x="T0" y="T1"/>
                </a:cxn>
                <a:cxn ang="T9">
                  <a:pos x="T2" y="T3"/>
                </a:cxn>
                <a:cxn ang="T10">
                  <a:pos x="T4" y="T5"/>
                </a:cxn>
                <a:cxn ang="T11">
                  <a:pos x="T6" y="T7"/>
                </a:cxn>
              </a:cxnLst>
              <a:rect l="T12" t="T13" r="T14" b="T15"/>
              <a:pathLst>
                <a:path w="363" h="680">
                  <a:moveTo>
                    <a:pt x="0" y="0"/>
                  </a:moveTo>
                  <a:cubicBezTo>
                    <a:pt x="45" y="0"/>
                    <a:pt x="91" y="0"/>
                    <a:pt x="137" y="91"/>
                  </a:cubicBezTo>
                  <a:cubicBezTo>
                    <a:pt x="183" y="182"/>
                    <a:pt x="235" y="446"/>
                    <a:pt x="273" y="544"/>
                  </a:cubicBezTo>
                  <a:cubicBezTo>
                    <a:pt x="311" y="642"/>
                    <a:pt x="348" y="657"/>
                    <a:pt x="363" y="68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12" name="Freeform 83">
              <a:extLst>
                <a:ext uri="{FF2B5EF4-FFF2-40B4-BE49-F238E27FC236}">
                  <a16:creationId xmlns:a16="http://schemas.microsoft.com/office/drawing/2014/main" id="{7390B715-5816-C8E7-1620-0EA9D9FE41C5}"/>
                </a:ext>
              </a:extLst>
            </p:cNvPr>
            <p:cNvSpPr>
              <a:spLocks/>
            </p:cNvSpPr>
            <p:nvPr/>
          </p:nvSpPr>
          <p:spPr bwMode="auto">
            <a:xfrm>
              <a:off x="1809" y="2858"/>
              <a:ext cx="363" cy="680"/>
            </a:xfrm>
            <a:custGeom>
              <a:avLst/>
              <a:gdLst>
                <a:gd name="T0" fmla="*/ 0 w 363"/>
                <a:gd name="T1" fmla="*/ 0 h 680"/>
                <a:gd name="T2" fmla="*/ 137 w 363"/>
                <a:gd name="T3" fmla="*/ 91 h 680"/>
                <a:gd name="T4" fmla="*/ 273 w 363"/>
                <a:gd name="T5" fmla="*/ 544 h 680"/>
                <a:gd name="T6" fmla="*/ 363 w 363"/>
                <a:gd name="T7" fmla="*/ 680 h 680"/>
                <a:gd name="T8" fmla="*/ 0 60000 65536"/>
                <a:gd name="T9" fmla="*/ 0 60000 65536"/>
                <a:gd name="T10" fmla="*/ 0 60000 65536"/>
                <a:gd name="T11" fmla="*/ 0 60000 65536"/>
                <a:gd name="T12" fmla="*/ 0 w 363"/>
                <a:gd name="T13" fmla="*/ 0 h 680"/>
                <a:gd name="T14" fmla="*/ 363 w 363"/>
                <a:gd name="T15" fmla="*/ 680 h 680"/>
              </a:gdLst>
              <a:ahLst/>
              <a:cxnLst>
                <a:cxn ang="T8">
                  <a:pos x="T0" y="T1"/>
                </a:cxn>
                <a:cxn ang="T9">
                  <a:pos x="T2" y="T3"/>
                </a:cxn>
                <a:cxn ang="T10">
                  <a:pos x="T4" y="T5"/>
                </a:cxn>
                <a:cxn ang="T11">
                  <a:pos x="T6" y="T7"/>
                </a:cxn>
              </a:cxnLst>
              <a:rect l="T12" t="T13" r="T14" b="T15"/>
              <a:pathLst>
                <a:path w="363" h="680">
                  <a:moveTo>
                    <a:pt x="0" y="0"/>
                  </a:moveTo>
                  <a:cubicBezTo>
                    <a:pt x="45" y="0"/>
                    <a:pt x="91" y="0"/>
                    <a:pt x="137" y="91"/>
                  </a:cubicBezTo>
                  <a:cubicBezTo>
                    <a:pt x="183" y="182"/>
                    <a:pt x="235" y="446"/>
                    <a:pt x="273" y="544"/>
                  </a:cubicBezTo>
                  <a:cubicBezTo>
                    <a:pt x="311" y="642"/>
                    <a:pt x="348" y="657"/>
                    <a:pt x="363" y="68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13" name="Freeform 84">
              <a:extLst>
                <a:ext uri="{FF2B5EF4-FFF2-40B4-BE49-F238E27FC236}">
                  <a16:creationId xmlns:a16="http://schemas.microsoft.com/office/drawing/2014/main" id="{8AE67C6D-06DB-7E99-1FA8-0BB1F2BE8060}"/>
                </a:ext>
              </a:extLst>
            </p:cNvPr>
            <p:cNvSpPr>
              <a:spLocks/>
            </p:cNvSpPr>
            <p:nvPr/>
          </p:nvSpPr>
          <p:spPr bwMode="auto">
            <a:xfrm>
              <a:off x="940" y="2858"/>
              <a:ext cx="363" cy="680"/>
            </a:xfrm>
            <a:custGeom>
              <a:avLst/>
              <a:gdLst>
                <a:gd name="T0" fmla="*/ 0 w 363"/>
                <a:gd name="T1" fmla="*/ 0 h 680"/>
                <a:gd name="T2" fmla="*/ 137 w 363"/>
                <a:gd name="T3" fmla="*/ 91 h 680"/>
                <a:gd name="T4" fmla="*/ 273 w 363"/>
                <a:gd name="T5" fmla="*/ 544 h 680"/>
                <a:gd name="T6" fmla="*/ 363 w 363"/>
                <a:gd name="T7" fmla="*/ 680 h 680"/>
                <a:gd name="T8" fmla="*/ 0 60000 65536"/>
                <a:gd name="T9" fmla="*/ 0 60000 65536"/>
                <a:gd name="T10" fmla="*/ 0 60000 65536"/>
                <a:gd name="T11" fmla="*/ 0 60000 65536"/>
                <a:gd name="T12" fmla="*/ 0 w 363"/>
                <a:gd name="T13" fmla="*/ 0 h 680"/>
                <a:gd name="T14" fmla="*/ 363 w 363"/>
                <a:gd name="T15" fmla="*/ 680 h 680"/>
              </a:gdLst>
              <a:ahLst/>
              <a:cxnLst>
                <a:cxn ang="T8">
                  <a:pos x="T0" y="T1"/>
                </a:cxn>
                <a:cxn ang="T9">
                  <a:pos x="T2" y="T3"/>
                </a:cxn>
                <a:cxn ang="T10">
                  <a:pos x="T4" y="T5"/>
                </a:cxn>
                <a:cxn ang="T11">
                  <a:pos x="T6" y="T7"/>
                </a:cxn>
              </a:cxnLst>
              <a:rect l="T12" t="T13" r="T14" b="T15"/>
              <a:pathLst>
                <a:path w="363" h="680">
                  <a:moveTo>
                    <a:pt x="0" y="0"/>
                  </a:moveTo>
                  <a:cubicBezTo>
                    <a:pt x="45" y="0"/>
                    <a:pt x="91" y="0"/>
                    <a:pt x="137" y="91"/>
                  </a:cubicBezTo>
                  <a:cubicBezTo>
                    <a:pt x="183" y="182"/>
                    <a:pt x="235" y="446"/>
                    <a:pt x="273" y="544"/>
                  </a:cubicBezTo>
                  <a:cubicBezTo>
                    <a:pt x="311" y="642"/>
                    <a:pt x="348" y="657"/>
                    <a:pt x="363" y="68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14" name="Line 86">
              <a:extLst>
                <a:ext uri="{FF2B5EF4-FFF2-40B4-BE49-F238E27FC236}">
                  <a16:creationId xmlns:a16="http://schemas.microsoft.com/office/drawing/2014/main" id="{D18367A6-31D0-ED65-5897-84F31CB5AC80}"/>
                </a:ext>
              </a:extLst>
            </p:cNvPr>
            <p:cNvSpPr>
              <a:spLocks noChangeShapeType="1"/>
            </p:cNvSpPr>
            <p:nvPr/>
          </p:nvSpPr>
          <p:spPr bwMode="auto">
            <a:xfrm>
              <a:off x="911" y="2795"/>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5" name="Line 87">
              <a:extLst>
                <a:ext uri="{FF2B5EF4-FFF2-40B4-BE49-F238E27FC236}">
                  <a16:creationId xmlns:a16="http://schemas.microsoft.com/office/drawing/2014/main" id="{0D712AEE-05F8-9F39-C50F-2DBC8F86A1FA}"/>
                </a:ext>
              </a:extLst>
            </p:cNvPr>
            <p:cNvSpPr>
              <a:spLocks noChangeShapeType="1"/>
            </p:cNvSpPr>
            <p:nvPr/>
          </p:nvSpPr>
          <p:spPr bwMode="auto">
            <a:xfrm>
              <a:off x="1832" y="2813"/>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 name="Line 88">
              <a:extLst>
                <a:ext uri="{FF2B5EF4-FFF2-40B4-BE49-F238E27FC236}">
                  <a16:creationId xmlns:a16="http://schemas.microsoft.com/office/drawing/2014/main" id="{AC6BA61F-D624-3ABC-A603-7AB8FC16719D}"/>
                </a:ext>
              </a:extLst>
            </p:cNvPr>
            <p:cNvSpPr>
              <a:spLocks noChangeShapeType="1"/>
            </p:cNvSpPr>
            <p:nvPr/>
          </p:nvSpPr>
          <p:spPr bwMode="auto">
            <a:xfrm>
              <a:off x="3029" y="2778"/>
              <a:ext cx="0" cy="1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 name="Line 89">
              <a:extLst>
                <a:ext uri="{FF2B5EF4-FFF2-40B4-BE49-F238E27FC236}">
                  <a16:creationId xmlns:a16="http://schemas.microsoft.com/office/drawing/2014/main" id="{7BAAFF94-9D63-7F5E-209C-69096B213DB0}"/>
                </a:ext>
              </a:extLst>
            </p:cNvPr>
            <p:cNvSpPr>
              <a:spLocks noChangeShapeType="1"/>
            </p:cNvSpPr>
            <p:nvPr/>
          </p:nvSpPr>
          <p:spPr bwMode="auto">
            <a:xfrm>
              <a:off x="930" y="3883"/>
              <a:ext cx="90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18" name="Line 90">
              <a:extLst>
                <a:ext uri="{FF2B5EF4-FFF2-40B4-BE49-F238E27FC236}">
                  <a16:creationId xmlns:a16="http://schemas.microsoft.com/office/drawing/2014/main" id="{DA183757-1AC8-74D5-9F87-4E231BCEF4DA}"/>
                </a:ext>
              </a:extLst>
            </p:cNvPr>
            <p:cNvSpPr>
              <a:spLocks noChangeShapeType="1"/>
            </p:cNvSpPr>
            <p:nvPr/>
          </p:nvSpPr>
          <p:spPr bwMode="auto">
            <a:xfrm>
              <a:off x="1843" y="3883"/>
              <a:ext cx="117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819" name="Text Box 92">
              <a:extLst>
                <a:ext uri="{FF2B5EF4-FFF2-40B4-BE49-F238E27FC236}">
                  <a16:creationId xmlns:a16="http://schemas.microsoft.com/office/drawing/2014/main" id="{11ACF685-51F5-B0AF-3EB7-E616E759EBA4}"/>
                </a:ext>
              </a:extLst>
            </p:cNvPr>
            <p:cNvSpPr txBox="1">
              <a:spLocks noChangeArrowheads="1"/>
            </p:cNvSpPr>
            <p:nvPr/>
          </p:nvSpPr>
          <p:spPr bwMode="auto">
            <a:xfrm>
              <a:off x="1083" y="3675"/>
              <a:ext cx="663"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Cycle 1</a:t>
              </a:r>
              <a:endParaRPr lang="ru-RU" altLang="en-US" sz="1600" b="1"/>
            </a:p>
          </p:txBody>
        </p:sp>
        <p:sp>
          <p:nvSpPr>
            <p:cNvPr id="74820" name="Text Box 93">
              <a:extLst>
                <a:ext uri="{FF2B5EF4-FFF2-40B4-BE49-F238E27FC236}">
                  <a16:creationId xmlns:a16="http://schemas.microsoft.com/office/drawing/2014/main" id="{2E53D245-5B17-9A31-7546-203D86F45473}"/>
                </a:ext>
              </a:extLst>
            </p:cNvPr>
            <p:cNvSpPr txBox="1">
              <a:spLocks noChangeArrowheads="1"/>
            </p:cNvSpPr>
            <p:nvPr/>
          </p:nvSpPr>
          <p:spPr bwMode="auto">
            <a:xfrm>
              <a:off x="2129" y="3675"/>
              <a:ext cx="663"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Cycle 2</a:t>
              </a:r>
              <a:endParaRPr lang="ru-RU" altLang="en-US" sz="1600" b="1"/>
            </a:p>
          </p:txBody>
        </p:sp>
      </p:grpSp>
      <p:sp>
        <p:nvSpPr>
          <p:cNvPr id="74757" name="Rectangle 4">
            <a:extLst>
              <a:ext uri="{FF2B5EF4-FFF2-40B4-BE49-F238E27FC236}">
                <a16:creationId xmlns:a16="http://schemas.microsoft.com/office/drawing/2014/main" id="{8A08B99C-85D8-3FB6-5F15-81AC3AC89BC3}"/>
              </a:ext>
            </a:extLst>
          </p:cNvPr>
          <p:cNvSpPr txBox="1">
            <a:spLocks noChangeArrowheads="1"/>
          </p:cNvSpPr>
          <p:nvPr/>
        </p:nvSpPr>
        <p:spPr bwMode="auto">
          <a:xfrm>
            <a:off x="1057275" y="963095"/>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3600" b="1" dirty="0"/>
          </a:p>
        </p:txBody>
      </p:sp>
      <p:sp>
        <p:nvSpPr>
          <p:cNvPr id="3" name="Title 2">
            <a:extLst>
              <a:ext uri="{FF2B5EF4-FFF2-40B4-BE49-F238E27FC236}">
                <a16:creationId xmlns:a16="http://schemas.microsoft.com/office/drawing/2014/main" id="{260EAA19-A433-4E2A-B46E-85C95F3E3F0D}"/>
              </a:ext>
            </a:extLst>
          </p:cNvPr>
          <p:cNvSpPr>
            <a:spLocks noGrp="1"/>
          </p:cNvSpPr>
          <p:nvPr>
            <p:ph type="title"/>
          </p:nvPr>
        </p:nvSpPr>
        <p:spPr/>
        <p:txBody>
          <a:bodyPr>
            <a:normAutofit/>
          </a:bodyPr>
          <a:lstStyle/>
          <a:p>
            <a:r>
              <a:rPr lang="en-US" dirty="0"/>
              <a:t>2-Phase Protocol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2">
            <a:extLst>
              <a:ext uri="{FF2B5EF4-FFF2-40B4-BE49-F238E27FC236}">
                <a16:creationId xmlns:a16="http://schemas.microsoft.com/office/drawing/2014/main" id="{49A87E66-5D4D-1062-6111-8FB9ADDFBD72}"/>
              </a:ext>
            </a:extLst>
          </p:cNvPr>
          <p:cNvSpPr>
            <a:spLocks noGrp="1" noChangeArrowheads="1"/>
          </p:cNvSpPr>
          <p:nvPr>
            <p:ph type="title"/>
          </p:nvPr>
        </p:nvSpPr>
        <p:spPr/>
        <p:txBody>
          <a:bodyPr>
            <a:normAutofit/>
          </a:bodyPr>
          <a:lstStyle/>
          <a:p>
            <a:r>
              <a:rPr lang="en-US" altLang="en-US" dirty="0"/>
              <a:t>2-Phase Protocol (2)</a:t>
            </a:r>
          </a:p>
        </p:txBody>
      </p:sp>
      <p:sp>
        <p:nvSpPr>
          <p:cNvPr id="75779" name="Content Placeholder 3">
            <a:extLst>
              <a:ext uri="{FF2B5EF4-FFF2-40B4-BE49-F238E27FC236}">
                <a16:creationId xmlns:a16="http://schemas.microsoft.com/office/drawing/2014/main" id="{F945EFAA-EEFC-D095-6DEF-225E1AB462EE}"/>
              </a:ext>
            </a:extLst>
          </p:cNvPr>
          <p:cNvSpPr>
            <a:spLocks noGrp="1" noChangeArrowheads="1"/>
          </p:cNvSpPr>
          <p:nvPr>
            <p:ph type="body" sz="quarter" idx="10"/>
          </p:nvPr>
        </p:nvSpPr>
        <p:spPr/>
        <p:txBody>
          <a:bodyPr/>
          <a:lstStyle/>
          <a:p>
            <a:r>
              <a:rPr lang="en-US" altLang="en-US"/>
              <a:t>Sender puts data on the bus (1) and generates event</a:t>
            </a:r>
            <a:r>
              <a:rPr lang="ru-RU" altLang="en-US"/>
              <a:t> (</a:t>
            </a:r>
            <a:r>
              <a:rPr lang="en-US" altLang="en-US"/>
              <a:t>Req (2)</a:t>
            </a:r>
            <a:r>
              <a:rPr lang="ru-RU" altLang="en-US"/>
              <a:t> </a:t>
            </a:r>
            <a:r>
              <a:rPr lang="en-US" altLang="en-US"/>
              <a:t>changes polarity</a:t>
            </a:r>
            <a:r>
              <a:rPr lang="ru-RU" altLang="en-US"/>
              <a:t>)</a:t>
            </a:r>
            <a:r>
              <a:rPr lang="en-US" altLang="en-US"/>
              <a:t>.</a:t>
            </a:r>
          </a:p>
          <a:p>
            <a:r>
              <a:rPr lang="en-US" altLang="en-US"/>
              <a:t>Getting the request, receiver accepts data (if possible) and forms Ack (3).</a:t>
            </a:r>
          </a:p>
          <a:p>
            <a:r>
              <a:rPr lang="en-US" altLang="en-US"/>
              <a:t>If the receiver is busy, Ack is not formed and the sender is blocked until the receiver is free. </a:t>
            </a:r>
          </a:p>
          <a:p>
            <a:r>
              <a:rPr lang="en-US" altLang="en-US"/>
              <a:t>As soon as Ack is generated, the sender gives out next data word</a:t>
            </a:r>
            <a:r>
              <a:rPr lang="ru-RU" altLang="en-US"/>
              <a:t>.</a:t>
            </a:r>
          </a:p>
          <a:p>
            <a:r>
              <a:rPr lang="en-US" altLang="en-US"/>
              <a:t>C-element of Muller generates completion signal. </a:t>
            </a:r>
            <a:endParaRPr lang="ru-RU" altLang="en-US"/>
          </a:p>
          <a:p>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8">
            <a:extLst>
              <a:ext uri="{FF2B5EF4-FFF2-40B4-BE49-F238E27FC236}">
                <a16:creationId xmlns:a16="http://schemas.microsoft.com/office/drawing/2014/main" id="{8761C22C-AD4A-051E-DC5A-CDB813AE7EFF}"/>
              </a:ext>
            </a:extLst>
          </p:cNvPr>
          <p:cNvSpPr txBox="1">
            <a:spLocks noChangeArrowheads="1"/>
          </p:cNvSpPr>
          <p:nvPr/>
        </p:nvSpPr>
        <p:spPr bwMode="auto">
          <a:xfrm>
            <a:off x="2424113" y="1773239"/>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grpSp>
        <p:nvGrpSpPr>
          <p:cNvPr id="76803" name="Group 59">
            <a:extLst>
              <a:ext uri="{FF2B5EF4-FFF2-40B4-BE49-F238E27FC236}">
                <a16:creationId xmlns:a16="http://schemas.microsoft.com/office/drawing/2014/main" id="{5E7732FD-1FA7-0BDE-51A7-FEA1261F5395}"/>
              </a:ext>
            </a:extLst>
          </p:cNvPr>
          <p:cNvGrpSpPr>
            <a:grpSpLocks/>
          </p:cNvGrpSpPr>
          <p:nvPr/>
        </p:nvGrpSpPr>
        <p:grpSpPr bwMode="auto">
          <a:xfrm>
            <a:off x="2325688" y="2214563"/>
            <a:ext cx="2114550" cy="1301750"/>
            <a:chOff x="505" y="1395"/>
            <a:chExt cx="1332" cy="820"/>
          </a:xfrm>
        </p:grpSpPr>
        <p:sp>
          <p:nvSpPr>
            <p:cNvPr id="66598" name="Oval 5">
              <a:extLst>
                <a:ext uri="{FF2B5EF4-FFF2-40B4-BE49-F238E27FC236}">
                  <a16:creationId xmlns:a16="http://schemas.microsoft.com/office/drawing/2014/main" id="{354E6491-F88F-4E22-87A2-E7299D030D62}"/>
                </a:ext>
              </a:extLst>
            </p:cNvPr>
            <p:cNvSpPr>
              <a:spLocks noChangeArrowheads="1"/>
            </p:cNvSpPr>
            <p:nvPr/>
          </p:nvSpPr>
          <p:spPr bwMode="auto">
            <a:xfrm>
              <a:off x="884" y="1573"/>
              <a:ext cx="360" cy="360"/>
            </a:xfrm>
            <a:prstGeom prst="ellipse">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r>
                <a:rPr lang="en-US" dirty="0"/>
                <a:t>C</a:t>
              </a:r>
              <a:endParaRPr lang="ru-RU" dirty="0"/>
            </a:p>
          </p:txBody>
        </p:sp>
        <p:sp>
          <p:nvSpPr>
            <p:cNvPr id="76839" name="Line 6">
              <a:extLst>
                <a:ext uri="{FF2B5EF4-FFF2-40B4-BE49-F238E27FC236}">
                  <a16:creationId xmlns:a16="http://schemas.microsoft.com/office/drawing/2014/main" id="{D63E2746-EB1B-1B92-67E2-99F94813585F}"/>
                </a:ext>
              </a:extLst>
            </p:cNvPr>
            <p:cNvSpPr>
              <a:spLocks noChangeShapeType="1"/>
            </p:cNvSpPr>
            <p:nvPr/>
          </p:nvSpPr>
          <p:spPr bwMode="auto">
            <a:xfrm>
              <a:off x="657" y="1395"/>
              <a:ext cx="273" cy="22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0" name="Line 7">
              <a:extLst>
                <a:ext uri="{FF2B5EF4-FFF2-40B4-BE49-F238E27FC236}">
                  <a16:creationId xmlns:a16="http://schemas.microsoft.com/office/drawing/2014/main" id="{2B5E2DAA-DCA3-0E82-44CD-037470BCEBEE}"/>
                </a:ext>
              </a:extLst>
            </p:cNvPr>
            <p:cNvSpPr>
              <a:spLocks noChangeShapeType="1"/>
            </p:cNvSpPr>
            <p:nvPr/>
          </p:nvSpPr>
          <p:spPr bwMode="auto">
            <a:xfrm flipV="1">
              <a:off x="612" y="1797"/>
              <a:ext cx="272"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1" name="Text Box 9">
              <a:extLst>
                <a:ext uri="{FF2B5EF4-FFF2-40B4-BE49-F238E27FC236}">
                  <a16:creationId xmlns:a16="http://schemas.microsoft.com/office/drawing/2014/main" id="{B12C9C5E-752D-EC8B-0A3E-D88C231742E6}"/>
                </a:ext>
              </a:extLst>
            </p:cNvPr>
            <p:cNvSpPr txBox="1">
              <a:spLocks noChangeArrowheads="1"/>
            </p:cNvSpPr>
            <p:nvPr/>
          </p:nvSpPr>
          <p:spPr bwMode="auto">
            <a:xfrm>
              <a:off x="505" y="1965"/>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endParaRPr lang="ru-RU" altLang="en-US" sz="2000"/>
            </a:p>
          </p:txBody>
        </p:sp>
        <p:sp>
          <p:nvSpPr>
            <p:cNvPr id="76842" name="Line 10">
              <a:extLst>
                <a:ext uri="{FF2B5EF4-FFF2-40B4-BE49-F238E27FC236}">
                  <a16:creationId xmlns:a16="http://schemas.microsoft.com/office/drawing/2014/main" id="{5477519E-C657-B7F4-AFE2-A64468E97032}"/>
                </a:ext>
              </a:extLst>
            </p:cNvPr>
            <p:cNvSpPr>
              <a:spLocks noChangeShapeType="1"/>
            </p:cNvSpPr>
            <p:nvPr/>
          </p:nvSpPr>
          <p:spPr bwMode="auto">
            <a:xfrm>
              <a:off x="1247" y="1752"/>
              <a:ext cx="3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3" name="Text Box 11">
              <a:extLst>
                <a:ext uri="{FF2B5EF4-FFF2-40B4-BE49-F238E27FC236}">
                  <a16:creationId xmlns:a16="http://schemas.microsoft.com/office/drawing/2014/main" id="{BE8D11DF-89E3-BB91-A75F-09DB98516307}"/>
                </a:ext>
              </a:extLst>
            </p:cNvPr>
            <p:cNvSpPr txBox="1">
              <a:spLocks noChangeArrowheads="1"/>
            </p:cNvSpPr>
            <p:nvPr/>
          </p:nvSpPr>
          <p:spPr bwMode="auto">
            <a:xfrm>
              <a:off x="1565" y="1616"/>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a:t>
              </a:r>
              <a:endParaRPr lang="ru-RU" altLang="en-US" sz="2000"/>
            </a:p>
          </p:txBody>
        </p:sp>
      </p:grpSp>
      <p:sp>
        <p:nvSpPr>
          <p:cNvPr id="76804" name="Text Box 60">
            <a:extLst>
              <a:ext uri="{FF2B5EF4-FFF2-40B4-BE49-F238E27FC236}">
                <a16:creationId xmlns:a16="http://schemas.microsoft.com/office/drawing/2014/main" id="{82F6B53F-059F-CD89-4991-D012D72A1BA1}"/>
              </a:ext>
            </a:extLst>
          </p:cNvPr>
          <p:cNvSpPr txBox="1">
            <a:spLocks noChangeArrowheads="1"/>
          </p:cNvSpPr>
          <p:nvPr/>
        </p:nvSpPr>
        <p:spPr bwMode="auto">
          <a:xfrm>
            <a:off x="6705600" y="3810000"/>
            <a:ext cx="324008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Output of C-element is a copy of its inputs if they are identical. </a:t>
            </a:r>
            <a:r>
              <a:rPr lang="ru-RU" altLang="en-US" sz="2000"/>
              <a:t> </a:t>
            </a:r>
          </a:p>
          <a:p>
            <a:pPr eaLnBrk="1" hangingPunct="1"/>
            <a:r>
              <a:rPr lang="en-US" altLang="en-US" sz="2000"/>
              <a:t>If the given condition is not met, output does not change. </a:t>
            </a:r>
            <a:endParaRPr lang="ru-RU" altLang="en-US" sz="2000"/>
          </a:p>
        </p:txBody>
      </p:sp>
      <p:grpSp>
        <p:nvGrpSpPr>
          <p:cNvPr id="76805" name="Group 35">
            <a:extLst>
              <a:ext uri="{FF2B5EF4-FFF2-40B4-BE49-F238E27FC236}">
                <a16:creationId xmlns:a16="http://schemas.microsoft.com/office/drawing/2014/main" id="{9A2943B5-1A82-1785-5AEC-E8714FC01B67}"/>
              </a:ext>
            </a:extLst>
          </p:cNvPr>
          <p:cNvGrpSpPr>
            <a:grpSpLocks/>
          </p:cNvGrpSpPr>
          <p:nvPr/>
        </p:nvGrpSpPr>
        <p:grpSpPr bwMode="auto">
          <a:xfrm>
            <a:off x="2251076" y="4260850"/>
            <a:ext cx="4429125" cy="1454150"/>
            <a:chOff x="727075" y="4260850"/>
            <a:chExt cx="4429125" cy="1454150"/>
          </a:xfrm>
        </p:grpSpPr>
        <p:grpSp>
          <p:nvGrpSpPr>
            <p:cNvPr id="76818" name="Group 58">
              <a:extLst>
                <a:ext uri="{FF2B5EF4-FFF2-40B4-BE49-F238E27FC236}">
                  <a16:creationId xmlns:a16="http://schemas.microsoft.com/office/drawing/2014/main" id="{7E5F2E84-F55C-CAB8-ED4C-08469D218EC7}"/>
                </a:ext>
              </a:extLst>
            </p:cNvPr>
            <p:cNvGrpSpPr>
              <a:grpSpLocks/>
            </p:cNvGrpSpPr>
            <p:nvPr/>
          </p:nvGrpSpPr>
          <p:grpSpPr bwMode="auto">
            <a:xfrm>
              <a:off x="727075" y="4260850"/>
              <a:ext cx="4429125" cy="1454150"/>
              <a:chOff x="431" y="2840"/>
              <a:chExt cx="2790" cy="916"/>
            </a:xfrm>
          </p:grpSpPr>
          <p:grpSp>
            <p:nvGrpSpPr>
              <p:cNvPr id="76820" name="Group 55">
                <a:extLst>
                  <a:ext uri="{FF2B5EF4-FFF2-40B4-BE49-F238E27FC236}">
                    <a16:creationId xmlns:a16="http://schemas.microsoft.com/office/drawing/2014/main" id="{6017E433-1E2D-4271-2684-026A4C25D8CF}"/>
                  </a:ext>
                </a:extLst>
              </p:cNvPr>
              <p:cNvGrpSpPr>
                <a:grpSpLocks/>
              </p:cNvGrpSpPr>
              <p:nvPr/>
            </p:nvGrpSpPr>
            <p:grpSpPr bwMode="auto">
              <a:xfrm>
                <a:off x="431" y="2840"/>
                <a:ext cx="2790" cy="916"/>
                <a:chOff x="431" y="2840"/>
                <a:chExt cx="2790" cy="916"/>
              </a:xfrm>
            </p:grpSpPr>
            <p:sp>
              <p:nvSpPr>
                <p:cNvPr id="76823" name="AutoShape 40">
                  <a:extLst>
                    <a:ext uri="{FF2B5EF4-FFF2-40B4-BE49-F238E27FC236}">
                      <a16:creationId xmlns:a16="http://schemas.microsoft.com/office/drawing/2014/main" id="{ADE12BC4-20DF-8A46-31C7-4111ED2F0896}"/>
                    </a:ext>
                  </a:extLst>
                </p:cNvPr>
                <p:cNvSpPr>
                  <a:spLocks noChangeArrowheads="1"/>
                </p:cNvSpPr>
                <p:nvPr/>
              </p:nvSpPr>
              <p:spPr bwMode="auto">
                <a:xfrm flipH="1">
                  <a:off x="1284" y="3387"/>
                  <a:ext cx="363"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6584" name="Oval 41">
                  <a:extLst>
                    <a:ext uri="{FF2B5EF4-FFF2-40B4-BE49-F238E27FC236}">
                      <a16:creationId xmlns:a16="http://schemas.microsoft.com/office/drawing/2014/main" id="{E4520FA3-5667-41FD-B7D6-141B97AC982A}"/>
                    </a:ext>
                  </a:extLst>
                </p:cNvPr>
                <p:cNvSpPr>
                  <a:spLocks noChangeArrowheads="1"/>
                </p:cNvSpPr>
                <p:nvPr/>
              </p:nvSpPr>
              <p:spPr bwMode="auto">
                <a:xfrm>
                  <a:off x="1645" y="3518"/>
                  <a:ext cx="100" cy="100"/>
                </a:xfrm>
                <a:prstGeom prst="ellipse">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ru-RU" dirty="0">
                    <a:solidFill>
                      <a:schemeClr val="lt1"/>
                    </a:solidFill>
                  </a:endParaRPr>
                </a:p>
              </p:txBody>
            </p:sp>
            <p:sp>
              <p:nvSpPr>
                <p:cNvPr id="76825" name="Line 42">
                  <a:extLst>
                    <a:ext uri="{FF2B5EF4-FFF2-40B4-BE49-F238E27FC236}">
                      <a16:creationId xmlns:a16="http://schemas.microsoft.com/office/drawing/2014/main" id="{0477A728-6458-8A51-0093-F5551A1A52E5}"/>
                    </a:ext>
                  </a:extLst>
                </p:cNvPr>
                <p:cNvSpPr>
                  <a:spLocks noChangeShapeType="1"/>
                </p:cNvSpPr>
                <p:nvPr/>
              </p:nvSpPr>
              <p:spPr bwMode="auto">
                <a:xfrm>
                  <a:off x="657" y="2931"/>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6" name="Line 43">
                  <a:extLst>
                    <a:ext uri="{FF2B5EF4-FFF2-40B4-BE49-F238E27FC236}">
                      <a16:creationId xmlns:a16="http://schemas.microsoft.com/office/drawing/2014/main" id="{99E1E399-5B23-7C67-78CF-8FF08966E157}"/>
                    </a:ext>
                  </a:extLst>
                </p:cNvPr>
                <p:cNvSpPr>
                  <a:spLocks noChangeShapeType="1"/>
                </p:cNvSpPr>
                <p:nvPr/>
              </p:nvSpPr>
              <p:spPr bwMode="auto">
                <a:xfrm>
                  <a:off x="657" y="3475"/>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7" name="Line 44">
                  <a:extLst>
                    <a:ext uri="{FF2B5EF4-FFF2-40B4-BE49-F238E27FC236}">
                      <a16:creationId xmlns:a16="http://schemas.microsoft.com/office/drawing/2014/main" id="{8728E8D5-F8A5-605B-54D2-026EC23DA45C}"/>
                    </a:ext>
                  </a:extLst>
                </p:cNvPr>
                <p:cNvSpPr>
                  <a:spLocks noChangeShapeType="1"/>
                </p:cNvSpPr>
                <p:nvPr/>
              </p:nvSpPr>
              <p:spPr bwMode="auto">
                <a:xfrm>
                  <a:off x="930" y="2931"/>
                  <a:ext cx="0" cy="726"/>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6828" name="Line 45">
                  <a:extLst>
                    <a:ext uri="{FF2B5EF4-FFF2-40B4-BE49-F238E27FC236}">
                      <a16:creationId xmlns:a16="http://schemas.microsoft.com/office/drawing/2014/main" id="{65B12775-1B28-8D8F-391F-446D6E1321B2}"/>
                    </a:ext>
                  </a:extLst>
                </p:cNvPr>
                <p:cNvSpPr>
                  <a:spLocks noChangeShapeType="1"/>
                </p:cNvSpPr>
                <p:nvPr/>
              </p:nvSpPr>
              <p:spPr bwMode="auto">
                <a:xfrm>
                  <a:off x="930" y="3657"/>
                  <a:ext cx="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9" name="Line 46">
                  <a:extLst>
                    <a:ext uri="{FF2B5EF4-FFF2-40B4-BE49-F238E27FC236}">
                      <a16:creationId xmlns:a16="http://schemas.microsoft.com/office/drawing/2014/main" id="{19E059C0-F49F-A87A-1051-9BE3E022DF41}"/>
                    </a:ext>
                  </a:extLst>
                </p:cNvPr>
                <p:cNvSpPr>
                  <a:spLocks noChangeShapeType="1"/>
                </p:cNvSpPr>
                <p:nvPr/>
              </p:nvSpPr>
              <p:spPr bwMode="auto">
                <a:xfrm flipV="1">
                  <a:off x="1052" y="3113"/>
                  <a:ext cx="0" cy="362"/>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6830" name="Line 47">
                  <a:extLst>
                    <a:ext uri="{FF2B5EF4-FFF2-40B4-BE49-F238E27FC236}">
                      <a16:creationId xmlns:a16="http://schemas.microsoft.com/office/drawing/2014/main" id="{92AD0B15-3535-58A2-A0ED-5815F521014D}"/>
                    </a:ext>
                  </a:extLst>
                </p:cNvPr>
                <p:cNvSpPr>
                  <a:spLocks noChangeShapeType="1"/>
                </p:cNvSpPr>
                <p:nvPr/>
              </p:nvSpPr>
              <p:spPr bwMode="auto">
                <a:xfrm>
                  <a:off x="1058" y="3113"/>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1" name="Rectangle 48">
                  <a:extLst>
                    <a:ext uri="{FF2B5EF4-FFF2-40B4-BE49-F238E27FC236}">
                      <a16:creationId xmlns:a16="http://schemas.microsoft.com/office/drawing/2014/main" id="{250FBF74-35BF-3B21-82B4-93F4A97ECB8B}"/>
                    </a:ext>
                  </a:extLst>
                </p:cNvPr>
                <p:cNvSpPr>
                  <a:spLocks noChangeArrowheads="1"/>
                </p:cNvSpPr>
                <p:nvPr/>
              </p:nvSpPr>
              <p:spPr bwMode="auto">
                <a:xfrm>
                  <a:off x="2064" y="2848"/>
                  <a:ext cx="525" cy="908"/>
                </a:xfrm>
                <a:prstGeom prst="rect">
                  <a:avLst/>
                </a:prstGeom>
                <a:solidFill>
                  <a:schemeClr val="accent1">
                    <a:lumMod val="60000"/>
                    <a:lumOff val="40000"/>
                  </a:schemeClr>
                </a:solidFill>
                <a:ln w="27051">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6832" name="Line 49">
                  <a:extLst>
                    <a:ext uri="{FF2B5EF4-FFF2-40B4-BE49-F238E27FC236}">
                      <a16:creationId xmlns:a16="http://schemas.microsoft.com/office/drawing/2014/main" id="{E3275E5B-01A0-71B9-97FA-DD434618B403}"/>
                    </a:ext>
                  </a:extLst>
                </p:cNvPr>
                <p:cNvSpPr>
                  <a:spLocks noChangeShapeType="1"/>
                </p:cNvSpPr>
                <p:nvPr/>
              </p:nvSpPr>
              <p:spPr bwMode="auto">
                <a:xfrm>
                  <a:off x="1655" y="3022"/>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3" name="Line 50">
                  <a:extLst>
                    <a:ext uri="{FF2B5EF4-FFF2-40B4-BE49-F238E27FC236}">
                      <a16:creationId xmlns:a16="http://schemas.microsoft.com/office/drawing/2014/main" id="{152ADEEA-0282-C536-F657-8AE15688D25B}"/>
                    </a:ext>
                  </a:extLst>
                </p:cNvPr>
                <p:cNvSpPr>
                  <a:spLocks noChangeShapeType="1"/>
                </p:cNvSpPr>
                <p:nvPr/>
              </p:nvSpPr>
              <p:spPr bwMode="auto">
                <a:xfrm>
                  <a:off x="1746" y="3566"/>
                  <a:ext cx="3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4" name="Line 51">
                  <a:extLst>
                    <a:ext uri="{FF2B5EF4-FFF2-40B4-BE49-F238E27FC236}">
                      <a16:creationId xmlns:a16="http://schemas.microsoft.com/office/drawing/2014/main" id="{47246FF6-4F1A-F976-7D60-CAA4936646EC}"/>
                    </a:ext>
                  </a:extLst>
                </p:cNvPr>
                <p:cNvSpPr>
                  <a:spLocks noChangeShapeType="1"/>
                </p:cNvSpPr>
                <p:nvPr/>
              </p:nvSpPr>
              <p:spPr bwMode="auto">
                <a:xfrm>
                  <a:off x="2578" y="3030"/>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5" name="Text Box 52">
                  <a:extLst>
                    <a:ext uri="{FF2B5EF4-FFF2-40B4-BE49-F238E27FC236}">
                      <a16:creationId xmlns:a16="http://schemas.microsoft.com/office/drawing/2014/main" id="{2B61855F-1569-7761-FF65-53029A8B4A84}"/>
                    </a:ext>
                  </a:extLst>
                </p:cNvPr>
                <p:cNvSpPr txBox="1">
                  <a:spLocks noChangeArrowheads="1"/>
                </p:cNvSpPr>
                <p:nvPr/>
              </p:nvSpPr>
              <p:spPr bwMode="auto">
                <a:xfrm>
                  <a:off x="431" y="284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sp>
              <p:nvSpPr>
                <p:cNvPr id="76836" name="Text Box 53">
                  <a:extLst>
                    <a:ext uri="{FF2B5EF4-FFF2-40B4-BE49-F238E27FC236}">
                      <a16:creationId xmlns:a16="http://schemas.microsoft.com/office/drawing/2014/main" id="{44A98FD8-2B7A-6A84-8C75-3CC4BB467BE6}"/>
                    </a:ext>
                  </a:extLst>
                </p:cNvPr>
                <p:cNvSpPr txBox="1">
                  <a:spLocks noChangeArrowheads="1"/>
                </p:cNvSpPr>
                <p:nvPr/>
              </p:nvSpPr>
              <p:spPr bwMode="auto">
                <a:xfrm>
                  <a:off x="476" y="3339"/>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endParaRPr lang="ru-RU" altLang="en-US" sz="2000"/>
                </a:p>
              </p:txBody>
            </p:sp>
            <p:sp>
              <p:nvSpPr>
                <p:cNvPr id="76837" name="Text Box 54">
                  <a:extLst>
                    <a:ext uri="{FF2B5EF4-FFF2-40B4-BE49-F238E27FC236}">
                      <a16:creationId xmlns:a16="http://schemas.microsoft.com/office/drawing/2014/main" id="{4B4FC553-EF36-19B6-B4D5-7007632275DB}"/>
                    </a:ext>
                  </a:extLst>
                </p:cNvPr>
                <p:cNvSpPr txBox="1">
                  <a:spLocks noChangeArrowheads="1"/>
                </p:cNvSpPr>
                <p:nvPr/>
              </p:nvSpPr>
              <p:spPr bwMode="auto">
                <a:xfrm>
                  <a:off x="2949" y="2931"/>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a:t>
                  </a:r>
                  <a:endParaRPr lang="ru-RU" altLang="en-US" sz="2000"/>
                </a:p>
              </p:txBody>
            </p:sp>
          </p:grpSp>
          <p:sp>
            <p:nvSpPr>
              <p:cNvPr id="76821" name="Text Box 56">
                <a:extLst>
                  <a:ext uri="{FF2B5EF4-FFF2-40B4-BE49-F238E27FC236}">
                    <a16:creationId xmlns:a16="http://schemas.microsoft.com/office/drawing/2014/main" id="{2C791D58-36F8-DCFD-290E-CAF844C6C434}"/>
                  </a:ext>
                </a:extLst>
              </p:cNvPr>
              <p:cNvSpPr txBox="1">
                <a:spLocks noChangeArrowheads="1"/>
              </p:cNvSpPr>
              <p:nvPr/>
            </p:nvSpPr>
            <p:spPr bwMode="auto">
              <a:xfrm>
                <a:off x="2069" y="2907"/>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endParaRPr lang="ru-RU" altLang="en-US" sz="2000"/>
              </a:p>
            </p:txBody>
          </p:sp>
          <p:sp>
            <p:nvSpPr>
              <p:cNvPr id="76822" name="Text Box 57">
                <a:extLst>
                  <a:ext uri="{FF2B5EF4-FFF2-40B4-BE49-F238E27FC236}">
                    <a16:creationId xmlns:a16="http://schemas.microsoft.com/office/drawing/2014/main" id="{F0C72461-2901-9704-708D-D462D6180702}"/>
                  </a:ext>
                </a:extLst>
              </p:cNvPr>
              <p:cNvSpPr txBox="1">
                <a:spLocks noChangeArrowheads="1"/>
              </p:cNvSpPr>
              <p:nvPr/>
            </p:nvSpPr>
            <p:spPr bwMode="auto">
              <a:xfrm>
                <a:off x="2064" y="3430"/>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t>R</a:t>
                </a:r>
                <a:endParaRPr lang="ru-RU" altLang="en-US" sz="2000" dirty="0"/>
              </a:p>
            </p:txBody>
          </p:sp>
        </p:grpSp>
        <p:sp>
          <p:nvSpPr>
            <p:cNvPr id="38" name="Flowchart: Delay 37">
              <a:extLst>
                <a:ext uri="{FF2B5EF4-FFF2-40B4-BE49-F238E27FC236}">
                  <a16:creationId xmlns:a16="http://schemas.microsoft.com/office/drawing/2014/main" id="{D8643287-61A9-4A45-92E7-5B1DE8D37FFC}"/>
                </a:ext>
              </a:extLst>
            </p:cNvPr>
            <p:cNvSpPr>
              <a:spLocks noChangeArrowheads="1"/>
            </p:cNvSpPr>
            <p:nvPr/>
          </p:nvSpPr>
          <p:spPr bwMode="auto">
            <a:xfrm>
              <a:off x="2057400" y="4260850"/>
              <a:ext cx="609600" cy="533400"/>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grpSp>
      <p:sp>
        <p:nvSpPr>
          <p:cNvPr id="76806" name="Rectangle 4">
            <a:extLst>
              <a:ext uri="{FF2B5EF4-FFF2-40B4-BE49-F238E27FC236}">
                <a16:creationId xmlns:a16="http://schemas.microsoft.com/office/drawing/2014/main" id="{313DD285-D358-1B22-8B93-BF10FB5320E9}"/>
              </a:ext>
            </a:extLst>
          </p:cNvPr>
          <p:cNvSpPr txBox="1">
            <a:spLocks noChangeArrowheads="1"/>
          </p:cNvSpPr>
          <p:nvPr/>
        </p:nvSpPr>
        <p:spPr bwMode="auto">
          <a:xfrm>
            <a:off x="1981200" y="277814"/>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3600" b="1" dirty="0"/>
          </a:p>
        </p:txBody>
      </p:sp>
      <p:graphicFrame>
        <p:nvGraphicFramePr>
          <p:cNvPr id="34" name="Table 33">
            <a:extLst>
              <a:ext uri="{FF2B5EF4-FFF2-40B4-BE49-F238E27FC236}">
                <a16:creationId xmlns:a16="http://schemas.microsoft.com/office/drawing/2014/main" id="{2E2CE493-B43B-4B9C-9560-4223FF648081}"/>
              </a:ext>
            </a:extLst>
          </p:cNvPr>
          <p:cNvGraphicFramePr>
            <a:graphicFrameLocks noGrp="1"/>
          </p:cNvGraphicFramePr>
          <p:nvPr>
            <p:extLst>
              <p:ext uri="{D42A27DB-BD31-4B8C-83A1-F6EECF244321}">
                <p14:modId xmlns:p14="http://schemas.microsoft.com/office/powerpoint/2010/main" val="2121446396"/>
              </p:ext>
            </p:extLst>
          </p:nvPr>
        </p:nvGraphicFramePr>
        <p:xfrm>
          <a:off x="4800600" y="1752601"/>
          <a:ext cx="1981200" cy="1889592"/>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39607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A     B</a:t>
                      </a:r>
                      <a:endParaRPr kumimoji="0" lang="ru-RU" sz="2000" b="0" i="0" u="none" strike="noStrike" cap="none" normalizeH="0" baseline="0" dirty="0">
                        <a:ln>
                          <a:noFill/>
                        </a:ln>
                        <a:solidFill>
                          <a:schemeClr val="bg1"/>
                        </a:solidFill>
                        <a:effectLst/>
                        <a:latin typeface="Arial" charset="0"/>
                        <a:cs typeface="Arial" charset="0"/>
                      </a:endParaRPr>
                    </a:p>
                  </a:txBody>
                  <a:tcPr marT="45678" marB="45678"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F</a:t>
                      </a:r>
                      <a:r>
                        <a:rPr kumimoji="0" lang="en-US" sz="2000" b="0" i="0" u="none" strike="noStrike" cap="none" normalizeH="0" baseline="-25000" dirty="0">
                          <a:ln>
                            <a:noFill/>
                          </a:ln>
                          <a:solidFill>
                            <a:schemeClr val="bg1"/>
                          </a:solidFill>
                          <a:effectLst/>
                          <a:latin typeface="Arial" charset="0"/>
                          <a:cs typeface="Arial" charset="0"/>
                        </a:rPr>
                        <a:t>n+1</a:t>
                      </a:r>
                      <a:endParaRPr kumimoji="0" lang="ru-RU" sz="2000" b="0" i="0" u="none" strike="noStrike" cap="none" normalizeH="0" baseline="0" dirty="0">
                        <a:ln>
                          <a:noFill/>
                        </a:ln>
                        <a:solidFill>
                          <a:schemeClr val="bg1"/>
                        </a:solidFill>
                        <a:effectLst/>
                        <a:latin typeface="Arial" charset="0"/>
                        <a:cs typeface="Arial" charset="0"/>
                      </a:endParaRPr>
                    </a:p>
                  </a:txBody>
                  <a:tcPr marT="45678" marB="45678" horzOverflow="overflow"/>
                </a:tc>
                <a:extLst>
                  <a:ext uri="{0D108BD9-81ED-4DB2-BD59-A6C34878D82A}">
                    <a16:rowId xmlns:a16="http://schemas.microsoft.com/office/drawing/2014/main" val="10000"/>
                  </a:ext>
                </a:extLst>
              </a:tr>
              <a:tr h="1493052">
                <a:tc>
                  <a:txBody>
                    <a:bodyPr/>
                    <a:lstStyle/>
                    <a:p>
                      <a:pPr marL="533400" marR="0" lvl="0" indent="-53340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0     0</a:t>
                      </a:r>
                    </a:p>
                    <a:p>
                      <a:pPr marL="533400" marR="0" lvl="0" indent="-53340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0     1</a:t>
                      </a:r>
                    </a:p>
                    <a:p>
                      <a:pPr marL="533400" marR="0" lvl="0" indent="-533400" algn="l" defTabSz="914400" rtl="0" eaLnBrk="0" fontAlgn="base" latinLnBrk="0" hangingPunct="0">
                        <a:lnSpc>
                          <a:spcPct val="100000"/>
                        </a:lnSpc>
                        <a:spcBef>
                          <a:spcPct val="20000"/>
                        </a:spcBef>
                        <a:spcAft>
                          <a:spcPct val="0"/>
                        </a:spcAft>
                        <a:buClrTx/>
                        <a:buSzTx/>
                        <a:buFontTx/>
                        <a:buAutoNum type="arabicPlain"/>
                        <a:tabLst/>
                      </a:pPr>
                      <a:r>
                        <a:rPr kumimoji="0" lang="en-US" sz="2000" b="0" i="0" u="none" strike="noStrike" cap="none" normalizeH="0" baseline="0" dirty="0">
                          <a:ln>
                            <a:noFill/>
                          </a:ln>
                          <a:solidFill>
                            <a:schemeClr val="tx1"/>
                          </a:solidFill>
                          <a:effectLst/>
                          <a:latin typeface="Arial" charset="0"/>
                          <a:cs typeface="Arial" charset="0"/>
                        </a:rPr>
                        <a:t>0</a:t>
                      </a:r>
                    </a:p>
                    <a:p>
                      <a:pPr marL="533400" marR="0" lvl="0" indent="-53340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1      1</a:t>
                      </a:r>
                      <a:endParaRPr kumimoji="0" lang="ru-RU" sz="2000" b="0" i="0" u="none" strike="noStrike" cap="none" normalizeH="0" baseline="0" dirty="0">
                        <a:ln>
                          <a:noFill/>
                        </a:ln>
                        <a:solidFill>
                          <a:schemeClr val="tx1"/>
                        </a:solidFill>
                        <a:effectLst/>
                        <a:latin typeface="Arial" charset="0"/>
                        <a:cs typeface="Arial" charset="0"/>
                      </a:endParaRPr>
                    </a:p>
                  </a:txBody>
                  <a:tcPr marT="45678" marB="45678"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F</a:t>
                      </a:r>
                      <a:r>
                        <a:rPr kumimoji="0" lang="en-US" sz="2000" b="0" i="0" u="none" strike="noStrike" cap="none" normalizeH="0" baseline="-25000" dirty="0">
                          <a:ln>
                            <a:noFill/>
                          </a:ln>
                          <a:solidFill>
                            <a:schemeClr val="tx1"/>
                          </a:solidFill>
                          <a:effectLst/>
                          <a:latin typeface="Arial" charset="0"/>
                          <a:cs typeface="Arial" charset="0"/>
                        </a:rPr>
                        <a:t>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F</a:t>
                      </a:r>
                      <a:r>
                        <a:rPr kumimoji="0" lang="en-US" sz="2000" b="0" i="0" u="none" strike="noStrike" cap="none" normalizeH="0" baseline="-25000" dirty="0">
                          <a:ln>
                            <a:noFill/>
                          </a:ln>
                          <a:solidFill>
                            <a:schemeClr val="tx1"/>
                          </a:solidFill>
                          <a:effectLst/>
                          <a:latin typeface="Arial" charset="0"/>
                          <a:cs typeface="Arial" charset="0"/>
                        </a:rPr>
                        <a:t>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marT="45678" marB="45678" horzOverflow="overflow"/>
                </a:tc>
                <a:extLst>
                  <a:ext uri="{0D108BD9-81ED-4DB2-BD59-A6C34878D82A}">
                    <a16:rowId xmlns:a16="http://schemas.microsoft.com/office/drawing/2014/main" val="10001"/>
                  </a:ext>
                </a:extLst>
              </a:tr>
            </a:tbl>
          </a:graphicData>
        </a:graphic>
      </p:graphicFrame>
      <p:sp>
        <p:nvSpPr>
          <p:cNvPr id="3" name="Title 2">
            <a:extLst>
              <a:ext uri="{FF2B5EF4-FFF2-40B4-BE49-F238E27FC236}">
                <a16:creationId xmlns:a16="http://schemas.microsoft.com/office/drawing/2014/main" id="{B3331214-FB27-3509-B356-91484C06FF32}"/>
              </a:ext>
            </a:extLst>
          </p:cNvPr>
          <p:cNvSpPr>
            <a:spLocks noGrp="1"/>
          </p:cNvSpPr>
          <p:nvPr>
            <p:ph type="title"/>
          </p:nvPr>
        </p:nvSpPr>
        <p:spPr/>
        <p:txBody>
          <a:bodyPr>
            <a:normAutofit/>
          </a:bodyPr>
          <a:lstStyle/>
          <a:p>
            <a:r>
              <a:rPr lang="en-US" dirty="0"/>
              <a:t>Completion Detection: Muller’s C-element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27">
            <a:extLst>
              <a:ext uri="{FF2B5EF4-FFF2-40B4-BE49-F238E27FC236}">
                <a16:creationId xmlns:a16="http://schemas.microsoft.com/office/drawing/2014/main" id="{9494BF16-10B0-C87F-AD1C-D02927FFFAB8}"/>
              </a:ext>
            </a:extLst>
          </p:cNvPr>
          <p:cNvGrpSpPr>
            <a:grpSpLocks/>
          </p:cNvGrpSpPr>
          <p:nvPr/>
        </p:nvGrpSpPr>
        <p:grpSpPr bwMode="auto">
          <a:xfrm>
            <a:off x="2514601" y="1676401"/>
            <a:ext cx="7561263" cy="3108325"/>
            <a:chOff x="624" y="1056"/>
            <a:chExt cx="4763" cy="2016"/>
          </a:xfrm>
        </p:grpSpPr>
        <p:sp>
          <p:nvSpPr>
            <p:cNvPr id="77829" name="Rectangle 23">
              <a:extLst>
                <a:ext uri="{FF2B5EF4-FFF2-40B4-BE49-F238E27FC236}">
                  <a16:creationId xmlns:a16="http://schemas.microsoft.com/office/drawing/2014/main" id="{F670B245-F4AE-23AE-18A8-6748773E3918}"/>
                </a:ext>
              </a:extLst>
            </p:cNvPr>
            <p:cNvSpPr>
              <a:spLocks noChangeArrowheads="1"/>
            </p:cNvSpPr>
            <p:nvPr/>
          </p:nvSpPr>
          <p:spPr bwMode="auto">
            <a:xfrm>
              <a:off x="912" y="2100"/>
              <a:ext cx="3456" cy="972"/>
            </a:xfrm>
            <a:prstGeom prst="rect">
              <a:avLst/>
            </a:prstGeom>
            <a:noFill/>
            <a:ln w="222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7590" name="Rectangle 5">
              <a:extLst>
                <a:ext uri="{FF2B5EF4-FFF2-40B4-BE49-F238E27FC236}">
                  <a16:creationId xmlns:a16="http://schemas.microsoft.com/office/drawing/2014/main" id="{DF80EB3A-A4AC-433B-8EB5-5B2AFA520806}"/>
                </a:ext>
              </a:extLst>
            </p:cNvPr>
            <p:cNvSpPr>
              <a:spLocks noChangeArrowheads="1"/>
            </p:cNvSpPr>
            <p:nvPr/>
          </p:nvSpPr>
          <p:spPr bwMode="auto">
            <a:xfrm>
              <a:off x="624" y="1056"/>
              <a:ext cx="1089" cy="818"/>
            </a:xfrm>
            <a:prstGeom prst="rect">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Sender</a:t>
              </a:r>
              <a:endParaRPr lang="ru-RU" sz="2000">
                <a:latin typeface="Arial" charset="0"/>
                <a:cs typeface="Arial" charset="0"/>
              </a:endParaRPr>
            </a:p>
          </p:txBody>
        </p:sp>
        <p:sp>
          <p:nvSpPr>
            <p:cNvPr id="68615" name="Rectangle 6">
              <a:extLst>
                <a:ext uri="{FF2B5EF4-FFF2-40B4-BE49-F238E27FC236}">
                  <a16:creationId xmlns:a16="http://schemas.microsoft.com/office/drawing/2014/main" id="{EE60E9A9-EA49-4945-B58B-53DB236524FD}"/>
                </a:ext>
              </a:extLst>
            </p:cNvPr>
            <p:cNvSpPr>
              <a:spLocks noChangeArrowheads="1"/>
            </p:cNvSpPr>
            <p:nvPr/>
          </p:nvSpPr>
          <p:spPr bwMode="auto">
            <a:xfrm>
              <a:off x="3336" y="1063"/>
              <a:ext cx="1089" cy="818"/>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Receiver</a:t>
              </a:r>
              <a:endParaRPr lang="ru-RU" sz="2000">
                <a:latin typeface="Arial" charset="0"/>
                <a:cs typeface="Arial" charset="0"/>
              </a:endParaRPr>
            </a:p>
          </p:txBody>
        </p:sp>
        <p:sp>
          <p:nvSpPr>
            <p:cNvPr id="77832" name="Line 7">
              <a:extLst>
                <a:ext uri="{FF2B5EF4-FFF2-40B4-BE49-F238E27FC236}">
                  <a16:creationId xmlns:a16="http://schemas.microsoft.com/office/drawing/2014/main" id="{AD911AF0-0345-5EF8-A608-A6504DEDF98A}"/>
                </a:ext>
              </a:extLst>
            </p:cNvPr>
            <p:cNvSpPr>
              <a:spLocks noChangeShapeType="1"/>
            </p:cNvSpPr>
            <p:nvPr/>
          </p:nvSpPr>
          <p:spPr bwMode="auto">
            <a:xfrm>
              <a:off x="1713" y="1461"/>
              <a:ext cx="1633" cy="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7833" name="Line 8">
              <a:extLst>
                <a:ext uri="{FF2B5EF4-FFF2-40B4-BE49-F238E27FC236}">
                  <a16:creationId xmlns:a16="http://schemas.microsoft.com/office/drawing/2014/main" id="{D04619DC-3FB7-EFC8-2398-F591D28E6AA4}"/>
                </a:ext>
              </a:extLst>
            </p:cNvPr>
            <p:cNvSpPr>
              <a:spLocks noChangeShapeType="1"/>
            </p:cNvSpPr>
            <p:nvPr/>
          </p:nvSpPr>
          <p:spPr bwMode="auto">
            <a:xfrm flipV="1">
              <a:off x="2393" y="1426"/>
              <a:ext cx="67" cy="6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4" name="Text Box 9">
              <a:extLst>
                <a:ext uri="{FF2B5EF4-FFF2-40B4-BE49-F238E27FC236}">
                  <a16:creationId xmlns:a16="http://schemas.microsoft.com/office/drawing/2014/main" id="{008B06CA-D78D-F755-4E13-7DE3C534903B}"/>
                </a:ext>
              </a:extLst>
            </p:cNvPr>
            <p:cNvSpPr txBox="1">
              <a:spLocks noChangeArrowheads="1"/>
            </p:cNvSpPr>
            <p:nvPr/>
          </p:nvSpPr>
          <p:spPr bwMode="auto">
            <a:xfrm>
              <a:off x="2257" y="1229"/>
              <a:ext cx="72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a:t>
              </a:r>
              <a:endParaRPr lang="ru-RU" altLang="en-US" sz="2000"/>
            </a:p>
          </p:txBody>
        </p:sp>
        <p:sp>
          <p:nvSpPr>
            <p:cNvPr id="77835" name="Oval 11">
              <a:extLst>
                <a:ext uri="{FF2B5EF4-FFF2-40B4-BE49-F238E27FC236}">
                  <a16:creationId xmlns:a16="http://schemas.microsoft.com/office/drawing/2014/main" id="{5145F5EE-008B-8D2F-5A6B-48325BA9BF28}"/>
                </a:ext>
              </a:extLst>
            </p:cNvPr>
            <p:cNvSpPr>
              <a:spLocks noChangeArrowheads="1"/>
            </p:cNvSpPr>
            <p:nvPr/>
          </p:nvSpPr>
          <p:spPr bwMode="auto">
            <a:xfrm>
              <a:off x="1457" y="2327"/>
              <a:ext cx="360" cy="309"/>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C</a:t>
              </a:r>
              <a:endParaRPr lang="ru-RU" altLang="en-US" sz="2000"/>
            </a:p>
          </p:txBody>
        </p:sp>
        <p:sp>
          <p:nvSpPr>
            <p:cNvPr id="77836" name="Line 12">
              <a:extLst>
                <a:ext uri="{FF2B5EF4-FFF2-40B4-BE49-F238E27FC236}">
                  <a16:creationId xmlns:a16="http://schemas.microsoft.com/office/drawing/2014/main" id="{70D404B9-9018-1E2F-E7D2-71A253EA97E2}"/>
                </a:ext>
              </a:extLst>
            </p:cNvPr>
            <p:cNvSpPr>
              <a:spLocks noChangeShapeType="1"/>
            </p:cNvSpPr>
            <p:nvPr/>
          </p:nvSpPr>
          <p:spPr bwMode="auto">
            <a:xfrm>
              <a:off x="1168" y="2140"/>
              <a:ext cx="335" cy="224"/>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7837" name="Line 13">
              <a:extLst>
                <a:ext uri="{FF2B5EF4-FFF2-40B4-BE49-F238E27FC236}">
                  <a16:creationId xmlns:a16="http://schemas.microsoft.com/office/drawing/2014/main" id="{24EA633C-E036-3A8A-6396-CDF4D16B763F}"/>
                </a:ext>
              </a:extLst>
            </p:cNvPr>
            <p:cNvSpPr>
              <a:spLocks noChangeShapeType="1"/>
            </p:cNvSpPr>
            <p:nvPr/>
          </p:nvSpPr>
          <p:spPr bwMode="auto">
            <a:xfrm flipV="1">
              <a:off x="1201" y="2567"/>
              <a:ext cx="240" cy="14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7838" name="Text Box 14">
              <a:extLst>
                <a:ext uri="{FF2B5EF4-FFF2-40B4-BE49-F238E27FC236}">
                  <a16:creationId xmlns:a16="http://schemas.microsoft.com/office/drawing/2014/main" id="{895FE8FA-7229-987F-3275-60478448474B}"/>
                </a:ext>
              </a:extLst>
            </p:cNvPr>
            <p:cNvSpPr txBox="1">
              <a:spLocks noChangeArrowheads="1"/>
            </p:cNvSpPr>
            <p:nvPr/>
          </p:nvSpPr>
          <p:spPr bwMode="auto">
            <a:xfrm>
              <a:off x="2938" y="2628"/>
              <a:ext cx="58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Ack</a:t>
              </a:r>
              <a:endParaRPr lang="ru-RU" altLang="en-US" sz="2000"/>
            </a:p>
          </p:txBody>
        </p:sp>
        <p:sp>
          <p:nvSpPr>
            <p:cNvPr id="77839" name="Line 15">
              <a:extLst>
                <a:ext uri="{FF2B5EF4-FFF2-40B4-BE49-F238E27FC236}">
                  <a16:creationId xmlns:a16="http://schemas.microsoft.com/office/drawing/2014/main" id="{5B037B50-EB48-AFF6-1C5F-428DAE6823B7}"/>
                </a:ext>
              </a:extLst>
            </p:cNvPr>
            <p:cNvSpPr>
              <a:spLocks noChangeShapeType="1"/>
            </p:cNvSpPr>
            <p:nvPr/>
          </p:nvSpPr>
          <p:spPr bwMode="auto">
            <a:xfrm flipV="1">
              <a:off x="1820" y="2477"/>
              <a:ext cx="1730"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0" name="Text Box 16">
              <a:extLst>
                <a:ext uri="{FF2B5EF4-FFF2-40B4-BE49-F238E27FC236}">
                  <a16:creationId xmlns:a16="http://schemas.microsoft.com/office/drawing/2014/main" id="{18D80226-2213-DF5D-F615-AF44D7F62A70}"/>
                </a:ext>
              </a:extLst>
            </p:cNvPr>
            <p:cNvSpPr txBox="1">
              <a:spLocks noChangeArrowheads="1"/>
            </p:cNvSpPr>
            <p:nvPr/>
          </p:nvSpPr>
          <p:spPr bwMode="auto">
            <a:xfrm>
              <a:off x="1803" y="2246"/>
              <a:ext cx="27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a:t>
              </a:r>
              <a:endParaRPr lang="ru-RU" altLang="en-US" sz="2000"/>
            </a:p>
          </p:txBody>
        </p:sp>
        <p:sp>
          <p:nvSpPr>
            <p:cNvPr id="77841" name="Line 17">
              <a:extLst>
                <a:ext uri="{FF2B5EF4-FFF2-40B4-BE49-F238E27FC236}">
                  <a16:creationId xmlns:a16="http://schemas.microsoft.com/office/drawing/2014/main" id="{2449DDE7-1CA3-6CBD-626E-D65DF153D2E6}"/>
                </a:ext>
              </a:extLst>
            </p:cNvPr>
            <p:cNvSpPr>
              <a:spLocks noChangeShapeType="1"/>
            </p:cNvSpPr>
            <p:nvPr/>
          </p:nvSpPr>
          <p:spPr bwMode="auto">
            <a:xfrm flipV="1">
              <a:off x="3551" y="1877"/>
              <a:ext cx="0" cy="593"/>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2" name="Text Box 18">
              <a:extLst>
                <a:ext uri="{FF2B5EF4-FFF2-40B4-BE49-F238E27FC236}">
                  <a16:creationId xmlns:a16="http://schemas.microsoft.com/office/drawing/2014/main" id="{1AB84BA7-5B28-1E9C-3330-3425BBDC9F49}"/>
                </a:ext>
              </a:extLst>
            </p:cNvPr>
            <p:cNvSpPr txBox="1">
              <a:spLocks noChangeArrowheads="1"/>
            </p:cNvSpPr>
            <p:nvPr/>
          </p:nvSpPr>
          <p:spPr bwMode="auto">
            <a:xfrm>
              <a:off x="2913" y="2183"/>
              <a:ext cx="433"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Req</a:t>
              </a:r>
              <a:endParaRPr lang="ru-RU" altLang="en-US" sz="2000"/>
            </a:p>
          </p:txBody>
        </p:sp>
        <p:sp>
          <p:nvSpPr>
            <p:cNvPr id="77843" name="Line 19">
              <a:extLst>
                <a:ext uri="{FF2B5EF4-FFF2-40B4-BE49-F238E27FC236}">
                  <a16:creationId xmlns:a16="http://schemas.microsoft.com/office/drawing/2014/main" id="{013729BE-6A4D-85F4-7CE9-A13513E4E386}"/>
                </a:ext>
              </a:extLst>
            </p:cNvPr>
            <p:cNvSpPr>
              <a:spLocks noChangeShapeType="1"/>
            </p:cNvSpPr>
            <p:nvPr/>
          </p:nvSpPr>
          <p:spPr bwMode="auto">
            <a:xfrm>
              <a:off x="4133" y="1892"/>
              <a:ext cx="0" cy="9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4" name="Line 20">
              <a:extLst>
                <a:ext uri="{FF2B5EF4-FFF2-40B4-BE49-F238E27FC236}">
                  <a16:creationId xmlns:a16="http://schemas.microsoft.com/office/drawing/2014/main" id="{977F35C0-5FBE-0610-2BBC-BD67B73754F9}"/>
                </a:ext>
              </a:extLst>
            </p:cNvPr>
            <p:cNvSpPr>
              <a:spLocks noChangeShapeType="1"/>
            </p:cNvSpPr>
            <p:nvPr/>
          </p:nvSpPr>
          <p:spPr bwMode="auto">
            <a:xfrm>
              <a:off x="1199" y="2711"/>
              <a:ext cx="0" cy="15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5" name="Line 21">
              <a:extLst>
                <a:ext uri="{FF2B5EF4-FFF2-40B4-BE49-F238E27FC236}">
                  <a16:creationId xmlns:a16="http://schemas.microsoft.com/office/drawing/2014/main" id="{078A8311-B7E1-1E37-8D2D-D820C3F3CB28}"/>
                </a:ext>
              </a:extLst>
            </p:cNvPr>
            <p:cNvSpPr>
              <a:spLocks noChangeShapeType="1"/>
            </p:cNvSpPr>
            <p:nvPr/>
          </p:nvSpPr>
          <p:spPr bwMode="auto">
            <a:xfrm flipV="1">
              <a:off x="1168" y="1885"/>
              <a:ext cx="0" cy="25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6" name="Line 22">
              <a:extLst>
                <a:ext uri="{FF2B5EF4-FFF2-40B4-BE49-F238E27FC236}">
                  <a16:creationId xmlns:a16="http://schemas.microsoft.com/office/drawing/2014/main" id="{882DD681-6267-DD78-501D-A11565089A65}"/>
                </a:ext>
              </a:extLst>
            </p:cNvPr>
            <p:cNvSpPr>
              <a:spLocks noChangeShapeType="1"/>
            </p:cNvSpPr>
            <p:nvPr/>
          </p:nvSpPr>
          <p:spPr bwMode="auto">
            <a:xfrm>
              <a:off x="1190" y="2871"/>
              <a:ext cx="2948"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7" name="Text Box 24">
              <a:extLst>
                <a:ext uri="{FF2B5EF4-FFF2-40B4-BE49-F238E27FC236}">
                  <a16:creationId xmlns:a16="http://schemas.microsoft.com/office/drawing/2014/main" id="{CE4AE221-A09E-74DF-877D-B7B5DEB77CA0}"/>
                </a:ext>
              </a:extLst>
            </p:cNvPr>
            <p:cNvSpPr txBox="1">
              <a:spLocks noChangeArrowheads="1"/>
            </p:cNvSpPr>
            <p:nvPr/>
          </p:nvSpPr>
          <p:spPr bwMode="auto">
            <a:xfrm>
              <a:off x="1259" y="1880"/>
              <a:ext cx="108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DataReady</a:t>
              </a:r>
              <a:endParaRPr lang="ru-RU" altLang="en-US" sz="2000"/>
            </a:p>
          </p:txBody>
        </p:sp>
        <p:sp>
          <p:nvSpPr>
            <p:cNvPr id="77848" name="Text Box 25">
              <a:extLst>
                <a:ext uri="{FF2B5EF4-FFF2-40B4-BE49-F238E27FC236}">
                  <a16:creationId xmlns:a16="http://schemas.microsoft.com/office/drawing/2014/main" id="{B045E9DC-8AA5-3DBB-A89E-DD919C4C77ED}"/>
                </a:ext>
              </a:extLst>
            </p:cNvPr>
            <p:cNvSpPr txBox="1">
              <a:spLocks noChangeArrowheads="1"/>
            </p:cNvSpPr>
            <p:nvPr/>
          </p:nvSpPr>
          <p:spPr bwMode="auto">
            <a:xfrm>
              <a:off x="4162" y="1880"/>
              <a:ext cx="122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DataAccepted</a:t>
              </a:r>
              <a:endParaRPr lang="ru-RU" altLang="en-US" sz="2000"/>
            </a:p>
          </p:txBody>
        </p:sp>
        <p:sp>
          <p:nvSpPr>
            <p:cNvPr id="77849" name="Oval 26">
              <a:extLst>
                <a:ext uri="{FF2B5EF4-FFF2-40B4-BE49-F238E27FC236}">
                  <a16:creationId xmlns:a16="http://schemas.microsoft.com/office/drawing/2014/main" id="{8C5DE36E-52E6-CF56-18EF-B796555D6FB6}"/>
                </a:ext>
              </a:extLst>
            </p:cNvPr>
            <p:cNvSpPr>
              <a:spLocks noChangeArrowheads="1"/>
            </p:cNvSpPr>
            <p:nvPr/>
          </p:nvSpPr>
          <p:spPr bwMode="auto">
            <a:xfrm>
              <a:off x="1419" y="2535"/>
              <a:ext cx="79" cy="67"/>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7827" name="Text Box 28">
            <a:extLst>
              <a:ext uri="{FF2B5EF4-FFF2-40B4-BE49-F238E27FC236}">
                <a16:creationId xmlns:a16="http://schemas.microsoft.com/office/drawing/2014/main" id="{7D26768C-D3BC-2E90-72EB-2DE35A433A18}"/>
              </a:ext>
            </a:extLst>
          </p:cNvPr>
          <p:cNvSpPr txBox="1">
            <a:spLocks noChangeArrowheads="1"/>
          </p:cNvSpPr>
          <p:nvPr/>
        </p:nvSpPr>
        <p:spPr bwMode="auto">
          <a:xfrm>
            <a:off x="2057400" y="4876801"/>
            <a:ext cx="7924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Advantages: simplicity and speed</a:t>
            </a:r>
            <a:br>
              <a:rPr lang="en-US" altLang="en-US"/>
            </a:br>
            <a:r>
              <a:rPr lang="en-US" altLang="en-US"/>
              <a:t>Disadvantages: transitions which initialize events can occur in any direction</a:t>
            </a:r>
            <a:r>
              <a:rPr lang="ru-RU" altLang="en-US"/>
              <a:t> (0</a:t>
            </a:r>
            <a:r>
              <a:rPr lang="ru-RU" altLang="en-US">
                <a:sym typeface="Symbol" panose="05050102010706020507" pitchFamily="18" charset="2"/>
              </a:rPr>
              <a:t>1</a:t>
            </a:r>
            <a:r>
              <a:rPr lang="ru-RU" altLang="en-US"/>
              <a:t>, 1</a:t>
            </a:r>
            <a:r>
              <a:rPr lang="ru-RU" altLang="en-US">
                <a:sym typeface="Symbol" panose="05050102010706020507" pitchFamily="18" charset="2"/>
              </a:rPr>
              <a:t>0).</a:t>
            </a:r>
            <a:r>
              <a:rPr lang="en-US" altLang="en-US"/>
              <a:t> </a:t>
            </a:r>
            <a:endParaRPr lang="ru-RU" altLang="en-US"/>
          </a:p>
        </p:txBody>
      </p:sp>
      <p:sp>
        <p:nvSpPr>
          <p:cNvPr id="77828" name="Rectangle 4">
            <a:extLst>
              <a:ext uri="{FF2B5EF4-FFF2-40B4-BE49-F238E27FC236}">
                <a16:creationId xmlns:a16="http://schemas.microsoft.com/office/drawing/2014/main" id="{E6E76131-D27F-663C-351E-97098DB97F54}"/>
              </a:ext>
            </a:extLst>
          </p:cNvPr>
          <p:cNvSpPr txBox="1">
            <a:spLocks noChangeArrowheads="1"/>
          </p:cNvSpPr>
          <p:nvPr/>
        </p:nvSpPr>
        <p:spPr bwMode="auto">
          <a:xfrm>
            <a:off x="1981200" y="277814"/>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3600" b="1" dirty="0"/>
          </a:p>
        </p:txBody>
      </p:sp>
      <p:sp>
        <p:nvSpPr>
          <p:cNvPr id="3" name="Title 2">
            <a:extLst>
              <a:ext uri="{FF2B5EF4-FFF2-40B4-BE49-F238E27FC236}">
                <a16:creationId xmlns:a16="http://schemas.microsoft.com/office/drawing/2014/main" id="{DC453AA9-15CB-48D6-B375-F14C02D47C67}"/>
              </a:ext>
            </a:extLst>
          </p:cNvPr>
          <p:cNvSpPr>
            <a:spLocks noGrp="1"/>
          </p:cNvSpPr>
          <p:nvPr>
            <p:ph type="title"/>
          </p:nvPr>
        </p:nvSpPr>
        <p:spPr/>
        <p:txBody>
          <a:bodyPr>
            <a:normAutofit fontScale="90000"/>
          </a:bodyPr>
          <a:lstStyle/>
          <a:p>
            <a:r>
              <a:rPr lang="en-US" dirty="0"/>
              <a:t>Implementation of 2-Phase Protocol Using Muller’s C-element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EDA5D20-EAAD-2469-7E6D-581E2D7C8A4E}"/>
              </a:ext>
            </a:extLst>
          </p:cNvPr>
          <p:cNvSpPr>
            <a:spLocks noGrp="1"/>
          </p:cNvSpPr>
          <p:nvPr>
            <p:ph type="body" sz="quarter" idx="10"/>
          </p:nvPr>
        </p:nvSpPr>
        <p:spPr/>
        <p:txBody>
          <a:bodyPr/>
          <a:lstStyle/>
          <a:p>
            <a:pPr eaLnBrk="1" hangingPunct="1"/>
            <a:r>
              <a:rPr lang="en-US" altLang="en-US" sz="2400" dirty="0"/>
              <a:t>This protocol is also known as RTZ (Return-To-Zero).</a:t>
            </a:r>
          </a:p>
          <a:p>
            <a:pPr eaLnBrk="1" hangingPunct="1"/>
            <a:r>
              <a:rPr lang="en-US" altLang="en-US" sz="2400" dirty="0">
                <a:solidFill>
                  <a:srgbClr val="0000FF"/>
                </a:solidFill>
              </a:rPr>
              <a:t>Difference:</a:t>
            </a:r>
            <a:r>
              <a:rPr lang="en-US" altLang="en-US" sz="2400" dirty="0"/>
              <a:t> before the beginning of the next cycle, all signals return to the initial state. </a:t>
            </a:r>
            <a:endParaRPr lang="ru-RU" altLang="en-US" sz="2400" dirty="0"/>
          </a:p>
          <a:p>
            <a:endParaRPr lang="en-US" dirty="0"/>
          </a:p>
        </p:txBody>
      </p:sp>
      <p:grpSp>
        <p:nvGrpSpPr>
          <p:cNvPr id="78851" name="Group 97">
            <a:extLst>
              <a:ext uri="{FF2B5EF4-FFF2-40B4-BE49-F238E27FC236}">
                <a16:creationId xmlns:a16="http://schemas.microsoft.com/office/drawing/2014/main" id="{5840C3B7-631C-2D96-B4BA-3C800F192420}"/>
              </a:ext>
            </a:extLst>
          </p:cNvPr>
          <p:cNvGrpSpPr>
            <a:grpSpLocks/>
          </p:cNvGrpSpPr>
          <p:nvPr/>
        </p:nvGrpSpPr>
        <p:grpSpPr bwMode="auto">
          <a:xfrm>
            <a:off x="2239964" y="2889250"/>
            <a:ext cx="5608637" cy="2520950"/>
            <a:chOff x="347" y="1797"/>
            <a:chExt cx="3781" cy="1588"/>
          </a:xfrm>
        </p:grpSpPr>
        <p:sp>
          <p:nvSpPr>
            <p:cNvPr id="78857" name="Text Box 62">
              <a:extLst>
                <a:ext uri="{FF2B5EF4-FFF2-40B4-BE49-F238E27FC236}">
                  <a16:creationId xmlns:a16="http://schemas.microsoft.com/office/drawing/2014/main" id="{9ABADB38-B870-7364-EB6C-D6C59C30A348}"/>
                </a:ext>
              </a:extLst>
            </p:cNvPr>
            <p:cNvSpPr txBox="1">
              <a:spLocks noChangeArrowheads="1"/>
            </p:cNvSpPr>
            <p:nvPr/>
          </p:nvSpPr>
          <p:spPr bwMode="auto">
            <a:xfrm>
              <a:off x="359" y="1826"/>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Req</a:t>
              </a:r>
              <a:endParaRPr lang="ru-RU" altLang="en-US" sz="2000"/>
            </a:p>
          </p:txBody>
        </p:sp>
        <p:sp>
          <p:nvSpPr>
            <p:cNvPr id="78858" name="Line 90">
              <a:extLst>
                <a:ext uri="{FF2B5EF4-FFF2-40B4-BE49-F238E27FC236}">
                  <a16:creationId xmlns:a16="http://schemas.microsoft.com/office/drawing/2014/main" id="{F94D7A3D-922D-8862-E10B-7E7924BF9FC1}"/>
                </a:ext>
              </a:extLst>
            </p:cNvPr>
            <p:cNvSpPr>
              <a:spLocks noChangeShapeType="1"/>
            </p:cNvSpPr>
            <p:nvPr/>
          </p:nvSpPr>
          <p:spPr bwMode="auto">
            <a:xfrm>
              <a:off x="3648" y="1929"/>
              <a:ext cx="4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59" name="Line 10">
              <a:extLst>
                <a:ext uri="{FF2B5EF4-FFF2-40B4-BE49-F238E27FC236}">
                  <a16:creationId xmlns:a16="http://schemas.microsoft.com/office/drawing/2014/main" id="{534C753A-A791-4E9A-2BAD-8954A4488709}"/>
                </a:ext>
              </a:extLst>
            </p:cNvPr>
            <p:cNvSpPr>
              <a:spLocks noChangeShapeType="1"/>
            </p:cNvSpPr>
            <p:nvPr/>
          </p:nvSpPr>
          <p:spPr bwMode="auto">
            <a:xfrm>
              <a:off x="793" y="2432"/>
              <a:ext cx="4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0" name="Line 11">
              <a:extLst>
                <a:ext uri="{FF2B5EF4-FFF2-40B4-BE49-F238E27FC236}">
                  <a16:creationId xmlns:a16="http://schemas.microsoft.com/office/drawing/2014/main" id="{303612F7-6915-68A3-A250-5A4CF86F2507}"/>
                </a:ext>
              </a:extLst>
            </p:cNvPr>
            <p:cNvSpPr>
              <a:spLocks noChangeShapeType="1"/>
            </p:cNvSpPr>
            <p:nvPr/>
          </p:nvSpPr>
          <p:spPr bwMode="auto">
            <a:xfrm>
              <a:off x="1247" y="2432"/>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1" name="Line 12">
              <a:extLst>
                <a:ext uri="{FF2B5EF4-FFF2-40B4-BE49-F238E27FC236}">
                  <a16:creationId xmlns:a16="http://schemas.microsoft.com/office/drawing/2014/main" id="{48150479-70F7-7759-A6A4-425E5E8CAFF3}"/>
                </a:ext>
              </a:extLst>
            </p:cNvPr>
            <p:cNvSpPr>
              <a:spLocks noChangeShapeType="1"/>
            </p:cNvSpPr>
            <p:nvPr/>
          </p:nvSpPr>
          <p:spPr bwMode="auto">
            <a:xfrm>
              <a:off x="1324" y="2702"/>
              <a:ext cx="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2" name="Line 14">
              <a:extLst>
                <a:ext uri="{FF2B5EF4-FFF2-40B4-BE49-F238E27FC236}">
                  <a16:creationId xmlns:a16="http://schemas.microsoft.com/office/drawing/2014/main" id="{D240CA4A-A27F-FC4C-6930-08D30A6F92B8}"/>
                </a:ext>
              </a:extLst>
            </p:cNvPr>
            <p:cNvSpPr>
              <a:spLocks noChangeShapeType="1"/>
            </p:cNvSpPr>
            <p:nvPr/>
          </p:nvSpPr>
          <p:spPr bwMode="auto">
            <a:xfrm flipV="1">
              <a:off x="748" y="2203"/>
              <a:ext cx="1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3" name="Line 15">
              <a:extLst>
                <a:ext uri="{FF2B5EF4-FFF2-40B4-BE49-F238E27FC236}">
                  <a16:creationId xmlns:a16="http://schemas.microsoft.com/office/drawing/2014/main" id="{68213510-91E2-448A-F71A-1210A51C1F99}"/>
                </a:ext>
              </a:extLst>
            </p:cNvPr>
            <p:cNvSpPr>
              <a:spLocks noChangeShapeType="1"/>
            </p:cNvSpPr>
            <p:nvPr/>
          </p:nvSpPr>
          <p:spPr bwMode="auto">
            <a:xfrm flipV="1">
              <a:off x="1882" y="1925"/>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4" name="Line 16">
              <a:extLst>
                <a:ext uri="{FF2B5EF4-FFF2-40B4-BE49-F238E27FC236}">
                  <a16:creationId xmlns:a16="http://schemas.microsoft.com/office/drawing/2014/main" id="{51721CD6-E797-AED0-BCAD-1D9AED9120A7}"/>
                </a:ext>
              </a:extLst>
            </p:cNvPr>
            <p:cNvSpPr>
              <a:spLocks noChangeShapeType="1"/>
            </p:cNvSpPr>
            <p:nvPr/>
          </p:nvSpPr>
          <p:spPr bwMode="auto">
            <a:xfrm>
              <a:off x="2016" y="1921"/>
              <a:ext cx="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5" name="Line 17">
              <a:extLst>
                <a:ext uri="{FF2B5EF4-FFF2-40B4-BE49-F238E27FC236}">
                  <a16:creationId xmlns:a16="http://schemas.microsoft.com/office/drawing/2014/main" id="{7A3765D0-1DF7-0119-925A-CCB6FFA331CE}"/>
                </a:ext>
              </a:extLst>
            </p:cNvPr>
            <p:cNvSpPr>
              <a:spLocks noChangeShapeType="1"/>
            </p:cNvSpPr>
            <p:nvPr/>
          </p:nvSpPr>
          <p:spPr bwMode="auto">
            <a:xfrm flipV="1">
              <a:off x="2118" y="2429"/>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6" name="Line 18">
              <a:extLst>
                <a:ext uri="{FF2B5EF4-FFF2-40B4-BE49-F238E27FC236}">
                  <a16:creationId xmlns:a16="http://schemas.microsoft.com/office/drawing/2014/main" id="{70AC9534-35E0-F223-2294-101096A8611B}"/>
                </a:ext>
              </a:extLst>
            </p:cNvPr>
            <p:cNvSpPr>
              <a:spLocks noChangeShapeType="1"/>
            </p:cNvSpPr>
            <p:nvPr/>
          </p:nvSpPr>
          <p:spPr bwMode="auto">
            <a:xfrm>
              <a:off x="2238" y="2430"/>
              <a:ext cx="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7" name="Line 19">
              <a:extLst>
                <a:ext uri="{FF2B5EF4-FFF2-40B4-BE49-F238E27FC236}">
                  <a16:creationId xmlns:a16="http://schemas.microsoft.com/office/drawing/2014/main" id="{CEA49B1F-43B9-A5FC-47C9-406956F1FB58}"/>
                </a:ext>
              </a:extLst>
            </p:cNvPr>
            <p:cNvSpPr>
              <a:spLocks noChangeShapeType="1"/>
            </p:cNvSpPr>
            <p:nvPr/>
          </p:nvSpPr>
          <p:spPr bwMode="auto">
            <a:xfrm>
              <a:off x="2635" y="1922"/>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68" name="Line 20">
              <a:extLst>
                <a:ext uri="{FF2B5EF4-FFF2-40B4-BE49-F238E27FC236}">
                  <a16:creationId xmlns:a16="http://schemas.microsoft.com/office/drawing/2014/main" id="{75E9D8A0-2D24-7842-F2E2-FC6007AEFE6A}"/>
                </a:ext>
              </a:extLst>
            </p:cNvPr>
            <p:cNvSpPr>
              <a:spLocks noChangeShapeType="1"/>
            </p:cNvSpPr>
            <p:nvPr/>
          </p:nvSpPr>
          <p:spPr bwMode="auto">
            <a:xfrm>
              <a:off x="2725" y="2203"/>
              <a:ext cx="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9" name="Oval 31">
              <a:extLst>
                <a:ext uri="{FF2B5EF4-FFF2-40B4-BE49-F238E27FC236}">
                  <a16:creationId xmlns:a16="http://schemas.microsoft.com/office/drawing/2014/main" id="{21BF7013-9EB8-4101-A3FF-C59D766B046A}"/>
                </a:ext>
              </a:extLst>
            </p:cNvPr>
            <p:cNvSpPr>
              <a:spLocks noChangeArrowheads="1"/>
            </p:cNvSpPr>
            <p:nvPr/>
          </p:nvSpPr>
          <p:spPr bwMode="auto">
            <a:xfrm>
              <a:off x="1791" y="1797"/>
              <a:ext cx="181"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2</a:t>
              </a:r>
              <a:endParaRPr lang="ru-RU" dirty="0">
                <a:latin typeface="Arial" charset="0"/>
                <a:cs typeface="Arial" charset="0"/>
              </a:endParaRPr>
            </a:p>
          </p:txBody>
        </p:sp>
        <p:sp>
          <p:nvSpPr>
            <p:cNvPr id="68630" name="Oval 40">
              <a:extLst>
                <a:ext uri="{FF2B5EF4-FFF2-40B4-BE49-F238E27FC236}">
                  <a16:creationId xmlns:a16="http://schemas.microsoft.com/office/drawing/2014/main" id="{A7E850B8-BDD2-45C9-A48D-71C34DAC46AC}"/>
                </a:ext>
              </a:extLst>
            </p:cNvPr>
            <p:cNvSpPr>
              <a:spLocks noChangeArrowheads="1"/>
            </p:cNvSpPr>
            <p:nvPr/>
          </p:nvSpPr>
          <p:spPr bwMode="auto">
            <a:xfrm>
              <a:off x="2685" y="1805"/>
              <a:ext cx="181"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ru-RU" dirty="0">
                  <a:latin typeface="Arial" charset="0"/>
                  <a:cs typeface="Arial" charset="0"/>
                </a:rPr>
                <a:t>4</a:t>
              </a:r>
            </a:p>
          </p:txBody>
        </p:sp>
        <p:sp>
          <p:nvSpPr>
            <p:cNvPr id="68631" name="Oval 43">
              <a:extLst>
                <a:ext uri="{FF2B5EF4-FFF2-40B4-BE49-F238E27FC236}">
                  <a16:creationId xmlns:a16="http://schemas.microsoft.com/office/drawing/2014/main" id="{28E2C1AA-AC31-49BE-84BF-114645792964}"/>
                </a:ext>
              </a:extLst>
            </p:cNvPr>
            <p:cNvSpPr>
              <a:spLocks noChangeArrowheads="1"/>
            </p:cNvSpPr>
            <p:nvPr/>
          </p:nvSpPr>
          <p:spPr bwMode="auto">
            <a:xfrm>
              <a:off x="2153" y="2704"/>
              <a:ext cx="182"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3</a:t>
              </a:r>
              <a:endParaRPr lang="ru-RU" dirty="0">
                <a:latin typeface="Arial" charset="0"/>
                <a:cs typeface="Arial" charset="0"/>
              </a:endParaRPr>
            </a:p>
          </p:txBody>
        </p:sp>
        <p:sp>
          <p:nvSpPr>
            <p:cNvPr id="78872" name="Line 48">
              <a:extLst>
                <a:ext uri="{FF2B5EF4-FFF2-40B4-BE49-F238E27FC236}">
                  <a16:creationId xmlns:a16="http://schemas.microsoft.com/office/drawing/2014/main" id="{8298FE23-5B15-9C3D-ECA2-7C16421E9A96}"/>
                </a:ext>
              </a:extLst>
            </p:cNvPr>
            <p:cNvSpPr>
              <a:spLocks noChangeShapeType="1"/>
            </p:cNvSpPr>
            <p:nvPr/>
          </p:nvSpPr>
          <p:spPr bwMode="auto">
            <a:xfrm>
              <a:off x="793" y="3109"/>
              <a:ext cx="3335" cy="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3" name="Line 53">
              <a:extLst>
                <a:ext uri="{FF2B5EF4-FFF2-40B4-BE49-F238E27FC236}">
                  <a16:creationId xmlns:a16="http://schemas.microsoft.com/office/drawing/2014/main" id="{58ADB9C8-E509-D17F-2820-440FDFAEEAAA}"/>
                </a:ext>
              </a:extLst>
            </p:cNvPr>
            <p:cNvSpPr>
              <a:spLocks noChangeShapeType="1"/>
            </p:cNvSpPr>
            <p:nvPr/>
          </p:nvSpPr>
          <p:spPr bwMode="auto">
            <a:xfrm flipV="1">
              <a:off x="839" y="3374"/>
              <a:ext cx="3287" cy="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4" name="Oval 56">
              <a:extLst>
                <a:ext uri="{FF2B5EF4-FFF2-40B4-BE49-F238E27FC236}">
                  <a16:creationId xmlns:a16="http://schemas.microsoft.com/office/drawing/2014/main" id="{1EAEED6E-C08C-490C-ABF6-0CCFBE26798F}"/>
                </a:ext>
              </a:extLst>
            </p:cNvPr>
            <p:cNvSpPr>
              <a:spLocks noChangeArrowheads="1"/>
            </p:cNvSpPr>
            <p:nvPr/>
          </p:nvSpPr>
          <p:spPr bwMode="auto">
            <a:xfrm>
              <a:off x="1570" y="3158"/>
              <a:ext cx="181"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1</a:t>
              </a:r>
              <a:endParaRPr lang="ru-RU" dirty="0">
                <a:latin typeface="Arial" charset="0"/>
                <a:cs typeface="Arial" charset="0"/>
              </a:endParaRPr>
            </a:p>
          </p:txBody>
        </p:sp>
        <p:sp>
          <p:nvSpPr>
            <p:cNvPr id="78875" name="Text Box 60">
              <a:extLst>
                <a:ext uri="{FF2B5EF4-FFF2-40B4-BE49-F238E27FC236}">
                  <a16:creationId xmlns:a16="http://schemas.microsoft.com/office/drawing/2014/main" id="{3CBABB6A-2A82-26A8-EAC3-86736C177AE3}"/>
                </a:ext>
              </a:extLst>
            </p:cNvPr>
            <p:cNvSpPr txBox="1">
              <a:spLocks noChangeArrowheads="1"/>
            </p:cNvSpPr>
            <p:nvPr/>
          </p:nvSpPr>
          <p:spPr bwMode="auto">
            <a:xfrm>
              <a:off x="347" y="3094"/>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Data</a:t>
              </a:r>
              <a:endParaRPr lang="ru-RU" altLang="en-US" sz="2000"/>
            </a:p>
          </p:txBody>
        </p:sp>
        <p:sp>
          <p:nvSpPr>
            <p:cNvPr id="78876" name="Text Box 61">
              <a:extLst>
                <a:ext uri="{FF2B5EF4-FFF2-40B4-BE49-F238E27FC236}">
                  <a16:creationId xmlns:a16="http://schemas.microsoft.com/office/drawing/2014/main" id="{62870143-F139-D624-D3CE-37F40D1B26F3}"/>
                </a:ext>
              </a:extLst>
            </p:cNvPr>
            <p:cNvSpPr txBox="1">
              <a:spLocks noChangeArrowheads="1"/>
            </p:cNvSpPr>
            <p:nvPr/>
          </p:nvSpPr>
          <p:spPr bwMode="auto">
            <a:xfrm>
              <a:off x="388" y="2365"/>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Ack</a:t>
              </a:r>
              <a:endParaRPr lang="ru-RU" altLang="en-US" sz="2000"/>
            </a:p>
          </p:txBody>
        </p:sp>
        <p:sp>
          <p:nvSpPr>
            <p:cNvPr id="78877" name="Freeform 76">
              <a:extLst>
                <a:ext uri="{FF2B5EF4-FFF2-40B4-BE49-F238E27FC236}">
                  <a16:creationId xmlns:a16="http://schemas.microsoft.com/office/drawing/2014/main" id="{FB3F3AC0-B1A8-2602-AD7F-654AD0C0A9CC}"/>
                </a:ext>
              </a:extLst>
            </p:cNvPr>
            <p:cNvSpPr>
              <a:spLocks/>
            </p:cNvSpPr>
            <p:nvPr/>
          </p:nvSpPr>
          <p:spPr bwMode="auto">
            <a:xfrm rot="308648">
              <a:off x="1705" y="2024"/>
              <a:ext cx="181" cy="1134"/>
            </a:xfrm>
            <a:custGeom>
              <a:avLst/>
              <a:gdLst>
                <a:gd name="T0" fmla="*/ 1 w 326"/>
                <a:gd name="T1" fmla="*/ 224 h 1225"/>
                <a:gd name="T2" fmla="*/ 1 w 326"/>
                <a:gd name="T3" fmla="*/ 157 h 1225"/>
                <a:gd name="T4" fmla="*/ 1 w 326"/>
                <a:gd name="T5" fmla="*/ 67 h 1225"/>
                <a:gd name="T6" fmla="*/ 1 w 326"/>
                <a:gd name="T7" fmla="*/ 0 h 1225"/>
                <a:gd name="T8" fmla="*/ 0 60000 65536"/>
                <a:gd name="T9" fmla="*/ 0 60000 65536"/>
                <a:gd name="T10" fmla="*/ 0 60000 65536"/>
                <a:gd name="T11" fmla="*/ 0 60000 65536"/>
                <a:gd name="T12" fmla="*/ 0 w 326"/>
                <a:gd name="T13" fmla="*/ 0 h 1225"/>
                <a:gd name="T14" fmla="*/ 326 w 326"/>
                <a:gd name="T15" fmla="*/ 1225 h 1225"/>
              </a:gdLst>
              <a:ahLst/>
              <a:cxnLst>
                <a:cxn ang="T8">
                  <a:pos x="T0" y="T1"/>
                </a:cxn>
                <a:cxn ang="T9">
                  <a:pos x="T2" y="T3"/>
                </a:cxn>
                <a:cxn ang="T10">
                  <a:pos x="T4" y="T5"/>
                </a:cxn>
                <a:cxn ang="T11">
                  <a:pos x="T6" y="T7"/>
                </a:cxn>
              </a:cxnLst>
              <a:rect l="T12" t="T13" r="T14" b="T15"/>
              <a:pathLst>
                <a:path w="326" h="1225">
                  <a:moveTo>
                    <a:pt x="144" y="1225"/>
                  </a:moveTo>
                  <a:cubicBezTo>
                    <a:pt x="223" y="1115"/>
                    <a:pt x="303" y="1006"/>
                    <a:pt x="280" y="862"/>
                  </a:cubicBezTo>
                  <a:cubicBezTo>
                    <a:pt x="257" y="718"/>
                    <a:pt x="0" y="507"/>
                    <a:pt x="8" y="363"/>
                  </a:cubicBezTo>
                  <a:cubicBezTo>
                    <a:pt x="16" y="219"/>
                    <a:pt x="273" y="60"/>
                    <a:pt x="326"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78" name="Freeform 77">
              <a:extLst>
                <a:ext uri="{FF2B5EF4-FFF2-40B4-BE49-F238E27FC236}">
                  <a16:creationId xmlns:a16="http://schemas.microsoft.com/office/drawing/2014/main" id="{FBB0EAFC-A573-F81C-EDC4-0CC0031AED97}"/>
                </a:ext>
              </a:extLst>
            </p:cNvPr>
            <p:cNvSpPr>
              <a:spLocks/>
            </p:cNvSpPr>
            <p:nvPr/>
          </p:nvSpPr>
          <p:spPr bwMode="auto">
            <a:xfrm>
              <a:off x="2018" y="2069"/>
              <a:ext cx="91" cy="561"/>
            </a:xfrm>
            <a:custGeom>
              <a:avLst/>
              <a:gdLst>
                <a:gd name="T0" fmla="*/ 0 w 143"/>
                <a:gd name="T1" fmla="*/ 0 h 545"/>
                <a:gd name="T2" fmla="*/ 1 w 143"/>
                <a:gd name="T3" fmla="*/ 255 h 545"/>
                <a:gd name="T4" fmla="*/ 1 w 143"/>
                <a:gd name="T5" fmla="*/ 771 h 545"/>
                <a:gd name="T6" fmla="*/ 1 w 143"/>
                <a:gd name="T7" fmla="*/ 1029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79" name="Line 78">
              <a:extLst>
                <a:ext uri="{FF2B5EF4-FFF2-40B4-BE49-F238E27FC236}">
                  <a16:creationId xmlns:a16="http://schemas.microsoft.com/office/drawing/2014/main" id="{1BDA8F44-EE3D-27E7-B9F1-A9D62F6B44A7}"/>
                </a:ext>
              </a:extLst>
            </p:cNvPr>
            <p:cNvSpPr>
              <a:spLocks noChangeShapeType="1"/>
            </p:cNvSpPr>
            <p:nvPr/>
          </p:nvSpPr>
          <p:spPr bwMode="auto">
            <a:xfrm>
              <a:off x="2867" y="2426"/>
              <a:ext cx="91"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0" name="Line 79">
              <a:extLst>
                <a:ext uri="{FF2B5EF4-FFF2-40B4-BE49-F238E27FC236}">
                  <a16:creationId xmlns:a16="http://schemas.microsoft.com/office/drawing/2014/main" id="{8A5B30E1-A416-79CF-1F03-65CA856A8703}"/>
                </a:ext>
              </a:extLst>
            </p:cNvPr>
            <p:cNvSpPr>
              <a:spLocks noChangeShapeType="1"/>
            </p:cNvSpPr>
            <p:nvPr/>
          </p:nvSpPr>
          <p:spPr bwMode="auto">
            <a:xfrm flipV="1">
              <a:off x="2957" y="2704"/>
              <a:ext cx="11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1" name="Freeform 80">
              <a:extLst>
                <a:ext uri="{FF2B5EF4-FFF2-40B4-BE49-F238E27FC236}">
                  <a16:creationId xmlns:a16="http://schemas.microsoft.com/office/drawing/2014/main" id="{6ADDB519-A41D-D6F4-B5CC-29D745BA1703}"/>
                </a:ext>
              </a:extLst>
            </p:cNvPr>
            <p:cNvSpPr>
              <a:spLocks/>
            </p:cNvSpPr>
            <p:nvPr/>
          </p:nvSpPr>
          <p:spPr bwMode="auto">
            <a:xfrm>
              <a:off x="1354" y="2515"/>
              <a:ext cx="157" cy="747"/>
            </a:xfrm>
            <a:custGeom>
              <a:avLst/>
              <a:gdLst>
                <a:gd name="T0" fmla="*/ 0 w 143"/>
                <a:gd name="T1" fmla="*/ 0 h 545"/>
                <a:gd name="T2" fmla="*/ 1059 w 143"/>
                <a:gd name="T3" fmla="*/ 139937 h 545"/>
                <a:gd name="T4" fmla="*/ 346 w 143"/>
                <a:gd name="T5" fmla="*/ 421201 h 545"/>
                <a:gd name="T6" fmla="*/ 1059 w 143"/>
                <a:gd name="T7" fmla="*/ 560842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82" name="Freeform 84">
              <a:extLst>
                <a:ext uri="{FF2B5EF4-FFF2-40B4-BE49-F238E27FC236}">
                  <a16:creationId xmlns:a16="http://schemas.microsoft.com/office/drawing/2014/main" id="{9126B6E7-3804-8E23-076A-CF90829A3002}"/>
                </a:ext>
              </a:extLst>
            </p:cNvPr>
            <p:cNvSpPr>
              <a:spLocks/>
            </p:cNvSpPr>
            <p:nvPr/>
          </p:nvSpPr>
          <p:spPr bwMode="auto">
            <a:xfrm rot="282110">
              <a:off x="2237" y="1999"/>
              <a:ext cx="362" cy="672"/>
            </a:xfrm>
            <a:custGeom>
              <a:avLst/>
              <a:gdLst>
                <a:gd name="T0" fmla="*/ 0 w 408"/>
                <a:gd name="T1" fmla="*/ 10326 h 590"/>
                <a:gd name="T2" fmla="*/ 16 w 408"/>
                <a:gd name="T3" fmla="*/ 7955 h 590"/>
                <a:gd name="T4" fmla="*/ 13 w 408"/>
                <a:gd name="T5" fmla="*/ 2386 h 590"/>
                <a:gd name="T6" fmla="*/ 28 w 408"/>
                <a:gd name="T7" fmla="*/ 0 h 590"/>
                <a:gd name="T8" fmla="*/ 0 60000 65536"/>
                <a:gd name="T9" fmla="*/ 0 60000 65536"/>
                <a:gd name="T10" fmla="*/ 0 60000 65536"/>
                <a:gd name="T11" fmla="*/ 0 60000 65536"/>
                <a:gd name="T12" fmla="*/ 0 w 408"/>
                <a:gd name="T13" fmla="*/ 0 h 590"/>
                <a:gd name="T14" fmla="*/ 408 w 408"/>
                <a:gd name="T15" fmla="*/ 590 h 590"/>
              </a:gdLst>
              <a:ahLst/>
              <a:cxnLst>
                <a:cxn ang="T8">
                  <a:pos x="T0" y="T1"/>
                </a:cxn>
                <a:cxn ang="T9">
                  <a:pos x="T2" y="T3"/>
                </a:cxn>
                <a:cxn ang="T10">
                  <a:pos x="T4" y="T5"/>
                </a:cxn>
                <a:cxn ang="T11">
                  <a:pos x="T6" y="T7"/>
                </a:cxn>
              </a:cxnLst>
              <a:rect l="T12" t="T13" r="T14" b="T15"/>
              <a:pathLst>
                <a:path w="408" h="590">
                  <a:moveTo>
                    <a:pt x="0" y="590"/>
                  </a:moveTo>
                  <a:cubicBezTo>
                    <a:pt x="98" y="560"/>
                    <a:pt x="196" y="530"/>
                    <a:pt x="226" y="454"/>
                  </a:cubicBezTo>
                  <a:cubicBezTo>
                    <a:pt x="256" y="378"/>
                    <a:pt x="151" y="212"/>
                    <a:pt x="181" y="136"/>
                  </a:cubicBezTo>
                  <a:cubicBezTo>
                    <a:pt x="211" y="60"/>
                    <a:pt x="370" y="23"/>
                    <a:pt x="408"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83" name="Freeform 85">
              <a:extLst>
                <a:ext uri="{FF2B5EF4-FFF2-40B4-BE49-F238E27FC236}">
                  <a16:creationId xmlns:a16="http://schemas.microsoft.com/office/drawing/2014/main" id="{2BF6E052-3C1E-DEB4-1DFA-E7A8EC4569B2}"/>
                </a:ext>
              </a:extLst>
            </p:cNvPr>
            <p:cNvSpPr>
              <a:spLocks/>
            </p:cNvSpPr>
            <p:nvPr/>
          </p:nvSpPr>
          <p:spPr bwMode="auto">
            <a:xfrm>
              <a:off x="2744" y="2045"/>
              <a:ext cx="136" cy="590"/>
            </a:xfrm>
            <a:custGeom>
              <a:avLst/>
              <a:gdLst>
                <a:gd name="T0" fmla="*/ 0 w 143"/>
                <a:gd name="T1" fmla="*/ 0 h 545"/>
                <a:gd name="T2" fmla="*/ 46 w 143"/>
                <a:gd name="T3" fmla="*/ 777 h 545"/>
                <a:gd name="T4" fmla="*/ 15 w 143"/>
                <a:gd name="T5" fmla="*/ 2346 h 545"/>
                <a:gd name="T6" fmla="*/ 46 w 143"/>
                <a:gd name="T7" fmla="*/ 3122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84" name="Freeform 86">
              <a:extLst>
                <a:ext uri="{FF2B5EF4-FFF2-40B4-BE49-F238E27FC236}">
                  <a16:creationId xmlns:a16="http://schemas.microsoft.com/office/drawing/2014/main" id="{785FD537-02BE-1C58-0777-B0D1A967B57A}"/>
                </a:ext>
              </a:extLst>
            </p:cNvPr>
            <p:cNvSpPr>
              <a:spLocks/>
            </p:cNvSpPr>
            <p:nvPr/>
          </p:nvSpPr>
          <p:spPr bwMode="auto">
            <a:xfrm>
              <a:off x="2981" y="2573"/>
              <a:ext cx="157" cy="747"/>
            </a:xfrm>
            <a:custGeom>
              <a:avLst/>
              <a:gdLst>
                <a:gd name="T0" fmla="*/ 0 w 143"/>
                <a:gd name="T1" fmla="*/ 0 h 545"/>
                <a:gd name="T2" fmla="*/ 1059 w 143"/>
                <a:gd name="T3" fmla="*/ 139937 h 545"/>
                <a:gd name="T4" fmla="*/ 346 w 143"/>
                <a:gd name="T5" fmla="*/ 421201 h 545"/>
                <a:gd name="T6" fmla="*/ 1059 w 143"/>
                <a:gd name="T7" fmla="*/ 560842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5" name="Oval 87">
              <a:extLst>
                <a:ext uri="{FF2B5EF4-FFF2-40B4-BE49-F238E27FC236}">
                  <a16:creationId xmlns:a16="http://schemas.microsoft.com/office/drawing/2014/main" id="{EFEB9FCF-BAF8-4891-8221-5199C9706C22}"/>
                </a:ext>
              </a:extLst>
            </p:cNvPr>
            <p:cNvSpPr>
              <a:spLocks noChangeArrowheads="1"/>
            </p:cNvSpPr>
            <p:nvPr/>
          </p:nvSpPr>
          <p:spPr bwMode="auto">
            <a:xfrm>
              <a:off x="2832" y="2712"/>
              <a:ext cx="181"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5</a:t>
              </a:r>
              <a:endParaRPr lang="ru-RU" dirty="0">
                <a:latin typeface="Arial" charset="0"/>
                <a:cs typeface="Arial" charset="0"/>
              </a:endParaRPr>
            </a:p>
          </p:txBody>
        </p:sp>
        <p:sp>
          <p:nvSpPr>
            <p:cNvPr id="68646" name="Oval 88">
              <a:extLst>
                <a:ext uri="{FF2B5EF4-FFF2-40B4-BE49-F238E27FC236}">
                  <a16:creationId xmlns:a16="http://schemas.microsoft.com/office/drawing/2014/main" id="{587D8D35-FD8F-482F-A644-E037AF985207}"/>
                </a:ext>
              </a:extLst>
            </p:cNvPr>
            <p:cNvSpPr>
              <a:spLocks noChangeArrowheads="1"/>
            </p:cNvSpPr>
            <p:nvPr/>
          </p:nvSpPr>
          <p:spPr bwMode="auto">
            <a:xfrm>
              <a:off x="3150" y="3158"/>
              <a:ext cx="181" cy="181"/>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6</a:t>
              </a:r>
              <a:endParaRPr lang="ru-RU" dirty="0">
                <a:latin typeface="Arial" charset="0"/>
                <a:cs typeface="Arial" charset="0"/>
              </a:endParaRPr>
            </a:p>
          </p:txBody>
        </p:sp>
        <p:sp>
          <p:nvSpPr>
            <p:cNvPr id="78887" name="Line 89">
              <a:extLst>
                <a:ext uri="{FF2B5EF4-FFF2-40B4-BE49-F238E27FC236}">
                  <a16:creationId xmlns:a16="http://schemas.microsoft.com/office/drawing/2014/main" id="{39823AA5-E481-E000-7A64-C0FDD6F4B8B3}"/>
                </a:ext>
              </a:extLst>
            </p:cNvPr>
            <p:cNvSpPr>
              <a:spLocks noChangeShapeType="1"/>
            </p:cNvSpPr>
            <p:nvPr/>
          </p:nvSpPr>
          <p:spPr bwMode="auto">
            <a:xfrm flipV="1">
              <a:off x="3510" y="1927"/>
              <a:ext cx="136"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8" name="Freeform 91">
              <a:extLst>
                <a:ext uri="{FF2B5EF4-FFF2-40B4-BE49-F238E27FC236}">
                  <a16:creationId xmlns:a16="http://schemas.microsoft.com/office/drawing/2014/main" id="{7C6D3B66-A60A-4D98-018D-C238FEF5A09C}"/>
                </a:ext>
              </a:extLst>
            </p:cNvPr>
            <p:cNvSpPr>
              <a:spLocks/>
            </p:cNvSpPr>
            <p:nvPr/>
          </p:nvSpPr>
          <p:spPr bwMode="auto">
            <a:xfrm rot="308648">
              <a:off x="3297" y="2056"/>
              <a:ext cx="181" cy="1134"/>
            </a:xfrm>
            <a:custGeom>
              <a:avLst/>
              <a:gdLst>
                <a:gd name="T0" fmla="*/ 1 w 326"/>
                <a:gd name="T1" fmla="*/ 224 h 1225"/>
                <a:gd name="T2" fmla="*/ 1 w 326"/>
                <a:gd name="T3" fmla="*/ 157 h 1225"/>
                <a:gd name="T4" fmla="*/ 1 w 326"/>
                <a:gd name="T5" fmla="*/ 67 h 1225"/>
                <a:gd name="T6" fmla="*/ 1 w 326"/>
                <a:gd name="T7" fmla="*/ 0 h 1225"/>
                <a:gd name="T8" fmla="*/ 0 60000 65536"/>
                <a:gd name="T9" fmla="*/ 0 60000 65536"/>
                <a:gd name="T10" fmla="*/ 0 60000 65536"/>
                <a:gd name="T11" fmla="*/ 0 60000 65536"/>
                <a:gd name="T12" fmla="*/ 0 w 326"/>
                <a:gd name="T13" fmla="*/ 0 h 1225"/>
                <a:gd name="T14" fmla="*/ 326 w 326"/>
                <a:gd name="T15" fmla="*/ 1225 h 1225"/>
              </a:gdLst>
              <a:ahLst/>
              <a:cxnLst>
                <a:cxn ang="T8">
                  <a:pos x="T0" y="T1"/>
                </a:cxn>
                <a:cxn ang="T9">
                  <a:pos x="T2" y="T3"/>
                </a:cxn>
                <a:cxn ang="T10">
                  <a:pos x="T4" y="T5"/>
                </a:cxn>
                <a:cxn ang="T11">
                  <a:pos x="T6" y="T7"/>
                </a:cxn>
              </a:cxnLst>
              <a:rect l="T12" t="T13" r="T14" b="T15"/>
              <a:pathLst>
                <a:path w="326" h="1225">
                  <a:moveTo>
                    <a:pt x="144" y="1225"/>
                  </a:moveTo>
                  <a:cubicBezTo>
                    <a:pt x="223" y="1115"/>
                    <a:pt x="303" y="1006"/>
                    <a:pt x="280" y="862"/>
                  </a:cubicBezTo>
                  <a:cubicBezTo>
                    <a:pt x="257" y="718"/>
                    <a:pt x="0" y="507"/>
                    <a:pt x="8" y="363"/>
                  </a:cubicBezTo>
                  <a:cubicBezTo>
                    <a:pt x="16" y="219"/>
                    <a:pt x="273" y="60"/>
                    <a:pt x="326"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8852" name="Line 92">
            <a:extLst>
              <a:ext uri="{FF2B5EF4-FFF2-40B4-BE49-F238E27FC236}">
                <a16:creationId xmlns:a16="http://schemas.microsoft.com/office/drawing/2014/main" id="{2BDFD31A-965B-323A-1306-E1BED7C915AD}"/>
              </a:ext>
            </a:extLst>
          </p:cNvPr>
          <p:cNvSpPr>
            <a:spLocks noChangeShapeType="1"/>
          </p:cNvSpPr>
          <p:nvPr/>
        </p:nvSpPr>
        <p:spPr bwMode="auto">
          <a:xfrm>
            <a:off x="8013701" y="3817938"/>
            <a:ext cx="5048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53" name="Text Box 93">
            <a:extLst>
              <a:ext uri="{FF2B5EF4-FFF2-40B4-BE49-F238E27FC236}">
                <a16:creationId xmlns:a16="http://schemas.microsoft.com/office/drawing/2014/main" id="{E9F9A7F5-DDC4-69A5-557F-E1629E0A720C}"/>
              </a:ext>
            </a:extLst>
          </p:cNvPr>
          <p:cNvSpPr txBox="1">
            <a:spLocks noChangeArrowheads="1"/>
          </p:cNvSpPr>
          <p:nvPr/>
        </p:nvSpPr>
        <p:spPr bwMode="auto">
          <a:xfrm>
            <a:off x="8623301" y="3622676"/>
            <a:ext cx="17891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Sender’s action</a:t>
            </a:r>
            <a:endParaRPr lang="ru-RU" altLang="en-US" sz="2000"/>
          </a:p>
        </p:txBody>
      </p:sp>
      <p:sp>
        <p:nvSpPr>
          <p:cNvPr id="78854" name="Line 94">
            <a:extLst>
              <a:ext uri="{FF2B5EF4-FFF2-40B4-BE49-F238E27FC236}">
                <a16:creationId xmlns:a16="http://schemas.microsoft.com/office/drawing/2014/main" id="{30DD91FF-768B-8AFF-4D4D-4BC1C2CD43C1}"/>
              </a:ext>
            </a:extLst>
          </p:cNvPr>
          <p:cNvSpPr>
            <a:spLocks noChangeShapeType="1"/>
          </p:cNvSpPr>
          <p:nvPr/>
        </p:nvSpPr>
        <p:spPr bwMode="auto">
          <a:xfrm>
            <a:off x="8001001" y="4702175"/>
            <a:ext cx="504825" cy="0"/>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55" name="Text Box 95">
            <a:extLst>
              <a:ext uri="{FF2B5EF4-FFF2-40B4-BE49-F238E27FC236}">
                <a16:creationId xmlns:a16="http://schemas.microsoft.com/office/drawing/2014/main" id="{397CA0B4-EDC8-3AE5-E481-59DC702B158B}"/>
              </a:ext>
            </a:extLst>
          </p:cNvPr>
          <p:cNvSpPr txBox="1">
            <a:spLocks noChangeArrowheads="1"/>
          </p:cNvSpPr>
          <p:nvPr/>
        </p:nvSpPr>
        <p:spPr bwMode="auto">
          <a:xfrm>
            <a:off x="8534401" y="4549776"/>
            <a:ext cx="1584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Receiver’s action</a:t>
            </a:r>
            <a:endParaRPr lang="ru-RU" altLang="en-US" sz="2000"/>
          </a:p>
        </p:txBody>
      </p:sp>
      <p:sp>
        <p:nvSpPr>
          <p:cNvPr id="41" name="Rectangle 4">
            <a:extLst>
              <a:ext uri="{FF2B5EF4-FFF2-40B4-BE49-F238E27FC236}">
                <a16:creationId xmlns:a16="http://schemas.microsoft.com/office/drawing/2014/main" id="{AA525FE9-E514-419A-9882-3AFB09E38D51}"/>
              </a:ext>
            </a:extLst>
          </p:cNvPr>
          <p:cNvSpPr txBox="1">
            <a:spLocks noChangeArrowheads="1"/>
          </p:cNvSpPr>
          <p:nvPr/>
        </p:nvSpPr>
        <p:spPr bwMode="auto">
          <a:xfrm>
            <a:off x="953958" y="843757"/>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87F7BA5F-24D7-64AB-C2E4-A3659FA1A525}"/>
              </a:ext>
            </a:extLst>
          </p:cNvPr>
          <p:cNvSpPr>
            <a:spLocks noGrp="1"/>
          </p:cNvSpPr>
          <p:nvPr>
            <p:ph type="title"/>
          </p:nvPr>
        </p:nvSpPr>
        <p:spPr/>
        <p:txBody>
          <a:bodyPr>
            <a:normAutofit/>
          </a:bodyPr>
          <a:lstStyle/>
          <a:p>
            <a:r>
              <a:rPr lang="en-US" dirty="0"/>
              <a:t>4-Phase Handshake Protocol</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2">
            <a:extLst>
              <a:ext uri="{FF2B5EF4-FFF2-40B4-BE49-F238E27FC236}">
                <a16:creationId xmlns:a16="http://schemas.microsoft.com/office/drawing/2014/main" id="{C585D20A-62FD-EFC9-66F1-BFAC36FD9CAD}"/>
              </a:ext>
            </a:extLst>
          </p:cNvPr>
          <p:cNvSpPr>
            <a:spLocks noGrp="1" noChangeArrowheads="1"/>
          </p:cNvSpPr>
          <p:nvPr>
            <p:ph type="title"/>
          </p:nvPr>
        </p:nvSpPr>
        <p:spPr/>
        <p:txBody>
          <a:bodyPr>
            <a:normAutofit/>
          </a:bodyPr>
          <a:lstStyle/>
          <a:p>
            <a:r>
              <a:rPr lang="en-US" altLang="en-US" dirty="0"/>
              <a:t>4-Phase Handshake Protocol (2)</a:t>
            </a:r>
          </a:p>
        </p:txBody>
      </p:sp>
      <p:sp>
        <p:nvSpPr>
          <p:cNvPr id="79875" name="Content Placeholder 3">
            <a:extLst>
              <a:ext uri="{FF2B5EF4-FFF2-40B4-BE49-F238E27FC236}">
                <a16:creationId xmlns:a16="http://schemas.microsoft.com/office/drawing/2014/main" id="{F027D05F-9971-DC9D-CA1E-9193F7C51D2F}"/>
              </a:ext>
            </a:extLst>
          </p:cNvPr>
          <p:cNvSpPr>
            <a:spLocks noGrp="1" noChangeArrowheads="1"/>
          </p:cNvSpPr>
          <p:nvPr>
            <p:ph type="body" sz="quarter" idx="10"/>
          </p:nvPr>
        </p:nvSpPr>
        <p:spPr/>
        <p:txBody>
          <a:bodyPr/>
          <a:lstStyle/>
          <a:p>
            <a:r>
              <a:rPr lang="en-US" altLang="en-US"/>
              <a:t>In the beginning of cycle Req = Ack =0.</a:t>
            </a:r>
          </a:p>
          <a:p>
            <a:r>
              <a:rPr lang="en-US" altLang="en-US"/>
              <a:t>As soon as a new data word (1) occurs, Req signal passes into higher level (2) - Req </a:t>
            </a:r>
            <a:r>
              <a:rPr lang="en-US" altLang="en-US">
                <a:sym typeface="Symbol" panose="05050102010706020507" pitchFamily="18" charset="2"/>
              </a:rPr>
              <a:t>.</a:t>
            </a:r>
          </a:p>
          <a:p>
            <a:r>
              <a:rPr lang="en-US" altLang="en-US">
                <a:sym typeface="Symbol" panose="05050102010706020507" pitchFamily="18" charset="2"/>
              </a:rPr>
              <a:t>When the receiver is ready, it will receive data  (Ack (3)). </a:t>
            </a:r>
          </a:p>
          <a:p>
            <a:r>
              <a:rPr lang="en-US" altLang="en-US">
                <a:sym typeface="Symbol" panose="05050102010706020507" pitchFamily="18" charset="2"/>
              </a:rPr>
              <a:t>Then Req (4) and Ack (5) signals pass into lower level.</a:t>
            </a:r>
          </a:p>
          <a:p>
            <a:r>
              <a:rPr lang="en-US" altLang="en-US">
                <a:sym typeface="Symbol" panose="05050102010706020507" pitchFamily="18" charset="2"/>
              </a:rPr>
              <a:t>Only after that the sender is allowed to put new data on the bus.</a:t>
            </a:r>
          </a:p>
          <a:p>
            <a:r>
              <a:rPr lang="en-US" altLang="en-US">
                <a:sym typeface="Symbol" panose="05050102010706020507" pitchFamily="18" charset="2"/>
              </a:rPr>
              <a:t>DataReady  and DataAccepted signals must be impulse.</a:t>
            </a:r>
          </a:p>
          <a:p>
            <a:r>
              <a:rPr lang="en-US" altLang="en-US">
                <a:sym typeface="Symbol" panose="05050102010706020507" pitchFamily="18" charset="2"/>
              </a:rPr>
              <a:t>Disadvantages  - complexity and lower speed.</a:t>
            </a:r>
          </a:p>
          <a:p>
            <a:r>
              <a:rPr lang="en-US" altLang="en-US">
                <a:sym typeface="Symbol" panose="05050102010706020507" pitchFamily="18" charset="2"/>
              </a:rPr>
              <a:t>Advantages – reliability.</a:t>
            </a:r>
          </a:p>
          <a:p>
            <a:endParaRPr lang="en-US" altLang="en-US">
              <a:sym typeface="Symbol" panose="05050102010706020507" pitchFamily="18" charset="2"/>
            </a:endParaRPr>
          </a:p>
          <a:p>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898" name="Group 34">
            <a:extLst>
              <a:ext uri="{FF2B5EF4-FFF2-40B4-BE49-F238E27FC236}">
                <a16:creationId xmlns:a16="http://schemas.microsoft.com/office/drawing/2014/main" id="{2CB373DA-FEB6-759A-79E5-BF20713108BE}"/>
              </a:ext>
            </a:extLst>
          </p:cNvPr>
          <p:cNvGrpSpPr>
            <a:grpSpLocks/>
          </p:cNvGrpSpPr>
          <p:nvPr/>
        </p:nvGrpSpPr>
        <p:grpSpPr bwMode="auto">
          <a:xfrm>
            <a:off x="2057401" y="1600200"/>
            <a:ext cx="8054975" cy="3962400"/>
            <a:chOff x="609600" y="1600200"/>
            <a:chExt cx="8054975" cy="3962400"/>
          </a:xfrm>
        </p:grpSpPr>
        <p:sp>
          <p:nvSpPr>
            <p:cNvPr id="80900" name="Text Box 5">
              <a:extLst>
                <a:ext uri="{FF2B5EF4-FFF2-40B4-BE49-F238E27FC236}">
                  <a16:creationId xmlns:a16="http://schemas.microsoft.com/office/drawing/2014/main" id="{3012967E-0C21-4625-1213-C06B2776CA52}"/>
                </a:ext>
              </a:extLst>
            </p:cNvPr>
            <p:cNvSpPr txBox="1">
              <a:spLocks noChangeArrowheads="1"/>
            </p:cNvSpPr>
            <p:nvPr/>
          </p:nvSpPr>
          <p:spPr bwMode="auto">
            <a:xfrm>
              <a:off x="609600" y="1600200"/>
              <a:ext cx="8054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sp>
          <p:nvSpPr>
            <p:cNvPr id="80901" name="Rectangle 7">
              <a:extLst>
                <a:ext uri="{FF2B5EF4-FFF2-40B4-BE49-F238E27FC236}">
                  <a16:creationId xmlns:a16="http://schemas.microsoft.com/office/drawing/2014/main" id="{92609D4D-9355-B3B5-B79E-B6F1DED9428C}"/>
                </a:ext>
              </a:extLst>
            </p:cNvPr>
            <p:cNvSpPr>
              <a:spLocks noChangeArrowheads="1"/>
            </p:cNvSpPr>
            <p:nvPr/>
          </p:nvSpPr>
          <p:spPr bwMode="auto">
            <a:xfrm>
              <a:off x="2057400" y="3610568"/>
              <a:ext cx="4800600" cy="1952032"/>
            </a:xfrm>
            <a:prstGeom prst="rect">
              <a:avLst/>
            </a:prstGeom>
            <a:noFill/>
            <a:ln w="222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0662" name="Rectangle 8">
              <a:extLst>
                <a:ext uri="{FF2B5EF4-FFF2-40B4-BE49-F238E27FC236}">
                  <a16:creationId xmlns:a16="http://schemas.microsoft.com/office/drawing/2014/main" id="{6EBA0B91-B9BB-477A-B448-3F0039983A82}"/>
                </a:ext>
              </a:extLst>
            </p:cNvPr>
            <p:cNvSpPr>
              <a:spLocks noChangeArrowheads="1"/>
            </p:cNvSpPr>
            <p:nvPr/>
          </p:nvSpPr>
          <p:spPr bwMode="auto">
            <a:xfrm>
              <a:off x="1489075" y="1655763"/>
              <a:ext cx="1566863" cy="1628775"/>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Sender</a:t>
              </a:r>
              <a:endParaRPr lang="ru-RU" sz="2000">
                <a:latin typeface="Arial" charset="0"/>
                <a:cs typeface="Arial" charset="0"/>
              </a:endParaRPr>
            </a:p>
          </p:txBody>
        </p:sp>
        <p:sp>
          <p:nvSpPr>
            <p:cNvPr id="71687" name="Rectangle 9">
              <a:extLst>
                <a:ext uri="{FF2B5EF4-FFF2-40B4-BE49-F238E27FC236}">
                  <a16:creationId xmlns:a16="http://schemas.microsoft.com/office/drawing/2014/main" id="{2D217F75-F87B-48CB-823E-2E65E23D23A3}"/>
                </a:ext>
              </a:extLst>
            </p:cNvPr>
            <p:cNvSpPr>
              <a:spLocks noChangeArrowheads="1"/>
            </p:cNvSpPr>
            <p:nvPr/>
          </p:nvSpPr>
          <p:spPr bwMode="auto">
            <a:xfrm>
              <a:off x="5389563" y="1679575"/>
              <a:ext cx="1565275" cy="162718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Receiver</a:t>
              </a:r>
              <a:endParaRPr lang="ru-RU" sz="2000">
                <a:latin typeface="Arial" charset="0"/>
                <a:cs typeface="Arial" charset="0"/>
              </a:endParaRPr>
            </a:p>
          </p:txBody>
        </p:sp>
        <p:sp>
          <p:nvSpPr>
            <p:cNvPr id="80904" name="Line 10">
              <a:extLst>
                <a:ext uri="{FF2B5EF4-FFF2-40B4-BE49-F238E27FC236}">
                  <a16:creationId xmlns:a16="http://schemas.microsoft.com/office/drawing/2014/main" id="{EEFCC32A-4BE1-B72A-285A-3D7181A80A13}"/>
                </a:ext>
              </a:extLst>
            </p:cNvPr>
            <p:cNvSpPr>
              <a:spLocks noChangeShapeType="1"/>
            </p:cNvSpPr>
            <p:nvPr/>
          </p:nvSpPr>
          <p:spPr bwMode="auto">
            <a:xfrm>
              <a:off x="3055426" y="2234423"/>
              <a:ext cx="234804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05" name="Line 11">
              <a:extLst>
                <a:ext uri="{FF2B5EF4-FFF2-40B4-BE49-F238E27FC236}">
                  <a16:creationId xmlns:a16="http://schemas.microsoft.com/office/drawing/2014/main" id="{4BBDBB42-2071-E078-4A87-E4611E87C6AA}"/>
                </a:ext>
              </a:extLst>
            </p:cNvPr>
            <p:cNvSpPr>
              <a:spLocks noChangeShapeType="1"/>
            </p:cNvSpPr>
            <p:nvPr/>
          </p:nvSpPr>
          <p:spPr bwMode="auto">
            <a:xfrm flipV="1">
              <a:off x="4033181" y="2174591"/>
              <a:ext cx="96337" cy="11966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6" name="Text Box 12">
              <a:extLst>
                <a:ext uri="{FF2B5EF4-FFF2-40B4-BE49-F238E27FC236}">
                  <a16:creationId xmlns:a16="http://schemas.microsoft.com/office/drawing/2014/main" id="{4080CEB6-A76E-E439-D0C0-E03C2F19B17C}"/>
                </a:ext>
              </a:extLst>
            </p:cNvPr>
            <p:cNvSpPr txBox="1">
              <a:spLocks noChangeArrowheads="1"/>
            </p:cNvSpPr>
            <p:nvPr/>
          </p:nvSpPr>
          <p:spPr bwMode="auto">
            <a:xfrm>
              <a:off x="3836987" y="1827213"/>
              <a:ext cx="104457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a:t>
              </a:r>
              <a:endParaRPr lang="ru-RU" altLang="en-US" sz="2000"/>
            </a:p>
          </p:txBody>
        </p:sp>
        <p:sp>
          <p:nvSpPr>
            <p:cNvPr id="70667" name="Oval 13">
              <a:extLst>
                <a:ext uri="{FF2B5EF4-FFF2-40B4-BE49-F238E27FC236}">
                  <a16:creationId xmlns:a16="http://schemas.microsoft.com/office/drawing/2014/main" id="{1CB74FF2-08EC-492A-A63A-5FAB4DE215E9}"/>
                </a:ext>
              </a:extLst>
            </p:cNvPr>
            <p:cNvSpPr>
              <a:spLocks noChangeArrowheads="1"/>
            </p:cNvSpPr>
            <p:nvPr/>
          </p:nvSpPr>
          <p:spPr bwMode="auto">
            <a:xfrm>
              <a:off x="2687638" y="4054475"/>
              <a:ext cx="517525" cy="538163"/>
            </a:xfrm>
            <a:prstGeom prst="ellipse">
              <a:avLst/>
            </a:prstGeom>
            <a:solidFill>
              <a:schemeClr val="accent1">
                <a:lumMod val="20000"/>
                <a:lumOff val="80000"/>
              </a:schemeClr>
            </a:solidFill>
            <a:ln w="25400">
              <a:solidFill>
                <a:schemeClr val="tx1"/>
              </a:solidFill>
              <a:round/>
              <a:headEnd/>
              <a:tailEnd/>
            </a:ln>
          </p:spPr>
          <p:txBody>
            <a:bodyPr wrap="none" anchor="ctr"/>
            <a:lstStyle/>
            <a:p>
              <a:pPr algn="ctr" eaLnBrk="1" hangingPunct="1">
                <a:defRPr/>
              </a:pPr>
              <a:r>
                <a:rPr lang="en-US" sz="2000">
                  <a:latin typeface="Arial" charset="0"/>
                  <a:cs typeface="Arial" charset="0"/>
                </a:rPr>
                <a:t>C</a:t>
              </a:r>
              <a:endParaRPr lang="ru-RU" sz="2000">
                <a:latin typeface="Arial" charset="0"/>
                <a:cs typeface="Arial" charset="0"/>
              </a:endParaRPr>
            </a:p>
          </p:txBody>
        </p:sp>
        <p:sp>
          <p:nvSpPr>
            <p:cNvPr id="80908" name="Line 14">
              <a:extLst>
                <a:ext uri="{FF2B5EF4-FFF2-40B4-BE49-F238E27FC236}">
                  <a16:creationId xmlns:a16="http://schemas.microsoft.com/office/drawing/2014/main" id="{1380D561-C793-8392-F2E6-90655DD808A9}"/>
                </a:ext>
              </a:extLst>
            </p:cNvPr>
            <p:cNvSpPr>
              <a:spLocks noChangeShapeType="1"/>
            </p:cNvSpPr>
            <p:nvPr/>
          </p:nvSpPr>
          <p:spPr bwMode="auto">
            <a:xfrm>
              <a:off x="2271783" y="3727241"/>
              <a:ext cx="481689" cy="39190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0909" name="Line 15">
              <a:extLst>
                <a:ext uri="{FF2B5EF4-FFF2-40B4-BE49-F238E27FC236}">
                  <a16:creationId xmlns:a16="http://schemas.microsoft.com/office/drawing/2014/main" id="{1FD41BEC-D9ED-D9BA-ECFD-FFAA32643C97}"/>
                </a:ext>
              </a:extLst>
            </p:cNvPr>
            <p:cNvSpPr>
              <a:spLocks noChangeShapeType="1"/>
            </p:cNvSpPr>
            <p:nvPr/>
          </p:nvSpPr>
          <p:spPr bwMode="auto">
            <a:xfrm flipV="1">
              <a:off x="2319234" y="4473651"/>
              <a:ext cx="345090" cy="24830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0910" name="Text Box 16">
              <a:extLst>
                <a:ext uri="{FF2B5EF4-FFF2-40B4-BE49-F238E27FC236}">
                  <a16:creationId xmlns:a16="http://schemas.microsoft.com/office/drawing/2014/main" id="{550F5661-04F5-3577-DFFE-023F5C59D22A}"/>
                </a:ext>
              </a:extLst>
            </p:cNvPr>
            <p:cNvSpPr txBox="1">
              <a:spLocks noChangeArrowheads="1"/>
            </p:cNvSpPr>
            <p:nvPr/>
          </p:nvSpPr>
          <p:spPr bwMode="auto">
            <a:xfrm>
              <a:off x="4816475" y="4665663"/>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Ack</a:t>
              </a:r>
              <a:endParaRPr lang="ru-RU" altLang="en-US" sz="2000"/>
            </a:p>
          </p:txBody>
        </p:sp>
        <p:sp>
          <p:nvSpPr>
            <p:cNvPr id="80911" name="Line 17">
              <a:extLst>
                <a:ext uri="{FF2B5EF4-FFF2-40B4-BE49-F238E27FC236}">
                  <a16:creationId xmlns:a16="http://schemas.microsoft.com/office/drawing/2014/main" id="{741B561F-88D5-D702-76B9-6047EADE76B7}"/>
                </a:ext>
              </a:extLst>
            </p:cNvPr>
            <p:cNvSpPr>
              <a:spLocks noChangeShapeType="1"/>
            </p:cNvSpPr>
            <p:nvPr/>
          </p:nvSpPr>
          <p:spPr bwMode="auto">
            <a:xfrm flipV="1">
              <a:off x="3209278" y="4313599"/>
              <a:ext cx="1215005" cy="29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2" name="Text Box 18">
              <a:extLst>
                <a:ext uri="{FF2B5EF4-FFF2-40B4-BE49-F238E27FC236}">
                  <a16:creationId xmlns:a16="http://schemas.microsoft.com/office/drawing/2014/main" id="{B8E8AC5E-8A13-BD08-683E-EFB27B342576}"/>
                </a:ext>
              </a:extLst>
            </p:cNvPr>
            <p:cNvSpPr txBox="1">
              <a:spLocks noChangeArrowheads="1"/>
            </p:cNvSpPr>
            <p:nvPr/>
          </p:nvSpPr>
          <p:spPr bwMode="auto">
            <a:xfrm>
              <a:off x="3154362" y="3997325"/>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a:t>
              </a:r>
              <a:endParaRPr lang="ru-RU" altLang="en-US" sz="2000"/>
            </a:p>
          </p:txBody>
        </p:sp>
        <p:sp>
          <p:nvSpPr>
            <p:cNvPr id="80913" name="Line 19">
              <a:extLst>
                <a:ext uri="{FF2B5EF4-FFF2-40B4-BE49-F238E27FC236}">
                  <a16:creationId xmlns:a16="http://schemas.microsoft.com/office/drawing/2014/main" id="{9BAAE0C4-4B4F-1F21-7105-231B6EF84F4A}"/>
                </a:ext>
              </a:extLst>
            </p:cNvPr>
            <p:cNvSpPr>
              <a:spLocks noChangeShapeType="1"/>
            </p:cNvSpPr>
            <p:nvPr/>
          </p:nvSpPr>
          <p:spPr bwMode="auto">
            <a:xfrm flipV="1">
              <a:off x="5698240" y="3306919"/>
              <a:ext cx="0" cy="52951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4" name="Text Box 20">
              <a:extLst>
                <a:ext uri="{FF2B5EF4-FFF2-40B4-BE49-F238E27FC236}">
                  <a16:creationId xmlns:a16="http://schemas.microsoft.com/office/drawing/2014/main" id="{9CA37D62-B6F1-07A2-7C9D-DDC592939A43}"/>
                </a:ext>
              </a:extLst>
            </p:cNvPr>
            <p:cNvSpPr txBox="1">
              <a:spLocks noChangeArrowheads="1"/>
            </p:cNvSpPr>
            <p:nvPr/>
          </p:nvSpPr>
          <p:spPr bwMode="auto">
            <a:xfrm>
              <a:off x="4229100" y="3527425"/>
              <a:ext cx="723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Req</a:t>
              </a:r>
              <a:endParaRPr lang="ru-RU" altLang="en-US" sz="2000"/>
            </a:p>
          </p:txBody>
        </p:sp>
        <p:sp>
          <p:nvSpPr>
            <p:cNvPr id="80915" name="Line 21">
              <a:extLst>
                <a:ext uri="{FF2B5EF4-FFF2-40B4-BE49-F238E27FC236}">
                  <a16:creationId xmlns:a16="http://schemas.microsoft.com/office/drawing/2014/main" id="{4FACFA16-14B1-AC44-0C48-B3C04FC950FA}"/>
                </a:ext>
              </a:extLst>
            </p:cNvPr>
            <p:cNvSpPr>
              <a:spLocks noChangeShapeType="1"/>
            </p:cNvSpPr>
            <p:nvPr/>
          </p:nvSpPr>
          <p:spPr bwMode="auto">
            <a:xfrm>
              <a:off x="6535083" y="3294953"/>
              <a:ext cx="0" cy="1699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6" name="Line 22">
              <a:extLst>
                <a:ext uri="{FF2B5EF4-FFF2-40B4-BE49-F238E27FC236}">
                  <a16:creationId xmlns:a16="http://schemas.microsoft.com/office/drawing/2014/main" id="{A3585EAD-63E6-5E50-80D7-12FC27C339B4}"/>
                </a:ext>
              </a:extLst>
            </p:cNvPr>
            <p:cNvSpPr>
              <a:spLocks noChangeShapeType="1"/>
            </p:cNvSpPr>
            <p:nvPr/>
          </p:nvSpPr>
          <p:spPr bwMode="auto">
            <a:xfrm>
              <a:off x="2306292" y="4724947"/>
              <a:ext cx="0" cy="6102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7" name="Line 23">
              <a:extLst>
                <a:ext uri="{FF2B5EF4-FFF2-40B4-BE49-F238E27FC236}">
                  <a16:creationId xmlns:a16="http://schemas.microsoft.com/office/drawing/2014/main" id="{1B8A7147-06A7-8AEF-E3A3-C8B67456012A}"/>
                </a:ext>
              </a:extLst>
            </p:cNvPr>
            <p:cNvSpPr>
              <a:spLocks noChangeShapeType="1"/>
            </p:cNvSpPr>
            <p:nvPr/>
          </p:nvSpPr>
          <p:spPr bwMode="auto">
            <a:xfrm flipV="1">
              <a:off x="2271783" y="3282986"/>
              <a:ext cx="0" cy="441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8" name="Line 24">
              <a:extLst>
                <a:ext uri="{FF2B5EF4-FFF2-40B4-BE49-F238E27FC236}">
                  <a16:creationId xmlns:a16="http://schemas.microsoft.com/office/drawing/2014/main" id="{321F9B4E-FB27-60F3-72DD-6237F0A94B7B}"/>
                </a:ext>
              </a:extLst>
            </p:cNvPr>
            <p:cNvSpPr>
              <a:spLocks noChangeShapeType="1"/>
            </p:cNvSpPr>
            <p:nvPr/>
          </p:nvSpPr>
          <p:spPr bwMode="auto">
            <a:xfrm>
              <a:off x="3396201" y="4992696"/>
              <a:ext cx="31288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9" name="Text Box 25">
              <a:extLst>
                <a:ext uri="{FF2B5EF4-FFF2-40B4-BE49-F238E27FC236}">
                  <a16:creationId xmlns:a16="http://schemas.microsoft.com/office/drawing/2014/main" id="{CB569E2E-7820-A5B3-6462-9E17AADE640D}"/>
                </a:ext>
              </a:extLst>
            </p:cNvPr>
            <p:cNvSpPr txBox="1">
              <a:spLocks noChangeArrowheads="1"/>
            </p:cNvSpPr>
            <p:nvPr/>
          </p:nvSpPr>
          <p:spPr bwMode="auto">
            <a:xfrm>
              <a:off x="2276475" y="3267075"/>
              <a:ext cx="1565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DataReady</a:t>
              </a:r>
              <a:endParaRPr lang="ru-RU" altLang="en-US" sz="2000"/>
            </a:p>
          </p:txBody>
        </p:sp>
        <p:sp>
          <p:nvSpPr>
            <p:cNvPr id="80920" name="Text Box 26">
              <a:extLst>
                <a:ext uri="{FF2B5EF4-FFF2-40B4-BE49-F238E27FC236}">
                  <a16:creationId xmlns:a16="http://schemas.microsoft.com/office/drawing/2014/main" id="{5404D392-6DD3-9595-A54C-5CD1BE5A1362}"/>
                </a:ext>
              </a:extLst>
            </p:cNvPr>
            <p:cNvSpPr txBox="1">
              <a:spLocks noChangeArrowheads="1"/>
            </p:cNvSpPr>
            <p:nvPr/>
          </p:nvSpPr>
          <p:spPr bwMode="auto">
            <a:xfrm>
              <a:off x="6510338" y="3297238"/>
              <a:ext cx="1795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DataAccepted</a:t>
              </a:r>
              <a:endParaRPr lang="ru-RU" altLang="en-US" sz="2000"/>
            </a:p>
          </p:txBody>
        </p:sp>
        <p:sp>
          <p:nvSpPr>
            <p:cNvPr id="70681" name="Oval 27">
              <a:extLst>
                <a:ext uri="{FF2B5EF4-FFF2-40B4-BE49-F238E27FC236}">
                  <a16:creationId xmlns:a16="http://schemas.microsoft.com/office/drawing/2014/main" id="{2B7C054C-9BE0-4507-BF14-96D2665B38C8}"/>
                </a:ext>
              </a:extLst>
            </p:cNvPr>
            <p:cNvSpPr>
              <a:spLocks noChangeArrowheads="1"/>
            </p:cNvSpPr>
            <p:nvPr/>
          </p:nvSpPr>
          <p:spPr bwMode="auto">
            <a:xfrm>
              <a:off x="2632075" y="4416425"/>
              <a:ext cx="114300" cy="119063"/>
            </a:xfrm>
            <a:prstGeom prst="ellipse">
              <a:avLst/>
            </a:prstGeom>
            <a:solidFill>
              <a:schemeClr val="accent1">
                <a:lumMod val="20000"/>
                <a:lumOff val="80000"/>
              </a:schemeClr>
            </a:solidFill>
            <a:ln w="254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70682" name="Oval 28">
              <a:extLst>
                <a:ext uri="{FF2B5EF4-FFF2-40B4-BE49-F238E27FC236}">
                  <a16:creationId xmlns:a16="http://schemas.microsoft.com/office/drawing/2014/main" id="{3A6B18C5-6D54-4166-A07C-3B4323FECF79}"/>
                </a:ext>
              </a:extLst>
            </p:cNvPr>
            <p:cNvSpPr>
              <a:spLocks noChangeArrowheads="1"/>
            </p:cNvSpPr>
            <p:nvPr/>
          </p:nvSpPr>
          <p:spPr bwMode="auto">
            <a:xfrm>
              <a:off x="3706813" y="4043363"/>
              <a:ext cx="517525" cy="538162"/>
            </a:xfrm>
            <a:prstGeom prst="ellipse">
              <a:avLst/>
            </a:prstGeom>
            <a:solidFill>
              <a:schemeClr val="accent1">
                <a:lumMod val="20000"/>
                <a:lumOff val="80000"/>
              </a:schemeClr>
            </a:solidFill>
            <a:ln w="25400">
              <a:solidFill>
                <a:schemeClr val="tx1"/>
              </a:solidFill>
              <a:round/>
              <a:headEnd/>
              <a:tailEnd/>
            </a:ln>
          </p:spPr>
          <p:txBody>
            <a:bodyPr wrap="none" anchor="ctr"/>
            <a:lstStyle/>
            <a:p>
              <a:pPr algn="ctr" eaLnBrk="1" hangingPunct="1">
                <a:defRPr/>
              </a:pPr>
              <a:r>
                <a:rPr lang="en-US" sz="2000">
                  <a:latin typeface="Arial" charset="0"/>
                  <a:cs typeface="Arial" charset="0"/>
                </a:rPr>
                <a:t>C</a:t>
              </a:r>
              <a:endParaRPr lang="ru-RU" sz="2000">
                <a:latin typeface="Arial" charset="0"/>
                <a:cs typeface="Arial" charset="0"/>
              </a:endParaRPr>
            </a:p>
          </p:txBody>
        </p:sp>
        <p:sp>
          <p:nvSpPr>
            <p:cNvPr id="80923" name="Line 29">
              <a:extLst>
                <a:ext uri="{FF2B5EF4-FFF2-40B4-BE49-F238E27FC236}">
                  <a16:creationId xmlns:a16="http://schemas.microsoft.com/office/drawing/2014/main" id="{F420B9B6-932B-2845-C0F9-837460E13C1D}"/>
                </a:ext>
              </a:extLst>
            </p:cNvPr>
            <p:cNvSpPr>
              <a:spLocks noChangeShapeType="1"/>
            </p:cNvSpPr>
            <p:nvPr/>
          </p:nvSpPr>
          <p:spPr bwMode="auto">
            <a:xfrm flipV="1">
              <a:off x="3380385" y="4517029"/>
              <a:ext cx="345090" cy="24830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0924" name="Line 30">
              <a:extLst>
                <a:ext uri="{FF2B5EF4-FFF2-40B4-BE49-F238E27FC236}">
                  <a16:creationId xmlns:a16="http://schemas.microsoft.com/office/drawing/2014/main" id="{08613D50-F8B2-8E62-00AF-7570BDAF4740}"/>
                </a:ext>
              </a:extLst>
            </p:cNvPr>
            <p:cNvSpPr>
              <a:spLocks noChangeShapeType="1"/>
            </p:cNvSpPr>
            <p:nvPr/>
          </p:nvSpPr>
          <p:spPr bwMode="auto">
            <a:xfrm>
              <a:off x="3390450" y="4744392"/>
              <a:ext cx="0" cy="23783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5" name="Oval 31">
              <a:extLst>
                <a:ext uri="{FF2B5EF4-FFF2-40B4-BE49-F238E27FC236}">
                  <a16:creationId xmlns:a16="http://schemas.microsoft.com/office/drawing/2014/main" id="{716DA107-3B8B-44A4-8C2C-9CB81DE68C52}"/>
                </a:ext>
              </a:extLst>
            </p:cNvPr>
            <p:cNvSpPr>
              <a:spLocks noChangeArrowheads="1"/>
            </p:cNvSpPr>
            <p:nvPr/>
          </p:nvSpPr>
          <p:spPr bwMode="auto">
            <a:xfrm>
              <a:off x="3694113" y="4460875"/>
              <a:ext cx="112712" cy="117475"/>
            </a:xfrm>
            <a:prstGeom prst="ellipse">
              <a:avLst/>
            </a:prstGeom>
            <a:solidFill>
              <a:schemeClr val="accent1">
                <a:lumMod val="20000"/>
                <a:lumOff val="80000"/>
              </a:schemeClr>
            </a:solidFill>
            <a:ln w="254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80926" name="Line 32">
              <a:extLst>
                <a:ext uri="{FF2B5EF4-FFF2-40B4-BE49-F238E27FC236}">
                  <a16:creationId xmlns:a16="http://schemas.microsoft.com/office/drawing/2014/main" id="{E4091FAD-C57A-36D7-86D0-140C68280E6E}"/>
                </a:ext>
              </a:extLst>
            </p:cNvPr>
            <p:cNvSpPr>
              <a:spLocks noChangeShapeType="1"/>
            </p:cNvSpPr>
            <p:nvPr/>
          </p:nvSpPr>
          <p:spPr bwMode="auto">
            <a:xfrm>
              <a:off x="2303417" y="5332245"/>
              <a:ext cx="2102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7" name="Line 33">
              <a:extLst>
                <a:ext uri="{FF2B5EF4-FFF2-40B4-BE49-F238E27FC236}">
                  <a16:creationId xmlns:a16="http://schemas.microsoft.com/office/drawing/2014/main" id="{B9A56BDB-937B-0715-3418-06D1EDE4B777}"/>
                </a:ext>
              </a:extLst>
            </p:cNvPr>
            <p:cNvSpPr>
              <a:spLocks noChangeShapeType="1"/>
            </p:cNvSpPr>
            <p:nvPr/>
          </p:nvSpPr>
          <p:spPr bwMode="auto">
            <a:xfrm flipV="1">
              <a:off x="4417093" y="4313599"/>
              <a:ext cx="0" cy="10186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8" name="Line 34">
              <a:extLst>
                <a:ext uri="{FF2B5EF4-FFF2-40B4-BE49-F238E27FC236}">
                  <a16:creationId xmlns:a16="http://schemas.microsoft.com/office/drawing/2014/main" id="{F6A9AF19-879F-5FBA-E198-38E50279D9F8}"/>
                </a:ext>
              </a:extLst>
            </p:cNvPr>
            <p:cNvSpPr>
              <a:spLocks noChangeShapeType="1"/>
            </p:cNvSpPr>
            <p:nvPr/>
          </p:nvSpPr>
          <p:spPr bwMode="auto">
            <a:xfrm flipV="1">
              <a:off x="3446528" y="3839427"/>
              <a:ext cx="0" cy="474171"/>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0929" name="Line 35">
              <a:extLst>
                <a:ext uri="{FF2B5EF4-FFF2-40B4-BE49-F238E27FC236}">
                  <a16:creationId xmlns:a16="http://schemas.microsoft.com/office/drawing/2014/main" id="{A9AE59C3-38B5-BA11-1B6D-B4F86F5215C4}"/>
                </a:ext>
              </a:extLst>
            </p:cNvPr>
            <p:cNvSpPr>
              <a:spLocks noChangeShapeType="1"/>
            </p:cNvSpPr>
            <p:nvPr/>
          </p:nvSpPr>
          <p:spPr bwMode="auto">
            <a:xfrm>
              <a:off x="3446528" y="3839427"/>
              <a:ext cx="22488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30" name="Text Box 36">
              <a:extLst>
                <a:ext uri="{FF2B5EF4-FFF2-40B4-BE49-F238E27FC236}">
                  <a16:creationId xmlns:a16="http://schemas.microsoft.com/office/drawing/2014/main" id="{212B06CF-51B7-9495-EA83-F0A47EC4C9B8}"/>
                </a:ext>
              </a:extLst>
            </p:cNvPr>
            <p:cNvSpPr txBox="1">
              <a:spLocks noChangeArrowheads="1"/>
            </p:cNvSpPr>
            <p:nvPr/>
          </p:nvSpPr>
          <p:spPr bwMode="auto">
            <a:xfrm>
              <a:off x="4229100" y="3975100"/>
              <a:ext cx="390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endParaRPr lang="ru-RU" altLang="en-US" sz="2000"/>
            </a:p>
          </p:txBody>
        </p:sp>
      </p:grpSp>
      <p:sp>
        <p:nvSpPr>
          <p:cNvPr id="80899" name="Rectangle 4">
            <a:extLst>
              <a:ext uri="{FF2B5EF4-FFF2-40B4-BE49-F238E27FC236}">
                <a16:creationId xmlns:a16="http://schemas.microsoft.com/office/drawing/2014/main" id="{D5613EFD-9591-68AA-C9C7-321D4FA58527}"/>
              </a:ext>
            </a:extLst>
          </p:cNvPr>
          <p:cNvSpPr txBox="1">
            <a:spLocks noChangeArrowheads="1"/>
          </p:cNvSpPr>
          <p:nvPr/>
        </p:nvSpPr>
        <p:spPr bwMode="auto">
          <a:xfrm>
            <a:off x="1981200" y="277814"/>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3600" b="1" dirty="0"/>
          </a:p>
        </p:txBody>
      </p:sp>
      <p:sp>
        <p:nvSpPr>
          <p:cNvPr id="3" name="Title 2">
            <a:extLst>
              <a:ext uri="{FF2B5EF4-FFF2-40B4-BE49-F238E27FC236}">
                <a16:creationId xmlns:a16="http://schemas.microsoft.com/office/drawing/2014/main" id="{9465B441-99D9-4E9E-F6CD-B4140866375C}"/>
              </a:ext>
            </a:extLst>
          </p:cNvPr>
          <p:cNvSpPr>
            <a:spLocks noGrp="1"/>
          </p:cNvSpPr>
          <p:nvPr>
            <p:ph type="title"/>
          </p:nvPr>
        </p:nvSpPr>
        <p:spPr/>
        <p:txBody>
          <a:bodyPr>
            <a:normAutofit/>
          </a:bodyPr>
          <a:lstStyle/>
          <a:p>
            <a:r>
              <a:rPr lang="en-US" dirty="0"/>
              <a:t>Implementation of 4-phase Protocol Using C-elements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2" name="Group 27">
            <a:extLst>
              <a:ext uri="{FF2B5EF4-FFF2-40B4-BE49-F238E27FC236}">
                <a16:creationId xmlns:a16="http://schemas.microsoft.com/office/drawing/2014/main" id="{7005F06B-C280-84B4-5D20-0B4F2591AB15}"/>
              </a:ext>
            </a:extLst>
          </p:cNvPr>
          <p:cNvGrpSpPr>
            <a:grpSpLocks/>
          </p:cNvGrpSpPr>
          <p:nvPr/>
        </p:nvGrpSpPr>
        <p:grpSpPr bwMode="auto">
          <a:xfrm>
            <a:off x="2000250" y="1654176"/>
            <a:ext cx="8058150" cy="4060825"/>
            <a:chOff x="476250" y="1654175"/>
            <a:chExt cx="8058150" cy="4060825"/>
          </a:xfrm>
        </p:grpSpPr>
        <p:sp>
          <p:nvSpPr>
            <p:cNvPr id="81924" name="Rectangle 37">
              <a:extLst>
                <a:ext uri="{FF2B5EF4-FFF2-40B4-BE49-F238E27FC236}">
                  <a16:creationId xmlns:a16="http://schemas.microsoft.com/office/drawing/2014/main" id="{FF6B97A3-F085-AEFE-0542-6EC97959B4BF}"/>
                </a:ext>
              </a:extLst>
            </p:cNvPr>
            <p:cNvSpPr>
              <a:spLocks noChangeArrowheads="1"/>
            </p:cNvSpPr>
            <p:nvPr/>
          </p:nvSpPr>
          <p:spPr bwMode="auto">
            <a:xfrm>
              <a:off x="536575" y="51054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Clr>
                  <a:srgbClr val="0000FF"/>
                </a:buClr>
              </a:pPr>
              <a:r>
                <a:rPr lang="es-ES_tradnl" altLang="en-US" sz="2400"/>
                <a:t>Transition signaling, 2-phase</a:t>
              </a:r>
            </a:p>
          </p:txBody>
        </p:sp>
        <p:sp>
          <p:nvSpPr>
            <p:cNvPr id="81925" name="Text Box 6">
              <a:extLst>
                <a:ext uri="{FF2B5EF4-FFF2-40B4-BE49-F238E27FC236}">
                  <a16:creationId xmlns:a16="http://schemas.microsoft.com/office/drawing/2014/main" id="{8BB611DC-635B-7380-FFC1-FE196ACFAA18}"/>
                </a:ext>
              </a:extLst>
            </p:cNvPr>
            <p:cNvSpPr txBox="1">
              <a:spLocks noChangeArrowheads="1"/>
            </p:cNvSpPr>
            <p:nvPr/>
          </p:nvSpPr>
          <p:spPr bwMode="auto">
            <a:xfrm>
              <a:off x="476250" y="1654175"/>
              <a:ext cx="1724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Valid address</a:t>
              </a:r>
            </a:p>
          </p:txBody>
        </p:sp>
        <p:sp>
          <p:nvSpPr>
            <p:cNvPr id="81926" name="Text Box 7">
              <a:extLst>
                <a:ext uri="{FF2B5EF4-FFF2-40B4-BE49-F238E27FC236}">
                  <a16:creationId xmlns:a16="http://schemas.microsoft.com/office/drawing/2014/main" id="{B0E05ED4-9C5F-C024-995F-2132A022D397}"/>
                </a:ext>
              </a:extLst>
            </p:cNvPr>
            <p:cNvSpPr txBox="1">
              <a:spLocks noChangeArrowheads="1"/>
            </p:cNvSpPr>
            <p:nvPr/>
          </p:nvSpPr>
          <p:spPr bwMode="auto">
            <a:xfrm>
              <a:off x="476250" y="2601913"/>
              <a:ext cx="1116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Address</a:t>
              </a:r>
            </a:p>
          </p:txBody>
        </p:sp>
        <p:sp>
          <p:nvSpPr>
            <p:cNvPr id="81927" name="Text Box 8">
              <a:extLst>
                <a:ext uri="{FF2B5EF4-FFF2-40B4-BE49-F238E27FC236}">
                  <a16:creationId xmlns:a16="http://schemas.microsoft.com/office/drawing/2014/main" id="{FD31D67B-B13F-EB3D-E932-51CDAA83FB44}"/>
                </a:ext>
              </a:extLst>
            </p:cNvPr>
            <p:cNvSpPr txBox="1">
              <a:spLocks noChangeArrowheads="1"/>
            </p:cNvSpPr>
            <p:nvPr/>
          </p:nvSpPr>
          <p:spPr bwMode="auto">
            <a:xfrm>
              <a:off x="476250" y="3489325"/>
              <a:ext cx="1314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Valid data</a:t>
              </a:r>
            </a:p>
          </p:txBody>
        </p:sp>
        <p:sp>
          <p:nvSpPr>
            <p:cNvPr id="81928" name="Text Box 9">
              <a:extLst>
                <a:ext uri="{FF2B5EF4-FFF2-40B4-BE49-F238E27FC236}">
                  <a16:creationId xmlns:a16="http://schemas.microsoft.com/office/drawing/2014/main" id="{A71EA7D3-94DA-9942-A5FE-54BFC3EEA5C7}"/>
                </a:ext>
              </a:extLst>
            </p:cNvPr>
            <p:cNvSpPr txBox="1">
              <a:spLocks noChangeArrowheads="1"/>
            </p:cNvSpPr>
            <p:nvPr/>
          </p:nvSpPr>
          <p:spPr bwMode="auto">
            <a:xfrm>
              <a:off x="476250" y="4346575"/>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sp>
          <p:nvSpPr>
            <p:cNvPr id="2" name="AutoShape 10">
              <a:extLst>
                <a:ext uri="{FF2B5EF4-FFF2-40B4-BE49-F238E27FC236}">
                  <a16:creationId xmlns:a16="http://schemas.microsoft.com/office/drawing/2014/main" id="{3C0D64E2-38F1-4442-A94F-6AB90208B722}"/>
                </a:ext>
              </a:extLst>
            </p:cNvPr>
            <p:cNvSpPr>
              <a:spLocks noChangeArrowheads="1"/>
            </p:cNvSpPr>
            <p:nvPr/>
          </p:nvSpPr>
          <p:spPr bwMode="auto">
            <a:xfrm>
              <a:off x="1695450" y="2601913"/>
              <a:ext cx="946150" cy="434975"/>
            </a:xfrm>
            <a:prstGeom prst="hexagon">
              <a:avLst>
                <a:gd name="adj" fmla="val 14290"/>
                <a:gd name="vf" fmla="val 115470"/>
              </a:avLst>
            </a:prstGeom>
            <a:solidFill>
              <a:schemeClr val="bg1">
                <a:lumMod val="75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3" name="AutoShape 11">
              <a:extLst>
                <a:ext uri="{FF2B5EF4-FFF2-40B4-BE49-F238E27FC236}">
                  <a16:creationId xmlns:a16="http://schemas.microsoft.com/office/drawing/2014/main" id="{C3E27387-3276-4137-BA8E-51D02FBF08B5}"/>
                </a:ext>
              </a:extLst>
            </p:cNvPr>
            <p:cNvSpPr>
              <a:spLocks noChangeArrowheads="1"/>
            </p:cNvSpPr>
            <p:nvPr/>
          </p:nvSpPr>
          <p:spPr bwMode="auto">
            <a:xfrm>
              <a:off x="5114925" y="2601913"/>
              <a:ext cx="946150" cy="434975"/>
            </a:xfrm>
            <a:prstGeom prst="hexagon">
              <a:avLst>
                <a:gd name="adj" fmla="val 14290"/>
                <a:gd name="vf" fmla="val 115470"/>
              </a:avLst>
            </a:prstGeom>
            <a:solidFill>
              <a:schemeClr val="bg1">
                <a:lumMod val="65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2715" name="AutoShape 12">
              <a:extLst>
                <a:ext uri="{FF2B5EF4-FFF2-40B4-BE49-F238E27FC236}">
                  <a16:creationId xmlns:a16="http://schemas.microsoft.com/office/drawing/2014/main" id="{9BA844BD-9726-4F9D-A981-9E68FBF1ECF3}"/>
                </a:ext>
              </a:extLst>
            </p:cNvPr>
            <p:cNvSpPr>
              <a:spLocks noChangeArrowheads="1"/>
            </p:cNvSpPr>
            <p:nvPr/>
          </p:nvSpPr>
          <p:spPr bwMode="auto">
            <a:xfrm>
              <a:off x="6278563" y="4343400"/>
              <a:ext cx="946150" cy="436563"/>
            </a:xfrm>
            <a:prstGeom prst="hexagon">
              <a:avLst>
                <a:gd name="adj" fmla="val 14238"/>
                <a:gd name="vf" fmla="val 115470"/>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2716" name="AutoShape 13">
              <a:extLst>
                <a:ext uri="{FF2B5EF4-FFF2-40B4-BE49-F238E27FC236}">
                  <a16:creationId xmlns:a16="http://schemas.microsoft.com/office/drawing/2014/main" id="{9325F90C-C020-42EF-8F82-042954F2A926}"/>
                </a:ext>
              </a:extLst>
            </p:cNvPr>
            <p:cNvSpPr>
              <a:spLocks noChangeArrowheads="1"/>
            </p:cNvSpPr>
            <p:nvPr/>
          </p:nvSpPr>
          <p:spPr bwMode="auto">
            <a:xfrm>
              <a:off x="3005138" y="4333875"/>
              <a:ext cx="946150" cy="436563"/>
            </a:xfrm>
            <a:prstGeom prst="hexagon">
              <a:avLst>
                <a:gd name="adj" fmla="val 14238"/>
                <a:gd name="vf" fmla="val 115470"/>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4" name="AutoShape 14">
              <a:extLst>
                <a:ext uri="{FF2B5EF4-FFF2-40B4-BE49-F238E27FC236}">
                  <a16:creationId xmlns:a16="http://schemas.microsoft.com/office/drawing/2014/main" id="{B25216EE-EB61-47CC-9C85-CE57E6CEBB69}"/>
                </a:ext>
              </a:extLst>
            </p:cNvPr>
            <p:cNvSpPr>
              <a:spLocks noChangeArrowheads="1"/>
            </p:cNvSpPr>
            <p:nvPr/>
          </p:nvSpPr>
          <p:spPr bwMode="auto">
            <a:xfrm>
              <a:off x="2641600" y="2601913"/>
              <a:ext cx="2473325" cy="434975"/>
            </a:xfrm>
            <a:prstGeom prst="hexagon">
              <a:avLst>
                <a:gd name="adj" fmla="val 16664"/>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5" name="AutoShape 15">
              <a:extLst>
                <a:ext uri="{FF2B5EF4-FFF2-40B4-BE49-F238E27FC236}">
                  <a16:creationId xmlns:a16="http://schemas.microsoft.com/office/drawing/2014/main" id="{2226C286-E80E-4F25-A90B-542E864065DF}"/>
                </a:ext>
              </a:extLst>
            </p:cNvPr>
            <p:cNvSpPr>
              <a:spLocks noChangeArrowheads="1"/>
            </p:cNvSpPr>
            <p:nvPr/>
          </p:nvSpPr>
          <p:spPr bwMode="auto">
            <a:xfrm>
              <a:off x="3951288" y="4346575"/>
              <a:ext cx="2327275" cy="436563"/>
            </a:xfrm>
            <a:prstGeom prst="hexagon">
              <a:avLst>
                <a:gd name="adj" fmla="val 15697"/>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1693" name="AutoShape 16">
              <a:extLst>
                <a:ext uri="{FF2B5EF4-FFF2-40B4-BE49-F238E27FC236}">
                  <a16:creationId xmlns:a16="http://schemas.microsoft.com/office/drawing/2014/main" id="{A9B36680-FFC3-48B5-ADA4-DA3090890FE2}"/>
                </a:ext>
              </a:extLst>
            </p:cNvPr>
            <p:cNvSpPr>
              <a:spLocks noChangeArrowheads="1"/>
            </p:cNvSpPr>
            <p:nvPr/>
          </p:nvSpPr>
          <p:spPr bwMode="auto">
            <a:xfrm>
              <a:off x="6061075" y="2601913"/>
              <a:ext cx="2473325" cy="434975"/>
            </a:xfrm>
            <a:prstGeom prst="hexagon">
              <a:avLst>
                <a:gd name="adj" fmla="val 10082"/>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1694" name="AutoShape 17">
              <a:extLst>
                <a:ext uri="{FF2B5EF4-FFF2-40B4-BE49-F238E27FC236}">
                  <a16:creationId xmlns:a16="http://schemas.microsoft.com/office/drawing/2014/main" id="{BB10EF7F-442B-4C1D-AEE5-4B214DDD9BBD}"/>
                </a:ext>
              </a:extLst>
            </p:cNvPr>
            <p:cNvSpPr>
              <a:spLocks noChangeArrowheads="1"/>
            </p:cNvSpPr>
            <p:nvPr/>
          </p:nvSpPr>
          <p:spPr bwMode="auto">
            <a:xfrm>
              <a:off x="1719263" y="4318000"/>
              <a:ext cx="1266825" cy="436563"/>
            </a:xfrm>
            <a:prstGeom prst="hexagon">
              <a:avLst>
                <a:gd name="adj" fmla="val 11231"/>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71695" name="AutoShape 18">
              <a:extLst>
                <a:ext uri="{FF2B5EF4-FFF2-40B4-BE49-F238E27FC236}">
                  <a16:creationId xmlns:a16="http://schemas.microsoft.com/office/drawing/2014/main" id="{63025DD3-8AF1-45B6-8DAB-E4EC2D764148}"/>
                </a:ext>
              </a:extLst>
            </p:cNvPr>
            <p:cNvSpPr>
              <a:spLocks noChangeArrowheads="1"/>
            </p:cNvSpPr>
            <p:nvPr/>
          </p:nvSpPr>
          <p:spPr bwMode="auto">
            <a:xfrm>
              <a:off x="7224713" y="4346575"/>
              <a:ext cx="1309687" cy="436563"/>
            </a:xfrm>
            <a:prstGeom prst="hexagon">
              <a:avLst>
                <a:gd name="adj" fmla="val 14597"/>
                <a:gd name="vf" fmla="val 115470"/>
              </a:avLst>
            </a:prstGeom>
            <a:solidFill>
              <a:schemeClr val="accent1">
                <a:lumMod val="20000"/>
                <a:lumOff val="80000"/>
              </a:schemeClr>
            </a:solidFill>
            <a:ln w="12700">
              <a:solidFill>
                <a:srgbClr val="333300"/>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71696" name="AutoShape 19">
              <a:extLst>
                <a:ext uri="{FF2B5EF4-FFF2-40B4-BE49-F238E27FC236}">
                  <a16:creationId xmlns:a16="http://schemas.microsoft.com/office/drawing/2014/main" id="{EDFC5778-B6D7-4860-872D-3CC9E320BBF4}"/>
                </a:ext>
              </a:extLst>
            </p:cNvPr>
            <p:cNvSpPr>
              <a:spLocks noChangeArrowheads="1"/>
            </p:cNvSpPr>
            <p:nvPr/>
          </p:nvSpPr>
          <p:spPr bwMode="auto">
            <a:xfrm>
              <a:off x="1476375" y="2601913"/>
              <a:ext cx="219075" cy="434975"/>
            </a:xfrm>
            <a:prstGeom prst="hexagon">
              <a:avLst>
                <a:gd name="adj" fmla="val 20833"/>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81939" name="Text Box 20">
              <a:extLst>
                <a:ext uri="{FF2B5EF4-FFF2-40B4-BE49-F238E27FC236}">
                  <a16:creationId xmlns:a16="http://schemas.microsoft.com/office/drawing/2014/main" id="{4665798D-945A-DFA8-D4DD-549361E4389B}"/>
                </a:ext>
              </a:extLst>
            </p:cNvPr>
            <p:cNvSpPr txBox="1">
              <a:spLocks noChangeArrowheads="1"/>
            </p:cNvSpPr>
            <p:nvPr/>
          </p:nvSpPr>
          <p:spPr bwMode="auto">
            <a:xfrm>
              <a:off x="1800225" y="2619375"/>
              <a:ext cx="935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a:t>
              </a:r>
            </a:p>
          </p:txBody>
        </p:sp>
        <p:sp>
          <p:nvSpPr>
            <p:cNvPr id="81940" name="Text Box 23">
              <a:extLst>
                <a:ext uri="{FF2B5EF4-FFF2-40B4-BE49-F238E27FC236}">
                  <a16:creationId xmlns:a16="http://schemas.microsoft.com/office/drawing/2014/main" id="{F5DF8135-2BCE-626C-4FCF-ECEEFDE894EF}"/>
                </a:ext>
              </a:extLst>
            </p:cNvPr>
            <p:cNvSpPr txBox="1">
              <a:spLocks noChangeArrowheads="1"/>
            </p:cNvSpPr>
            <p:nvPr/>
          </p:nvSpPr>
          <p:spPr bwMode="auto">
            <a:xfrm>
              <a:off x="3160713" y="4310063"/>
              <a:ext cx="96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sp>
          <p:nvSpPr>
            <p:cNvPr id="81941" name="Freeform 24">
              <a:extLst>
                <a:ext uri="{FF2B5EF4-FFF2-40B4-BE49-F238E27FC236}">
                  <a16:creationId xmlns:a16="http://schemas.microsoft.com/office/drawing/2014/main" id="{CC264B91-B80E-C22D-2475-4DB8BA6C87F4}"/>
                </a:ext>
              </a:extLst>
            </p:cNvPr>
            <p:cNvSpPr>
              <a:spLocks/>
            </p:cNvSpPr>
            <p:nvPr/>
          </p:nvSpPr>
          <p:spPr bwMode="auto">
            <a:xfrm>
              <a:off x="1476375" y="1728788"/>
              <a:ext cx="6985000" cy="436562"/>
            </a:xfrm>
            <a:custGeom>
              <a:avLst/>
              <a:gdLst>
                <a:gd name="T0" fmla="*/ 0 w 4608"/>
                <a:gd name="T1" fmla="*/ 2147483646 h 240"/>
                <a:gd name="T2" fmla="*/ 2147483646 w 4608"/>
                <a:gd name="T3" fmla="*/ 2147483646 h 240"/>
                <a:gd name="T4" fmla="*/ 2147483646 w 4608"/>
                <a:gd name="T5" fmla="*/ 0 h 240"/>
                <a:gd name="T6" fmla="*/ 2147483646 w 4608"/>
                <a:gd name="T7" fmla="*/ 0 h 240"/>
                <a:gd name="T8" fmla="*/ 2147483646 w 4608"/>
                <a:gd name="T9" fmla="*/ 2147483646 h 240"/>
                <a:gd name="T10" fmla="*/ 2147483646 w 4608"/>
                <a:gd name="T11" fmla="*/ 2147483646 h 240"/>
                <a:gd name="T12" fmla="*/ 0 60000 65536"/>
                <a:gd name="T13" fmla="*/ 0 60000 65536"/>
                <a:gd name="T14" fmla="*/ 0 60000 65536"/>
                <a:gd name="T15" fmla="*/ 0 60000 65536"/>
                <a:gd name="T16" fmla="*/ 0 60000 65536"/>
                <a:gd name="T17" fmla="*/ 0 60000 65536"/>
                <a:gd name="T18" fmla="*/ 0 w 4608"/>
                <a:gd name="T19" fmla="*/ 0 h 240"/>
                <a:gd name="T20" fmla="*/ 4608 w 4608"/>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4608" h="240">
                  <a:moveTo>
                    <a:pt x="0" y="240"/>
                  </a:moveTo>
                  <a:lnTo>
                    <a:pt x="432" y="240"/>
                  </a:lnTo>
                  <a:lnTo>
                    <a:pt x="480" y="0"/>
                  </a:lnTo>
                  <a:lnTo>
                    <a:pt x="2544" y="0"/>
                  </a:lnTo>
                  <a:lnTo>
                    <a:pt x="2592" y="240"/>
                  </a:lnTo>
                  <a:lnTo>
                    <a:pt x="4608"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42" name="Freeform 25">
              <a:extLst>
                <a:ext uri="{FF2B5EF4-FFF2-40B4-BE49-F238E27FC236}">
                  <a16:creationId xmlns:a16="http://schemas.microsoft.com/office/drawing/2014/main" id="{2FE9D027-706A-27E8-D049-0D1397CD9122}"/>
                </a:ext>
              </a:extLst>
            </p:cNvPr>
            <p:cNvSpPr>
              <a:spLocks/>
            </p:cNvSpPr>
            <p:nvPr/>
          </p:nvSpPr>
          <p:spPr bwMode="auto">
            <a:xfrm>
              <a:off x="1476375" y="3473450"/>
              <a:ext cx="6985000" cy="436563"/>
            </a:xfrm>
            <a:custGeom>
              <a:avLst/>
              <a:gdLst>
                <a:gd name="T0" fmla="*/ 0 w 4608"/>
                <a:gd name="T1" fmla="*/ 2147483646 h 240"/>
                <a:gd name="T2" fmla="*/ 2147483646 w 4608"/>
                <a:gd name="T3" fmla="*/ 2147483646 h 240"/>
                <a:gd name="T4" fmla="*/ 2147483646 w 4608"/>
                <a:gd name="T5" fmla="*/ 0 h 240"/>
                <a:gd name="T6" fmla="*/ 2147483646 w 4608"/>
                <a:gd name="T7" fmla="*/ 0 h 240"/>
                <a:gd name="T8" fmla="*/ 2147483646 w 4608"/>
                <a:gd name="T9" fmla="*/ 2147483646 h 240"/>
                <a:gd name="T10" fmla="*/ 2147483646 w 4608"/>
                <a:gd name="T11" fmla="*/ 2147483646 h 240"/>
                <a:gd name="T12" fmla="*/ 0 60000 65536"/>
                <a:gd name="T13" fmla="*/ 0 60000 65536"/>
                <a:gd name="T14" fmla="*/ 0 60000 65536"/>
                <a:gd name="T15" fmla="*/ 0 60000 65536"/>
                <a:gd name="T16" fmla="*/ 0 60000 65536"/>
                <a:gd name="T17" fmla="*/ 0 60000 65536"/>
                <a:gd name="T18" fmla="*/ 0 w 4608"/>
                <a:gd name="T19" fmla="*/ 0 h 240"/>
                <a:gd name="T20" fmla="*/ 4608 w 4608"/>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4608" h="240">
                  <a:moveTo>
                    <a:pt x="0" y="240"/>
                  </a:moveTo>
                  <a:lnTo>
                    <a:pt x="1200" y="240"/>
                  </a:lnTo>
                  <a:lnTo>
                    <a:pt x="1248" y="0"/>
                  </a:lnTo>
                  <a:lnTo>
                    <a:pt x="3312" y="0"/>
                  </a:lnTo>
                  <a:lnTo>
                    <a:pt x="3360" y="240"/>
                  </a:lnTo>
                  <a:lnTo>
                    <a:pt x="4608"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43" name="Freeform 38">
              <a:extLst>
                <a:ext uri="{FF2B5EF4-FFF2-40B4-BE49-F238E27FC236}">
                  <a16:creationId xmlns:a16="http://schemas.microsoft.com/office/drawing/2014/main" id="{E1FC3F4B-29FF-2AE6-0745-65E6D87619B0}"/>
                </a:ext>
              </a:extLst>
            </p:cNvPr>
            <p:cNvSpPr>
              <a:spLocks/>
            </p:cNvSpPr>
            <p:nvPr/>
          </p:nvSpPr>
          <p:spPr bwMode="auto">
            <a:xfrm>
              <a:off x="2235200" y="1919288"/>
              <a:ext cx="1031875" cy="1812925"/>
            </a:xfrm>
            <a:custGeom>
              <a:avLst/>
              <a:gdLst>
                <a:gd name="T0" fmla="*/ 0 w 681"/>
                <a:gd name="T1" fmla="*/ 0 h 997"/>
                <a:gd name="T2" fmla="*/ 2147483646 w 681"/>
                <a:gd name="T3" fmla="*/ 2147483646 h 997"/>
                <a:gd name="T4" fmla="*/ 2147483646 w 681"/>
                <a:gd name="T5" fmla="*/ 2147483646 h 997"/>
                <a:gd name="T6" fmla="*/ 2147483646 w 681"/>
                <a:gd name="T7" fmla="*/ 2147483646 h 997"/>
                <a:gd name="T8" fmla="*/ 0 60000 65536"/>
                <a:gd name="T9" fmla="*/ 0 60000 65536"/>
                <a:gd name="T10" fmla="*/ 0 60000 65536"/>
                <a:gd name="T11" fmla="*/ 0 60000 65536"/>
                <a:gd name="T12" fmla="*/ 0 w 681"/>
                <a:gd name="T13" fmla="*/ 0 h 997"/>
                <a:gd name="T14" fmla="*/ 681 w 681"/>
                <a:gd name="T15" fmla="*/ 997 h 997"/>
              </a:gdLst>
              <a:ahLst/>
              <a:cxnLst>
                <a:cxn ang="T8">
                  <a:pos x="T0" y="T1"/>
                </a:cxn>
                <a:cxn ang="T9">
                  <a:pos x="T2" y="T3"/>
                </a:cxn>
                <a:cxn ang="T10">
                  <a:pos x="T4" y="T5"/>
                </a:cxn>
                <a:cxn ang="T11">
                  <a:pos x="T6" y="T7"/>
                </a:cxn>
              </a:cxnLst>
              <a:rect l="T12" t="T13" r="T14" b="T15"/>
              <a:pathLst>
                <a:path w="681" h="997">
                  <a:moveTo>
                    <a:pt x="0" y="0"/>
                  </a:moveTo>
                  <a:cubicBezTo>
                    <a:pt x="132" y="22"/>
                    <a:pt x="265" y="45"/>
                    <a:pt x="318" y="181"/>
                  </a:cubicBezTo>
                  <a:cubicBezTo>
                    <a:pt x="371" y="317"/>
                    <a:pt x="258" y="680"/>
                    <a:pt x="318" y="816"/>
                  </a:cubicBezTo>
                  <a:cubicBezTo>
                    <a:pt x="378" y="952"/>
                    <a:pt x="621" y="967"/>
                    <a:pt x="681" y="997"/>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4" name="Freeform 39">
              <a:extLst>
                <a:ext uri="{FF2B5EF4-FFF2-40B4-BE49-F238E27FC236}">
                  <a16:creationId xmlns:a16="http://schemas.microsoft.com/office/drawing/2014/main" id="{17F7A011-E406-E831-D36B-7AA187982C81}"/>
                </a:ext>
              </a:extLst>
            </p:cNvPr>
            <p:cNvSpPr>
              <a:spLocks/>
            </p:cNvSpPr>
            <p:nvPr/>
          </p:nvSpPr>
          <p:spPr bwMode="auto">
            <a:xfrm>
              <a:off x="3368675" y="1987550"/>
              <a:ext cx="1925638" cy="1730375"/>
            </a:xfrm>
            <a:custGeom>
              <a:avLst/>
              <a:gdLst>
                <a:gd name="T0" fmla="*/ 0 w 1270"/>
                <a:gd name="T1" fmla="*/ 2147483646 h 952"/>
                <a:gd name="T2" fmla="*/ 2147483646 w 1270"/>
                <a:gd name="T3" fmla="*/ 2147483646 h 952"/>
                <a:gd name="T4" fmla="*/ 2147483646 w 1270"/>
                <a:gd name="T5" fmla="*/ 2147483646 h 952"/>
                <a:gd name="T6" fmla="*/ 2147483646 w 1270"/>
                <a:gd name="T7" fmla="*/ 0 h 952"/>
                <a:gd name="T8" fmla="*/ 0 60000 65536"/>
                <a:gd name="T9" fmla="*/ 0 60000 65536"/>
                <a:gd name="T10" fmla="*/ 0 60000 65536"/>
                <a:gd name="T11" fmla="*/ 0 60000 65536"/>
                <a:gd name="T12" fmla="*/ 0 w 1270"/>
                <a:gd name="T13" fmla="*/ 0 h 952"/>
                <a:gd name="T14" fmla="*/ 1270 w 1270"/>
                <a:gd name="T15" fmla="*/ 952 h 952"/>
              </a:gdLst>
              <a:ahLst/>
              <a:cxnLst>
                <a:cxn ang="T8">
                  <a:pos x="T0" y="T1"/>
                </a:cxn>
                <a:cxn ang="T9">
                  <a:pos x="T2" y="T3"/>
                </a:cxn>
                <a:cxn ang="T10">
                  <a:pos x="T4" y="T5"/>
                </a:cxn>
                <a:cxn ang="T11">
                  <a:pos x="T6" y="T7"/>
                </a:cxn>
              </a:cxnLst>
              <a:rect l="T12" t="T13" r="T14" b="T15"/>
              <a:pathLst>
                <a:path w="1270" h="952">
                  <a:moveTo>
                    <a:pt x="0" y="952"/>
                  </a:moveTo>
                  <a:cubicBezTo>
                    <a:pt x="234" y="948"/>
                    <a:pt x="468" y="944"/>
                    <a:pt x="589" y="816"/>
                  </a:cubicBezTo>
                  <a:cubicBezTo>
                    <a:pt x="710" y="688"/>
                    <a:pt x="612" y="317"/>
                    <a:pt x="725" y="181"/>
                  </a:cubicBezTo>
                  <a:cubicBezTo>
                    <a:pt x="838" y="45"/>
                    <a:pt x="1179" y="30"/>
                    <a:pt x="1270"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5" name="Freeform 40">
              <a:extLst>
                <a:ext uri="{FF2B5EF4-FFF2-40B4-BE49-F238E27FC236}">
                  <a16:creationId xmlns:a16="http://schemas.microsoft.com/office/drawing/2014/main" id="{07B269D1-095E-AE29-1115-DBD406A7504C}"/>
                </a:ext>
              </a:extLst>
            </p:cNvPr>
            <p:cNvSpPr>
              <a:spLocks/>
            </p:cNvSpPr>
            <p:nvPr/>
          </p:nvSpPr>
          <p:spPr bwMode="auto">
            <a:xfrm>
              <a:off x="5429250" y="1947863"/>
              <a:ext cx="1033463" cy="1812925"/>
            </a:xfrm>
            <a:custGeom>
              <a:avLst/>
              <a:gdLst>
                <a:gd name="T0" fmla="*/ 0 w 681"/>
                <a:gd name="T1" fmla="*/ 0 h 997"/>
                <a:gd name="T2" fmla="*/ 2147483646 w 681"/>
                <a:gd name="T3" fmla="*/ 2147483646 h 997"/>
                <a:gd name="T4" fmla="*/ 2147483646 w 681"/>
                <a:gd name="T5" fmla="*/ 2147483646 h 997"/>
                <a:gd name="T6" fmla="*/ 2147483646 w 681"/>
                <a:gd name="T7" fmla="*/ 2147483646 h 997"/>
                <a:gd name="T8" fmla="*/ 0 60000 65536"/>
                <a:gd name="T9" fmla="*/ 0 60000 65536"/>
                <a:gd name="T10" fmla="*/ 0 60000 65536"/>
                <a:gd name="T11" fmla="*/ 0 60000 65536"/>
                <a:gd name="T12" fmla="*/ 0 w 681"/>
                <a:gd name="T13" fmla="*/ 0 h 997"/>
                <a:gd name="T14" fmla="*/ 681 w 681"/>
                <a:gd name="T15" fmla="*/ 997 h 997"/>
              </a:gdLst>
              <a:ahLst/>
              <a:cxnLst>
                <a:cxn ang="T8">
                  <a:pos x="T0" y="T1"/>
                </a:cxn>
                <a:cxn ang="T9">
                  <a:pos x="T2" y="T3"/>
                </a:cxn>
                <a:cxn ang="T10">
                  <a:pos x="T4" y="T5"/>
                </a:cxn>
                <a:cxn ang="T11">
                  <a:pos x="T6" y="T7"/>
                </a:cxn>
              </a:cxnLst>
              <a:rect l="T12" t="T13" r="T14" b="T15"/>
              <a:pathLst>
                <a:path w="681" h="997">
                  <a:moveTo>
                    <a:pt x="0" y="0"/>
                  </a:moveTo>
                  <a:cubicBezTo>
                    <a:pt x="132" y="22"/>
                    <a:pt x="265" y="45"/>
                    <a:pt x="318" y="181"/>
                  </a:cubicBezTo>
                  <a:cubicBezTo>
                    <a:pt x="371" y="317"/>
                    <a:pt x="258" y="680"/>
                    <a:pt x="318" y="816"/>
                  </a:cubicBezTo>
                  <a:cubicBezTo>
                    <a:pt x="378" y="952"/>
                    <a:pt x="621" y="967"/>
                    <a:pt x="681" y="997"/>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6" name="Text Box 20">
              <a:extLst>
                <a:ext uri="{FF2B5EF4-FFF2-40B4-BE49-F238E27FC236}">
                  <a16:creationId xmlns:a16="http://schemas.microsoft.com/office/drawing/2014/main" id="{11C5EF80-1B26-C0E4-760C-0E00F9C5E004}"/>
                </a:ext>
              </a:extLst>
            </p:cNvPr>
            <p:cNvSpPr txBox="1">
              <a:spLocks noChangeArrowheads="1"/>
            </p:cNvSpPr>
            <p:nvPr/>
          </p:nvSpPr>
          <p:spPr bwMode="auto">
            <a:xfrm>
              <a:off x="5186363" y="2590800"/>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a:t>
              </a:r>
            </a:p>
          </p:txBody>
        </p:sp>
        <p:sp>
          <p:nvSpPr>
            <p:cNvPr id="81947" name="Text Box 23">
              <a:extLst>
                <a:ext uri="{FF2B5EF4-FFF2-40B4-BE49-F238E27FC236}">
                  <a16:creationId xmlns:a16="http://schemas.microsoft.com/office/drawing/2014/main" id="{9C66219E-732D-A4BA-9B13-03BD087B74CF}"/>
                </a:ext>
              </a:extLst>
            </p:cNvPr>
            <p:cNvSpPr txBox="1">
              <a:spLocks noChangeArrowheads="1"/>
            </p:cNvSpPr>
            <p:nvPr/>
          </p:nvSpPr>
          <p:spPr bwMode="auto">
            <a:xfrm>
              <a:off x="6396038" y="4352925"/>
              <a:ext cx="96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grpSp>
      <p:sp>
        <p:nvSpPr>
          <p:cNvPr id="27" name="Rectangle 4">
            <a:extLst>
              <a:ext uri="{FF2B5EF4-FFF2-40B4-BE49-F238E27FC236}">
                <a16:creationId xmlns:a16="http://schemas.microsoft.com/office/drawing/2014/main" id="{ECDA3800-0907-4032-A16B-C9274438C4E8}"/>
              </a:ext>
            </a:extLst>
          </p:cNvPr>
          <p:cNvSpPr txBox="1">
            <a:spLocks noChangeArrowheads="1"/>
          </p:cNvSpPr>
          <p:nvPr/>
        </p:nvSpPr>
        <p:spPr bwMode="auto">
          <a:xfrm>
            <a:off x="1962150" y="810419"/>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7" name="Title 6">
            <a:extLst>
              <a:ext uri="{FF2B5EF4-FFF2-40B4-BE49-F238E27FC236}">
                <a16:creationId xmlns:a16="http://schemas.microsoft.com/office/drawing/2014/main" id="{1E455C2B-D178-C338-4489-4FE9F90841D2}"/>
              </a:ext>
            </a:extLst>
          </p:cNvPr>
          <p:cNvSpPr>
            <a:spLocks noGrp="1"/>
          </p:cNvSpPr>
          <p:nvPr>
            <p:ph type="title"/>
          </p:nvPr>
        </p:nvSpPr>
        <p:spPr/>
        <p:txBody>
          <a:bodyPr>
            <a:normAutofit/>
          </a:bodyPr>
          <a:lstStyle/>
          <a:p>
            <a:r>
              <a:rPr lang="en-US" dirty="0"/>
              <a:t>Example: Memory Read Cycle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a:extLst>
              <a:ext uri="{FF2B5EF4-FFF2-40B4-BE49-F238E27FC236}">
                <a16:creationId xmlns:a16="http://schemas.microsoft.com/office/drawing/2014/main" id="{E291CD05-876E-8332-6859-30831FE096F0}"/>
              </a:ext>
            </a:extLst>
          </p:cNvPr>
          <p:cNvSpPr>
            <a:spLocks noChangeArrowheads="1"/>
          </p:cNvSpPr>
          <p:nvPr/>
        </p:nvSpPr>
        <p:spPr bwMode="auto">
          <a:xfrm>
            <a:off x="2057400" y="5129213"/>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Clr>
                <a:srgbClr val="0000FF"/>
              </a:buClr>
            </a:pPr>
            <a:r>
              <a:rPr lang="es-ES_tradnl" altLang="en-US" sz="2400"/>
              <a:t>Transition signaling, 4-phase</a:t>
            </a:r>
          </a:p>
        </p:txBody>
      </p:sp>
      <p:sp>
        <p:nvSpPr>
          <p:cNvPr id="82947" name="Text Box 6">
            <a:extLst>
              <a:ext uri="{FF2B5EF4-FFF2-40B4-BE49-F238E27FC236}">
                <a16:creationId xmlns:a16="http://schemas.microsoft.com/office/drawing/2014/main" id="{A38A7030-51A1-399F-73BE-BFCC98E7E7CD}"/>
              </a:ext>
            </a:extLst>
          </p:cNvPr>
          <p:cNvSpPr txBox="1">
            <a:spLocks noChangeArrowheads="1"/>
          </p:cNvSpPr>
          <p:nvPr/>
        </p:nvSpPr>
        <p:spPr bwMode="auto">
          <a:xfrm>
            <a:off x="2057401" y="1676401"/>
            <a:ext cx="1724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Valid address</a:t>
            </a:r>
          </a:p>
        </p:txBody>
      </p:sp>
      <p:sp>
        <p:nvSpPr>
          <p:cNvPr id="82948" name="Text Box 7">
            <a:extLst>
              <a:ext uri="{FF2B5EF4-FFF2-40B4-BE49-F238E27FC236}">
                <a16:creationId xmlns:a16="http://schemas.microsoft.com/office/drawing/2014/main" id="{F7202A49-3EAD-D5A1-DFC7-FA8549701AE5}"/>
              </a:ext>
            </a:extLst>
          </p:cNvPr>
          <p:cNvSpPr txBox="1">
            <a:spLocks noChangeArrowheads="1"/>
          </p:cNvSpPr>
          <p:nvPr/>
        </p:nvSpPr>
        <p:spPr bwMode="auto">
          <a:xfrm>
            <a:off x="2057401" y="2581276"/>
            <a:ext cx="1116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Address</a:t>
            </a:r>
          </a:p>
        </p:txBody>
      </p:sp>
      <p:sp>
        <p:nvSpPr>
          <p:cNvPr id="82949" name="Text Box 8">
            <a:extLst>
              <a:ext uri="{FF2B5EF4-FFF2-40B4-BE49-F238E27FC236}">
                <a16:creationId xmlns:a16="http://schemas.microsoft.com/office/drawing/2014/main" id="{59D950A5-C345-27EB-5789-97A3F2E68382}"/>
              </a:ext>
            </a:extLst>
          </p:cNvPr>
          <p:cNvSpPr txBox="1">
            <a:spLocks noChangeArrowheads="1"/>
          </p:cNvSpPr>
          <p:nvPr/>
        </p:nvSpPr>
        <p:spPr bwMode="auto">
          <a:xfrm>
            <a:off x="2057400" y="3486151"/>
            <a:ext cx="1314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Valid data</a:t>
            </a:r>
          </a:p>
        </p:txBody>
      </p:sp>
      <p:sp>
        <p:nvSpPr>
          <p:cNvPr id="82950" name="Text Box 9">
            <a:extLst>
              <a:ext uri="{FF2B5EF4-FFF2-40B4-BE49-F238E27FC236}">
                <a16:creationId xmlns:a16="http://schemas.microsoft.com/office/drawing/2014/main" id="{F44B0362-BAF9-C71A-5553-1DBC04A5C1B2}"/>
              </a:ext>
            </a:extLst>
          </p:cNvPr>
          <p:cNvSpPr txBox="1">
            <a:spLocks noChangeArrowheads="1"/>
          </p:cNvSpPr>
          <p:nvPr/>
        </p:nvSpPr>
        <p:spPr bwMode="auto">
          <a:xfrm>
            <a:off x="2057401" y="4357689"/>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sp>
        <p:nvSpPr>
          <p:cNvPr id="82951" name="Freeform 10">
            <a:extLst>
              <a:ext uri="{FF2B5EF4-FFF2-40B4-BE49-F238E27FC236}">
                <a16:creationId xmlns:a16="http://schemas.microsoft.com/office/drawing/2014/main" id="{B6A1BE54-8198-564C-BD4E-3FF166D84DB4}"/>
              </a:ext>
            </a:extLst>
          </p:cNvPr>
          <p:cNvSpPr>
            <a:spLocks/>
          </p:cNvSpPr>
          <p:nvPr/>
        </p:nvSpPr>
        <p:spPr bwMode="auto">
          <a:xfrm>
            <a:off x="3117851" y="1692275"/>
            <a:ext cx="6869113" cy="444500"/>
          </a:xfrm>
          <a:custGeom>
            <a:avLst/>
            <a:gdLst>
              <a:gd name="T0" fmla="*/ 0 w 4608"/>
              <a:gd name="T1" fmla="*/ 2147483646 h 240"/>
              <a:gd name="T2" fmla="*/ 2147483646 w 4608"/>
              <a:gd name="T3" fmla="*/ 2147483646 h 240"/>
              <a:gd name="T4" fmla="*/ 2147483646 w 4608"/>
              <a:gd name="T5" fmla="*/ 0 h 240"/>
              <a:gd name="T6" fmla="*/ 2147483646 w 4608"/>
              <a:gd name="T7" fmla="*/ 0 h 240"/>
              <a:gd name="T8" fmla="*/ 2147483646 w 4608"/>
              <a:gd name="T9" fmla="*/ 2147483646 h 240"/>
              <a:gd name="T10" fmla="*/ 2147483646 w 4608"/>
              <a:gd name="T11" fmla="*/ 2147483646 h 240"/>
              <a:gd name="T12" fmla="*/ 2147483646 w 4608"/>
              <a:gd name="T13" fmla="*/ 0 h 240"/>
              <a:gd name="T14" fmla="*/ 2147483646 w 4608"/>
              <a:gd name="T15" fmla="*/ 0 h 240"/>
              <a:gd name="T16" fmla="*/ 2147483646 w 4608"/>
              <a:gd name="T17" fmla="*/ 2147483646 h 240"/>
              <a:gd name="T18" fmla="*/ 2147483646 w 4608"/>
              <a:gd name="T19" fmla="*/ 2147483646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08"/>
              <a:gd name="T31" fmla="*/ 0 h 240"/>
              <a:gd name="T32" fmla="*/ 4608 w 4608"/>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08" h="240">
                <a:moveTo>
                  <a:pt x="0" y="240"/>
                </a:moveTo>
                <a:lnTo>
                  <a:pt x="432" y="240"/>
                </a:lnTo>
                <a:lnTo>
                  <a:pt x="480" y="0"/>
                </a:lnTo>
                <a:lnTo>
                  <a:pt x="1584" y="0"/>
                </a:lnTo>
                <a:lnTo>
                  <a:pt x="1632" y="240"/>
                </a:lnTo>
                <a:lnTo>
                  <a:pt x="2544" y="240"/>
                </a:lnTo>
                <a:lnTo>
                  <a:pt x="2592" y="0"/>
                </a:lnTo>
                <a:lnTo>
                  <a:pt x="3504" y="0"/>
                </a:lnTo>
                <a:lnTo>
                  <a:pt x="3552" y="240"/>
                </a:lnTo>
                <a:lnTo>
                  <a:pt x="4608"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52" name="Freeform 11">
            <a:extLst>
              <a:ext uri="{FF2B5EF4-FFF2-40B4-BE49-F238E27FC236}">
                <a16:creationId xmlns:a16="http://schemas.microsoft.com/office/drawing/2014/main" id="{FD63DDCE-8D41-3B82-0543-CEC374682A4B}"/>
              </a:ext>
            </a:extLst>
          </p:cNvPr>
          <p:cNvSpPr>
            <a:spLocks/>
          </p:cNvSpPr>
          <p:nvPr/>
        </p:nvSpPr>
        <p:spPr bwMode="auto">
          <a:xfrm>
            <a:off x="3117851" y="3468688"/>
            <a:ext cx="6869113" cy="444500"/>
          </a:xfrm>
          <a:custGeom>
            <a:avLst/>
            <a:gdLst>
              <a:gd name="T0" fmla="*/ 0 w 4608"/>
              <a:gd name="T1" fmla="*/ 2147483646 h 240"/>
              <a:gd name="T2" fmla="*/ 2147483646 w 4608"/>
              <a:gd name="T3" fmla="*/ 2147483646 h 240"/>
              <a:gd name="T4" fmla="*/ 2147483646 w 4608"/>
              <a:gd name="T5" fmla="*/ 0 h 240"/>
              <a:gd name="T6" fmla="*/ 2147483646 w 4608"/>
              <a:gd name="T7" fmla="*/ 0 h 240"/>
              <a:gd name="T8" fmla="*/ 2147483646 w 4608"/>
              <a:gd name="T9" fmla="*/ 2147483646 h 240"/>
              <a:gd name="T10" fmla="*/ 2147483646 w 4608"/>
              <a:gd name="T11" fmla="*/ 2147483646 h 240"/>
              <a:gd name="T12" fmla="*/ 2147483646 w 4608"/>
              <a:gd name="T13" fmla="*/ 0 h 240"/>
              <a:gd name="T14" fmla="*/ 2147483646 w 4608"/>
              <a:gd name="T15" fmla="*/ 0 h 240"/>
              <a:gd name="T16" fmla="*/ 2147483646 w 4608"/>
              <a:gd name="T17" fmla="*/ 2147483646 h 240"/>
              <a:gd name="T18" fmla="*/ 2147483646 w 4608"/>
              <a:gd name="T19" fmla="*/ 2147483646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08"/>
              <a:gd name="T31" fmla="*/ 0 h 240"/>
              <a:gd name="T32" fmla="*/ 4608 w 4608"/>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08" h="240">
                <a:moveTo>
                  <a:pt x="0" y="240"/>
                </a:moveTo>
                <a:lnTo>
                  <a:pt x="1200" y="240"/>
                </a:lnTo>
                <a:lnTo>
                  <a:pt x="1248" y="0"/>
                </a:lnTo>
                <a:lnTo>
                  <a:pt x="1872" y="0"/>
                </a:lnTo>
                <a:lnTo>
                  <a:pt x="1920" y="240"/>
                </a:lnTo>
                <a:lnTo>
                  <a:pt x="3312" y="240"/>
                </a:lnTo>
                <a:lnTo>
                  <a:pt x="3360" y="0"/>
                </a:lnTo>
                <a:lnTo>
                  <a:pt x="3888" y="0"/>
                </a:lnTo>
                <a:lnTo>
                  <a:pt x="3936" y="240"/>
                </a:lnTo>
                <a:lnTo>
                  <a:pt x="4608" y="240"/>
                </a:lnTo>
              </a:path>
            </a:pathLst>
          </a:cu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13" name="AutoShape 12">
            <a:extLst>
              <a:ext uri="{FF2B5EF4-FFF2-40B4-BE49-F238E27FC236}">
                <a16:creationId xmlns:a16="http://schemas.microsoft.com/office/drawing/2014/main" id="{CE08E19B-CD89-497E-AA5D-102C670BB7EE}"/>
              </a:ext>
            </a:extLst>
          </p:cNvPr>
          <p:cNvSpPr>
            <a:spLocks noChangeArrowheads="1"/>
          </p:cNvSpPr>
          <p:nvPr/>
        </p:nvSpPr>
        <p:spPr bwMode="auto">
          <a:xfrm>
            <a:off x="3332164" y="2581276"/>
            <a:ext cx="930275" cy="442913"/>
          </a:xfrm>
          <a:prstGeom prst="hexagon">
            <a:avLst>
              <a:gd name="adj" fmla="val 13798"/>
              <a:gd name="vf" fmla="val 115470"/>
            </a:avLst>
          </a:prstGeom>
          <a:solidFill>
            <a:schemeClr val="bg1">
              <a:lumMod val="75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2714" name="AutoShape 13">
            <a:extLst>
              <a:ext uri="{FF2B5EF4-FFF2-40B4-BE49-F238E27FC236}">
                <a16:creationId xmlns:a16="http://schemas.microsoft.com/office/drawing/2014/main" id="{5BF29BD6-F6F8-4C8C-B88B-3A42BBEBB6BF}"/>
              </a:ext>
            </a:extLst>
          </p:cNvPr>
          <p:cNvSpPr>
            <a:spLocks noChangeArrowheads="1"/>
          </p:cNvSpPr>
          <p:nvPr/>
        </p:nvSpPr>
        <p:spPr bwMode="auto">
          <a:xfrm>
            <a:off x="6694489" y="2581276"/>
            <a:ext cx="930275" cy="442913"/>
          </a:xfrm>
          <a:prstGeom prst="hexagon">
            <a:avLst>
              <a:gd name="adj" fmla="val 13798"/>
              <a:gd name="vf" fmla="val 115470"/>
            </a:avLst>
          </a:prstGeom>
          <a:solidFill>
            <a:schemeClr val="bg1">
              <a:lumMod val="75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3739" name="AutoShape 14">
            <a:extLst>
              <a:ext uri="{FF2B5EF4-FFF2-40B4-BE49-F238E27FC236}">
                <a16:creationId xmlns:a16="http://schemas.microsoft.com/office/drawing/2014/main" id="{5E0A6710-B4DE-4A57-B69E-E59646DC34C2}"/>
              </a:ext>
            </a:extLst>
          </p:cNvPr>
          <p:cNvSpPr>
            <a:spLocks noChangeArrowheads="1"/>
          </p:cNvSpPr>
          <p:nvPr/>
        </p:nvSpPr>
        <p:spPr bwMode="auto">
          <a:xfrm>
            <a:off x="7840664" y="4356100"/>
            <a:ext cx="930275" cy="444500"/>
          </a:xfrm>
          <a:prstGeom prst="hexagon">
            <a:avLst>
              <a:gd name="adj" fmla="val 13749"/>
              <a:gd name="vf" fmla="val 115470"/>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3740" name="AutoShape 15">
            <a:extLst>
              <a:ext uri="{FF2B5EF4-FFF2-40B4-BE49-F238E27FC236}">
                <a16:creationId xmlns:a16="http://schemas.microsoft.com/office/drawing/2014/main" id="{581CEFBF-B653-4897-8A6F-E2A0B61940E5}"/>
              </a:ext>
            </a:extLst>
          </p:cNvPr>
          <p:cNvSpPr>
            <a:spLocks noChangeArrowheads="1"/>
          </p:cNvSpPr>
          <p:nvPr/>
        </p:nvSpPr>
        <p:spPr bwMode="auto">
          <a:xfrm>
            <a:off x="4619626" y="4356100"/>
            <a:ext cx="930275" cy="444500"/>
          </a:xfrm>
          <a:prstGeom prst="hexagon">
            <a:avLst>
              <a:gd name="adj" fmla="val 13749"/>
              <a:gd name="vf" fmla="val 115470"/>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ru-RU">
              <a:latin typeface="Arial" charset="0"/>
              <a:cs typeface="Arial" charset="0"/>
            </a:endParaRPr>
          </a:p>
        </p:txBody>
      </p:sp>
      <p:sp>
        <p:nvSpPr>
          <p:cNvPr id="72717" name="AutoShape 16">
            <a:extLst>
              <a:ext uri="{FF2B5EF4-FFF2-40B4-BE49-F238E27FC236}">
                <a16:creationId xmlns:a16="http://schemas.microsoft.com/office/drawing/2014/main" id="{D42F85F5-75EC-445D-840A-D8DCCA0D457B}"/>
              </a:ext>
            </a:extLst>
          </p:cNvPr>
          <p:cNvSpPr>
            <a:spLocks noChangeArrowheads="1"/>
          </p:cNvSpPr>
          <p:nvPr/>
        </p:nvSpPr>
        <p:spPr bwMode="auto">
          <a:xfrm>
            <a:off x="4262438" y="2581275"/>
            <a:ext cx="2432050" cy="444500"/>
          </a:xfrm>
          <a:prstGeom prst="hexagon">
            <a:avLst>
              <a:gd name="adj" fmla="val 16110"/>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en-US">
              <a:latin typeface="Arial" charset="0"/>
              <a:cs typeface="Arial" charset="0"/>
            </a:endParaRPr>
          </a:p>
        </p:txBody>
      </p:sp>
      <p:sp>
        <p:nvSpPr>
          <p:cNvPr id="72718" name="AutoShape 17">
            <a:extLst>
              <a:ext uri="{FF2B5EF4-FFF2-40B4-BE49-F238E27FC236}">
                <a16:creationId xmlns:a16="http://schemas.microsoft.com/office/drawing/2014/main" id="{D389C0B1-3447-4E55-9A4C-1424D490F3E1}"/>
              </a:ext>
            </a:extLst>
          </p:cNvPr>
          <p:cNvSpPr>
            <a:spLocks noChangeArrowheads="1"/>
          </p:cNvSpPr>
          <p:nvPr/>
        </p:nvSpPr>
        <p:spPr bwMode="auto">
          <a:xfrm>
            <a:off x="5549901" y="4357688"/>
            <a:ext cx="2290763" cy="442912"/>
          </a:xfrm>
          <a:prstGeom prst="hexagon">
            <a:avLst>
              <a:gd name="adj" fmla="val 15157"/>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en-US">
              <a:latin typeface="Arial" charset="0"/>
              <a:cs typeface="Arial" charset="0"/>
            </a:endParaRPr>
          </a:p>
        </p:txBody>
      </p:sp>
      <p:sp>
        <p:nvSpPr>
          <p:cNvPr id="72719" name="AutoShape 18">
            <a:extLst>
              <a:ext uri="{FF2B5EF4-FFF2-40B4-BE49-F238E27FC236}">
                <a16:creationId xmlns:a16="http://schemas.microsoft.com/office/drawing/2014/main" id="{BC2E2652-E035-403A-A112-FF4D212354DB}"/>
              </a:ext>
            </a:extLst>
          </p:cNvPr>
          <p:cNvSpPr>
            <a:spLocks noChangeArrowheads="1"/>
          </p:cNvSpPr>
          <p:nvPr/>
        </p:nvSpPr>
        <p:spPr bwMode="auto">
          <a:xfrm>
            <a:off x="7624764" y="2581275"/>
            <a:ext cx="2433637" cy="444500"/>
          </a:xfrm>
          <a:prstGeom prst="hexagon">
            <a:avLst>
              <a:gd name="adj" fmla="val 9733"/>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eaLnBrk="1" hangingPunct="1">
              <a:defRPr/>
            </a:pPr>
            <a:endParaRPr lang="en-US">
              <a:latin typeface="Arial" charset="0"/>
              <a:cs typeface="Arial" charset="0"/>
            </a:endParaRPr>
          </a:p>
        </p:txBody>
      </p:sp>
      <p:sp>
        <p:nvSpPr>
          <p:cNvPr id="72720" name="AutoShape 19">
            <a:extLst>
              <a:ext uri="{FF2B5EF4-FFF2-40B4-BE49-F238E27FC236}">
                <a16:creationId xmlns:a16="http://schemas.microsoft.com/office/drawing/2014/main" id="{364FCF23-6B98-486D-936B-69B37851DCFF}"/>
              </a:ext>
            </a:extLst>
          </p:cNvPr>
          <p:cNvSpPr>
            <a:spLocks noChangeArrowheads="1"/>
          </p:cNvSpPr>
          <p:nvPr/>
        </p:nvSpPr>
        <p:spPr bwMode="auto">
          <a:xfrm>
            <a:off x="3117851" y="4357688"/>
            <a:ext cx="1501775" cy="442912"/>
          </a:xfrm>
          <a:prstGeom prst="hexagon">
            <a:avLst>
              <a:gd name="adj" fmla="val 13092"/>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72721" name="AutoShape 20">
            <a:extLst>
              <a:ext uri="{FF2B5EF4-FFF2-40B4-BE49-F238E27FC236}">
                <a16:creationId xmlns:a16="http://schemas.microsoft.com/office/drawing/2014/main" id="{951DC67E-3095-4314-A12D-61F632E740D4}"/>
              </a:ext>
            </a:extLst>
          </p:cNvPr>
          <p:cNvSpPr>
            <a:spLocks noChangeArrowheads="1"/>
          </p:cNvSpPr>
          <p:nvPr/>
        </p:nvSpPr>
        <p:spPr bwMode="auto">
          <a:xfrm>
            <a:off x="8770938" y="4357688"/>
            <a:ext cx="1287462" cy="442912"/>
          </a:xfrm>
          <a:prstGeom prst="hexagon">
            <a:avLst>
              <a:gd name="adj" fmla="val 14103"/>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72722" name="AutoShape 21">
            <a:extLst>
              <a:ext uri="{FF2B5EF4-FFF2-40B4-BE49-F238E27FC236}">
                <a16:creationId xmlns:a16="http://schemas.microsoft.com/office/drawing/2014/main" id="{C7F1720B-1817-4ADB-BABF-DFAC348853C8}"/>
              </a:ext>
            </a:extLst>
          </p:cNvPr>
          <p:cNvSpPr>
            <a:spLocks noChangeArrowheads="1"/>
          </p:cNvSpPr>
          <p:nvPr/>
        </p:nvSpPr>
        <p:spPr bwMode="auto">
          <a:xfrm>
            <a:off x="3117851" y="2581275"/>
            <a:ext cx="214313" cy="444500"/>
          </a:xfrm>
          <a:prstGeom prst="hexagon">
            <a:avLst>
              <a:gd name="adj" fmla="val 20833"/>
              <a:gd name="vf" fmla="val 115470"/>
            </a:avLst>
          </a:prstGeom>
          <a:solidFill>
            <a:schemeClr val="accent1">
              <a:lumMod val="20000"/>
              <a:lumOff val="80000"/>
            </a:schemeClr>
          </a:solidFill>
          <a:ln w="12700">
            <a:solidFill>
              <a:schemeClr val="tx1"/>
            </a:solidFill>
            <a:miter lim="800000"/>
            <a:headEnd type="none" w="sm" len="sm"/>
            <a:tailEnd type="none" w="sm" len="sm"/>
          </a:ln>
        </p:spPr>
        <p:txBody>
          <a:bodyPr wrap="none" anchor="ctr"/>
          <a:lstStyle/>
          <a:p>
            <a:pPr algn="ctr">
              <a:defRPr/>
            </a:pPr>
            <a:endParaRPr lang="es-ES_tradnl" sz="2400" b="1">
              <a:latin typeface="Times New Roman" pitchFamily="18" charset="0"/>
              <a:cs typeface="Arial" charset="0"/>
            </a:endParaRPr>
          </a:p>
        </p:txBody>
      </p:sp>
      <p:sp>
        <p:nvSpPr>
          <p:cNvPr id="82963" name="Text Box 25">
            <a:extLst>
              <a:ext uri="{FF2B5EF4-FFF2-40B4-BE49-F238E27FC236}">
                <a16:creationId xmlns:a16="http://schemas.microsoft.com/office/drawing/2014/main" id="{E34BE8D3-C2EF-7941-ED64-0818C3838452}"/>
              </a:ext>
            </a:extLst>
          </p:cNvPr>
          <p:cNvSpPr txBox="1">
            <a:spLocks noChangeArrowheads="1"/>
          </p:cNvSpPr>
          <p:nvPr/>
        </p:nvSpPr>
        <p:spPr bwMode="auto">
          <a:xfrm>
            <a:off x="4729164" y="4357689"/>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sp>
        <p:nvSpPr>
          <p:cNvPr id="82964" name="Freeform 26">
            <a:extLst>
              <a:ext uri="{FF2B5EF4-FFF2-40B4-BE49-F238E27FC236}">
                <a16:creationId xmlns:a16="http://schemas.microsoft.com/office/drawing/2014/main" id="{C0D3A131-AEDC-A7E7-EB55-F317041BC8EF}"/>
              </a:ext>
            </a:extLst>
          </p:cNvPr>
          <p:cNvSpPr>
            <a:spLocks/>
          </p:cNvSpPr>
          <p:nvPr/>
        </p:nvSpPr>
        <p:spPr bwMode="auto">
          <a:xfrm>
            <a:off x="3794125" y="1911350"/>
            <a:ext cx="1150938" cy="1758950"/>
          </a:xfrm>
          <a:custGeom>
            <a:avLst/>
            <a:gdLst>
              <a:gd name="T0" fmla="*/ 0 w 772"/>
              <a:gd name="T1" fmla="*/ 0 h 951"/>
              <a:gd name="T2" fmla="*/ 2147483646 w 772"/>
              <a:gd name="T3" fmla="*/ 2147483646 h 951"/>
              <a:gd name="T4" fmla="*/ 2147483646 w 772"/>
              <a:gd name="T5" fmla="*/ 2147483646 h 951"/>
              <a:gd name="T6" fmla="*/ 2147483646 w 772"/>
              <a:gd name="T7" fmla="*/ 2147483646 h 951"/>
              <a:gd name="T8" fmla="*/ 2147483646 w 772"/>
              <a:gd name="T9" fmla="*/ 2147483646 h 951"/>
              <a:gd name="T10" fmla="*/ 0 60000 65536"/>
              <a:gd name="T11" fmla="*/ 0 60000 65536"/>
              <a:gd name="T12" fmla="*/ 0 60000 65536"/>
              <a:gd name="T13" fmla="*/ 0 60000 65536"/>
              <a:gd name="T14" fmla="*/ 0 60000 65536"/>
              <a:gd name="T15" fmla="*/ 0 w 772"/>
              <a:gd name="T16" fmla="*/ 0 h 951"/>
              <a:gd name="T17" fmla="*/ 772 w 772"/>
              <a:gd name="T18" fmla="*/ 951 h 951"/>
            </a:gdLst>
            <a:ahLst/>
            <a:cxnLst>
              <a:cxn ang="T10">
                <a:pos x="T0" y="T1"/>
              </a:cxn>
              <a:cxn ang="T11">
                <a:pos x="T2" y="T3"/>
              </a:cxn>
              <a:cxn ang="T12">
                <a:pos x="T4" y="T5"/>
              </a:cxn>
              <a:cxn ang="T13">
                <a:pos x="T6" y="T7"/>
              </a:cxn>
              <a:cxn ang="T14">
                <a:pos x="T8" y="T9"/>
              </a:cxn>
            </a:cxnLst>
            <a:rect l="T15" t="T16" r="T17" b="T18"/>
            <a:pathLst>
              <a:path w="772" h="951">
                <a:moveTo>
                  <a:pt x="0" y="0"/>
                </a:moveTo>
                <a:cubicBezTo>
                  <a:pt x="36" y="28"/>
                  <a:pt x="174" y="78"/>
                  <a:pt x="218" y="170"/>
                </a:cubicBezTo>
                <a:cubicBezTo>
                  <a:pt x="262" y="262"/>
                  <a:pt x="234" y="442"/>
                  <a:pt x="266" y="554"/>
                </a:cubicBezTo>
                <a:cubicBezTo>
                  <a:pt x="298" y="666"/>
                  <a:pt x="326" y="776"/>
                  <a:pt x="410" y="842"/>
                </a:cubicBezTo>
                <a:cubicBezTo>
                  <a:pt x="494" y="908"/>
                  <a:pt x="697" y="928"/>
                  <a:pt x="772" y="951"/>
                </a:cubicBezTo>
              </a:path>
            </a:pathLst>
          </a:custGeom>
          <a:noFill/>
          <a:ln w="25400">
            <a:solidFill>
              <a:schemeClr val="tx1"/>
            </a:solidFill>
            <a:round/>
            <a:headEnd type="none" w="sm" len="sm"/>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65" name="Freeform 27">
            <a:extLst>
              <a:ext uri="{FF2B5EF4-FFF2-40B4-BE49-F238E27FC236}">
                <a16:creationId xmlns:a16="http://schemas.microsoft.com/office/drawing/2014/main" id="{D914CAF4-02CE-D911-4325-339D2278B430}"/>
              </a:ext>
            </a:extLst>
          </p:cNvPr>
          <p:cNvSpPr>
            <a:spLocks/>
          </p:cNvSpPr>
          <p:nvPr/>
        </p:nvSpPr>
        <p:spPr bwMode="auto">
          <a:xfrm>
            <a:off x="4938713" y="1870076"/>
            <a:ext cx="539750" cy="1839913"/>
          </a:xfrm>
          <a:custGeom>
            <a:avLst/>
            <a:gdLst>
              <a:gd name="T0" fmla="*/ 0 w 362"/>
              <a:gd name="T1" fmla="*/ 2147483646 h 994"/>
              <a:gd name="T2" fmla="*/ 2147483646 w 362"/>
              <a:gd name="T3" fmla="*/ 2147483646 h 994"/>
              <a:gd name="T4" fmla="*/ 2147483646 w 362"/>
              <a:gd name="T5" fmla="*/ 2147483646 h 994"/>
              <a:gd name="T6" fmla="*/ 2147483646 w 362"/>
              <a:gd name="T7" fmla="*/ 2147483646 h 994"/>
              <a:gd name="T8" fmla="*/ 2147483646 w 362"/>
              <a:gd name="T9" fmla="*/ 0 h 994"/>
              <a:gd name="T10" fmla="*/ 0 60000 65536"/>
              <a:gd name="T11" fmla="*/ 0 60000 65536"/>
              <a:gd name="T12" fmla="*/ 0 60000 65536"/>
              <a:gd name="T13" fmla="*/ 0 60000 65536"/>
              <a:gd name="T14" fmla="*/ 0 60000 65536"/>
              <a:gd name="T15" fmla="*/ 0 w 362"/>
              <a:gd name="T16" fmla="*/ 0 h 994"/>
              <a:gd name="T17" fmla="*/ 362 w 362"/>
              <a:gd name="T18" fmla="*/ 994 h 994"/>
            </a:gdLst>
            <a:ahLst/>
            <a:cxnLst>
              <a:cxn ang="T10">
                <a:pos x="T0" y="T1"/>
              </a:cxn>
              <a:cxn ang="T11">
                <a:pos x="T2" y="T3"/>
              </a:cxn>
              <a:cxn ang="T12">
                <a:pos x="T4" y="T5"/>
              </a:cxn>
              <a:cxn ang="T13">
                <a:pos x="T6" y="T7"/>
              </a:cxn>
              <a:cxn ang="T14">
                <a:pos x="T8" y="T9"/>
              </a:cxn>
            </a:cxnLst>
            <a:rect l="T15" t="T16" r="T17" b="T18"/>
            <a:pathLst>
              <a:path w="362" h="994">
                <a:moveTo>
                  <a:pt x="0" y="973"/>
                </a:moveTo>
                <a:cubicBezTo>
                  <a:pt x="28" y="962"/>
                  <a:pt x="150" y="994"/>
                  <a:pt x="170" y="912"/>
                </a:cubicBezTo>
                <a:cubicBezTo>
                  <a:pt x="190" y="830"/>
                  <a:pt x="122" y="616"/>
                  <a:pt x="122" y="480"/>
                </a:cubicBezTo>
                <a:cubicBezTo>
                  <a:pt x="122" y="344"/>
                  <a:pt x="130" y="176"/>
                  <a:pt x="170" y="96"/>
                </a:cubicBezTo>
                <a:cubicBezTo>
                  <a:pt x="210" y="16"/>
                  <a:pt x="286" y="8"/>
                  <a:pt x="362" y="0"/>
                </a:cubicBezTo>
              </a:path>
            </a:pathLst>
          </a:custGeom>
          <a:noFill/>
          <a:ln w="25400">
            <a:solidFill>
              <a:schemeClr val="tx1"/>
            </a:solidFill>
            <a:round/>
            <a:headEnd type="none" w="sm" len="sm"/>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66" name="Freeform 28">
            <a:extLst>
              <a:ext uri="{FF2B5EF4-FFF2-40B4-BE49-F238E27FC236}">
                <a16:creationId xmlns:a16="http://schemas.microsoft.com/office/drawing/2014/main" id="{E2303216-9100-C3BF-B2E0-7FDF64E06DDF}"/>
              </a:ext>
            </a:extLst>
          </p:cNvPr>
          <p:cNvSpPr>
            <a:spLocks/>
          </p:cNvSpPr>
          <p:nvPr/>
        </p:nvSpPr>
        <p:spPr bwMode="auto">
          <a:xfrm>
            <a:off x="5478464" y="1866901"/>
            <a:ext cx="473075" cy="1928813"/>
          </a:xfrm>
          <a:custGeom>
            <a:avLst/>
            <a:gdLst>
              <a:gd name="T0" fmla="*/ 0 w 317"/>
              <a:gd name="T1" fmla="*/ 2147483646 h 1043"/>
              <a:gd name="T2" fmla="*/ 2147483646 w 317"/>
              <a:gd name="T3" fmla="*/ 2147483646 h 1043"/>
              <a:gd name="T4" fmla="*/ 2147483646 w 317"/>
              <a:gd name="T5" fmla="*/ 2147483646 h 1043"/>
              <a:gd name="T6" fmla="*/ 2147483646 w 317"/>
              <a:gd name="T7" fmla="*/ 2147483646 h 1043"/>
              <a:gd name="T8" fmla="*/ 2147483646 w 317"/>
              <a:gd name="T9" fmla="*/ 2147483646 h 1043"/>
              <a:gd name="T10" fmla="*/ 0 60000 65536"/>
              <a:gd name="T11" fmla="*/ 0 60000 65536"/>
              <a:gd name="T12" fmla="*/ 0 60000 65536"/>
              <a:gd name="T13" fmla="*/ 0 60000 65536"/>
              <a:gd name="T14" fmla="*/ 0 60000 65536"/>
              <a:gd name="T15" fmla="*/ 0 w 317"/>
              <a:gd name="T16" fmla="*/ 0 h 1043"/>
              <a:gd name="T17" fmla="*/ 317 w 317"/>
              <a:gd name="T18" fmla="*/ 1043 h 1043"/>
            </a:gdLst>
            <a:ahLst/>
            <a:cxnLst>
              <a:cxn ang="T10">
                <a:pos x="T0" y="T1"/>
              </a:cxn>
              <a:cxn ang="T11">
                <a:pos x="T2" y="T3"/>
              </a:cxn>
              <a:cxn ang="T12">
                <a:pos x="T4" y="T5"/>
              </a:cxn>
              <a:cxn ang="T13">
                <a:pos x="T6" y="T7"/>
              </a:cxn>
              <a:cxn ang="T14">
                <a:pos x="T8" y="T9"/>
              </a:cxn>
            </a:cxnLst>
            <a:rect l="T15" t="T16" r="T17" b="T18"/>
            <a:pathLst>
              <a:path w="317" h="1043">
                <a:moveTo>
                  <a:pt x="0" y="2"/>
                </a:moveTo>
                <a:cubicBezTo>
                  <a:pt x="24" y="16"/>
                  <a:pt x="125" y="0"/>
                  <a:pt x="141" y="88"/>
                </a:cubicBezTo>
                <a:cubicBezTo>
                  <a:pt x="157" y="176"/>
                  <a:pt x="103" y="384"/>
                  <a:pt x="96" y="530"/>
                </a:cubicBezTo>
                <a:cubicBezTo>
                  <a:pt x="89" y="676"/>
                  <a:pt x="59" y="881"/>
                  <a:pt x="96" y="962"/>
                </a:cubicBezTo>
                <a:cubicBezTo>
                  <a:pt x="133" y="1043"/>
                  <a:pt x="271" y="1003"/>
                  <a:pt x="317" y="1013"/>
                </a:cubicBezTo>
              </a:path>
            </a:pathLst>
          </a:custGeom>
          <a:noFill/>
          <a:ln w="25400">
            <a:solidFill>
              <a:schemeClr val="tx1"/>
            </a:solidFill>
            <a:round/>
            <a:headEnd type="none" w="sm" len="sm"/>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67" name="Freeform 29">
            <a:extLst>
              <a:ext uri="{FF2B5EF4-FFF2-40B4-BE49-F238E27FC236}">
                <a16:creationId xmlns:a16="http://schemas.microsoft.com/office/drawing/2014/main" id="{CC77BA5E-352E-EF24-963B-F9C66BE8F38C}"/>
              </a:ext>
            </a:extLst>
          </p:cNvPr>
          <p:cNvSpPr>
            <a:spLocks/>
          </p:cNvSpPr>
          <p:nvPr/>
        </p:nvSpPr>
        <p:spPr bwMode="auto">
          <a:xfrm>
            <a:off x="5980114" y="1870076"/>
            <a:ext cx="930275" cy="1865313"/>
          </a:xfrm>
          <a:custGeom>
            <a:avLst/>
            <a:gdLst>
              <a:gd name="T0" fmla="*/ 0 w 624"/>
              <a:gd name="T1" fmla="*/ 2147483646 h 1008"/>
              <a:gd name="T2" fmla="*/ 2147483646 w 624"/>
              <a:gd name="T3" fmla="*/ 2147483646 h 1008"/>
              <a:gd name="T4" fmla="*/ 2147483646 w 624"/>
              <a:gd name="T5" fmla="*/ 2147483646 h 1008"/>
              <a:gd name="T6" fmla="*/ 2147483646 w 624"/>
              <a:gd name="T7" fmla="*/ 2147483646 h 1008"/>
              <a:gd name="T8" fmla="*/ 2147483646 w 624"/>
              <a:gd name="T9" fmla="*/ 2147483646 h 1008"/>
              <a:gd name="T10" fmla="*/ 2147483646 w 624"/>
              <a:gd name="T11" fmla="*/ 0 h 1008"/>
              <a:gd name="T12" fmla="*/ 0 60000 65536"/>
              <a:gd name="T13" fmla="*/ 0 60000 65536"/>
              <a:gd name="T14" fmla="*/ 0 60000 65536"/>
              <a:gd name="T15" fmla="*/ 0 60000 65536"/>
              <a:gd name="T16" fmla="*/ 0 60000 65536"/>
              <a:gd name="T17" fmla="*/ 0 60000 65536"/>
              <a:gd name="T18" fmla="*/ 0 w 624"/>
              <a:gd name="T19" fmla="*/ 0 h 1008"/>
              <a:gd name="T20" fmla="*/ 624 w 624"/>
              <a:gd name="T21" fmla="*/ 1008 h 1008"/>
            </a:gdLst>
            <a:ahLst/>
            <a:cxnLst>
              <a:cxn ang="T12">
                <a:pos x="T0" y="T1"/>
              </a:cxn>
              <a:cxn ang="T13">
                <a:pos x="T2" y="T3"/>
              </a:cxn>
              <a:cxn ang="T14">
                <a:pos x="T4" y="T5"/>
              </a:cxn>
              <a:cxn ang="T15">
                <a:pos x="T6" y="T7"/>
              </a:cxn>
              <a:cxn ang="T16">
                <a:pos x="T8" y="T9"/>
              </a:cxn>
              <a:cxn ang="T17">
                <a:pos x="T10" y="T11"/>
              </a:cxn>
            </a:cxnLst>
            <a:rect l="T18" t="T19" r="T20" b="T21"/>
            <a:pathLst>
              <a:path w="624" h="1008">
                <a:moveTo>
                  <a:pt x="0" y="1008"/>
                </a:moveTo>
                <a:cubicBezTo>
                  <a:pt x="36" y="1008"/>
                  <a:pt x="72" y="1008"/>
                  <a:pt x="96" y="960"/>
                </a:cubicBezTo>
                <a:cubicBezTo>
                  <a:pt x="120" y="912"/>
                  <a:pt x="120" y="856"/>
                  <a:pt x="144" y="720"/>
                </a:cubicBezTo>
                <a:cubicBezTo>
                  <a:pt x="168" y="584"/>
                  <a:pt x="198" y="259"/>
                  <a:pt x="240" y="144"/>
                </a:cubicBezTo>
                <a:cubicBezTo>
                  <a:pt x="282" y="29"/>
                  <a:pt x="330" y="53"/>
                  <a:pt x="394" y="29"/>
                </a:cubicBezTo>
                <a:cubicBezTo>
                  <a:pt x="458" y="5"/>
                  <a:pt x="576" y="6"/>
                  <a:pt x="624" y="0"/>
                </a:cubicBezTo>
              </a:path>
            </a:pathLst>
          </a:custGeom>
          <a:noFill/>
          <a:ln w="25400">
            <a:solidFill>
              <a:schemeClr val="tx1"/>
            </a:solidFill>
            <a:round/>
            <a:headEnd type="none" w="sm" len="sm"/>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68" name="Text Box 20">
            <a:extLst>
              <a:ext uri="{FF2B5EF4-FFF2-40B4-BE49-F238E27FC236}">
                <a16:creationId xmlns:a16="http://schemas.microsoft.com/office/drawing/2014/main" id="{2725D682-48B4-03AA-959D-8438312E83AD}"/>
              </a:ext>
            </a:extLst>
          </p:cNvPr>
          <p:cNvSpPr txBox="1">
            <a:spLocks noChangeArrowheads="1"/>
          </p:cNvSpPr>
          <p:nvPr/>
        </p:nvSpPr>
        <p:spPr bwMode="auto">
          <a:xfrm>
            <a:off x="3421063" y="2576514"/>
            <a:ext cx="920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a:t>
            </a:r>
          </a:p>
        </p:txBody>
      </p:sp>
      <p:sp>
        <p:nvSpPr>
          <p:cNvPr id="82969" name="Text Box 20">
            <a:extLst>
              <a:ext uri="{FF2B5EF4-FFF2-40B4-BE49-F238E27FC236}">
                <a16:creationId xmlns:a16="http://schemas.microsoft.com/office/drawing/2014/main" id="{85A6F2B7-BF36-0C65-CDE1-C77F2F500D79}"/>
              </a:ext>
            </a:extLst>
          </p:cNvPr>
          <p:cNvSpPr txBox="1">
            <a:spLocks noChangeArrowheads="1"/>
          </p:cNvSpPr>
          <p:nvPr/>
        </p:nvSpPr>
        <p:spPr bwMode="auto">
          <a:xfrm>
            <a:off x="6748463" y="2581276"/>
            <a:ext cx="920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Addr</a:t>
            </a:r>
          </a:p>
        </p:txBody>
      </p:sp>
      <p:sp>
        <p:nvSpPr>
          <p:cNvPr id="82970" name="Text Box 25">
            <a:extLst>
              <a:ext uri="{FF2B5EF4-FFF2-40B4-BE49-F238E27FC236}">
                <a16:creationId xmlns:a16="http://schemas.microsoft.com/office/drawing/2014/main" id="{2837B584-CAA7-8835-9CE6-06B5E0EA3B3D}"/>
              </a:ext>
            </a:extLst>
          </p:cNvPr>
          <p:cNvSpPr txBox="1">
            <a:spLocks noChangeArrowheads="1"/>
          </p:cNvSpPr>
          <p:nvPr/>
        </p:nvSpPr>
        <p:spPr bwMode="auto">
          <a:xfrm>
            <a:off x="7950201" y="4357689"/>
            <a:ext cx="78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_tradnl" altLang="en-US" sz="2000"/>
              <a:t>Data</a:t>
            </a:r>
          </a:p>
        </p:txBody>
      </p:sp>
      <p:sp>
        <p:nvSpPr>
          <p:cNvPr id="29" name="Rectangle 4">
            <a:extLst>
              <a:ext uri="{FF2B5EF4-FFF2-40B4-BE49-F238E27FC236}">
                <a16:creationId xmlns:a16="http://schemas.microsoft.com/office/drawing/2014/main" id="{9C0269DA-7E47-4B40-8DCA-0D3299AE1880}"/>
              </a:ext>
            </a:extLst>
          </p:cNvPr>
          <p:cNvSpPr txBox="1">
            <a:spLocks noChangeArrowheads="1"/>
          </p:cNvSpPr>
          <p:nvPr/>
        </p:nvSpPr>
        <p:spPr bwMode="auto">
          <a:xfrm>
            <a:off x="1757364" y="54927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E30EB593-B489-8293-94F4-D7B6710D5AE3}"/>
              </a:ext>
            </a:extLst>
          </p:cNvPr>
          <p:cNvSpPr>
            <a:spLocks noGrp="1"/>
          </p:cNvSpPr>
          <p:nvPr>
            <p:ph type="title"/>
          </p:nvPr>
        </p:nvSpPr>
        <p:spPr/>
        <p:txBody>
          <a:bodyPr>
            <a:normAutofit/>
          </a:bodyPr>
          <a:lstStyle/>
          <a:p>
            <a:r>
              <a:rPr lang="en-US" dirty="0"/>
              <a:t>Example: Memory Read Cycle (2)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4">
            <a:extLst>
              <a:ext uri="{FF2B5EF4-FFF2-40B4-BE49-F238E27FC236}">
                <a16:creationId xmlns:a16="http://schemas.microsoft.com/office/drawing/2014/main" id="{00F3FDC8-FE9C-4251-85F7-9E9D2B5306B3}"/>
              </a:ext>
            </a:extLst>
          </p:cNvPr>
          <p:cNvSpPr txBox="1">
            <a:spLocks noChangeArrowheads="1"/>
          </p:cNvSpPr>
          <p:nvPr/>
        </p:nvSpPr>
        <p:spPr bwMode="auto">
          <a:xfrm>
            <a:off x="1893887" y="736600"/>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83971" name="Group 57">
            <a:extLst>
              <a:ext uri="{FF2B5EF4-FFF2-40B4-BE49-F238E27FC236}">
                <a16:creationId xmlns:a16="http://schemas.microsoft.com/office/drawing/2014/main" id="{29636964-9FFC-3CF7-B341-12501AE6D877}"/>
              </a:ext>
            </a:extLst>
          </p:cNvPr>
          <p:cNvGrpSpPr>
            <a:grpSpLocks/>
          </p:cNvGrpSpPr>
          <p:nvPr/>
        </p:nvGrpSpPr>
        <p:grpSpPr bwMode="auto">
          <a:xfrm>
            <a:off x="2057400" y="1600200"/>
            <a:ext cx="8458200" cy="3829050"/>
            <a:chOff x="336" y="1044"/>
            <a:chExt cx="5328" cy="2412"/>
          </a:xfrm>
        </p:grpSpPr>
        <p:sp>
          <p:nvSpPr>
            <p:cNvPr id="75780" name="AutoShape 29">
              <a:extLst>
                <a:ext uri="{FF2B5EF4-FFF2-40B4-BE49-F238E27FC236}">
                  <a16:creationId xmlns:a16="http://schemas.microsoft.com/office/drawing/2014/main" id="{10CD4042-91EF-49A6-BCB4-A60D0AC1D4AC}"/>
                </a:ext>
              </a:extLst>
            </p:cNvPr>
            <p:cNvSpPr>
              <a:spLocks noChangeArrowheads="1"/>
            </p:cNvSpPr>
            <p:nvPr/>
          </p:nvSpPr>
          <p:spPr bwMode="auto">
            <a:xfrm>
              <a:off x="3340" y="1054"/>
              <a:ext cx="1229" cy="1394"/>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75781" name="AutoShape 27">
              <a:extLst>
                <a:ext uri="{FF2B5EF4-FFF2-40B4-BE49-F238E27FC236}">
                  <a16:creationId xmlns:a16="http://schemas.microsoft.com/office/drawing/2014/main" id="{CA0F3CC7-2019-484C-B712-A29CA9EF8214}"/>
                </a:ext>
              </a:extLst>
            </p:cNvPr>
            <p:cNvSpPr>
              <a:spLocks noChangeArrowheads="1"/>
            </p:cNvSpPr>
            <p:nvPr/>
          </p:nvSpPr>
          <p:spPr bwMode="auto">
            <a:xfrm>
              <a:off x="755" y="1075"/>
              <a:ext cx="1229" cy="1394"/>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75782" name="AutoShape 28">
              <a:extLst>
                <a:ext uri="{FF2B5EF4-FFF2-40B4-BE49-F238E27FC236}">
                  <a16:creationId xmlns:a16="http://schemas.microsoft.com/office/drawing/2014/main" id="{19FD0AAA-6EAF-40B2-AE8B-1CDA6056AC32}"/>
                </a:ext>
              </a:extLst>
            </p:cNvPr>
            <p:cNvSpPr>
              <a:spLocks noChangeArrowheads="1"/>
            </p:cNvSpPr>
            <p:nvPr/>
          </p:nvSpPr>
          <p:spPr bwMode="auto">
            <a:xfrm>
              <a:off x="2032" y="1044"/>
              <a:ext cx="1229" cy="1394"/>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83975" name="Rectangle 6">
              <a:extLst>
                <a:ext uri="{FF2B5EF4-FFF2-40B4-BE49-F238E27FC236}">
                  <a16:creationId xmlns:a16="http://schemas.microsoft.com/office/drawing/2014/main" id="{21897325-2018-6C1B-0864-B5EEB95AC2EA}"/>
                </a:ext>
              </a:extLst>
            </p:cNvPr>
            <p:cNvSpPr>
              <a:spLocks noChangeArrowheads="1"/>
            </p:cNvSpPr>
            <p:nvPr/>
          </p:nvSpPr>
          <p:spPr bwMode="auto">
            <a:xfrm>
              <a:off x="860" y="1191"/>
              <a:ext cx="263" cy="1104"/>
            </a:xfrm>
            <a:prstGeom prst="rect">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R1</a:t>
              </a:r>
              <a:endParaRPr lang="ru-RU" altLang="en-US" sz="2000" dirty="0">
                <a:solidFill>
                  <a:schemeClr val="bg1"/>
                </a:solidFill>
              </a:endParaRPr>
            </a:p>
          </p:txBody>
        </p:sp>
        <p:sp>
          <p:nvSpPr>
            <p:cNvPr id="83976" name="Rectangle 7">
              <a:extLst>
                <a:ext uri="{FF2B5EF4-FFF2-40B4-BE49-F238E27FC236}">
                  <a16:creationId xmlns:a16="http://schemas.microsoft.com/office/drawing/2014/main" id="{97200250-FE0B-D2E7-84F1-9F06E745D2F9}"/>
                </a:ext>
              </a:extLst>
            </p:cNvPr>
            <p:cNvSpPr>
              <a:spLocks noChangeArrowheads="1"/>
            </p:cNvSpPr>
            <p:nvPr/>
          </p:nvSpPr>
          <p:spPr bwMode="auto">
            <a:xfrm>
              <a:off x="2130" y="1181"/>
              <a:ext cx="263" cy="1104"/>
            </a:xfrm>
            <a:prstGeom prst="rect">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R2</a:t>
              </a:r>
              <a:endParaRPr lang="ru-RU" altLang="en-US" sz="2000" dirty="0">
                <a:solidFill>
                  <a:schemeClr val="bg1"/>
                </a:solidFill>
              </a:endParaRPr>
            </a:p>
          </p:txBody>
        </p:sp>
        <p:sp>
          <p:nvSpPr>
            <p:cNvPr id="83977" name="Rectangle 8">
              <a:extLst>
                <a:ext uri="{FF2B5EF4-FFF2-40B4-BE49-F238E27FC236}">
                  <a16:creationId xmlns:a16="http://schemas.microsoft.com/office/drawing/2014/main" id="{B4E87974-F9EF-1B6C-F63F-649AF135AB8B}"/>
                </a:ext>
              </a:extLst>
            </p:cNvPr>
            <p:cNvSpPr>
              <a:spLocks noChangeArrowheads="1"/>
            </p:cNvSpPr>
            <p:nvPr/>
          </p:nvSpPr>
          <p:spPr bwMode="auto">
            <a:xfrm>
              <a:off x="3445" y="1191"/>
              <a:ext cx="264" cy="1104"/>
            </a:xfrm>
            <a:prstGeom prst="rect">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R3</a:t>
              </a:r>
              <a:endParaRPr lang="ru-RU" altLang="en-US" sz="2000" dirty="0">
                <a:solidFill>
                  <a:schemeClr val="bg1"/>
                </a:solidFill>
              </a:endParaRPr>
            </a:p>
          </p:txBody>
        </p:sp>
        <p:sp>
          <p:nvSpPr>
            <p:cNvPr id="75786" name="Rectangle 9">
              <a:extLst>
                <a:ext uri="{FF2B5EF4-FFF2-40B4-BE49-F238E27FC236}">
                  <a16:creationId xmlns:a16="http://schemas.microsoft.com/office/drawing/2014/main" id="{BA3099FD-F45B-4701-87AA-46AF9BA960C4}"/>
                </a:ext>
              </a:extLst>
            </p:cNvPr>
            <p:cNvSpPr>
              <a:spLocks noChangeArrowheads="1"/>
            </p:cNvSpPr>
            <p:nvPr/>
          </p:nvSpPr>
          <p:spPr bwMode="auto">
            <a:xfrm>
              <a:off x="4777" y="1191"/>
              <a:ext cx="263" cy="1104"/>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R4</a:t>
              </a:r>
              <a:endParaRPr lang="ru-RU" sz="2000">
                <a:latin typeface="Arial" charset="0"/>
                <a:cs typeface="Arial" charset="0"/>
              </a:endParaRPr>
            </a:p>
          </p:txBody>
        </p:sp>
        <p:sp>
          <p:nvSpPr>
            <p:cNvPr id="74763" name="Rectangle 10">
              <a:extLst>
                <a:ext uri="{FF2B5EF4-FFF2-40B4-BE49-F238E27FC236}">
                  <a16:creationId xmlns:a16="http://schemas.microsoft.com/office/drawing/2014/main" id="{CDB0D03B-3181-4BC4-83E1-2DD0BE1FE388}"/>
                </a:ext>
              </a:extLst>
            </p:cNvPr>
            <p:cNvSpPr>
              <a:spLocks noChangeArrowheads="1"/>
            </p:cNvSpPr>
            <p:nvPr/>
          </p:nvSpPr>
          <p:spPr bwMode="auto">
            <a:xfrm>
              <a:off x="1410" y="1191"/>
              <a:ext cx="455" cy="1104"/>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CL1</a:t>
              </a:r>
              <a:endParaRPr lang="ru-RU">
                <a:latin typeface="Arial" charset="0"/>
                <a:cs typeface="Arial" charset="0"/>
              </a:endParaRPr>
            </a:p>
          </p:txBody>
        </p:sp>
        <p:sp>
          <p:nvSpPr>
            <p:cNvPr id="74764" name="Rectangle 11">
              <a:extLst>
                <a:ext uri="{FF2B5EF4-FFF2-40B4-BE49-F238E27FC236}">
                  <a16:creationId xmlns:a16="http://schemas.microsoft.com/office/drawing/2014/main" id="{1CF96CCC-9DD8-4072-A82B-2A3484A08C74}"/>
                </a:ext>
              </a:extLst>
            </p:cNvPr>
            <p:cNvSpPr>
              <a:spLocks noChangeArrowheads="1"/>
            </p:cNvSpPr>
            <p:nvPr/>
          </p:nvSpPr>
          <p:spPr bwMode="auto">
            <a:xfrm>
              <a:off x="2702" y="1191"/>
              <a:ext cx="455" cy="1104"/>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CL2</a:t>
              </a:r>
              <a:endParaRPr lang="ru-RU">
                <a:latin typeface="Arial" charset="0"/>
                <a:cs typeface="Arial" charset="0"/>
              </a:endParaRPr>
            </a:p>
          </p:txBody>
        </p:sp>
        <p:sp>
          <p:nvSpPr>
            <p:cNvPr id="74765" name="Rectangle 12">
              <a:extLst>
                <a:ext uri="{FF2B5EF4-FFF2-40B4-BE49-F238E27FC236}">
                  <a16:creationId xmlns:a16="http://schemas.microsoft.com/office/drawing/2014/main" id="{3F25D8D7-81DE-4778-A3DB-80C362FFBA95}"/>
                </a:ext>
              </a:extLst>
            </p:cNvPr>
            <p:cNvSpPr>
              <a:spLocks noChangeArrowheads="1"/>
            </p:cNvSpPr>
            <p:nvPr/>
          </p:nvSpPr>
          <p:spPr bwMode="auto">
            <a:xfrm>
              <a:off x="4018" y="1191"/>
              <a:ext cx="455" cy="1104"/>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CL3</a:t>
              </a:r>
              <a:endParaRPr lang="ru-RU">
                <a:latin typeface="Arial" charset="0"/>
                <a:cs typeface="Arial" charset="0"/>
              </a:endParaRPr>
            </a:p>
          </p:txBody>
        </p:sp>
        <p:sp>
          <p:nvSpPr>
            <p:cNvPr id="83982" name="Line 13">
              <a:extLst>
                <a:ext uri="{FF2B5EF4-FFF2-40B4-BE49-F238E27FC236}">
                  <a16:creationId xmlns:a16="http://schemas.microsoft.com/office/drawing/2014/main" id="{1785F146-02FD-BAD8-036D-7AADFE26CB4D}"/>
                </a:ext>
              </a:extLst>
            </p:cNvPr>
            <p:cNvSpPr>
              <a:spLocks noChangeShapeType="1"/>
            </p:cNvSpPr>
            <p:nvPr/>
          </p:nvSpPr>
          <p:spPr bwMode="auto">
            <a:xfrm>
              <a:off x="512" y="1714"/>
              <a:ext cx="351"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3" name="Line 14">
              <a:extLst>
                <a:ext uri="{FF2B5EF4-FFF2-40B4-BE49-F238E27FC236}">
                  <a16:creationId xmlns:a16="http://schemas.microsoft.com/office/drawing/2014/main" id="{0512249A-DB40-68A3-B4F4-5D6D3743D887}"/>
                </a:ext>
              </a:extLst>
            </p:cNvPr>
            <p:cNvSpPr>
              <a:spLocks noChangeShapeType="1"/>
            </p:cNvSpPr>
            <p:nvPr/>
          </p:nvSpPr>
          <p:spPr bwMode="auto">
            <a:xfrm>
              <a:off x="1126" y="1714"/>
              <a:ext cx="28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4" name="Line 15">
              <a:extLst>
                <a:ext uri="{FF2B5EF4-FFF2-40B4-BE49-F238E27FC236}">
                  <a16:creationId xmlns:a16="http://schemas.microsoft.com/office/drawing/2014/main" id="{33EAA708-067D-8E3F-D5FA-6ECB4AC55DBE}"/>
                </a:ext>
              </a:extLst>
            </p:cNvPr>
            <p:cNvSpPr>
              <a:spLocks noChangeShapeType="1"/>
            </p:cNvSpPr>
            <p:nvPr/>
          </p:nvSpPr>
          <p:spPr bwMode="auto">
            <a:xfrm>
              <a:off x="2403" y="1709"/>
              <a:ext cx="28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5" name="Line 16">
              <a:extLst>
                <a:ext uri="{FF2B5EF4-FFF2-40B4-BE49-F238E27FC236}">
                  <a16:creationId xmlns:a16="http://schemas.microsoft.com/office/drawing/2014/main" id="{3B64A5AB-F721-D2EF-449B-0AD1000F2373}"/>
                </a:ext>
              </a:extLst>
            </p:cNvPr>
            <p:cNvSpPr>
              <a:spLocks noChangeShapeType="1"/>
            </p:cNvSpPr>
            <p:nvPr/>
          </p:nvSpPr>
          <p:spPr bwMode="auto">
            <a:xfrm>
              <a:off x="3719" y="1703"/>
              <a:ext cx="28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6" name="Line 17">
              <a:extLst>
                <a:ext uri="{FF2B5EF4-FFF2-40B4-BE49-F238E27FC236}">
                  <a16:creationId xmlns:a16="http://schemas.microsoft.com/office/drawing/2014/main" id="{02F90145-45C6-B6F6-106E-C61F0F4ABD73}"/>
                </a:ext>
              </a:extLst>
            </p:cNvPr>
            <p:cNvSpPr>
              <a:spLocks noChangeShapeType="1"/>
            </p:cNvSpPr>
            <p:nvPr/>
          </p:nvSpPr>
          <p:spPr bwMode="auto">
            <a:xfrm>
              <a:off x="4485" y="1693"/>
              <a:ext cx="28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7" name="Line 18">
              <a:extLst>
                <a:ext uri="{FF2B5EF4-FFF2-40B4-BE49-F238E27FC236}">
                  <a16:creationId xmlns:a16="http://schemas.microsoft.com/office/drawing/2014/main" id="{8D87890E-32F6-2D97-1464-9CE1AB46C3A0}"/>
                </a:ext>
              </a:extLst>
            </p:cNvPr>
            <p:cNvSpPr>
              <a:spLocks noChangeShapeType="1"/>
            </p:cNvSpPr>
            <p:nvPr/>
          </p:nvSpPr>
          <p:spPr bwMode="auto">
            <a:xfrm>
              <a:off x="5043" y="1693"/>
              <a:ext cx="28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8" name="Line 19">
              <a:extLst>
                <a:ext uri="{FF2B5EF4-FFF2-40B4-BE49-F238E27FC236}">
                  <a16:creationId xmlns:a16="http://schemas.microsoft.com/office/drawing/2014/main" id="{B1D8A13D-EFC2-EBF3-8A4D-AA37E2DF343F}"/>
                </a:ext>
              </a:extLst>
            </p:cNvPr>
            <p:cNvSpPr>
              <a:spLocks noChangeShapeType="1"/>
            </p:cNvSpPr>
            <p:nvPr/>
          </p:nvSpPr>
          <p:spPr bwMode="auto">
            <a:xfrm>
              <a:off x="1860" y="1714"/>
              <a:ext cx="263"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89" name="Line 20">
              <a:extLst>
                <a:ext uri="{FF2B5EF4-FFF2-40B4-BE49-F238E27FC236}">
                  <a16:creationId xmlns:a16="http://schemas.microsoft.com/office/drawing/2014/main" id="{86B40834-983A-6FC5-D6C2-BDF439CA2B20}"/>
                </a:ext>
              </a:extLst>
            </p:cNvPr>
            <p:cNvSpPr>
              <a:spLocks noChangeShapeType="1"/>
            </p:cNvSpPr>
            <p:nvPr/>
          </p:nvSpPr>
          <p:spPr bwMode="auto">
            <a:xfrm>
              <a:off x="3168" y="1693"/>
              <a:ext cx="263"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90" name="Text Box 21">
              <a:extLst>
                <a:ext uri="{FF2B5EF4-FFF2-40B4-BE49-F238E27FC236}">
                  <a16:creationId xmlns:a16="http://schemas.microsoft.com/office/drawing/2014/main" id="{266C518D-D3BD-7F0E-B53A-1503CBFD9ABE}"/>
                </a:ext>
              </a:extLst>
            </p:cNvPr>
            <p:cNvSpPr txBox="1">
              <a:spLocks noChangeArrowheads="1"/>
            </p:cNvSpPr>
            <p:nvPr/>
          </p:nvSpPr>
          <p:spPr bwMode="auto">
            <a:xfrm>
              <a:off x="336" y="1417"/>
              <a:ext cx="5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Input</a:t>
              </a:r>
              <a:endParaRPr lang="ru-RU" altLang="en-US" sz="2000"/>
            </a:p>
          </p:txBody>
        </p:sp>
        <p:sp>
          <p:nvSpPr>
            <p:cNvPr id="74775" name="Rectangle 22">
              <a:extLst>
                <a:ext uri="{FF2B5EF4-FFF2-40B4-BE49-F238E27FC236}">
                  <a16:creationId xmlns:a16="http://schemas.microsoft.com/office/drawing/2014/main" id="{FC043352-84DC-4F89-95C3-893D3096B947}"/>
                </a:ext>
              </a:extLst>
            </p:cNvPr>
            <p:cNvSpPr>
              <a:spLocks noChangeArrowheads="1"/>
            </p:cNvSpPr>
            <p:nvPr/>
          </p:nvSpPr>
          <p:spPr bwMode="auto">
            <a:xfrm>
              <a:off x="886" y="2817"/>
              <a:ext cx="821" cy="639"/>
            </a:xfrm>
            <a:prstGeom prst="rect">
              <a:avLst/>
            </a:prstGeom>
            <a:solidFill>
              <a:schemeClr val="bg1">
                <a:lumMod val="65000"/>
                <a:alpha val="49019"/>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HS</a:t>
              </a:r>
              <a:endParaRPr lang="ru-RU" sz="2000">
                <a:latin typeface="Arial" charset="0"/>
                <a:cs typeface="Arial" charset="0"/>
              </a:endParaRPr>
            </a:p>
          </p:txBody>
        </p:sp>
        <p:sp>
          <p:nvSpPr>
            <p:cNvPr id="74776" name="Rectangle 23">
              <a:extLst>
                <a:ext uri="{FF2B5EF4-FFF2-40B4-BE49-F238E27FC236}">
                  <a16:creationId xmlns:a16="http://schemas.microsoft.com/office/drawing/2014/main" id="{553D1D79-E30B-4561-BE06-E6CCB3837305}"/>
                </a:ext>
              </a:extLst>
            </p:cNvPr>
            <p:cNvSpPr>
              <a:spLocks noChangeArrowheads="1"/>
            </p:cNvSpPr>
            <p:nvPr/>
          </p:nvSpPr>
          <p:spPr bwMode="auto">
            <a:xfrm>
              <a:off x="2318" y="2817"/>
              <a:ext cx="821" cy="639"/>
            </a:xfrm>
            <a:prstGeom prst="rect">
              <a:avLst/>
            </a:prstGeom>
            <a:solidFill>
              <a:schemeClr val="bg1">
                <a:lumMod val="65000"/>
                <a:alpha val="49019"/>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HS</a:t>
              </a:r>
              <a:endParaRPr lang="ru-RU" sz="2000">
                <a:latin typeface="Arial" charset="0"/>
                <a:cs typeface="Arial" charset="0"/>
              </a:endParaRPr>
            </a:p>
          </p:txBody>
        </p:sp>
        <p:sp>
          <p:nvSpPr>
            <p:cNvPr id="74777" name="Rectangle 24">
              <a:extLst>
                <a:ext uri="{FF2B5EF4-FFF2-40B4-BE49-F238E27FC236}">
                  <a16:creationId xmlns:a16="http://schemas.microsoft.com/office/drawing/2014/main" id="{32492498-A1F1-4E42-B528-91E53B4FEC10}"/>
                </a:ext>
              </a:extLst>
            </p:cNvPr>
            <p:cNvSpPr>
              <a:spLocks noChangeArrowheads="1"/>
            </p:cNvSpPr>
            <p:nvPr/>
          </p:nvSpPr>
          <p:spPr bwMode="auto">
            <a:xfrm>
              <a:off x="3673" y="2817"/>
              <a:ext cx="820" cy="639"/>
            </a:xfrm>
            <a:prstGeom prst="rect">
              <a:avLst/>
            </a:prstGeom>
            <a:solidFill>
              <a:schemeClr val="bg1">
                <a:lumMod val="65000"/>
                <a:alpha val="49019"/>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HS</a:t>
              </a:r>
              <a:endParaRPr lang="ru-RU" sz="2000">
                <a:latin typeface="Arial" charset="0"/>
                <a:cs typeface="Arial" charset="0"/>
              </a:endParaRPr>
            </a:p>
          </p:txBody>
        </p:sp>
        <p:sp>
          <p:nvSpPr>
            <p:cNvPr id="83994" name="Line 26">
              <a:extLst>
                <a:ext uri="{FF2B5EF4-FFF2-40B4-BE49-F238E27FC236}">
                  <a16:creationId xmlns:a16="http://schemas.microsoft.com/office/drawing/2014/main" id="{DEBEE43C-6EB2-7175-F1F9-0F03AA8DC111}"/>
                </a:ext>
              </a:extLst>
            </p:cNvPr>
            <p:cNvSpPr>
              <a:spLocks noChangeShapeType="1"/>
            </p:cNvSpPr>
            <p:nvPr/>
          </p:nvSpPr>
          <p:spPr bwMode="auto">
            <a:xfrm>
              <a:off x="578" y="2994"/>
              <a:ext cx="30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95" name="Line 30">
              <a:extLst>
                <a:ext uri="{FF2B5EF4-FFF2-40B4-BE49-F238E27FC236}">
                  <a16:creationId xmlns:a16="http://schemas.microsoft.com/office/drawing/2014/main" id="{A8B9D4BB-227A-EF77-A9C0-44067834F8B4}"/>
                </a:ext>
              </a:extLst>
            </p:cNvPr>
            <p:cNvSpPr>
              <a:spLocks noChangeShapeType="1"/>
            </p:cNvSpPr>
            <p:nvPr/>
          </p:nvSpPr>
          <p:spPr bwMode="auto">
            <a:xfrm>
              <a:off x="579" y="3282"/>
              <a:ext cx="307" cy="0"/>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3996" name="Line 31">
              <a:extLst>
                <a:ext uri="{FF2B5EF4-FFF2-40B4-BE49-F238E27FC236}">
                  <a16:creationId xmlns:a16="http://schemas.microsoft.com/office/drawing/2014/main" id="{33CA53C0-E384-B2C3-1330-01C255AC4C1E}"/>
                </a:ext>
              </a:extLst>
            </p:cNvPr>
            <p:cNvSpPr>
              <a:spLocks noChangeShapeType="1"/>
            </p:cNvSpPr>
            <p:nvPr/>
          </p:nvSpPr>
          <p:spPr bwMode="auto">
            <a:xfrm flipV="1">
              <a:off x="1106" y="2471"/>
              <a:ext cx="0" cy="34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3997" name="Line 32">
              <a:extLst>
                <a:ext uri="{FF2B5EF4-FFF2-40B4-BE49-F238E27FC236}">
                  <a16:creationId xmlns:a16="http://schemas.microsoft.com/office/drawing/2014/main" id="{652639AE-3EF8-C949-16AF-19A396684480}"/>
                </a:ext>
              </a:extLst>
            </p:cNvPr>
            <p:cNvSpPr>
              <a:spLocks noChangeShapeType="1"/>
            </p:cNvSpPr>
            <p:nvPr/>
          </p:nvSpPr>
          <p:spPr bwMode="auto">
            <a:xfrm flipV="1">
              <a:off x="1509" y="2471"/>
              <a:ext cx="0" cy="349"/>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3998" name="Text Box 35">
              <a:extLst>
                <a:ext uri="{FF2B5EF4-FFF2-40B4-BE49-F238E27FC236}">
                  <a16:creationId xmlns:a16="http://schemas.microsoft.com/office/drawing/2014/main" id="{1F6EA556-80B9-676A-2F24-107635D23F54}"/>
                </a:ext>
              </a:extLst>
            </p:cNvPr>
            <p:cNvSpPr txBox="1">
              <a:spLocks noChangeArrowheads="1"/>
            </p:cNvSpPr>
            <p:nvPr/>
          </p:nvSpPr>
          <p:spPr bwMode="auto">
            <a:xfrm>
              <a:off x="710" y="2469"/>
              <a:ext cx="43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Start</a:t>
              </a:r>
              <a:endParaRPr lang="ru-RU" altLang="en-US" sz="1600"/>
            </a:p>
          </p:txBody>
        </p:sp>
        <p:sp>
          <p:nvSpPr>
            <p:cNvPr id="83999" name="Text Box 36">
              <a:extLst>
                <a:ext uri="{FF2B5EF4-FFF2-40B4-BE49-F238E27FC236}">
                  <a16:creationId xmlns:a16="http://schemas.microsoft.com/office/drawing/2014/main" id="{39EA5583-D435-389A-24D4-0F1E0D6027BE}"/>
                </a:ext>
              </a:extLst>
            </p:cNvPr>
            <p:cNvSpPr txBox="1">
              <a:spLocks noChangeArrowheads="1"/>
            </p:cNvSpPr>
            <p:nvPr/>
          </p:nvSpPr>
          <p:spPr bwMode="auto">
            <a:xfrm>
              <a:off x="1106" y="2469"/>
              <a:ext cx="4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Done</a:t>
              </a:r>
              <a:endParaRPr lang="ru-RU" altLang="en-US" sz="1600"/>
            </a:p>
          </p:txBody>
        </p:sp>
        <p:sp>
          <p:nvSpPr>
            <p:cNvPr id="84000" name="Text Box 43">
              <a:extLst>
                <a:ext uri="{FF2B5EF4-FFF2-40B4-BE49-F238E27FC236}">
                  <a16:creationId xmlns:a16="http://schemas.microsoft.com/office/drawing/2014/main" id="{0CE644CE-747D-EB1C-7F7C-916641EC7A7C}"/>
                </a:ext>
              </a:extLst>
            </p:cNvPr>
            <p:cNvSpPr txBox="1">
              <a:spLocks noChangeArrowheads="1"/>
            </p:cNvSpPr>
            <p:nvPr/>
          </p:nvSpPr>
          <p:spPr bwMode="auto">
            <a:xfrm>
              <a:off x="373" y="2689"/>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Req</a:t>
              </a:r>
              <a:endParaRPr lang="ru-RU" altLang="en-US"/>
            </a:p>
          </p:txBody>
        </p:sp>
        <p:sp>
          <p:nvSpPr>
            <p:cNvPr id="84001" name="Text Box 44">
              <a:extLst>
                <a:ext uri="{FF2B5EF4-FFF2-40B4-BE49-F238E27FC236}">
                  <a16:creationId xmlns:a16="http://schemas.microsoft.com/office/drawing/2014/main" id="{BF19A263-ADA9-5E83-8D80-359671698D6D}"/>
                </a:ext>
              </a:extLst>
            </p:cNvPr>
            <p:cNvSpPr txBox="1">
              <a:spLocks noChangeArrowheads="1"/>
            </p:cNvSpPr>
            <p:nvPr/>
          </p:nvSpPr>
          <p:spPr bwMode="auto">
            <a:xfrm>
              <a:off x="1805" y="2684"/>
              <a:ext cx="4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Req</a:t>
              </a:r>
              <a:endParaRPr lang="ru-RU" altLang="en-US"/>
            </a:p>
          </p:txBody>
        </p:sp>
        <p:sp>
          <p:nvSpPr>
            <p:cNvPr id="84002" name="Line 45">
              <a:extLst>
                <a:ext uri="{FF2B5EF4-FFF2-40B4-BE49-F238E27FC236}">
                  <a16:creationId xmlns:a16="http://schemas.microsoft.com/office/drawing/2014/main" id="{D81E4633-5EF3-D2B4-06CD-8141836FBD91}"/>
                </a:ext>
              </a:extLst>
            </p:cNvPr>
            <p:cNvSpPr>
              <a:spLocks noChangeShapeType="1"/>
            </p:cNvSpPr>
            <p:nvPr/>
          </p:nvSpPr>
          <p:spPr bwMode="auto">
            <a:xfrm flipV="1">
              <a:off x="2608" y="2451"/>
              <a:ext cx="0" cy="34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4003" name="Line 46">
              <a:extLst>
                <a:ext uri="{FF2B5EF4-FFF2-40B4-BE49-F238E27FC236}">
                  <a16:creationId xmlns:a16="http://schemas.microsoft.com/office/drawing/2014/main" id="{D751241C-6D89-438B-CD05-7EDCE267DA3D}"/>
                </a:ext>
              </a:extLst>
            </p:cNvPr>
            <p:cNvSpPr>
              <a:spLocks noChangeShapeType="1"/>
            </p:cNvSpPr>
            <p:nvPr/>
          </p:nvSpPr>
          <p:spPr bwMode="auto">
            <a:xfrm flipV="1">
              <a:off x="2980" y="2448"/>
              <a:ext cx="0" cy="349"/>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4004" name="Text Box 47">
              <a:extLst>
                <a:ext uri="{FF2B5EF4-FFF2-40B4-BE49-F238E27FC236}">
                  <a16:creationId xmlns:a16="http://schemas.microsoft.com/office/drawing/2014/main" id="{EDA7E328-3703-3405-431F-9222F68BFB88}"/>
                </a:ext>
              </a:extLst>
            </p:cNvPr>
            <p:cNvSpPr txBox="1">
              <a:spLocks noChangeArrowheads="1"/>
            </p:cNvSpPr>
            <p:nvPr/>
          </p:nvSpPr>
          <p:spPr bwMode="auto">
            <a:xfrm>
              <a:off x="2208" y="2469"/>
              <a:ext cx="43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Start</a:t>
              </a:r>
              <a:endParaRPr lang="ru-RU" altLang="en-US" sz="1600"/>
            </a:p>
          </p:txBody>
        </p:sp>
        <p:sp>
          <p:nvSpPr>
            <p:cNvPr id="84005" name="Text Box 48">
              <a:extLst>
                <a:ext uri="{FF2B5EF4-FFF2-40B4-BE49-F238E27FC236}">
                  <a16:creationId xmlns:a16="http://schemas.microsoft.com/office/drawing/2014/main" id="{0794BD61-7241-EC23-045A-B112F737B1EE}"/>
                </a:ext>
              </a:extLst>
            </p:cNvPr>
            <p:cNvSpPr txBox="1">
              <a:spLocks noChangeArrowheads="1"/>
            </p:cNvSpPr>
            <p:nvPr/>
          </p:nvSpPr>
          <p:spPr bwMode="auto">
            <a:xfrm>
              <a:off x="2606" y="2469"/>
              <a:ext cx="4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Done</a:t>
              </a:r>
              <a:endParaRPr lang="ru-RU" altLang="en-US" sz="1600"/>
            </a:p>
          </p:txBody>
        </p:sp>
        <p:sp>
          <p:nvSpPr>
            <p:cNvPr id="84006" name="Line 49">
              <a:extLst>
                <a:ext uri="{FF2B5EF4-FFF2-40B4-BE49-F238E27FC236}">
                  <a16:creationId xmlns:a16="http://schemas.microsoft.com/office/drawing/2014/main" id="{BAD74962-1DB3-CF95-7E55-ECD96DF175BA}"/>
                </a:ext>
              </a:extLst>
            </p:cNvPr>
            <p:cNvSpPr>
              <a:spLocks noChangeShapeType="1"/>
            </p:cNvSpPr>
            <p:nvPr/>
          </p:nvSpPr>
          <p:spPr bwMode="auto">
            <a:xfrm flipV="1">
              <a:off x="4333" y="2448"/>
              <a:ext cx="0" cy="349"/>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84007" name="Text Box 50">
              <a:extLst>
                <a:ext uri="{FF2B5EF4-FFF2-40B4-BE49-F238E27FC236}">
                  <a16:creationId xmlns:a16="http://schemas.microsoft.com/office/drawing/2014/main" id="{CC5907C0-0221-3AA0-924A-109D24A19198}"/>
                </a:ext>
              </a:extLst>
            </p:cNvPr>
            <p:cNvSpPr txBox="1">
              <a:spLocks noChangeArrowheads="1"/>
            </p:cNvSpPr>
            <p:nvPr/>
          </p:nvSpPr>
          <p:spPr bwMode="auto">
            <a:xfrm>
              <a:off x="3552" y="2469"/>
              <a:ext cx="4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Start</a:t>
              </a:r>
              <a:endParaRPr lang="ru-RU" altLang="en-US" sz="1600"/>
            </a:p>
          </p:txBody>
        </p:sp>
        <p:sp>
          <p:nvSpPr>
            <p:cNvPr id="84008" name="Text Box 51">
              <a:extLst>
                <a:ext uri="{FF2B5EF4-FFF2-40B4-BE49-F238E27FC236}">
                  <a16:creationId xmlns:a16="http://schemas.microsoft.com/office/drawing/2014/main" id="{BE555653-6CC0-5A92-5030-1D903BF97061}"/>
                </a:ext>
              </a:extLst>
            </p:cNvPr>
            <p:cNvSpPr txBox="1">
              <a:spLocks noChangeArrowheads="1"/>
            </p:cNvSpPr>
            <p:nvPr/>
          </p:nvSpPr>
          <p:spPr bwMode="auto">
            <a:xfrm>
              <a:off x="3958" y="2471"/>
              <a:ext cx="4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Done</a:t>
              </a:r>
              <a:endParaRPr lang="ru-RU" altLang="en-US" sz="1600"/>
            </a:p>
          </p:txBody>
        </p:sp>
        <p:sp>
          <p:nvSpPr>
            <p:cNvPr id="84009" name="Line 52">
              <a:extLst>
                <a:ext uri="{FF2B5EF4-FFF2-40B4-BE49-F238E27FC236}">
                  <a16:creationId xmlns:a16="http://schemas.microsoft.com/office/drawing/2014/main" id="{6DF06930-3A27-2A34-D014-DFAC46B02689}"/>
                </a:ext>
              </a:extLst>
            </p:cNvPr>
            <p:cNvSpPr>
              <a:spLocks noChangeShapeType="1"/>
            </p:cNvSpPr>
            <p:nvPr/>
          </p:nvSpPr>
          <p:spPr bwMode="auto">
            <a:xfrm flipV="1">
              <a:off x="4333" y="2448"/>
              <a:ext cx="0" cy="349"/>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4010" name="Line 54">
              <a:extLst>
                <a:ext uri="{FF2B5EF4-FFF2-40B4-BE49-F238E27FC236}">
                  <a16:creationId xmlns:a16="http://schemas.microsoft.com/office/drawing/2014/main" id="{0BDB10F8-9620-54C5-06B2-CFB9374C0E6E}"/>
                </a:ext>
              </a:extLst>
            </p:cNvPr>
            <p:cNvSpPr>
              <a:spLocks noChangeShapeType="1"/>
            </p:cNvSpPr>
            <p:nvPr/>
          </p:nvSpPr>
          <p:spPr bwMode="auto">
            <a:xfrm flipV="1">
              <a:off x="3953" y="2448"/>
              <a:ext cx="0" cy="34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4011" name="Line 55">
              <a:extLst>
                <a:ext uri="{FF2B5EF4-FFF2-40B4-BE49-F238E27FC236}">
                  <a16:creationId xmlns:a16="http://schemas.microsoft.com/office/drawing/2014/main" id="{0F13EB38-4298-ABD2-5464-8551811E52A1}"/>
                </a:ext>
              </a:extLst>
            </p:cNvPr>
            <p:cNvSpPr>
              <a:spLocks noChangeShapeType="1"/>
            </p:cNvSpPr>
            <p:nvPr/>
          </p:nvSpPr>
          <p:spPr bwMode="auto">
            <a:xfrm>
              <a:off x="1705" y="2991"/>
              <a:ext cx="614"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4012" name="Line 56">
              <a:extLst>
                <a:ext uri="{FF2B5EF4-FFF2-40B4-BE49-F238E27FC236}">
                  <a16:creationId xmlns:a16="http://schemas.microsoft.com/office/drawing/2014/main" id="{31367441-0D45-8003-3DBF-F176ADAC5890}"/>
                </a:ext>
              </a:extLst>
            </p:cNvPr>
            <p:cNvSpPr>
              <a:spLocks noChangeShapeType="1"/>
            </p:cNvSpPr>
            <p:nvPr/>
          </p:nvSpPr>
          <p:spPr bwMode="auto">
            <a:xfrm>
              <a:off x="3127" y="2991"/>
              <a:ext cx="54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4013" name="Line 57">
              <a:extLst>
                <a:ext uri="{FF2B5EF4-FFF2-40B4-BE49-F238E27FC236}">
                  <a16:creationId xmlns:a16="http://schemas.microsoft.com/office/drawing/2014/main" id="{81DC96EC-D4B3-4BDB-E223-E3CF8B4BC5AA}"/>
                </a:ext>
              </a:extLst>
            </p:cNvPr>
            <p:cNvSpPr>
              <a:spLocks noChangeShapeType="1"/>
            </p:cNvSpPr>
            <p:nvPr/>
          </p:nvSpPr>
          <p:spPr bwMode="auto">
            <a:xfrm>
              <a:off x="4484" y="2991"/>
              <a:ext cx="32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4014" name="Line 58">
              <a:extLst>
                <a:ext uri="{FF2B5EF4-FFF2-40B4-BE49-F238E27FC236}">
                  <a16:creationId xmlns:a16="http://schemas.microsoft.com/office/drawing/2014/main" id="{C38B4977-478E-7E35-9632-7EBF259A4F88}"/>
                </a:ext>
              </a:extLst>
            </p:cNvPr>
            <p:cNvSpPr>
              <a:spLocks noChangeShapeType="1"/>
            </p:cNvSpPr>
            <p:nvPr/>
          </p:nvSpPr>
          <p:spPr bwMode="auto">
            <a:xfrm>
              <a:off x="1705" y="3237"/>
              <a:ext cx="614" cy="0"/>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4015" name="Line 59">
              <a:extLst>
                <a:ext uri="{FF2B5EF4-FFF2-40B4-BE49-F238E27FC236}">
                  <a16:creationId xmlns:a16="http://schemas.microsoft.com/office/drawing/2014/main" id="{1211E01A-D6B1-9BE8-1236-3948ED34C8A4}"/>
                </a:ext>
              </a:extLst>
            </p:cNvPr>
            <p:cNvSpPr>
              <a:spLocks noChangeShapeType="1"/>
            </p:cNvSpPr>
            <p:nvPr/>
          </p:nvSpPr>
          <p:spPr bwMode="auto">
            <a:xfrm>
              <a:off x="4492" y="3237"/>
              <a:ext cx="329" cy="0"/>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4016" name="Line 60">
              <a:extLst>
                <a:ext uri="{FF2B5EF4-FFF2-40B4-BE49-F238E27FC236}">
                  <a16:creationId xmlns:a16="http://schemas.microsoft.com/office/drawing/2014/main" id="{8FBD90C5-316E-97BB-5131-02FB4018A262}"/>
                </a:ext>
              </a:extLst>
            </p:cNvPr>
            <p:cNvSpPr>
              <a:spLocks noChangeShapeType="1"/>
            </p:cNvSpPr>
            <p:nvPr/>
          </p:nvSpPr>
          <p:spPr bwMode="auto">
            <a:xfrm>
              <a:off x="3127" y="3227"/>
              <a:ext cx="549" cy="0"/>
            </a:xfrm>
            <a:prstGeom prst="line">
              <a:avLst/>
            </a:prstGeom>
            <a:noFill/>
            <a:ln w="2540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84017" name="Text Box 62">
              <a:extLst>
                <a:ext uri="{FF2B5EF4-FFF2-40B4-BE49-F238E27FC236}">
                  <a16:creationId xmlns:a16="http://schemas.microsoft.com/office/drawing/2014/main" id="{94B44899-A4F1-EA74-B435-97B35C12EB26}"/>
                </a:ext>
              </a:extLst>
            </p:cNvPr>
            <p:cNvSpPr txBox="1">
              <a:spLocks noChangeArrowheads="1"/>
            </p:cNvSpPr>
            <p:nvPr/>
          </p:nvSpPr>
          <p:spPr bwMode="auto">
            <a:xfrm>
              <a:off x="368" y="3032"/>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Ack</a:t>
              </a:r>
              <a:endParaRPr lang="ru-RU" altLang="en-US"/>
            </a:p>
          </p:txBody>
        </p:sp>
        <p:sp>
          <p:nvSpPr>
            <p:cNvPr id="84018" name="Text Box 63">
              <a:extLst>
                <a:ext uri="{FF2B5EF4-FFF2-40B4-BE49-F238E27FC236}">
                  <a16:creationId xmlns:a16="http://schemas.microsoft.com/office/drawing/2014/main" id="{9DD05260-3E9C-C5F1-5ABB-2061DD657D1A}"/>
                </a:ext>
              </a:extLst>
            </p:cNvPr>
            <p:cNvSpPr txBox="1">
              <a:spLocks noChangeArrowheads="1"/>
            </p:cNvSpPr>
            <p:nvPr/>
          </p:nvSpPr>
          <p:spPr bwMode="auto">
            <a:xfrm>
              <a:off x="1824" y="3024"/>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Ack</a:t>
              </a:r>
              <a:endParaRPr lang="ru-RU" altLang="en-US"/>
            </a:p>
          </p:txBody>
        </p:sp>
        <p:sp>
          <p:nvSpPr>
            <p:cNvPr id="84019" name="Text Box 64">
              <a:extLst>
                <a:ext uri="{FF2B5EF4-FFF2-40B4-BE49-F238E27FC236}">
                  <a16:creationId xmlns:a16="http://schemas.microsoft.com/office/drawing/2014/main" id="{2D5CEDF6-4183-9399-38A3-6F4893758D1E}"/>
                </a:ext>
              </a:extLst>
            </p:cNvPr>
            <p:cNvSpPr txBox="1">
              <a:spLocks noChangeArrowheads="1"/>
            </p:cNvSpPr>
            <p:nvPr/>
          </p:nvSpPr>
          <p:spPr bwMode="auto">
            <a:xfrm>
              <a:off x="3216" y="3024"/>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Ack</a:t>
              </a:r>
              <a:endParaRPr lang="ru-RU" altLang="en-US"/>
            </a:p>
          </p:txBody>
        </p:sp>
        <p:sp>
          <p:nvSpPr>
            <p:cNvPr id="84020" name="Text Box 65">
              <a:extLst>
                <a:ext uri="{FF2B5EF4-FFF2-40B4-BE49-F238E27FC236}">
                  <a16:creationId xmlns:a16="http://schemas.microsoft.com/office/drawing/2014/main" id="{FC14F948-1FAC-28F2-B544-6BAE752EDD04}"/>
                </a:ext>
              </a:extLst>
            </p:cNvPr>
            <p:cNvSpPr txBox="1">
              <a:spLocks noChangeArrowheads="1"/>
            </p:cNvSpPr>
            <p:nvPr/>
          </p:nvSpPr>
          <p:spPr bwMode="auto">
            <a:xfrm>
              <a:off x="4464" y="3000"/>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Ack</a:t>
              </a:r>
              <a:endParaRPr lang="ru-RU" altLang="en-US"/>
            </a:p>
          </p:txBody>
        </p:sp>
        <p:sp>
          <p:nvSpPr>
            <p:cNvPr id="84021" name="Text Box 66">
              <a:extLst>
                <a:ext uri="{FF2B5EF4-FFF2-40B4-BE49-F238E27FC236}">
                  <a16:creationId xmlns:a16="http://schemas.microsoft.com/office/drawing/2014/main" id="{BC0443E2-F3A0-6328-E3FB-5A7908E77F19}"/>
                </a:ext>
              </a:extLst>
            </p:cNvPr>
            <p:cNvSpPr txBox="1">
              <a:spLocks noChangeArrowheads="1"/>
            </p:cNvSpPr>
            <p:nvPr/>
          </p:nvSpPr>
          <p:spPr bwMode="auto">
            <a:xfrm>
              <a:off x="3206" y="2707"/>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Req</a:t>
              </a:r>
              <a:endParaRPr lang="ru-RU" altLang="en-US"/>
            </a:p>
          </p:txBody>
        </p:sp>
        <p:sp>
          <p:nvSpPr>
            <p:cNvPr id="84022" name="Text Box 67">
              <a:extLst>
                <a:ext uri="{FF2B5EF4-FFF2-40B4-BE49-F238E27FC236}">
                  <a16:creationId xmlns:a16="http://schemas.microsoft.com/office/drawing/2014/main" id="{2ED7CB09-5470-B16C-1DDC-2848BC979EB1}"/>
                </a:ext>
              </a:extLst>
            </p:cNvPr>
            <p:cNvSpPr txBox="1">
              <a:spLocks noChangeArrowheads="1"/>
            </p:cNvSpPr>
            <p:nvPr/>
          </p:nvSpPr>
          <p:spPr bwMode="auto">
            <a:xfrm>
              <a:off x="4444" y="2701"/>
              <a:ext cx="4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Req</a:t>
              </a:r>
              <a:endParaRPr lang="ru-RU" altLang="en-US"/>
            </a:p>
          </p:txBody>
        </p:sp>
        <p:sp>
          <p:nvSpPr>
            <p:cNvPr id="84023" name="Text Box 21">
              <a:extLst>
                <a:ext uri="{FF2B5EF4-FFF2-40B4-BE49-F238E27FC236}">
                  <a16:creationId xmlns:a16="http://schemas.microsoft.com/office/drawing/2014/main" id="{03ADD62B-FE41-379F-1A2F-DA7E65BF50CE}"/>
                </a:ext>
              </a:extLst>
            </p:cNvPr>
            <p:cNvSpPr txBox="1">
              <a:spLocks noChangeArrowheads="1"/>
            </p:cNvSpPr>
            <p:nvPr/>
          </p:nvSpPr>
          <p:spPr bwMode="auto">
            <a:xfrm>
              <a:off x="5024" y="1440"/>
              <a:ext cx="6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Output</a:t>
              </a:r>
              <a:endParaRPr lang="ru-RU" altLang="en-US" sz="2000"/>
            </a:p>
          </p:txBody>
        </p:sp>
      </p:grpSp>
      <p:sp>
        <p:nvSpPr>
          <p:cNvPr id="3" name="Title 2">
            <a:extLst>
              <a:ext uri="{FF2B5EF4-FFF2-40B4-BE49-F238E27FC236}">
                <a16:creationId xmlns:a16="http://schemas.microsoft.com/office/drawing/2014/main" id="{DA876A0B-B5AC-56CE-807C-59A38253E650}"/>
              </a:ext>
            </a:extLst>
          </p:cNvPr>
          <p:cNvSpPr>
            <a:spLocks noGrp="1"/>
          </p:cNvSpPr>
          <p:nvPr>
            <p:ph type="title"/>
          </p:nvPr>
        </p:nvSpPr>
        <p:spPr/>
        <p:txBody>
          <a:bodyPr>
            <a:normAutofit/>
          </a:bodyPr>
          <a:lstStyle/>
          <a:p>
            <a:r>
              <a:rPr lang="en-US" dirty="0"/>
              <a:t>Self-Timed Pipelined Datapath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103">
            <a:extLst>
              <a:ext uri="{FF2B5EF4-FFF2-40B4-BE49-F238E27FC236}">
                <a16:creationId xmlns:a16="http://schemas.microsoft.com/office/drawing/2014/main" id="{86F88779-FEC4-3DCA-8564-77BCEA3B40F1}"/>
              </a:ext>
            </a:extLst>
          </p:cNvPr>
          <p:cNvGrpSpPr>
            <a:grpSpLocks/>
          </p:cNvGrpSpPr>
          <p:nvPr/>
        </p:nvGrpSpPr>
        <p:grpSpPr bwMode="auto">
          <a:xfrm>
            <a:off x="2035175" y="1447800"/>
            <a:ext cx="8204200" cy="2663134"/>
            <a:chOff x="322" y="1025"/>
            <a:chExt cx="5168" cy="1591"/>
          </a:xfrm>
        </p:grpSpPr>
        <p:sp>
          <p:nvSpPr>
            <p:cNvPr id="84997" name="Text Box 4">
              <a:extLst>
                <a:ext uri="{FF2B5EF4-FFF2-40B4-BE49-F238E27FC236}">
                  <a16:creationId xmlns:a16="http://schemas.microsoft.com/office/drawing/2014/main" id="{26E99F97-059F-CC27-983E-AEC89B08D77F}"/>
                </a:ext>
              </a:extLst>
            </p:cNvPr>
            <p:cNvSpPr txBox="1">
              <a:spLocks noChangeArrowheads="1"/>
            </p:cNvSpPr>
            <p:nvPr/>
          </p:nvSpPr>
          <p:spPr bwMode="auto">
            <a:xfrm>
              <a:off x="4918" y="1149"/>
              <a:ext cx="5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Output</a:t>
              </a:r>
              <a:endParaRPr lang="ru-RU" altLang="en-US" sz="1400"/>
            </a:p>
          </p:txBody>
        </p:sp>
        <p:sp>
          <p:nvSpPr>
            <p:cNvPr id="76806" name="Rectangle 5">
              <a:extLst>
                <a:ext uri="{FF2B5EF4-FFF2-40B4-BE49-F238E27FC236}">
                  <a16:creationId xmlns:a16="http://schemas.microsoft.com/office/drawing/2014/main" id="{52BAAC75-D779-46AA-95AF-83F8E96260D6}"/>
                </a:ext>
              </a:extLst>
            </p:cNvPr>
            <p:cNvSpPr>
              <a:spLocks noChangeArrowheads="1"/>
            </p:cNvSpPr>
            <p:nvPr/>
          </p:nvSpPr>
          <p:spPr bwMode="auto">
            <a:xfrm>
              <a:off x="943" y="1046"/>
              <a:ext cx="250" cy="65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1600" dirty="0">
                  <a:latin typeface="Arial" charset="0"/>
                  <a:cs typeface="Arial" charset="0"/>
                </a:rPr>
                <a:t>R1</a:t>
              </a:r>
              <a:endParaRPr lang="ru-RU" sz="1600" dirty="0">
                <a:latin typeface="Arial" charset="0"/>
                <a:cs typeface="Arial" charset="0"/>
              </a:endParaRPr>
            </a:p>
          </p:txBody>
        </p:sp>
        <p:sp>
          <p:nvSpPr>
            <p:cNvPr id="76807" name="Rectangle 6">
              <a:extLst>
                <a:ext uri="{FF2B5EF4-FFF2-40B4-BE49-F238E27FC236}">
                  <a16:creationId xmlns:a16="http://schemas.microsoft.com/office/drawing/2014/main" id="{2ED60F43-5A94-4F64-80AB-157535D52046}"/>
                </a:ext>
              </a:extLst>
            </p:cNvPr>
            <p:cNvSpPr>
              <a:spLocks noChangeArrowheads="1"/>
            </p:cNvSpPr>
            <p:nvPr/>
          </p:nvSpPr>
          <p:spPr bwMode="auto">
            <a:xfrm>
              <a:off x="2149" y="1040"/>
              <a:ext cx="249" cy="650"/>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1600">
                  <a:latin typeface="Arial" charset="0"/>
                  <a:cs typeface="Arial" charset="0"/>
                </a:rPr>
                <a:t>R2</a:t>
              </a:r>
              <a:endParaRPr lang="ru-RU" sz="1600">
                <a:latin typeface="Arial" charset="0"/>
                <a:cs typeface="Arial" charset="0"/>
              </a:endParaRPr>
            </a:p>
          </p:txBody>
        </p:sp>
        <p:sp>
          <p:nvSpPr>
            <p:cNvPr id="76808" name="Rectangle 7">
              <a:extLst>
                <a:ext uri="{FF2B5EF4-FFF2-40B4-BE49-F238E27FC236}">
                  <a16:creationId xmlns:a16="http://schemas.microsoft.com/office/drawing/2014/main" id="{DE8707C1-B716-4036-8E18-D6FB72901528}"/>
                </a:ext>
              </a:extLst>
            </p:cNvPr>
            <p:cNvSpPr>
              <a:spLocks noChangeArrowheads="1"/>
            </p:cNvSpPr>
            <p:nvPr/>
          </p:nvSpPr>
          <p:spPr bwMode="auto">
            <a:xfrm>
              <a:off x="3398" y="1046"/>
              <a:ext cx="250" cy="65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1600">
                  <a:latin typeface="Arial" charset="0"/>
                  <a:cs typeface="Arial" charset="0"/>
                </a:rPr>
                <a:t>R3</a:t>
              </a:r>
              <a:endParaRPr lang="ru-RU" sz="1600">
                <a:latin typeface="Arial" charset="0"/>
                <a:cs typeface="Arial" charset="0"/>
              </a:endParaRPr>
            </a:p>
          </p:txBody>
        </p:sp>
        <p:sp>
          <p:nvSpPr>
            <p:cNvPr id="76809" name="Rectangle 8">
              <a:extLst>
                <a:ext uri="{FF2B5EF4-FFF2-40B4-BE49-F238E27FC236}">
                  <a16:creationId xmlns:a16="http://schemas.microsoft.com/office/drawing/2014/main" id="{A91E11E4-0429-4339-B39A-9E434C79037E}"/>
                </a:ext>
              </a:extLst>
            </p:cNvPr>
            <p:cNvSpPr>
              <a:spLocks noChangeArrowheads="1"/>
            </p:cNvSpPr>
            <p:nvPr/>
          </p:nvSpPr>
          <p:spPr bwMode="auto">
            <a:xfrm>
              <a:off x="4662" y="1025"/>
              <a:ext cx="250" cy="650"/>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1600">
                  <a:latin typeface="Arial" charset="0"/>
                  <a:cs typeface="Arial" charset="0"/>
                </a:rPr>
                <a:t>R4</a:t>
              </a:r>
              <a:endParaRPr lang="ru-RU" sz="1600">
                <a:latin typeface="Arial" charset="0"/>
                <a:cs typeface="Arial" charset="0"/>
              </a:endParaRPr>
            </a:p>
          </p:txBody>
        </p:sp>
        <p:sp>
          <p:nvSpPr>
            <p:cNvPr id="75786" name="Rectangle 9">
              <a:extLst>
                <a:ext uri="{FF2B5EF4-FFF2-40B4-BE49-F238E27FC236}">
                  <a16:creationId xmlns:a16="http://schemas.microsoft.com/office/drawing/2014/main" id="{C300A457-82CC-42EC-A348-AC6A3CED8926}"/>
                </a:ext>
              </a:extLst>
            </p:cNvPr>
            <p:cNvSpPr>
              <a:spLocks noChangeArrowheads="1"/>
            </p:cNvSpPr>
            <p:nvPr/>
          </p:nvSpPr>
          <p:spPr bwMode="auto">
            <a:xfrm>
              <a:off x="1465" y="1046"/>
              <a:ext cx="432" cy="652"/>
            </a:xfrm>
            <a:prstGeom prst="rect">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r>
                <a:rPr lang="en-US" sz="1600" dirty="0">
                  <a:latin typeface="Arial" charset="0"/>
                  <a:cs typeface="Arial" charset="0"/>
                </a:rPr>
                <a:t>CL1</a:t>
              </a:r>
              <a:endParaRPr lang="ru-RU" sz="1600" dirty="0">
                <a:latin typeface="Arial" charset="0"/>
                <a:cs typeface="Arial" charset="0"/>
              </a:endParaRPr>
            </a:p>
          </p:txBody>
        </p:sp>
        <p:sp>
          <p:nvSpPr>
            <p:cNvPr id="75787" name="Rectangle 10">
              <a:extLst>
                <a:ext uri="{FF2B5EF4-FFF2-40B4-BE49-F238E27FC236}">
                  <a16:creationId xmlns:a16="http://schemas.microsoft.com/office/drawing/2014/main" id="{368307C9-800C-46C0-91C0-05FC2E390777}"/>
                </a:ext>
              </a:extLst>
            </p:cNvPr>
            <p:cNvSpPr>
              <a:spLocks noChangeArrowheads="1"/>
            </p:cNvSpPr>
            <p:nvPr/>
          </p:nvSpPr>
          <p:spPr bwMode="auto">
            <a:xfrm>
              <a:off x="2692" y="1046"/>
              <a:ext cx="432" cy="652"/>
            </a:xfrm>
            <a:prstGeom prst="rect">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r>
                <a:rPr lang="en-US" sz="1600">
                  <a:latin typeface="Arial" charset="0"/>
                  <a:cs typeface="Arial" charset="0"/>
                </a:rPr>
                <a:t>CL2</a:t>
              </a:r>
              <a:endParaRPr lang="ru-RU" sz="1600">
                <a:latin typeface="Arial" charset="0"/>
                <a:cs typeface="Arial" charset="0"/>
              </a:endParaRPr>
            </a:p>
          </p:txBody>
        </p:sp>
        <p:sp>
          <p:nvSpPr>
            <p:cNvPr id="75788" name="Rectangle 11">
              <a:extLst>
                <a:ext uri="{FF2B5EF4-FFF2-40B4-BE49-F238E27FC236}">
                  <a16:creationId xmlns:a16="http://schemas.microsoft.com/office/drawing/2014/main" id="{9F6D65E8-7702-4503-9B6D-DA639EBC62A3}"/>
                </a:ext>
              </a:extLst>
            </p:cNvPr>
            <p:cNvSpPr>
              <a:spLocks noChangeArrowheads="1"/>
            </p:cNvSpPr>
            <p:nvPr/>
          </p:nvSpPr>
          <p:spPr bwMode="auto">
            <a:xfrm>
              <a:off x="3942" y="1046"/>
              <a:ext cx="432" cy="652"/>
            </a:xfrm>
            <a:prstGeom prst="rect">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r>
                <a:rPr lang="en-US" sz="1600">
                  <a:latin typeface="Arial" charset="0"/>
                  <a:cs typeface="Arial" charset="0"/>
                </a:rPr>
                <a:t>CL3</a:t>
              </a:r>
              <a:endParaRPr lang="ru-RU" sz="1600">
                <a:latin typeface="Arial" charset="0"/>
                <a:cs typeface="Arial" charset="0"/>
              </a:endParaRPr>
            </a:p>
          </p:txBody>
        </p:sp>
        <p:sp>
          <p:nvSpPr>
            <p:cNvPr id="85005" name="Line 12">
              <a:extLst>
                <a:ext uri="{FF2B5EF4-FFF2-40B4-BE49-F238E27FC236}">
                  <a16:creationId xmlns:a16="http://schemas.microsoft.com/office/drawing/2014/main" id="{EA397A02-E5EB-0070-7583-948284489733}"/>
                </a:ext>
              </a:extLst>
            </p:cNvPr>
            <p:cNvSpPr>
              <a:spLocks noChangeShapeType="1"/>
            </p:cNvSpPr>
            <p:nvPr/>
          </p:nvSpPr>
          <p:spPr bwMode="auto">
            <a:xfrm>
              <a:off x="612" y="1354"/>
              <a:ext cx="334"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6" name="Line 13">
              <a:extLst>
                <a:ext uri="{FF2B5EF4-FFF2-40B4-BE49-F238E27FC236}">
                  <a16:creationId xmlns:a16="http://schemas.microsoft.com/office/drawing/2014/main" id="{090FBF12-8913-422B-D01A-57E29029176D}"/>
                </a:ext>
              </a:extLst>
            </p:cNvPr>
            <p:cNvSpPr>
              <a:spLocks noChangeShapeType="1"/>
            </p:cNvSpPr>
            <p:nvPr/>
          </p:nvSpPr>
          <p:spPr bwMode="auto">
            <a:xfrm>
              <a:off x="1196" y="1354"/>
              <a:ext cx="2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7" name="Line 14">
              <a:extLst>
                <a:ext uri="{FF2B5EF4-FFF2-40B4-BE49-F238E27FC236}">
                  <a16:creationId xmlns:a16="http://schemas.microsoft.com/office/drawing/2014/main" id="{2A236F6E-632A-AF85-8631-35FF8DCE4F5D}"/>
                </a:ext>
              </a:extLst>
            </p:cNvPr>
            <p:cNvSpPr>
              <a:spLocks noChangeShapeType="1"/>
            </p:cNvSpPr>
            <p:nvPr/>
          </p:nvSpPr>
          <p:spPr bwMode="auto">
            <a:xfrm>
              <a:off x="2409" y="1342"/>
              <a:ext cx="2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8" name="Line 15">
              <a:extLst>
                <a:ext uri="{FF2B5EF4-FFF2-40B4-BE49-F238E27FC236}">
                  <a16:creationId xmlns:a16="http://schemas.microsoft.com/office/drawing/2014/main" id="{204DB045-6AA3-CA94-DBF5-6B0AAEF41FA6}"/>
                </a:ext>
              </a:extLst>
            </p:cNvPr>
            <p:cNvSpPr>
              <a:spLocks noChangeShapeType="1"/>
            </p:cNvSpPr>
            <p:nvPr/>
          </p:nvSpPr>
          <p:spPr bwMode="auto">
            <a:xfrm>
              <a:off x="3658" y="1348"/>
              <a:ext cx="2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9" name="Line 16">
              <a:extLst>
                <a:ext uri="{FF2B5EF4-FFF2-40B4-BE49-F238E27FC236}">
                  <a16:creationId xmlns:a16="http://schemas.microsoft.com/office/drawing/2014/main" id="{59F1008C-3B13-E341-CC9E-BBB0D400EA91}"/>
                </a:ext>
              </a:extLst>
            </p:cNvPr>
            <p:cNvSpPr>
              <a:spLocks noChangeShapeType="1"/>
            </p:cNvSpPr>
            <p:nvPr/>
          </p:nvSpPr>
          <p:spPr bwMode="auto">
            <a:xfrm>
              <a:off x="4386" y="1342"/>
              <a:ext cx="2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0" name="Line 17">
              <a:extLst>
                <a:ext uri="{FF2B5EF4-FFF2-40B4-BE49-F238E27FC236}">
                  <a16:creationId xmlns:a16="http://schemas.microsoft.com/office/drawing/2014/main" id="{927085B0-55D7-E7A5-86CD-5C33AA6C917C}"/>
                </a:ext>
              </a:extLst>
            </p:cNvPr>
            <p:cNvSpPr>
              <a:spLocks noChangeShapeType="1"/>
            </p:cNvSpPr>
            <p:nvPr/>
          </p:nvSpPr>
          <p:spPr bwMode="auto">
            <a:xfrm>
              <a:off x="4915" y="1342"/>
              <a:ext cx="2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1" name="Line 18">
              <a:extLst>
                <a:ext uri="{FF2B5EF4-FFF2-40B4-BE49-F238E27FC236}">
                  <a16:creationId xmlns:a16="http://schemas.microsoft.com/office/drawing/2014/main" id="{C0D93753-3C51-ABCE-F5BD-4AC7BC86097C}"/>
                </a:ext>
              </a:extLst>
            </p:cNvPr>
            <p:cNvSpPr>
              <a:spLocks noChangeShapeType="1"/>
            </p:cNvSpPr>
            <p:nvPr/>
          </p:nvSpPr>
          <p:spPr bwMode="auto">
            <a:xfrm>
              <a:off x="1885" y="1354"/>
              <a:ext cx="25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2" name="Line 19">
              <a:extLst>
                <a:ext uri="{FF2B5EF4-FFF2-40B4-BE49-F238E27FC236}">
                  <a16:creationId xmlns:a16="http://schemas.microsoft.com/office/drawing/2014/main" id="{0A9A49FC-CAF1-6EDF-26C1-FC29D4E2BAD0}"/>
                </a:ext>
              </a:extLst>
            </p:cNvPr>
            <p:cNvSpPr>
              <a:spLocks noChangeShapeType="1"/>
            </p:cNvSpPr>
            <p:nvPr/>
          </p:nvSpPr>
          <p:spPr bwMode="auto">
            <a:xfrm>
              <a:off x="3134" y="1342"/>
              <a:ext cx="25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3" name="Oval 20">
              <a:extLst>
                <a:ext uri="{FF2B5EF4-FFF2-40B4-BE49-F238E27FC236}">
                  <a16:creationId xmlns:a16="http://schemas.microsoft.com/office/drawing/2014/main" id="{558434D6-FF73-7ECA-823A-F4594BA201A6}"/>
                </a:ext>
              </a:extLst>
            </p:cNvPr>
            <p:cNvSpPr>
              <a:spLocks noChangeArrowheads="1"/>
            </p:cNvSpPr>
            <p:nvPr/>
          </p:nvSpPr>
          <p:spPr bwMode="auto">
            <a:xfrm>
              <a:off x="676" y="1965"/>
              <a:ext cx="242" cy="187"/>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14" name="Line 21">
              <a:extLst>
                <a:ext uri="{FF2B5EF4-FFF2-40B4-BE49-F238E27FC236}">
                  <a16:creationId xmlns:a16="http://schemas.microsoft.com/office/drawing/2014/main" id="{3C88B4EE-8205-10F7-51EA-497D111DE1F9}"/>
                </a:ext>
              </a:extLst>
            </p:cNvPr>
            <p:cNvSpPr>
              <a:spLocks noChangeShapeType="1"/>
            </p:cNvSpPr>
            <p:nvPr/>
          </p:nvSpPr>
          <p:spPr bwMode="auto">
            <a:xfrm>
              <a:off x="926" y="2056"/>
              <a:ext cx="29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5" name="Oval 22">
              <a:extLst>
                <a:ext uri="{FF2B5EF4-FFF2-40B4-BE49-F238E27FC236}">
                  <a16:creationId xmlns:a16="http://schemas.microsoft.com/office/drawing/2014/main" id="{7E3C4A91-37A8-DBE0-0C7D-FC2044E76BE4}"/>
                </a:ext>
              </a:extLst>
            </p:cNvPr>
            <p:cNvSpPr>
              <a:spLocks noChangeArrowheads="1"/>
            </p:cNvSpPr>
            <p:nvPr/>
          </p:nvSpPr>
          <p:spPr bwMode="auto">
            <a:xfrm>
              <a:off x="1227" y="1953"/>
              <a:ext cx="250" cy="205"/>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16" name="Oval 23">
              <a:extLst>
                <a:ext uri="{FF2B5EF4-FFF2-40B4-BE49-F238E27FC236}">
                  <a16:creationId xmlns:a16="http://schemas.microsoft.com/office/drawing/2014/main" id="{428B26AA-A8FB-BA4D-358A-E300837DE207}"/>
                </a:ext>
              </a:extLst>
            </p:cNvPr>
            <p:cNvSpPr>
              <a:spLocks noChangeArrowheads="1"/>
            </p:cNvSpPr>
            <p:nvPr/>
          </p:nvSpPr>
          <p:spPr bwMode="auto">
            <a:xfrm>
              <a:off x="659" y="2124"/>
              <a:ext cx="63" cy="52"/>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17" name="Oval 24">
              <a:extLst>
                <a:ext uri="{FF2B5EF4-FFF2-40B4-BE49-F238E27FC236}">
                  <a16:creationId xmlns:a16="http://schemas.microsoft.com/office/drawing/2014/main" id="{05B3B45D-79C6-1646-489A-3F626D1243DB}"/>
                </a:ext>
              </a:extLst>
            </p:cNvPr>
            <p:cNvSpPr>
              <a:spLocks noChangeArrowheads="1"/>
            </p:cNvSpPr>
            <p:nvPr/>
          </p:nvSpPr>
          <p:spPr bwMode="auto">
            <a:xfrm>
              <a:off x="1233" y="2128"/>
              <a:ext cx="62" cy="52"/>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18" name="Line 25">
              <a:extLst>
                <a:ext uri="{FF2B5EF4-FFF2-40B4-BE49-F238E27FC236}">
                  <a16:creationId xmlns:a16="http://schemas.microsoft.com/office/drawing/2014/main" id="{3EF32009-CF0D-EE41-6F78-4E138E211C5D}"/>
                </a:ext>
              </a:extLst>
            </p:cNvPr>
            <p:cNvSpPr>
              <a:spLocks noChangeShapeType="1"/>
            </p:cNvSpPr>
            <p:nvPr/>
          </p:nvSpPr>
          <p:spPr bwMode="auto">
            <a:xfrm flipV="1">
              <a:off x="586" y="2175"/>
              <a:ext cx="82"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19" name="Line 26">
              <a:extLst>
                <a:ext uri="{FF2B5EF4-FFF2-40B4-BE49-F238E27FC236}">
                  <a16:creationId xmlns:a16="http://schemas.microsoft.com/office/drawing/2014/main" id="{39469241-17D6-5D21-683F-8EFE5DEDA865}"/>
                </a:ext>
              </a:extLst>
            </p:cNvPr>
            <p:cNvSpPr>
              <a:spLocks noChangeShapeType="1"/>
            </p:cNvSpPr>
            <p:nvPr/>
          </p:nvSpPr>
          <p:spPr bwMode="auto">
            <a:xfrm flipV="1">
              <a:off x="1169" y="2170"/>
              <a:ext cx="83"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20" name="Line 27">
              <a:extLst>
                <a:ext uri="{FF2B5EF4-FFF2-40B4-BE49-F238E27FC236}">
                  <a16:creationId xmlns:a16="http://schemas.microsoft.com/office/drawing/2014/main" id="{D54EC370-6F04-09B7-0CDD-8B5D767D1F5C}"/>
                </a:ext>
              </a:extLst>
            </p:cNvPr>
            <p:cNvSpPr>
              <a:spLocks noChangeShapeType="1"/>
            </p:cNvSpPr>
            <p:nvPr/>
          </p:nvSpPr>
          <p:spPr bwMode="auto">
            <a:xfrm>
              <a:off x="1475" y="2060"/>
              <a:ext cx="125"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5021" name="Line 28">
              <a:extLst>
                <a:ext uri="{FF2B5EF4-FFF2-40B4-BE49-F238E27FC236}">
                  <a16:creationId xmlns:a16="http://schemas.microsoft.com/office/drawing/2014/main" id="{44528F46-9A51-B5E5-836E-645241A88B95}"/>
                </a:ext>
              </a:extLst>
            </p:cNvPr>
            <p:cNvSpPr>
              <a:spLocks noChangeShapeType="1"/>
            </p:cNvSpPr>
            <p:nvPr/>
          </p:nvSpPr>
          <p:spPr bwMode="auto">
            <a:xfrm flipV="1">
              <a:off x="1600" y="1702"/>
              <a:ext cx="0" cy="359"/>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22" name="Line 29">
              <a:extLst>
                <a:ext uri="{FF2B5EF4-FFF2-40B4-BE49-F238E27FC236}">
                  <a16:creationId xmlns:a16="http://schemas.microsoft.com/office/drawing/2014/main" id="{D87AC367-AF75-FE6E-CBD3-DBD609453F09}"/>
                </a:ext>
              </a:extLst>
            </p:cNvPr>
            <p:cNvSpPr>
              <a:spLocks noChangeShapeType="1"/>
            </p:cNvSpPr>
            <p:nvPr/>
          </p:nvSpPr>
          <p:spPr bwMode="auto">
            <a:xfrm>
              <a:off x="593" y="2237"/>
              <a:ext cx="0" cy="10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3" name="Line 30">
              <a:extLst>
                <a:ext uri="{FF2B5EF4-FFF2-40B4-BE49-F238E27FC236}">
                  <a16:creationId xmlns:a16="http://schemas.microsoft.com/office/drawing/2014/main" id="{4D319FBA-3AEA-71A3-8F51-584FD9615948}"/>
                </a:ext>
              </a:extLst>
            </p:cNvPr>
            <p:cNvSpPr>
              <a:spLocks noChangeShapeType="1"/>
            </p:cNvSpPr>
            <p:nvPr/>
          </p:nvSpPr>
          <p:spPr bwMode="auto">
            <a:xfrm>
              <a:off x="600" y="2345"/>
              <a:ext cx="1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4" name="Line 31">
              <a:extLst>
                <a:ext uri="{FF2B5EF4-FFF2-40B4-BE49-F238E27FC236}">
                  <a16:creationId xmlns:a16="http://schemas.microsoft.com/office/drawing/2014/main" id="{05954A05-A4A4-4956-3AAB-65B2A64E3C53}"/>
                </a:ext>
              </a:extLst>
            </p:cNvPr>
            <p:cNvSpPr>
              <a:spLocks noChangeShapeType="1"/>
            </p:cNvSpPr>
            <p:nvPr/>
          </p:nvSpPr>
          <p:spPr bwMode="auto">
            <a:xfrm>
              <a:off x="1600" y="2072"/>
              <a:ext cx="0" cy="27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5" name="Line 32">
              <a:extLst>
                <a:ext uri="{FF2B5EF4-FFF2-40B4-BE49-F238E27FC236}">
                  <a16:creationId xmlns:a16="http://schemas.microsoft.com/office/drawing/2014/main" id="{66F25D0C-14FE-CD70-2F88-1B53D32FD0E2}"/>
                </a:ext>
              </a:extLst>
            </p:cNvPr>
            <p:cNvSpPr>
              <a:spLocks noChangeShapeType="1"/>
            </p:cNvSpPr>
            <p:nvPr/>
          </p:nvSpPr>
          <p:spPr bwMode="auto">
            <a:xfrm flipV="1">
              <a:off x="1051" y="1696"/>
              <a:ext cx="0" cy="359"/>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5026" name="Line 33">
              <a:extLst>
                <a:ext uri="{FF2B5EF4-FFF2-40B4-BE49-F238E27FC236}">
                  <a16:creationId xmlns:a16="http://schemas.microsoft.com/office/drawing/2014/main" id="{227CA6BE-73A5-346C-4478-C7451F730507}"/>
                </a:ext>
              </a:extLst>
            </p:cNvPr>
            <p:cNvSpPr>
              <a:spLocks noChangeShapeType="1"/>
            </p:cNvSpPr>
            <p:nvPr/>
          </p:nvSpPr>
          <p:spPr bwMode="auto">
            <a:xfrm>
              <a:off x="1051" y="2038"/>
              <a:ext cx="0" cy="4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7" name="Line 34">
              <a:extLst>
                <a:ext uri="{FF2B5EF4-FFF2-40B4-BE49-F238E27FC236}">
                  <a16:creationId xmlns:a16="http://schemas.microsoft.com/office/drawing/2014/main" id="{24573988-2A39-3FB0-46E7-6980D459A9DB}"/>
                </a:ext>
              </a:extLst>
            </p:cNvPr>
            <p:cNvSpPr>
              <a:spLocks noChangeShapeType="1"/>
            </p:cNvSpPr>
            <p:nvPr/>
          </p:nvSpPr>
          <p:spPr bwMode="auto">
            <a:xfrm flipH="1">
              <a:off x="426" y="2449"/>
              <a:ext cx="625"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28" name="Oval 35">
              <a:extLst>
                <a:ext uri="{FF2B5EF4-FFF2-40B4-BE49-F238E27FC236}">
                  <a16:creationId xmlns:a16="http://schemas.microsoft.com/office/drawing/2014/main" id="{1C05F1BE-F865-AA20-93BF-61D742ED910E}"/>
                </a:ext>
              </a:extLst>
            </p:cNvPr>
            <p:cNvSpPr>
              <a:spLocks noChangeArrowheads="1"/>
            </p:cNvSpPr>
            <p:nvPr/>
          </p:nvSpPr>
          <p:spPr bwMode="auto">
            <a:xfrm>
              <a:off x="1885" y="1965"/>
              <a:ext cx="242" cy="187"/>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29" name="Line 36">
              <a:extLst>
                <a:ext uri="{FF2B5EF4-FFF2-40B4-BE49-F238E27FC236}">
                  <a16:creationId xmlns:a16="http://schemas.microsoft.com/office/drawing/2014/main" id="{C685EFA2-0289-1533-F399-44091978ED0F}"/>
                </a:ext>
              </a:extLst>
            </p:cNvPr>
            <p:cNvSpPr>
              <a:spLocks noChangeShapeType="1"/>
            </p:cNvSpPr>
            <p:nvPr/>
          </p:nvSpPr>
          <p:spPr bwMode="auto">
            <a:xfrm>
              <a:off x="2135" y="2050"/>
              <a:ext cx="312"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30" name="Oval 37">
              <a:extLst>
                <a:ext uri="{FF2B5EF4-FFF2-40B4-BE49-F238E27FC236}">
                  <a16:creationId xmlns:a16="http://schemas.microsoft.com/office/drawing/2014/main" id="{66AF5E1E-DFC3-D534-0AB9-1E5230D0E058}"/>
                </a:ext>
              </a:extLst>
            </p:cNvPr>
            <p:cNvSpPr>
              <a:spLocks noChangeArrowheads="1"/>
            </p:cNvSpPr>
            <p:nvPr/>
          </p:nvSpPr>
          <p:spPr bwMode="auto">
            <a:xfrm>
              <a:off x="2451" y="1947"/>
              <a:ext cx="250" cy="205"/>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31" name="Oval 38">
              <a:extLst>
                <a:ext uri="{FF2B5EF4-FFF2-40B4-BE49-F238E27FC236}">
                  <a16:creationId xmlns:a16="http://schemas.microsoft.com/office/drawing/2014/main" id="{D9225824-1364-4110-A041-027A788F5E9E}"/>
                </a:ext>
              </a:extLst>
            </p:cNvPr>
            <p:cNvSpPr>
              <a:spLocks noChangeArrowheads="1"/>
            </p:cNvSpPr>
            <p:nvPr/>
          </p:nvSpPr>
          <p:spPr bwMode="auto">
            <a:xfrm>
              <a:off x="1883" y="2118"/>
              <a:ext cx="62" cy="52"/>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32" name="Oval 39">
              <a:extLst>
                <a:ext uri="{FF2B5EF4-FFF2-40B4-BE49-F238E27FC236}">
                  <a16:creationId xmlns:a16="http://schemas.microsoft.com/office/drawing/2014/main" id="{CF679A40-58D0-98B1-5B4C-C75CC6E096D4}"/>
                </a:ext>
              </a:extLst>
            </p:cNvPr>
            <p:cNvSpPr>
              <a:spLocks noChangeArrowheads="1"/>
            </p:cNvSpPr>
            <p:nvPr/>
          </p:nvSpPr>
          <p:spPr bwMode="auto">
            <a:xfrm>
              <a:off x="2456" y="2122"/>
              <a:ext cx="63" cy="52"/>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33" name="Line 40">
              <a:extLst>
                <a:ext uri="{FF2B5EF4-FFF2-40B4-BE49-F238E27FC236}">
                  <a16:creationId xmlns:a16="http://schemas.microsoft.com/office/drawing/2014/main" id="{23E3BB1C-1A1E-836B-FBC5-94D4B3E71125}"/>
                </a:ext>
              </a:extLst>
            </p:cNvPr>
            <p:cNvSpPr>
              <a:spLocks noChangeShapeType="1"/>
            </p:cNvSpPr>
            <p:nvPr/>
          </p:nvSpPr>
          <p:spPr bwMode="auto">
            <a:xfrm flipV="1">
              <a:off x="1810" y="2169"/>
              <a:ext cx="82"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34" name="Line 41">
              <a:extLst>
                <a:ext uri="{FF2B5EF4-FFF2-40B4-BE49-F238E27FC236}">
                  <a16:creationId xmlns:a16="http://schemas.microsoft.com/office/drawing/2014/main" id="{65ADDA68-1935-472C-BC61-8D6E4D9DB4BA}"/>
                </a:ext>
              </a:extLst>
            </p:cNvPr>
            <p:cNvSpPr>
              <a:spLocks noChangeShapeType="1"/>
            </p:cNvSpPr>
            <p:nvPr/>
          </p:nvSpPr>
          <p:spPr bwMode="auto">
            <a:xfrm flipV="1">
              <a:off x="2393" y="2164"/>
              <a:ext cx="83"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35" name="Line 42">
              <a:extLst>
                <a:ext uri="{FF2B5EF4-FFF2-40B4-BE49-F238E27FC236}">
                  <a16:creationId xmlns:a16="http://schemas.microsoft.com/office/drawing/2014/main" id="{F8E4728F-CF5D-21FD-0329-D6773FC19933}"/>
                </a:ext>
              </a:extLst>
            </p:cNvPr>
            <p:cNvSpPr>
              <a:spLocks noChangeShapeType="1"/>
            </p:cNvSpPr>
            <p:nvPr/>
          </p:nvSpPr>
          <p:spPr bwMode="auto">
            <a:xfrm>
              <a:off x="2699" y="2054"/>
              <a:ext cx="125"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5036" name="Line 43">
              <a:extLst>
                <a:ext uri="{FF2B5EF4-FFF2-40B4-BE49-F238E27FC236}">
                  <a16:creationId xmlns:a16="http://schemas.microsoft.com/office/drawing/2014/main" id="{F71152EF-3E55-7785-9541-5AE0D32F7D3D}"/>
                </a:ext>
              </a:extLst>
            </p:cNvPr>
            <p:cNvSpPr>
              <a:spLocks noChangeShapeType="1"/>
            </p:cNvSpPr>
            <p:nvPr/>
          </p:nvSpPr>
          <p:spPr bwMode="auto">
            <a:xfrm flipV="1">
              <a:off x="2824" y="1696"/>
              <a:ext cx="0" cy="359"/>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37" name="Line 44">
              <a:extLst>
                <a:ext uri="{FF2B5EF4-FFF2-40B4-BE49-F238E27FC236}">
                  <a16:creationId xmlns:a16="http://schemas.microsoft.com/office/drawing/2014/main" id="{57C574C3-D978-28F9-7CA0-4959A48FD144}"/>
                </a:ext>
              </a:extLst>
            </p:cNvPr>
            <p:cNvSpPr>
              <a:spLocks noChangeShapeType="1"/>
            </p:cNvSpPr>
            <p:nvPr/>
          </p:nvSpPr>
          <p:spPr bwMode="auto">
            <a:xfrm>
              <a:off x="1810" y="2231"/>
              <a:ext cx="0" cy="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38" name="Line 45">
              <a:extLst>
                <a:ext uri="{FF2B5EF4-FFF2-40B4-BE49-F238E27FC236}">
                  <a16:creationId xmlns:a16="http://schemas.microsoft.com/office/drawing/2014/main" id="{B2A6FBC6-F91C-6E35-FF24-125F701CB56A}"/>
                </a:ext>
              </a:extLst>
            </p:cNvPr>
            <p:cNvSpPr>
              <a:spLocks noChangeShapeType="1"/>
            </p:cNvSpPr>
            <p:nvPr/>
          </p:nvSpPr>
          <p:spPr bwMode="auto">
            <a:xfrm>
              <a:off x="1800" y="2339"/>
              <a:ext cx="103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39" name="Line 46">
              <a:extLst>
                <a:ext uri="{FF2B5EF4-FFF2-40B4-BE49-F238E27FC236}">
                  <a16:creationId xmlns:a16="http://schemas.microsoft.com/office/drawing/2014/main" id="{2F9DA246-8560-41CE-0003-9D5989BF2BB9}"/>
                </a:ext>
              </a:extLst>
            </p:cNvPr>
            <p:cNvSpPr>
              <a:spLocks noChangeShapeType="1"/>
            </p:cNvSpPr>
            <p:nvPr/>
          </p:nvSpPr>
          <p:spPr bwMode="auto">
            <a:xfrm>
              <a:off x="2824" y="2066"/>
              <a:ext cx="0" cy="27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40" name="Line 47">
              <a:extLst>
                <a:ext uri="{FF2B5EF4-FFF2-40B4-BE49-F238E27FC236}">
                  <a16:creationId xmlns:a16="http://schemas.microsoft.com/office/drawing/2014/main" id="{1A1BEA6A-B1AA-851D-0BF2-0466E7E93667}"/>
                </a:ext>
              </a:extLst>
            </p:cNvPr>
            <p:cNvSpPr>
              <a:spLocks noChangeShapeType="1"/>
            </p:cNvSpPr>
            <p:nvPr/>
          </p:nvSpPr>
          <p:spPr bwMode="auto">
            <a:xfrm flipV="1">
              <a:off x="2274" y="1690"/>
              <a:ext cx="0" cy="359"/>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5041" name="Line 48">
              <a:extLst>
                <a:ext uri="{FF2B5EF4-FFF2-40B4-BE49-F238E27FC236}">
                  <a16:creationId xmlns:a16="http://schemas.microsoft.com/office/drawing/2014/main" id="{B10CBFE3-B8D7-0DE5-61B5-FA33FE040D89}"/>
                </a:ext>
              </a:extLst>
            </p:cNvPr>
            <p:cNvSpPr>
              <a:spLocks noChangeShapeType="1"/>
            </p:cNvSpPr>
            <p:nvPr/>
          </p:nvSpPr>
          <p:spPr bwMode="auto">
            <a:xfrm>
              <a:off x="2274" y="2032"/>
              <a:ext cx="0" cy="4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42" name="Line 49">
              <a:extLst>
                <a:ext uri="{FF2B5EF4-FFF2-40B4-BE49-F238E27FC236}">
                  <a16:creationId xmlns:a16="http://schemas.microsoft.com/office/drawing/2014/main" id="{B6F038C0-514A-47A4-D906-D943F450FA42}"/>
                </a:ext>
              </a:extLst>
            </p:cNvPr>
            <p:cNvSpPr>
              <a:spLocks noChangeShapeType="1"/>
            </p:cNvSpPr>
            <p:nvPr/>
          </p:nvSpPr>
          <p:spPr bwMode="auto">
            <a:xfrm flipH="1">
              <a:off x="1165" y="2443"/>
              <a:ext cx="11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43" name="Oval 50">
              <a:extLst>
                <a:ext uri="{FF2B5EF4-FFF2-40B4-BE49-F238E27FC236}">
                  <a16:creationId xmlns:a16="http://schemas.microsoft.com/office/drawing/2014/main" id="{D1515ED1-8A37-9EBD-68ED-7231FFC24D24}"/>
                </a:ext>
              </a:extLst>
            </p:cNvPr>
            <p:cNvSpPr>
              <a:spLocks noChangeArrowheads="1"/>
            </p:cNvSpPr>
            <p:nvPr/>
          </p:nvSpPr>
          <p:spPr bwMode="auto">
            <a:xfrm>
              <a:off x="3147" y="1961"/>
              <a:ext cx="243" cy="187"/>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44" name="Line 51">
              <a:extLst>
                <a:ext uri="{FF2B5EF4-FFF2-40B4-BE49-F238E27FC236}">
                  <a16:creationId xmlns:a16="http://schemas.microsoft.com/office/drawing/2014/main" id="{4D88FC53-F72D-D9D6-6135-C65EFD40E227}"/>
                </a:ext>
              </a:extLst>
            </p:cNvPr>
            <p:cNvSpPr>
              <a:spLocks noChangeShapeType="1"/>
            </p:cNvSpPr>
            <p:nvPr/>
          </p:nvSpPr>
          <p:spPr bwMode="auto">
            <a:xfrm>
              <a:off x="3397" y="2051"/>
              <a:ext cx="313"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45" name="Oval 52">
              <a:extLst>
                <a:ext uri="{FF2B5EF4-FFF2-40B4-BE49-F238E27FC236}">
                  <a16:creationId xmlns:a16="http://schemas.microsoft.com/office/drawing/2014/main" id="{C73E472B-513C-4D63-3D49-A2684EE779C7}"/>
                </a:ext>
              </a:extLst>
            </p:cNvPr>
            <p:cNvSpPr>
              <a:spLocks noChangeArrowheads="1"/>
            </p:cNvSpPr>
            <p:nvPr/>
          </p:nvSpPr>
          <p:spPr bwMode="auto">
            <a:xfrm>
              <a:off x="3699" y="1949"/>
              <a:ext cx="249" cy="205"/>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46" name="Oval 53">
              <a:extLst>
                <a:ext uri="{FF2B5EF4-FFF2-40B4-BE49-F238E27FC236}">
                  <a16:creationId xmlns:a16="http://schemas.microsoft.com/office/drawing/2014/main" id="{CC889763-5277-E18B-73D3-272502C2174A}"/>
                </a:ext>
              </a:extLst>
            </p:cNvPr>
            <p:cNvSpPr>
              <a:spLocks noChangeArrowheads="1"/>
            </p:cNvSpPr>
            <p:nvPr/>
          </p:nvSpPr>
          <p:spPr bwMode="auto">
            <a:xfrm>
              <a:off x="3138" y="2120"/>
              <a:ext cx="63" cy="5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47" name="Oval 54">
              <a:extLst>
                <a:ext uri="{FF2B5EF4-FFF2-40B4-BE49-F238E27FC236}">
                  <a16:creationId xmlns:a16="http://schemas.microsoft.com/office/drawing/2014/main" id="{E95FE78F-69E2-1A2D-73CE-6347F80F2314}"/>
                </a:ext>
              </a:extLst>
            </p:cNvPr>
            <p:cNvSpPr>
              <a:spLocks noChangeArrowheads="1"/>
            </p:cNvSpPr>
            <p:nvPr/>
          </p:nvSpPr>
          <p:spPr bwMode="auto">
            <a:xfrm>
              <a:off x="3704" y="2124"/>
              <a:ext cx="63" cy="5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48" name="Line 55">
              <a:extLst>
                <a:ext uri="{FF2B5EF4-FFF2-40B4-BE49-F238E27FC236}">
                  <a16:creationId xmlns:a16="http://schemas.microsoft.com/office/drawing/2014/main" id="{04173CC9-AD69-C3FD-BE22-6D13DFEF9DED}"/>
                </a:ext>
              </a:extLst>
            </p:cNvPr>
            <p:cNvSpPr>
              <a:spLocks noChangeShapeType="1"/>
            </p:cNvSpPr>
            <p:nvPr/>
          </p:nvSpPr>
          <p:spPr bwMode="auto">
            <a:xfrm flipV="1">
              <a:off x="3065" y="2164"/>
              <a:ext cx="82"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49" name="Line 56">
              <a:extLst>
                <a:ext uri="{FF2B5EF4-FFF2-40B4-BE49-F238E27FC236}">
                  <a16:creationId xmlns:a16="http://schemas.microsoft.com/office/drawing/2014/main" id="{301C55BD-381D-8C65-5ED4-8E8DB5EBEBCF}"/>
                </a:ext>
              </a:extLst>
            </p:cNvPr>
            <p:cNvSpPr>
              <a:spLocks noChangeShapeType="1"/>
            </p:cNvSpPr>
            <p:nvPr/>
          </p:nvSpPr>
          <p:spPr bwMode="auto">
            <a:xfrm flipV="1">
              <a:off x="3641" y="2166"/>
              <a:ext cx="82" cy="68"/>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50" name="Line 57">
              <a:extLst>
                <a:ext uri="{FF2B5EF4-FFF2-40B4-BE49-F238E27FC236}">
                  <a16:creationId xmlns:a16="http://schemas.microsoft.com/office/drawing/2014/main" id="{88D1BB47-605A-4B3D-24B5-B67FFF4166EF}"/>
                </a:ext>
              </a:extLst>
            </p:cNvPr>
            <p:cNvSpPr>
              <a:spLocks noChangeShapeType="1"/>
            </p:cNvSpPr>
            <p:nvPr/>
          </p:nvSpPr>
          <p:spPr bwMode="auto">
            <a:xfrm>
              <a:off x="3947" y="2056"/>
              <a:ext cx="125"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5051" name="Line 58">
              <a:extLst>
                <a:ext uri="{FF2B5EF4-FFF2-40B4-BE49-F238E27FC236}">
                  <a16:creationId xmlns:a16="http://schemas.microsoft.com/office/drawing/2014/main" id="{3D24D620-08CB-06B4-0B7C-C01CBB0E68AD}"/>
                </a:ext>
              </a:extLst>
            </p:cNvPr>
            <p:cNvSpPr>
              <a:spLocks noChangeShapeType="1"/>
            </p:cNvSpPr>
            <p:nvPr/>
          </p:nvSpPr>
          <p:spPr bwMode="auto">
            <a:xfrm flipV="1">
              <a:off x="4072" y="1698"/>
              <a:ext cx="0" cy="359"/>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52" name="Line 59">
              <a:extLst>
                <a:ext uri="{FF2B5EF4-FFF2-40B4-BE49-F238E27FC236}">
                  <a16:creationId xmlns:a16="http://schemas.microsoft.com/office/drawing/2014/main" id="{D7EBBF13-B078-75E1-68F2-C39FDFFEFD48}"/>
                </a:ext>
              </a:extLst>
            </p:cNvPr>
            <p:cNvSpPr>
              <a:spLocks noChangeShapeType="1"/>
            </p:cNvSpPr>
            <p:nvPr/>
          </p:nvSpPr>
          <p:spPr bwMode="auto">
            <a:xfrm>
              <a:off x="3064" y="2231"/>
              <a:ext cx="0" cy="1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3" name="Line 60">
              <a:extLst>
                <a:ext uri="{FF2B5EF4-FFF2-40B4-BE49-F238E27FC236}">
                  <a16:creationId xmlns:a16="http://schemas.microsoft.com/office/drawing/2014/main" id="{C187FFE9-8359-E678-4072-5B7AD0FF7CDA}"/>
                </a:ext>
              </a:extLst>
            </p:cNvPr>
            <p:cNvSpPr>
              <a:spLocks noChangeShapeType="1"/>
            </p:cNvSpPr>
            <p:nvPr/>
          </p:nvSpPr>
          <p:spPr bwMode="auto">
            <a:xfrm>
              <a:off x="3065" y="2334"/>
              <a:ext cx="99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4" name="Line 61">
              <a:extLst>
                <a:ext uri="{FF2B5EF4-FFF2-40B4-BE49-F238E27FC236}">
                  <a16:creationId xmlns:a16="http://schemas.microsoft.com/office/drawing/2014/main" id="{E2AE4166-71D0-4DB5-5156-518252ED14AB}"/>
                </a:ext>
              </a:extLst>
            </p:cNvPr>
            <p:cNvSpPr>
              <a:spLocks noChangeShapeType="1"/>
            </p:cNvSpPr>
            <p:nvPr/>
          </p:nvSpPr>
          <p:spPr bwMode="auto">
            <a:xfrm>
              <a:off x="4072" y="2068"/>
              <a:ext cx="0" cy="27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5" name="Line 62">
              <a:extLst>
                <a:ext uri="{FF2B5EF4-FFF2-40B4-BE49-F238E27FC236}">
                  <a16:creationId xmlns:a16="http://schemas.microsoft.com/office/drawing/2014/main" id="{EF7D8A0D-761A-9418-4254-B52FF3BA7F94}"/>
                </a:ext>
              </a:extLst>
            </p:cNvPr>
            <p:cNvSpPr>
              <a:spLocks noChangeShapeType="1"/>
            </p:cNvSpPr>
            <p:nvPr/>
          </p:nvSpPr>
          <p:spPr bwMode="auto">
            <a:xfrm flipV="1">
              <a:off x="3522" y="1692"/>
              <a:ext cx="0" cy="359"/>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5056" name="Line 63">
              <a:extLst>
                <a:ext uri="{FF2B5EF4-FFF2-40B4-BE49-F238E27FC236}">
                  <a16:creationId xmlns:a16="http://schemas.microsoft.com/office/drawing/2014/main" id="{102ED9A6-70A1-CA40-9501-BB568F513EDF}"/>
                </a:ext>
              </a:extLst>
            </p:cNvPr>
            <p:cNvSpPr>
              <a:spLocks noChangeShapeType="1"/>
            </p:cNvSpPr>
            <p:nvPr/>
          </p:nvSpPr>
          <p:spPr bwMode="auto">
            <a:xfrm>
              <a:off x="3522" y="2033"/>
              <a:ext cx="0" cy="4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7" name="Line 64">
              <a:extLst>
                <a:ext uri="{FF2B5EF4-FFF2-40B4-BE49-F238E27FC236}">
                  <a16:creationId xmlns:a16="http://schemas.microsoft.com/office/drawing/2014/main" id="{3F517E8F-35FC-39EC-BB0D-19B0A7C86B40}"/>
                </a:ext>
              </a:extLst>
            </p:cNvPr>
            <p:cNvSpPr>
              <a:spLocks noChangeShapeType="1"/>
            </p:cNvSpPr>
            <p:nvPr/>
          </p:nvSpPr>
          <p:spPr bwMode="auto">
            <a:xfrm flipH="1">
              <a:off x="2380" y="2437"/>
              <a:ext cx="114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8" name="Line 65">
              <a:extLst>
                <a:ext uri="{FF2B5EF4-FFF2-40B4-BE49-F238E27FC236}">
                  <a16:creationId xmlns:a16="http://schemas.microsoft.com/office/drawing/2014/main" id="{64EE80D3-89F6-AA3E-E185-142344982BB0}"/>
                </a:ext>
              </a:extLst>
            </p:cNvPr>
            <p:cNvSpPr>
              <a:spLocks noChangeShapeType="1"/>
            </p:cNvSpPr>
            <p:nvPr/>
          </p:nvSpPr>
          <p:spPr bwMode="auto">
            <a:xfrm flipV="1">
              <a:off x="1169" y="2237"/>
              <a:ext cx="0"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59" name="Line 66">
              <a:extLst>
                <a:ext uri="{FF2B5EF4-FFF2-40B4-BE49-F238E27FC236}">
                  <a16:creationId xmlns:a16="http://schemas.microsoft.com/office/drawing/2014/main" id="{7F7678EC-178A-7FAA-CFAA-A34511AC57B2}"/>
                </a:ext>
              </a:extLst>
            </p:cNvPr>
            <p:cNvSpPr>
              <a:spLocks noChangeShapeType="1"/>
            </p:cNvSpPr>
            <p:nvPr/>
          </p:nvSpPr>
          <p:spPr bwMode="auto">
            <a:xfrm flipV="1">
              <a:off x="2392" y="2231"/>
              <a:ext cx="0"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60" name="Line 67">
              <a:extLst>
                <a:ext uri="{FF2B5EF4-FFF2-40B4-BE49-F238E27FC236}">
                  <a16:creationId xmlns:a16="http://schemas.microsoft.com/office/drawing/2014/main" id="{B66FE9BE-F6A5-5F4E-A7A1-94F00DC88DB7}"/>
                </a:ext>
              </a:extLst>
            </p:cNvPr>
            <p:cNvSpPr>
              <a:spLocks noChangeShapeType="1"/>
            </p:cNvSpPr>
            <p:nvPr/>
          </p:nvSpPr>
          <p:spPr bwMode="auto">
            <a:xfrm flipV="1">
              <a:off x="3642" y="2239"/>
              <a:ext cx="0"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61" name="Line 68">
              <a:extLst>
                <a:ext uri="{FF2B5EF4-FFF2-40B4-BE49-F238E27FC236}">
                  <a16:creationId xmlns:a16="http://schemas.microsoft.com/office/drawing/2014/main" id="{923430ED-309B-AB11-9828-92C8223FE13A}"/>
                </a:ext>
              </a:extLst>
            </p:cNvPr>
            <p:cNvSpPr>
              <a:spLocks noChangeShapeType="1"/>
            </p:cNvSpPr>
            <p:nvPr/>
          </p:nvSpPr>
          <p:spPr bwMode="auto">
            <a:xfrm>
              <a:off x="1718" y="1696"/>
              <a:ext cx="0" cy="30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62" name="Line 69">
              <a:extLst>
                <a:ext uri="{FF2B5EF4-FFF2-40B4-BE49-F238E27FC236}">
                  <a16:creationId xmlns:a16="http://schemas.microsoft.com/office/drawing/2014/main" id="{4D946F71-2F60-8DBA-4BE2-0E9ACB68E5B0}"/>
                </a:ext>
              </a:extLst>
            </p:cNvPr>
            <p:cNvSpPr>
              <a:spLocks noChangeShapeType="1"/>
            </p:cNvSpPr>
            <p:nvPr/>
          </p:nvSpPr>
          <p:spPr bwMode="auto">
            <a:xfrm>
              <a:off x="1718" y="2004"/>
              <a:ext cx="187"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63" name="Line 70">
              <a:extLst>
                <a:ext uri="{FF2B5EF4-FFF2-40B4-BE49-F238E27FC236}">
                  <a16:creationId xmlns:a16="http://schemas.microsoft.com/office/drawing/2014/main" id="{57920D28-3423-28A2-B1AF-53D7600121A4}"/>
                </a:ext>
              </a:extLst>
            </p:cNvPr>
            <p:cNvSpPr>
              <a:spLocks noChangeShapeType="1"/>
            </p:cNvSpPr>
            <p:nvPr/>
          </p:nvSpPr>
          <p:spPr bwMode="auto">
            <a:xfrm>
              <a:off x="2965" y="1702"/>
              <a:ext cx="0" cy="30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64" name="Line 71">
              <a:extLst>
                <a:ext uri="{FF2B5EF4-FFF2-40B4-BE49-F238E27FC236}">
                  <a16:creationId xmlns:a16="http://schemas.microsoft.com/office/drawing/2014/main" id="{56914798-6CA7-8BF1-43AE-04DAD4B121B0}"/>
                </a:ext>
              </a:extLst>
            </p:cNvPr>
            <p:cNvSpPr>
              <a:spLocks noChangeShapeType="1"/>
            </p:cNvSpPr>
            <p:nvPr/>
          </p:nvSpPr>
          <p:spPr bwMode="auto">
            <a:xfrm>
              <a:off x="2965" y="2010"/>
              <a:ext cx="188"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65" name="Line 72">
              <a:extLst>
                <a:ext uri="{FF2B5EF4-FFF2-40B4-BE49-F238E27FC236}">
                  <a16:creationId xmlns:a16="http://schemas.microsoft.com/office/drawing/2014/main" id="{9F04E54C-5607-D193-4DA0-DF0B34503C62}"/>
                </a:ext>
              </a:extLst>
            </p:cNvPr>
            <p:cNvSpPr>
              <a:spLocks noChangeShapeType="1"/>
            </p:cNvSpPr>
            <p:nvPr/>
          </p:nvSpPr>
          <p:spPr bwMode="auto">
            <a:xfrm>
              <a:off x="4230" y="1696"/>
              <a:ext cx="0" cy="30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66" name="Line 73">
              <a:extLst>
                <a:ext uri="{FF2B5EF4-FFF2-40B4-BE49-F238E27FC236}">
                  <a16:creationId xmlns:a16="http://schemas.microsoft.com/office/drawing/2014/main" id="{40EBF6D5-8069-ABC3-BE66-C137744216B0}"/>
                </a:ext>
              </a:extLst>
            </p:cNvPr>
            <p:cNvSpPr>
              <a:spLocks noChangeShapeType="1"/>
            </p:cNvSpPr>
            <p:nvPr/>
          </p:nvSpPr>
          <p:spPr bwMode="auto">
            <a:xfrm>
              <a:off x="4230" y="2004"/>
              <a:ext cx="187"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67" name="Oval 74">
              <a:extLst>
                <a:ext uri="{FF2B5EF4-FFF2-40B4-BE49-F238E27FC236}">
                  <a16:creationId xmlns:a16="http://schemas.microsoft.com/office/drawing/2014/main" id="{70EA2025-0E3D-5B31-03BB-3B9ADDE25D6E}"/>
                </a:ext>
              </a:extLst>
            </p:cNvPr>
            <p:cNvSpPr>
              <a:spLocks noChangeArrowheads="1"/>
            </p:cNvSpPr>
            <p:nvPr/>
          </p:nvSpPr>
          <p:spPr bwMode="auto">
            <a:xfrm>
              <a:off x="4397" y="1967"/>
              <a:ext cx="250" cy="205"/>
            </a:xfrm>
            <a:prstGeom prst="ellipse">
              <a:avLst/>
            </a:prstGeom>
            <a:solidFill>
              <a:srgbClr val="C0C0C0"/>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C</a:t>
              </a:r>
              <a:endParaRPr lang="ru-RU" altLang="en-US" sz="1400"/>
            </a:p>
          </p:txBody>
        </p:sp>
        <p:sp>
          <p:nvSpPr>
            <p:cNvPr id="85068" name="Line 75">
              <a:extLst>
                <a:ext uri="{FF2B5EF4-FFF2-40B4-BE49-F238E27FC236}">
                  <a16:creationId xmlns:a16="http://schemas.microsoft.com/office/drawing/2014/main" id="{F95E00D3-F89C-D8E7-2250-ABF273359028}"/>
                </a:ext>
              </a:extLst>
            </p:cNvPr>
            <p:cNvSpPr>
              <a:spLocks noChangeShapeType="1"/>
            </p:cNvSpPr>
            <p:nvPr/>
          </p:nvSpPr>
          <p:spPr bwMode="auto">
            <a:xfrm>
              <a:off x="479" y="2004"/>
              <a:ext cx="209"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69" name="Line 76">
              <a:extLst>
                <a:ext uri="{FF2B5EF4-FFF2-40B4-BE49-F238E27FC236}">
                  <a16:creationId xmlns:a16="http://schemas.microsoft.com/office/drawing/2014/main" id="{04A72559-D580-62C7-9DC5-3DF93405479F}"/>
                </a:ext>
              </a:extLst>
            </p:cNvPr>
            <p:cNvSpPr>
              <a:spLocks noChangeShapeType="1"/>
            </p:cNvSpPr>
            <p:nvPr/>
          </p:nvSpPr>
          <p:spPr bwMode="auto">
            <a:xfrm>
              <a:off x="4648" y="2060"/>
              <a:ext cx="146"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5070" name="Line 77">
              <a:extLst>
                <a:ext uri="{FF2B5EF4-FFF2-40B4-BE49-F238E27FC236}">
                  <a16:creationId xmlns:a16="http://schemas.microsoft.com/office/drawing/2014/main" id="{DFD3438D-4EB6-EB2D-9806-34C9F59B9540}"/>
                </a:ext>
              </a:extLst>
            </p:cNvPr>
            <p:cNvSpPr>
              <a:spLocks noChangeShapeType="1"/>
            </p:cNvSpPr>
            <p:nvPr/>
          </p:nvSpPr>
          <p:spPr bwMode="auto">
            <a:xfrm flipH="1" flipV="1">
              <a:off x="4795" y="1702"/>
              <a:ext cx="7" cy="74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71" name="Oval 78">
              <a:extLst>
                <a:ext uri="{FF2B5EF4-FFF2-40B4-BE49-F238E27FC236}">
                  <a16:creationId xmlns:a16="http://schemas.microsoft.com/office/drawing/2014/main" id="{BC05DF04-5F2B-AD31-53BA-8CA298836996}"/>
                </a:ext>
              </a:extLst>
            </p:cNvPr>
            <p:cNvSpPr>
              <a:spLocks noChangeArrowheads="1"/>
            </p:cNvSpPr>
            <p:nvPr/>
          </p:nvSpPr>
          <p:spPr bwMode="auto">
            <a:xfrm>
              <a:off x="4395" y="2138"/>
              <a:ext cx="62" cy="5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85072" name="Line 79">
              <a:extLst>
                <a:ext uri="{FF2B5EF4-FFF2-40B4-BE49-F238E27FC236}">
                  <a16:creationId xmlns:a16="http://schemas.microsoft.com/office/drawing/2014/main" id="{975679E7-77D6-856B-C17A-49E02FA6361B}"/>
                </a:ext>
              </a:extLst>
            </p:cNvPr>
            <p:cNvSpPr>
              <a:spLocks noChangeShapeType="1"/>
            </p:cNvSpPr>
            <p:nvPr/>
          </p:nvSpPr>
          <p:spPr bwMode="auto">
            <a:xfrm flipV="1">
              <a:off x="4321" y="2183"/>
              <a:ext cx="83" cy="6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73" name="Line 80">
              <a:extLst>
                <a:ext uri="{FF2B5EF4-FFF2-40B4-BE49-F238E27FC236}">
                  <a16:creationId xmlns:a16="http://schemas.microsoft.com/office/drawing/2014/main" id="{8D1F7F6F-D47F-8365-FDF6-812B2AA68256}"/>
                </a:ext>
              </a:extLst>
            </p:cNvPr>
            <p:cNvSpPr>
              <a:spLocks noChangeShapeType="1"/>
            </p:cNvSpPr>
            <p:nvPr/>
          </p:nvSpPr>
          <p:spPr bwMode="auto">
            <a:xfrm>
              <a:off x="4314" y="2250"/>
              <a:ext cx="0" cy="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74" name="Line 81">
              <a:extLst>
                <a:ext uri="{FF2B5EF4-FFF2-40B4-BE49-F238E27FC236}">
                  <a16:creationId xmlns:a16="http://schemas.microsoft.com/office/drawing/2014/main" id="{25D3D880-3FBC-A000-AE1E-F490F69184B0}"/>
                </a:ext>
              </a:extLst>
            </p:cNvPr>
            <p:cNvSpPr>
              <a:spLocks noChangeShapeType="1"/>
            </p:cNvSpPr>
            <p:nvPr/>
          </p:nvSpPr>
          <p:spPr bwMode="auto">
            <a:xfrm>
              <a:off x="4317" y="2358"/>
              <a:ext cx="79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75" name="Text Box 82">
              <a:extLst>
                <a:ext uri="{FF2B5EF4-FFF2-40B4-BE49-F238E27FC236}">
                  <a16:creationId xmlns:a16="http://schemas.microsoft.com/office/drawing/2014/main" id="{BE034D41-18C9-3949-EE4D-142224D7BD95}"/>
                </a:ext>
              </a:extLst>
            </p:cNvPr>
            <p:cNvSpPr txBox="1">
              <a:spLocks noChangeArrowheads="1"/>
            </p:cNvSpPr>
            <p:nvPr/>
          </p:nvSpPr>
          <p:spPr bwMode="auto">
            <a:xfrm>
              <a:off x="445" y="1155"/>
              <a:ext cx="5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Input</a:t>
              </a:r>
              <a:endParaRPr lang="ru-RU" altLang="en-US" sz="1600"/>
            </a:p>
          </p:txBody>
        </p:sp>
        <p:sp>
          <p:nvSpPr>
            <p:cNvPr id="85076" name="Text Box 83">
              <a:extLst>
                <a:ext uri="{FF2B5EF4-FFF2-40B4-BE49-F238E27FC236}">
                  <a16:creationId xmlns:a16="http://schemas.microsoft.com/office/drawing/2014/main" id="{D22369C7-C7C7-3BF9-9808-7631D9786182}"/>
                </a:ext>
              </a:extLst>
            </p:cNvPr>
            <p:cNvSpPr txBox="1">
              <a:spLocks noChangeArrowheads="1"/>
            </p:cNvSpPr>
            <p:nvPr/>
          </p:nvSpPr>
          <p:spPr bwMode="auto">
            <a:xfrm>
              <a:off x="342" y="1830"/>
              <a:ext cx="54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Req1</a:t>
              </a:r>
              <a:endParaRPr lang="ru-RU" altLang="en-US" sz="1400"/>
            </a:p>
          </p:txBody>
        </p:sp>
        <p:sp>
          <p:nvSpPr>
            <p:cNvPr id="85077" name="Text Box 84">
              <a:extLst>
                <a:ext uri="{FF2B5EF4-FFF2-40B4-BE49-F238E27FC236}">
                  <a16:creationId xmlns:a16="http://schemas.microsoft.com/office/drawing/2014/main" id="{9D8E92A3-44E8-FED2-C264-A6D273A8CC25}"/>
                </a:ext>
              </a:extLst>
            </p:cNvPr>
            <p:cNvSpPr txBox="1">
              <a:spLocks noChangeArrowheads="1"/>
            </p:cNvSpPr>
            <p:nvPr/>
          </p:nvSpPr>
          <p:spPr bwMode="auto">
            <a:xfrm>
              <a:off x="322" y="2432"/>
              <a:ext cx="54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Ack1</a:t>
              </a:r>
              <a:endParaRPr lang="ru-RU" altLang="en-US" sz="1400"/>
            </a:p>
          </p:txBody>
        </p:sp>
        <p:sp>
          <p:nvSpPr>
            <p:cNvPr id="85078" name="Line 85">
              <a:extLst>
                <a:ext uri="{FF2B5EF4-FFF2-40B4-BE49-F238E27FC236}">
                  <a16:creationId xmlns:a16="http://schemas.microsoft.com/office/drawing/2014/main" id="{479ABD9F-28F5-42EB-CDA5-F7B357C9DFFE}"/>
                </a:ext>
              </a:extLst>
            </p:cNvPr>
            <p:cNvSpPr>
              <a:spLocks noChangeShapeType="1"/>
            </p:cNvSpPr>
            <p:nvPr/>
          </p:nvSpPr>
          <p:spPr bwMode="auto">
            <a:xfrm>
              <a:off x="3642" y="2449"/>
              <a:ext cx="116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79" name="Text Box 86">
              <a:extLst>
                <a:ext uri="{FF2B5EF4-FFF2-40B4-BE49-F238E27FC236}">
                  <a16:creationId xmlns:a16="http://schemas.microsoft.com/office/drawing/2014/main" id="{DA75A712-9BBE-6753-52C8-BFB651E2034F}"/>
                </a:ext>
              </a:extLst>
            </p:cNvPr>
            <p:cNvSpPr txBox="1">
              <a:spLocks noChangeArrowheads="1"/>
            </p:cNvSpPr>
            <p:nvPr/>
          </p:nvSpPr>
          <p:spPr bwMode="auto">
            <a:xfrm>
              <a:off x="1020" y="1740"/>
              <a:ext cx="32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En1</a:t>
              </a:r>
              <a:endParaRPr lang="ru-RU" altLang="en-US" sz="1400"/>
            </a:p>
          </p:txBody>
        </p:sp>
        <p:sp>
          <p:nvSpPr>
            <p:cNvPr id="85080" name="Text Box 87">
              <a:extLst>
                <a:ext uri="{FF2B5EF4-FFF2-40B4-BE49-F238E27FC236}">
                  <a16:creationId xmlns:a16="http://schemas.microsoft.com/office/drawing/2014/main" id="{FCAF1C33-3558-F33C-AA4B-C60A611DAEB6}"/>
                </a:ext>
              </a:extLst>
            </p:cNvPr>
            <p:cNvSpPr txBox="1">
              <a:spLocks noChangeArrowheads="1"/>
            </p:cNvSpPr>
            <p:nvPr/>
          </p:nvSpPr>
          <p:spPr bwMode="auto">
            <a:xfrm>
              <a:off x="1251" y="1746"/>
              <a:ext cx="46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Start1</a:t>
              </a:r>
              <a:endParaRPr lang="ru-RU" altLang="en-US" sz="1400"/>
            </a:p>
          </p:txBody>
        </p:sp>
        <p:sp>
          <p:nvSpPr>
            <p:cNvPr id="85081" name="Text Box 88">
              <a:extLst>
                <a:ext uri="{FF2B5EF4-FFF2-40B4-BE49-F238E27FC236}">
                  <a16:creationId xmlns:a16="http://schemas.microsoft.com/office/drawing/2014/main" id="{62475798-9B77-A6CB-E2DC-B3854B95B1E8}"/>
                </a:ext>
              </a:extLst>
            </p:cNvPr>
            <p:cNvSpPr txBox="1">
              <a:spLocks noChangeArrowheads="1"/>
            </p:cNvSpPr>
            <p:nvPr/>
          </p:nvSpPr>
          <p:spPr bwMode="auto">
            <a:xfrm>
              <a:off x="1674" y="1680"/>
              <a:ext cx="5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Done1</a:t>
              </a:r>
              <a:endParaRPr lang="ru-RU" altLang="en-US" sz="1400"/>
            </a:p>
          </p:txBody>
        </p:sp>
        <p:sp>
          <p:nvSpPr>
            <p:cNvPr id="85082" name="Text Box 89">
              <a:extLst>
                <a:ext uri="{FF2B5EF4-FFF2-40B4-BE49-F238E27FC236}">
                  <a16:creationId xmlns:a16="http://schemas.microsoft.com/office/drawing/2014/main" id="{4DD85F75-1025-0C27-99DC-B94844DCB9C3}"/>
                </a:ext>
              </a:extLst>
            </p:cNvPr>
            <p:cNvSpPr txBox="1">
              <a:spLocks noChangeArrowheads="1"/>
            </p:cNvSpPr>
            <p:nvPr/>
          </p:nvSpPr>
          <p:spPr bwMode="auto">
            <a:xfrm>
              <a:off x="2240" y="1740"/>
              <a:ext cx="32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En2</a:t>
              </a:r>
              <a:endParaRPr lang="ru-RU" altLang="en-US" sz="1400"/>
            </a:p>
          </p:txBody>
        </p:sp>
        <p:sp>
          <p:nvSpPr>
            <p:cNvPr id="85083" name="Text Box 90">
              <a:extLst>
                <a:ext uri="{FF2B5EF4-FFF2-40B4-BE49-F238E27FC236}">
                  <a16:creationId xmlns:a16="http://schemas.microsoft.com/office/drawing/2014/main" id="{B73649E8-0894-029D-0721-4B350BEA7B8F}"/>
                </a:ext>
              </a:extLst>
            </p:cNvPr>
            <p:cNvSpPr txBox="1">
              <a:spLocks noChangeArrowheads="1"/>
            </p:cNvSpPr>
            <p:nvPr/>
          </p:nvSpPr>
          <p:spPr bwMode="auto">
            <a:xfrm>
              <a:off x="2482" y="1746"/>
              <a:ext cx="44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Start2</a:t>
              </a:r>
              <a:endParaRPr lang="ru-RU" altLang="en-US" sz="1400"/>
            </a:p>
          </p:txBody>
        </p:sp>
        <p:sp>
          <p:nvSpPr>
            <p:cNvPr id="85084" name="Text Box 91">
              <a:extLst>
                <a:ext uri="{FF2B5EF4-FFF2-40B4-BE49-F238E27FC236}">
                  <a16:creationId xmlns:a16="http://schemas.microsoft.com/office/drawing/2014/main" id="{78A0C1DE-68CF-44F9-9E14-37D85162EE5A}"/>
                </a:ext>
              </a:extLst>
            </p:cNvPr>
            <p:cNvSpPr txBox="1">
              <a:spLocks noChangeArrowheads="1"/>
            </p:cNvSpPr>
            <p:nvPr/>
          </p:nvSpPr>
          <p:spPr bwMode="auto">
            <a:xfrm>
              <a:off x="2938" y="1680"/>
              <a:ext cx="48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Done2</a:t>
              </a:r>
              <a:endParaRPr lang="ru-RU" altLang="en-US" sz="1400"/>
            </a:p>
          </p:txBody>
        </p:sp>
        <p:sp>
          <p:nvSpPr>
            <p:cNvPr id="85085" name="Text Box 92">
              <a:extLst>
                <a:ext uri="{FF2B5EF4-FFF2-40B4-BE49-F238E27FC236}">
                  <a16:creationId xmlns:a16="http://schemas.microsoft.com/office/drawing/2014/main" id="{33C86BF2-9A56-922D-540D-ADB183678FC6}"/>
                </a:ext>
              </a:extLst>
            </p:cNvPr>
            <p:cNvSpPr txBox="1">
              <a:spLocks noChangeArrowheads="1"/>
            </p:cNvSpPr>
            <p:nvPr/>
          </p:nvSpPr>
          <p:spPr bwMode="auto">
            <a:xfrm>
              <a:off x="3456" y="1746"/>
              <a:ext cx="32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En3</a:t>
              </a:r>
              <a:endParaRPr lang="ru-RU" altLang="en-US" sz="1400"/>
            </a:p>
          </p:txBody>
        </p:sp>
        <p:sp>
          <p:nvSpPr>
            <p:cNvPr id="85086" name="Text Box 93">
              <a:extLst>
                <a:ext uri="{FF2B5EF4-FFF2-40B4-BE49-F238E27FC236}">
                  <a16:creationId xmlns:a16="http://schemas.microsoft.com/office/drawing/2014/main" id="{83BCF868-043E-2F65-5FEF-A2FCB01009CB}"/>
                </a:ext>
              </a:extLst>
            </p:cNvPr>
            <p:cNvSpPr txBox="1">
              <a:spLocks noChangeArrowheads="1"/>
            </p:cNvSpPr>
            <p:nvPr/>
          </p:nvSpPr>
          <p:spPr bwMode="auto">
            <a:xfrm>
              <a:off x="3684" y="1747"/>
              <a:ext cx="50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Start3</a:t>
              </a:r>
              <a:endParaRPr lang="ru-RU" altLang="en-US" sz="1400"/>
            </a:p>
          </p:txBody>
        </p:sp>
        <p:sp>
          <p:nvSpPr>
            <p:cNvPr id="85087" name="Text Box 94">
              <a:extLst>
                <a:ext uri="{FF2B5EF4-FFF2-40B4-BE49-F238E27FC236}">
                  <a16:creationId xmlns:a16="http://schemas.microsoft.com/office/drawing/2014/main" id="{8589006F-8231-29D7-3129-E076199C4720}"/>
                </a:ext>
              </a:extLst>
            </p:cNvPr>
            <p:cNvSpPr txBox="1">
              <a:spLocks noChangeArrowheads="1"/>
            </p:cNvSpPr>
            <p:nvPr/>
          </p:nvSpPr>
          <p:spPr bwMode="auto">
            <a:xfrm>
              <a:off x="4195" y="1680"/>
              <a:ext cx="4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Done3</a:t>
              </a:r>
              <a:endParaRPr lang="ru-RU" altLang="en-US" sz="1400"/>
            </a:p>
          </p:txBody>
        </p:sp>
        <p:sp>
          <p:nvSpPr>
            <p:cNvPr id="85088" name="Text Box 95">
              <a:extLst>
                <a:ext uri="{FF2B5EF4-FFF2-40B4-BE49-F238E27FC236}">
                  <a16:creationId xmlns:a16="http://schemas.microsoft.com/office/drawing/2014/main" id="{873C881A-F0DC-AD5B-9F7A-9EB89C5D7022}"/>
                </a:ext>
              </a:extLst>
            </p:cNvPr>
            <p:cNvSpPr txBox="1">
              <a:spLocks noChangeArrowheads="1"/>
            </p:cNvSpPr>
            <p:nvPr/>
          </p:nvSpPr>
          <p:spPr bwMode="auto">
            <a:xfrm>
              <a:off x="4782" y="1752"/>
              <a:ext cx="32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En4</a:t>
              </a:r>
              <a:endParaRPr lang="ru-RU" altLang="en-US" sz="1400"/>
            </a:p>
          </p:txBody>
        </p:sp>
        <p:sp>
          <p:nvSpPr>
            <p:cNvPr id="85089" name="Text Box 96">
              <a:extLst>
                <a:ext uri="{FF2B5EF4-FFF2-40B4-BE49-F238E27FC236}">
                  <a16:creationId xmlns:a16="http://schemas.microsoft.com/office/drawing/2014/main" id="{90F0478A-4D05-52D0-00FD-819B0270E799}"/>
                </a:ext>
              </a:extLst>
            </p:cNvPr>
            <p:cNvSpPr txBox="1">
              <a:spLocks noChangeArrowheads="1"/>
            </p:cNvSpPr>
            <p:nvPr/>
          </p:nvSpPr>
          <p:spPr bwMode="auto">
            <a:xfrm>
              <a:off x="4886" y="2195"/>
              <a:ext cx="54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Ack</a:t>
              </a:r>
              <a:r>
                <a:rPr lang="en-US" altLang="en-US" sz="1400" baseline="-25000"/>
                <a:t>out</a:t>
              </a:r>
              <a:endParaRPr lang="ru-RU" altLang="en-US" sz="1400" baseline="-25000"/>
            </a:p>
          </p:txBody>
        </p:sp>
        <p:sp>
          <p:nvSpPr>
            <p:cNvPr id="85090" name="Text Box 97">
              <a:extLst>
                <a:ext uri="{FF2B5EF4-FFF2-40B4-BE49-F238E27FC236}">
                  <a16:creationId xmlns:a16="http://schemas.microsoft.com/office/drawing/2014/main" id="{643D0C5F-F9C1-84B7-CD5C-DB288FEDD3A5}"/>
                </a:ext>
              </a:extLst>
            </p:cNvPr>
            <p:cNvSpPr txBox="1">
              <a:spLocks noChangeArrowheads="1"/>
            </p:cNvSpPr>
            <p:nvPr/>
          </p:nvSpPr>
          <p:spPr bwMode="auto">
            <a:xfrm>
              <a:off x="1679" y="1793"/>
              <a:ext cx="5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Req2</a:t>
              </a:r>
              <a:endParaRPr lang="ru-RU" altLang="en-US" sz="1400"/>
            </a:p>
          </p:txBody>
        </p:sp>
        <p:sp>
          <p:nvSpPr>
            <p:cNvPr id="85091" name="Text Box 98">
              <a:extLst>
                <a:ext uri="{FF2B5EF4-FFF2-40B4-BE49-F238E27FC236}">
                  <a16:creationId xmlns:a16="http://schemas.microsoft.com/office/drawing/2014/main" id="{C00721D3-9470-F87E-4D3F-E22DD5FF0307}"/>
                </a:ext>
              </a:extLst>
            </p:cNvPr>
            <p:cNvSpPr txBox="1">
              <a:spLocks noChangeArrowheads="1"/>
            </p:cNvSpPr>
            <p:nvPr/>
          </p:nvSpPr>
          <p:spPr bwMode="auto">
            <a:xfrm>
              <a:off x="1926" y="2426"/>
              <a:ext cx="54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Ack2</a:t>
              </a:r>
              <a:endParaRPr lang="ru-RU" altLang="en-US" sz="1400"/>
            </a:p>
          </p:txBody>
        </p:sp>
        <p:sp>
          <p:nvSpPr>
            <p:cNvPr id="85092" name="Text Box 99">
              <a:extLst>
                <a:ext uri="{FF2B5EF4-FFF2-40B4-BE49-F238E27FC236}">
                  <a16:creationId xmlns:a16="http://schemas.microsoft.com/office/drawing/2014/main" id="{68A7E113-43E8-31B9-41AD-755738B753B6}"/>
                </a:ext>
              </a:extLst>
            </p:cNvPr>
            <p:cNvSpPr txBox="1">
              <a:spLocks noChangeArrowheads="1"/>
            </p:cNvSpPr>
            <p:nvPr/>
          </p:nvSpPr>
          <p:spPr bwMode="auto">
            <a:xfrm>
              <a:off x="2936" y="1824"/>
              <a:ext cx="5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Req3</a:t>
              </a:r>
              <a:endParaRPr lang="ru-RU" altLang="en-US" sz="1400"/>
            </a:p>
          </p:txBody>
        </p:sp>
        <p:sp>
          <p:nvSpPr>
            <p:cNvPr id="85093" name="Text Box 100">
              <a:extLst>
                <a:ext uri="{FF2B5EF4-FFF2-40B4-BE49-F238E27FC236}">
                  <a16:creationId xmlns:a16="http://schemas.microsoft.com/office/drawing/2014/main" id="{604F1AFF-A60F-20B0-EFB0-3EDEB23F2C9E}"/>
                </a:ext>
              </a:extLst>
            </p:cNvPr>
            <p:cNvSpPr txBox="1">
              <a:spLocks noChangeArrowheads="1"/>
            </p:cNvSpPr>
            <p:nvPr/>
          </p:nvSpPr>
          <p:spPr bwMode="auto">
            <a:xfrm>
              <a:off x="4216" y="1812"/>
              <a:ext cx="5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Req4</a:t>
              </a:r>
              <a:endParaRPr lang="ru-RU" altLang="en-US" sz="1400"/>
            </a:p>
          </p:txBody>
        </p:sp>
      </p:grpSp>
      <p:sp>
        <p:nvSpPr>
          <p:cNvPr id="84995" name="Text Box 101">
            <a:extLst>
              <a:ext uri="{FF2B5EF4-FFF2-40B4-BE49-F238E27FC236}">
                <a16:creationId xmlns:a16="http://schemas.microsoft.com/office/drawing/2014/main" id="{3F17EFE7-4844-7BCC-FC92-73544993C9A3}"/>
              </a:ext>
            </a:extLst>
          </p:cNvPr>
          <p:cNvSpPr txBox="1">
            <a:spLocks noChangeArrowheads="1"/>
          </p:cNvSpPr>
          <p:nvPr/>
        </p:nvSpPr>
        <p:spPr bwMode="auto">
          <a:xfrm>
            <a:off x="2133601" y="4114800"/>
            <a:ext cx="8101013"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All </a:t>
            </a:r>
            <a:r>
              <a:rPr lang="en-US" altLang="en-US">
                <a:solidFill>
                  <a:srgbClr val="0000FF"/>
                </a:solidFill>
              </a:rPr>
              <a:t>Req</a:t>
            </a:r>
            <a:r>
              <a:rPr lang="en-US" altLang="en-US"/>
              <a:t>, </a:t>
            </a:r>
            <a:r>
              <a:rPr lang="en-US" altLang="en-US">
                <a:solidFill>
                  <a:srgbClr val="0000FF"/>
                </a:solidFill>
              </a:rPr>
              <a:t>Ack</a:t>
            </a:r>
            <a:r>
              <a:rPr lang="en-US" altLang="en-US"/>
              <a:t> signals turn to 0 (zero activity of the circuit).</a:t>
            </a:r>
          </a:p>
          <a:p>
            <a:pPr eaLnBrk="1" hangingPunct="1"/>
            <a:r>
              <a:rPr lang="en-US" altLang="en-US"/>
              <a:t>All Start signals have low level.</a:t>
            </a:r>
          </a:p>
          <a:p>
            <a:pPr eaLnBrk="1" hangingPunct="1"/>
            <a:r>
              <a:rPr lang="en-US" altLang="en-US">
                <a:solidFill>
                  <a:srgbClr val="0000FF"/>
                </a:solidFill>
              </a:rPr>
              <a:t>Req1</a:t>
            </a:r>
            <a:r>
              <a:rPr lang="en-US" altLang="en-US">
                <a:sym typeface="Symbol" panose="05050102010706020507" pitchFamily="18" charset="2"/>
              </a:rPr>
              <a:t> </a:t>
            </a:r>
            <a:r>
              <a:rPr lang="en-US" altLang="en-US">
                <a:solidFill>
                  <a:srgbClr val="0000FF"/>
                </a:solidFill>
                <a:sym typeface="Symbol" panose="05050102010706020507" pitchFamily="18" charset="2"/>
              </a:rPr>
              <a:t>En1</a:t>
            </a:r>
            <a:r>
              <a:rPr lang="en-US" altLang="en-US">
                <a:sym typeface="Symbol" panose="05050102010706020507" pitchFamily="18" charset="2"/>
              </a:rPr>
              <a:t>  - input data are stored in R1.</a:t>
            </a:r>
          </a:p>
          <a:p>
            <a:pPr eaLnBrk="1" hangingPunct="1"/>
            <a:r>
              <a:rPr lang="en-US" altLang="en-US">
                <a:solidFill>
                  <a:srgbClr val="0000FF"/>
                </a:solidFill>
                <a:sym typeface="Symbol" panose="05050102010706020507" pitchFamily="18" charset="2"/>
              </a:rPr>
              <a:t>Start</a:t>
            </a:r>
            <a:r>
              <a:rPr lang="en-US" altLang="en-US">
                <a:solidFill>
                  <a:srgbClr val="0000FF"/>
                </a:solidFill>
              </a:rPr>
              <a:t> 1</a:t>
            </a:r>
            <a:r>
              <a:rPr lang="en-US" altLang="en-US">
                <a:sym typeface="Symbol" panose="05050102010706020507" pitchFamily="18" charset="2"/>
              </a:rPr>
              <a:t></a:t>
            </a:r>
            <a:r>
              <a:rPr lang="en-US" altLang="en-US"/>
              <a:t> - </a:t>
            </a:r>
            <a:r>
              <a:rPr lang="en-US" altLang="en-US">
                <a:solidFill>
                  <a:srgbClr val="0000FF"/>
                </a:solidFill>
              </a:rPr>
              <a:t>CL1</a:t>
            </a:r>
            <a:r>
              <a:rPr lang="en-US" altLang="en-US"/>
              <a:t> launches. </a:t>
            </a:r>
            <a:r>
              <a:rPr lang="en-US" altLang="en-US">
                <a:sym typeface="Symbol" panose="05050102010706020507" pitchFamily="18" charset="2"/>
              </a:rPr>
              <a:t>(</a:t>
            </a:r>
            <a:r>
              <a:rPr lang="en-US" altLang="en-US">
                <a:solidFill>
                  <a:srgbClr val="0000FF"/>
                </a:solidFill>
                <a:sym typeface="Symbol" panose="05050102010706020507" pitchFamily="18" charset="2"/>
              </a:rPr>
              <a:t>Ack1</a:t>
            </a:r>
            <a:r>
              <a:rPr lang="en-US" altLang="en-US">
                <a:sym typeface="Symbol" panose="05050102010706020507" pitchFamily="18" charset="2"/>
              </a:rPr>
              <a:t> </a:t>
            </a:r>
            <a:r>
              <a:rPr lang="en-US" altLang="en-US">
                <a:solidFill>
                  <a:srgbClr val="0000FF"/>
                </a:solidFill>
                <a:sym typeface="Symbol" panose="05050102010706020507" pitchFamily="18" charset="2"/>
              </a:rPr>
              <a:t>Req1</a:t>
            </a:r>
            <a:r>
              <a:rPr lang="en-US" altLang="en-US">
                <a:sym typeface="Symbol" panose="05050102010706020507" pitchFamily="18" charset="2"/>
              </a:rPr>
              <a:t> ).</a:t>
            </a:r>
          </a:p>
          <a:p>
            <a:pPr eaLnBrk="1" hangingPunct="1"/>
            <a:r>
              <a:rPr lang="en-US" altLang="en-US"/>
              <a:t> After completion of computing CL1 puts data on the bus (Done), </a:t>
            </a:r>
            <a:r>
              <a:rPr lang="en-US" altLang="en-US">
                <a:solidFill>
                  <a:srgbClr val="0000FF"/>
                </a:solidFill>
              </a:rPr>
              <a:t>Req2</a:t>
            </a:r>
            <a:r>
              <a:rPr lang="en-US" altLang="en-US">
                <a:sym typeface="Symbol" panose="05050102010706020507" pitchFamily="18" charset="2"/>
              </a:rPr>
              <a:t></a:t>
            </a:r>
            <a:r>
              <a:rPr lang="en-US" altLang="en-US">
                <a:solidFill>
                  <a:srgbClr val="0000FF"/>
                </a:solidFill>
                <a:sym typeface="Symbol" panose="05050102010706020507" pitchFamily="18" charset="2"/>
              </a:rPr>
              <a:t>Ack2</a:t>
            </a:r>
            <a:r>
              <a:rPr lang="en-US" altLang="en-US">
                <a:sym typeface="Symbol" panose="05050102010706020507" pitchFamily="18" charset="2"/>
              </a:rPr>
              <a:t></a:t>
            </a:r>
            <a:r>
              <a:rPr lang="en-US" altLang="en-US">
                <a:solidFill>
                  <a:srgbClr val="0000FF"/>
                </a:solidFill>
                <a:sym typeface="Symbol" panose="05050102010706020507" pitchFamily="18" charset="2"/>
              </a:rPr>
              <a:t>Start1</a:t>
            </a:r>
            <a:r>
              <a:rPr lang="en-US" altLang="en-US">
                <a:sym typeface="Symbol" panose="05050102010706020507" pitchFamily="18" charset="2"/>
              </a:rPr>
              <a:t> (</a:t>
            </a:r>
            <a:r>
              <a:rPr lang="en-US" altLang="en-US">
                <a:solidFill>
                  <a:srgbClr val="0000FF"/>
                </a:solidFill>
                <a:sym typeface="Symbol" panose="05050102010706020507" pitchFamily="18" charset="2"/>
              </a:rPr>
              <a:t>CL1</a:t>
            </a:r>
            <a:r>
              <a:rPr lang="en-US" altLang="en-US">
                <a:sym typeface="Symbol" panose="05050102010706020507" pitchFamily="18" charset="2"/>
              </a:rPr>
              <a:t> block is ready for new data processing).</a:t>
            </a:r>
            <a:endParaRPr lang="ru-RU" altLang="en-US"/>
          </a:p>
        </p:txBody>
      </p:sp>
      <p:sp>
        <p:nvSpPr>
          <p:cNvPr id="104" name="Rectangle 4">
            <a:extLst>
              <a:ext uri="{FF2B5EF4-FFF2-40B4-BE49-F238E27FC236}">
                <a16:creationId xmlns:a16="http://schemas.microsoft.com/office/drawing/2014/main" id="{440F35B6-F73D-4E8B-9DEE-4F51DA78667A}"/>
              </a:ext>
            </a:extLst>
          </p:cNvPr>
          <p:cNvSpPr txBox="1">
            <a:spLocks noChangeArrowheads="1"/>
          </p:cNvSpPr>
          <p:nvPr/>
        </p:nvSpPr>
        <p:spPr bwMode="auto">
          <a:xfrm>
            <a:off x="1124857" y="972857"/>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A5A2B002-3ABD-6B9D-6A81-16633BDAFB7E}"/>
              </a:ext>
            </a:extLst>
          </p:cNvPr>
          <p:cNvSpPr>
            <a:spLocks noGrp="1"/>
          </p:cNvSpPr>
          <p:nvPr>
            <p:ph type="title"/>
          </p:nvPr>
        </p:nvSpPr>
        <p:spPr/>
        <p:txBody>
          <a:bodyPr>
            <a:normAutofit/>
          </a:bodyPr>
          <a:lstStyle/>
          <a:p>
            <a:r>
              <a:rPr lang="en-US" dirty="0"/>
              <a:t>Self-Timed Pipelined Datapath (2)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119AA05A-40C5-45FA-4F3A-F73A5F66D64B}"/>
              </a:ext>
            </a:extLst>
          </p:cNvPr>
          <p:cNvSpPr>
            <a:spLocks noGrp="1" noChangeArrowheads="1"/>
          </p:cNvSpPr>
          <p:nvPr>
            <p:ph type="title"/>
          </p:nvPr>
        </p:nvSpPr>
        <p:spPr/>
        <p:txBody>
          <a:bodyPr/>
          <a:lstStyle/>
          <a:p>
            <a:r>
              <a:rPr lang="en-US" altLang="en-US"/>
              <a:t>Diagram  of Transition for  1-st C</a:t>
            </a:r>
            <a:r>
              <a:rPr lang="en-GB" altLang="en-US"/>
              <a:t>ascade</a:t>
            </a:r>
          </a:p>
        </p:txBody>
      </p:sp>
      <p:grpSp>
        <p:nvGrpSpPr>
          <p:cNvPr id="86019" name="Group 72">
            <a:extLst>
              <a:ext uri="{FF2B5EF4-FFF2-40B4-BE49-F238E27FC236}">
                <a16:creationId xmlns:a16="http://schemas.microsoft.com/office/drawing/2014/main" id="{B069CBEB-359E-E312-DC9D-7CDBE67D78B5}"/>
              </a:ext>
            </a:extLst>
          </p:cNvPr>
          <p:cNvGrpSpPr>
            <a:grpSpLocks/>
          </p:cNvGrpSpPr>
          <p:nvPr/>
        </p:nvGrpSpPr>
        <p:grpSpPr bwMode="auto">
          <a:xfrm>
            <a:off x="2325688" y="1558925"/>
            <a:ext cx="7123112" cy="2859088"/>
            <a:chOff x="496901" y="1559625"/>
            <a:chExt cx="7123099" cy="2858852"/>
          </a:xfrm>
        </p:grpSpPr>
        <p:grpSp>
          <p:nvGrpSpPr>
            <p:cNvPr id="86021" name="Group 65">
              <a:extLst>
                <a:ext uri="{FF2B5EF4-FFF2-40B4-BE49-F238E27FC236}">
                  <a16:creationId xmlns:a16="http://schemas.microsoft.com/office/drawing/2014/main" id="{628B6971-A35C-FE6C-235A-7EAF5E650EC2}"/>
                </a:ext>
              </a:extLst>
            </p:cNvPr>
            <p:cNvGrpSpPr>
              <a:grpSpLocks/>
            </p:cNvGrpSpPr>
            <p:nvPr/>
          </p:nvGrpSpPr>
          <p:grpSpPr bwMode="auto">
            <a:xfrm>
              <a:off x="496901" y="1559625"/>
              <a:ext cx="5509011" cy="2858852"/>
              <a:chOff x="496901" y="1559625"/>
              <a:chExt cx="5509011" cy="2858852"/>
            </a:xfrm>
          </p:grpSpPr>
          <p:grpSp>
            <p:nvGrpSpPr>
              <p:cNvPr id="86024" name="Group 30">
                <a:extLst>
                  <a:ext uri="{FF2B5EF4-FFF2-40B4-BE49-F238E27FC236}">
                    <a16:creationId xmlns:a16="http://schemas.microsoft.com/office/drawing/2014/main" id="{463ADCD2-FD0C-C249-0109-1AD1182E3851}"/>
                  </a:ext>
                </a:extLst>
              </p:cNvPr>
              <p:cNvGrpSpPr>
                <a:grpSpLocks/>
              </p:cNvGrpSpPr>
              <p:nvPr/>
            </p:nvGrpSpPr>
            <p:grpSpPr bwMode="auto">
              <a:xfrm>
                <a:off x="652220" y="1559625"/>
                <a:ext cx="5291380" cy="1164970"/>
                <a:chOff x="652220" y="1559625"/>
                <a:chExt cx="5291380" cy="1164970"/>
              </a:xfrm>
            </p:grpSpPr>
            <p:sp>
              <p:nvSpPr>
                <p:cNvPr id="3" name="Oval 2">
                  <a:extLst>
                    <a:ext uri="{FF2B5EF4-FFF2-40B4-BE49-F238E27FC236}">
                      <a16:creationId xmlns:a16="http://schemas.microsoft.com/office/drawing/2014/main" id="{71B29EA9-5849-4E37-BEB7-8E4CCEB80323}"/>
                    </a:ext>
                  </a:extLst>
                </p:cNvPr>
                <p:cNvSpPr/>
                <p:nvPr/>
              </p:nvSpPr>
              <p:spPr bwMode="auto">
                <a:xfrm>
                  <a:off x="1008075" y="1945356"/>
                  <a:ext cx="731836" cy="731777"/>
                </a:xfrm>
                <a:prstGeom prst="ellipse">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86050" name="TextBox 4">
                  <a:extLst>
                    <a:ext uri="{FF2B5EF4-FFF2-40B4-BE49-F238E27FC236}">
                      <a16:creationId xmlns:a16="http://schemas.microsoft.com/office/drawing/2014/main" id="{7F79C722-54DE-FA5B-1ABB-277961E4066A}"/>
                    </a:ext>
                  </a:extLst>
                </p:cNvPr>
                <p:cNvSpPr txBox="1">
                  <a:spLocks noChangeArrowheads="1"/>
                </p:cNvSpPr>
                <p:nvPr/>
              </p:nvSpPr>
              <p:spPr bwMode="auto">
                <a:xfrm>
                  <a:off x="971800" y="208115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err="1"/>
                    <a:t>Req</a:t>
                  </a:r>
                  <a:r>
                    <a:rPr lang="en-US" altLang="en-US" baseline="-25000" dirty="0" err="1"/>
                    <a:t>i</a:t>
                  </a:r>
                  <a:endParaRPr lang="en-GB" altLang="en-US" baseline="-25000" dirty="0"/>
                </a:p>
              </p:txBody>
            </p:sp>
            <p:cxnSp>
              <p:nvCxnSpPr>
                <p:cNvPr id="86051" name="Straight Arrow Connector 6">
                  <a:extLst>
                    <a:ext uri="{FF2B5EF4-FFF2-40B4-BE49-F238E27FC236}">
                      <a16:creationId xmlns:a16="http://schemas.microsoft.com/office/drawing/2014/main" id="{2457C78B-3F9A-B1F0-71ED-9BD678203647}"/>
                    </a:ext>
                  </a:extLst>
                </p:cNvPr>
                <p:cNvCxnSpPr>
                  <a:cxnSpLocks noChangeShapeType="1"/>
                </p:cNvCxnSpPr>
                <p:nvPr/>
              </p:nvCxnSpPr>
              <p:spPr bwMode="auto">
                <a:xfrm>
                  <a:off x="1752600" y="2286000"/>
                  <a:ext cx="5334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8" name="Oval 7">
                  <a:extLst>
                    <a:ext uri="{FF2B5EF4-FFF2-40B4-BE49-F238E27FC236}">
                      <a16:creationId xmlns:a16="http://schemas.microsoft.com/office/drawing/2014/main" id="{ED5590AB-DB8C-4669-9DD8-5360086B0D9F}"/>
                    </a:ext>
                  </a:extLst>
                </p:cNvPr>
                <p:cNvSpPr/>
                <p:nvPr/>
              </p:nvSpPr>
              <p:spPr bwMode="auto">
                <a:xfrm>
                  <a:off x="2298710" y="1950118"/>
                  <a:ext cx="730249" cy="731778"/>
                </a:xfrm>
                <a:prstGeom prst="ellipse">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86053" name="TextBox 8">
                  <a:extLst>
                    <a:ext uri="{FF2B5EF4-FFF2-40B4-BE49-F238E27FC236}">
                      <a16:creationId xmlns:a16="http://schemas.microsoft.com/office/drawing/2014/main" id="{F2B0007E-09AE-5B28-F33B-B2D737219C20}"/>
                    </a:ext>
                  </a:extLst>
                </p:cNvPr>
                <p:cNvSpPr txBox="1">
                  <a:spLocks noChangeArrowheads="1"/>
                </p:cNvSpPr>
                <p:nvPr/>
              </p:nvSpPr>
              <p:spPr bwMode="auto">
                <a:xfrm>
                  <a:off x="2286000" y="2097975"/>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Ack</a:t>
                  </a:r>
                  <a:r>
                    <a:rPr lang="en-US" altLang="en-US" baseline="-25000"/>
                    <a:t>1</a:t>
                  </a:r>
                  <a:endParaRPr lang="en-GB" altLang="en-US" baseline="-25000"/>
                </a:p>
              </p:txBody>
            </p:sp>
            <p:cxnSp>
              <p:nvCxnSpPr>
                <p:cNvPr id="86054" name="Straight Arrow Connector 13">
                  <a:extLst>
                    <a:ext uri="{FF2B5EF4-FFF2-40B4-BE49-F238E27FC236}">
                      <a16:creationId xmlns:a16="http://schemas.microsoft.com/office/drawing/2014/main" id="{38760DC7-D465-8535-0487-82BF4FB2F791}"/>
                    </a:ext>
                  </a:extLst>
                </p:cNvPr>
                <p:cNvCxnSpPr>
                  <a:cxnSpLocks noChangeShapeType="1"/>
                </p:cNvCxnSpPr>
                <p:nvPr/>
              </p:nvCxnSpPr>
              <p:spPr bwMode="auto">
                <a:xfrm rot="5400000" flipH="1" flipV="1">
                  <a:off x="1463834" y="2274916"/>
                  <a:ext cx="274320"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6055" name="Straight Arrow Connector 15">
                  <a:extLst>
                    <a:ext uri="{FF2B5EF4-FFF2-40B4-BE49-F238E27FC236}">
                      <a16:creationId xmlns:a16="http://schemas.microsoft.com/office/drawing/2014/main" id="{97B8C577-A85C-658A-0610-DC9CF8AF5EAA}"/>
                    </a:ext>
                  </a:extLst>
                </p:cNvPr>
                <p:cNvCxnSpPr>
                  <a:cxnSpLocks noChangeShapeType="1"/>
                </p:cNvCxnSpPr>
                <p:nvPr/>
              </p:nvCxnSpPr>
              <p:spPr bwMode="auto">
                <a:xfrm rot="5400000" flipH="1" flipV="1">
                  <a:off x="2789909" y="2274916"/>
                  <a:ext cx="274320"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6056" name="Straight Arrow Connector 16">
                  <a:extLst>
                    <a:ext uri="{FF2B5EF4-FFF2-40B4-BE49-F238E27FC236}">
                      <a16:creationId xmlns:a16="http://schemas.microsoft.com/office/drawing/2014/main" id="{7132F960-C892-CE39-F480-D30C9F69FB90}"/>
                    </a:ext>
                  </a:extLst>
                </p:cNvPr>
                <p:cNvCxnSpPr>
                  <a:cxnSpLocks noChangeShapeType="1"/>
                </p:cNvCxnSpPr>
                <p:nvPr/>
              </p:nvCxnSpPr>
              <p:spPr bwMode="auto">
                <a:xfrm>
                  <a:off x="3031175" y="2309750"/>
                  <a:ext cx="533400" cy="1588"/>
                </a:xfrm>
                <a:prstGeom prst="straightConnector1">
                  <a:avLst/>
                </a:prstGeom>
                <a:noFill/>
                <a:ln w="28575"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sp>
              <p:nvSpPr>
                <p:cNvPr id="18" name="Oval 17">
                  <a:extLst>
                    <a:ext uri="{FF2B5EF4-FFF2-40B4-BE49-F238E27FC236}">
                      <a16:creationId xmlns:a16="http://schemas.microsoft.com/office/drawing/2014/main" id="{387B0679-8F21-43D0-BCEF-D8A7A665C63A}"/>
                    </a:ext>
                  </a:extLst>
                </p:cNvPr>
                <p:cNvSpPr/>
                <p:nvPr/>
              </p:nvSpPr>
              <p:spPr bwMode="auto">
                <a:xfrm>
                  <a:off x="3562358" y="1992977"/>
                  <a:ext cx="731837" cy="731777"/>
                </a:xfrm>
                <a:prstGeom prst="ellipse">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86058" name="TextBox 18">
                  <a:extLst>
                    <a:ext uri="{FF2B5EF4-FFF2-40B4-BE49-F238E27FC236}">
                      <a16:creationId xmlns:a16="http://schemas.microsoft.com/office/drawing/2014/main" id="{31D13226-7E92-B793-3985-1DCF082889BE}"/>
                    </a:ext>
                  </a:extLst>
                </p:cNvPr>
                <p:cNvSpPr txBox="1">
                  <a:spLocks noChangeArrowheads="1"/>
                </p:cNvSpPr>
                <p:nvPr/>
              </p:nvSpPr>
              <p:spPr bwMode="auto">
                <a:xfrm>
                  <a:off x="3526975" y="212865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Req</a:t>
                  </a:r>
                  <a:r>
                    <a:rPr lang="en-US" altLang="en-US" baseline="-25000"/>
                    <a:t>1</a:t>
                  </a:r>
                  <a:endParaRPr lang="en-GB" altLang="en-US" baseline="-25000"/>
                </a:p>
              </p:txBody>
            </p:sp>
            <p:cxnSp>
              <p:nvCxnSpPr>
                <p:cNvPr id="86059" name="Straight Arrow Connector 19">
                  <a:extLst>
                    <a:ext uri="{FF2B5EF4-FFF2-40B4-BE49-F238E27FC236}">
                      <a16:creationId xmlns:a16="http://schemas.microsoft.com/office/drawing/2014/main" id="{29C9461F-B94A-8132-0FC7-22D878FC9329}"/>
                    </a:ext>
                  </a:extLst>
                </p:cNvPr>
                <p:cNvCxnSpPr>
                  <a:cxnSpLocks noChangeShapeType="1"/>
                </p:cNvCxnSpPr>
                <p:nvPr/>
              </p:nvCxnSpPr>
              <p:spPr bwMode="auto">
                <a:xfrm>
                  <a:off x="4307775" y="2333500"/>
                  <a:ext cx="5334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1" name="Oval 20">
                  <a:extLst>
                    <a:ext uri="{FF2B5EF4-FFF2-40B4-BE49-F238E27FC236}">
                      <a16:creationId xmlns:a16="http://schemas.microsoft.com/office/drawing/2014/main" id="{4540E29D-F800-4E55-A047-29E395108239}"/>
                    </a:ext>
                  </a:extLst>
                </p:cNvPr>
                <p:cNvSpPr/>
                <p:nvPr/>
              </p:nvSpPr>
              <p:spPr bwMode="auto">
                <a:xfrm>
                  <a:off x="4852993" y="1986628"/>
                  <a:ext cx="731836" cy="731777"/>
                </a:xfrm>
                <a:prstGeom prst="ellipse">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86061" name="TextBox 21">
                  <a:extLst>
                    <a:ext uri="{FF2B5EF4-FFF2-40B4-BE49-F238E27FC236}">
                      <a16:creationId xmlns:a16="http://schemas.microsoft.com/office/drawing/2014/main" id="{E4F0E763-2EE4-BBB5-22BA-0ACF5929DD63}"/>
                    </a:ext>
                  </a:extLst>
                </p:cNvPr>
                <p:cNvSpPr txBox="1">
                  <a:spLocks noChangeArrowheads="1"/>
                </p:cNvSpPr>
                <p:nvPr/>
              </p:nvSpPr>
              <p:spPr bwMode="auto">
                <a:xfrm>
                  <a:off x="4853050" y="2121725"/>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Ack</a:t>
                  </a:r>
                  <a:r>
                    <a:rPr lang="en-US" altLang="en-US" baseline="-25000"/>
                    <a:t>1</a:t>
                  </a:r>
                  <a:endParaRPr lang="en-GB" altLang="en-US" baseline="-25000"/>
                </a:p>
              </p:txBody>
            </p:sp>
            <p:cxnSp>
              <p:nvCxnSpPr>
                <p:cNvPr id="86062" name="Straight Arrow Connector 22">
                  <a:extLst>
                    <a:ext uri="{FF2B5EF4-FFF2-40B4-BE49-F238E27FC236}">
                      <a16:creationId xmlns:a16="http://schemas.microsoft.com/office/drawing/2014/main" id="{291F79E2-B2CE-9AC2-27A6-50921875A406}"/>
                    </a:ext>
                  </a:extLst>
                </p:cNvPr>
                <p:cNvCxnSpPr>
                  <a:cxnSpLocks noChangeShapeType="1"/>
                </p:cNvCxnSpPr>
                <p:nvPr/>
              </p:nvCxnSpPr>
              <p:spPr bwMode="auto">
                <a:xfrm rot="5400000" flipH="1" flipV="1">
                  <a:off x="4042759" y="2322416"/>
                  <a:ext cx="274320" cy="1588"/>
                </a:xfrm>
                <a:prstGeom prst="straightConnector1">
                  <a:avLst/>
                </a:prstGeom>
                <a:noFill/>
                <a:ln w="28575" algn="ctr">
                  <a:solidFill>
                    <a:srgbClr val="FF0000"/>
                  </a:solidFill>
                  <a:round/>
                  <a:headEnd type="stealth" w="lg" len="lg"/>
                  <a:tailEnd/>
                </a:ln>
                <a:extLst>
                  <a:ext uri="{909E8E84-426E-40DD-AFC4-6F175D3DCCD1}">
                    <a14:hiddenFill xmlns:a14="http://schemas.microsoft.com/office/drawing/2010/main">
                      <a:noFill/>
                    </a14:hiddenFill>
                  </a:ext>
                </a:extLst>
              </p:spPr>
            </p:cxnSp>
            <p:cxnSp>
              <p:nvCxnSpPr>
                <p:cNvPr id="86063" name="Straight Arrow Connector 25">
                  <a:extLst>
                    <a:ext uri="{FF2B5EF4-FFF2-40B4-BE49-F238E27FC236}">
                      <a16:creationId xmlns:a16="http://schemas.microsoft.com/office/drawing/2014/main" id="{2DE24213-C300-CFDE-C6C2-99159E53CB12}"/>
                    </a:ext>
                  </a:extLst>
                </p:cNvPr>
                <p:cNvCxnSpPr>
                  <a:cxnSpLocks noChangeShapeType="1"/>
                </p:cNvCxnSpPr>
                <p:nvPr/>
              </p:nvCxnSpPr>
              <p:spPr bwMode="auto">
                <a:xfrm rot="5400000" flipH="1" flipV="1">
                  <a:off x="5336571" y="2322416"/>
                  <a:ext cx="274320" cy="1588"/>
                </a:xfrm>
                <a:prstGeom prst="straightConnector1">
                  <a:avLst/>
                </a:prstGeom>
                <a:noFill/>
                <a:ln w="28575"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27" name="Arc 26">
                  <a:extLst>
                    <a:ext uri="{FF2B5EF4-FFF2-40B4-BE49-F238E27FC236}">
                      <a16:creationId xmlns:a16="http://schemas.microsoft.com/office/drawing/2014/main" id="{BB80EA16-1795-4307-A520-CAFB4C2ABA52}"/>
                    </a:ext>
                  </a:extLst>
                </p:cNvPr>
                <p:cNvSpPr/>
                <p:nvPr/>
              </p:nvSpPr>
              <p:spPr bwMode="auto">
                <a:xfrm>
                  <a:off x="4267206" y="1588198"/>
                  <a:ext cx="1676397" cy="838131"/>
                </a:xfrm>
                <a:prstGeom prst="arc">
                  <a:avLst>
                    <a:gd name="adj1" fmla="val 19249216"/>
                    <a:gd name="adj2" fmla="val 2081710"/>
                  </a:avLst>
                </a:prstGeom>
                <a:noFill/>
                <a:ln w="28575" cap="flat" cmpd="sng" algn="ctr">
                  <a:solidFill>
                    <a:schemeClr val="tx1"/>
                  </a:solidFill>
                  <a:prstDash val="dash"/>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28" name="Arc 27">
                  <a:extLst>
                    <a:ext uri="{FF2B5EF4-FFF2-40B4-BE49-F238E27FC236}">
                      <a16:creationId xmlns:a16="http://schemas.microsoft.com/office/drawing/2014/main" id="{09C3D9DF-CF61-4F48-8BA3-9BA428921763}"/>
                    </a:ext>
                  </a:extLst>
                </p:cNvPr>
                <p:cNvSpPr/>
                <p:nvPr/>
              </p:nvSpPr>
              <p:spPr bwMode="auto">
                <a:xfrm rot="10800000">
                  <a:off x="652476" y="1559625"/>
                  <a:ext cx="1709734" cy="879403"/>
                </a:xfrm>
                <a:prstGeom prst="arc">
                  <a:avLst>
                    <a:gd name="adj1" fmla="val 19590289"/>
                    <a:gd name="adj2" fmla="val 2081710"/>
                  </a:avLst>
                </a:prstGeom>
                <a:noFill/>
                <a:ln w="28575" cap="flat" cmpd="sng" algn="ctr">
                  <a:solidFill>
                    <a:schemeClr val="tx1"/>
                  </a:solidFill>
                  <a:prstDash val="dash"/>
                  <a:round/>
                  <a:headEnd type="triangle" w="lg" len="lg"/>
                  <a:tailEnd type="none" w="med" len="med"/>
                </a:ln>
                <a:effectLst/>
              </p:spPr>
              <p:txBody>
                <a:bodyPr anchor="ctr"/>
                <a:lstStyle/>
                <a:p>
                  <a:pPr eaLnBrk="1" hangingPunct="1">
                    <a:defRPr/>
                  </a:pPr>
                  <a:endParaRPr lang="en-GB">
                    <a:latin typeface="Arial" charset="0"/>
                    <a:cs typeface="Arial" charset="0"/>
                  </a:endParaRPr>
                </a:p>
              </p:txBody>
            </p:sp>
            <p:cxnSp>
              <p:nvCxnSpPr>
                <p:cNvPr id="86066" name="Straight Connector 29">
                  <a:extLst>
                    <a:ext uri="{FF2B5EF4-FFF2-40B4-BE49-F238E27FC236}">
                      <a16:creationId xmlns:a16="http://schemas.microsoft.com/office/drawing/2014/main" id="{79787FDD-D6FD-8105-8002-7C5E5AAE3695}"/>
                    </a:ext>
                  </a:extLst>
                </p:cNvPr>
                <p:cNvCxnSpPr>
                  <a:cxnSpLocks noChangeShapeType="1"/>
                </p:cNvCxnSpPr>
                <p:nvPr/>
              </p:nvCxnSpPr>
              <p:spPr bwMode="auto">
                <a:xfrm rot="16200000" flipH="1">
                  <a:off x="3276621" y="-633351"/>
                  <a:ext cx="0" cy="4572000"/>
                </a:xfrm>
                <a:prstGeom prst="line">
                  <a:avLst/>
                </a:prstGeom>
                <a:noFill/>
                <a:ln w="28575" algn="ctr">
                  <a:solidFill>
                    <a:schemeClr val="tx1"/>
                  </a:solidFill>
                  <a:prstDash val="dash"/>
                  <a:round/>
                  <a:headEnd/>
                  <a:tailEnd/>
                </a:ln>
                <a:extLst>
                  <a:ext uri="{909E8E84-426E-40DD-AFC4-6F175D3DCCD1}">
                    <a14:hiddenFill xmlns:a14="http://schemas.microsoft.com/office/drawing/2010/main">
                      <a:noFill/>
                    </a14:hiddenFill>
                  </a:ext>
                </a:extLst>
              </p:spPr>
            </p:cxnSp>
          </p:grpSp>
          <p:sp>
            <p:nvSpPr>
              <p:cNvPr id="86025" name="Oval 32">
                <a:extLst>
                  <a:ext uri="{FF2B5EF4-FFF2-40B4-BE49-F238E27FC236}">
                    <a16:creationId xmlns:a16="http://schemas.microsoft.com/office/drawing/2014/main" id="{435388F1-F9A8-4656-8060-450866968D26}"/>
                  </a:ext>
                </a:extLst>
              </p:cNvPr>
              <p:cNvSpPr>
                <a:spLocks noChangeArrowheads="1"/>
              </p:cNvSpPr>
              <p:nvPr/>
            </p:nvSpPr>
            <p:spPr bwMode="auto">
              <a:xfrm>
                <a:off x="993787" y="3173980"/>
                <a:ext cx="731837" cy="731777"/>
              </a:xfrm>
              <a:prstGeom prst="ellipse">
                <a:avLst/>
              </a:prstGeom>
              <a:solidFill>
                <a:schemeClr val="accent1">
                  <a:lumMod val="20000"/>
                  <a:lumOff val="80000"/>
                </a:schemeClr>
              </a:solidFill>
              <a:ln w="2857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a:p>
            </p:txBody>
          </p:sp>
          <p:sp>
            <p:nvSpPr>
              <p:cNvPr id="86026" name="TextBox 33">
                <a:extLst>
                  <a:ext uri="{FF2B5EF4-FFF2-40B4-BE49-F238E27FC236}">
                    <a16:creationId xmlns:a16="http://schemas.microsoft.com/office/drawing/2014/main" id="{29E5E583-A6CE-9C77-F7CB-1DF1F7BCD9F0}"/>
                  </a:ext>
                </a:extLst>
              </p:cNvPr>
              <p:cNvSpPr txBox="1">
                <a:spLocks noChangeArrowheads="1"/>
              </p:cNvSpPr>
              <p:nvPr/>
            </p:nvSpPr>
            <p:spPr bwMode="auto">
              <a:xfrm>
                <a:off x="1009400" y="3236025"/>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Start</a:t>
                </a:r>
                <a:endParaRPr lang="en-GB" altLang="en-US" sz="1600" baseline="-25000"/>
              </a:p>
            </p:txBody>
          </p:sp>
          <p:cxnSp>
            <p:nvCxnSpPr>
              <p:cNvPr id="86027" name="Straight Arrow Connector 34">
                <a:extLst>
                  <a:ext uri="{FF2B5EF4-FFF2-40B4-BE49-F238E27FC236}">
                    <a16:creationId xmlns:a16="http://schemas.microsoft.com/office/drawing/2014/main" id="{F3197096-AF20-8091-63DB-4D9599E0707D}"/>
                  </a:ext>
                </a:extLst>
              </p:cNvPr>
              <p:cNvCxnSpPr>
                <a:cxnSpLocks noChangeShapeType="1"/>
              </p:cNvCxnSpPr>
              <p:nvPr/>
            </p:nvCxnSpPr>
            <p:spPr bwMode="auto">
              <a:xfrm>
                <a:off x="1738680" y="3515100"/>
                <a:ext cx="533400" cy="1588"/>
              </a:xfrm>
              <a:prstGeom prst="straightConnector1">
                <a:avLst/>
              </a:prstGeom>
              <a:noFill/>
              <a:ln w="28575"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sp>
            <p:nvSpPr>
              <p:cNvPr id="86028" name="Oval 35">
                <a:extLst>
                  <a:ext uri="{FF2B5EF4-FFF2-40B4-BE49-F238E27FC236}">
                    <a16:creationId xmlns:a16="http://schemas.microsoft.com/office/drawing/2014/main" id="{F2F5FE0D-ABCC-4BB4-B73E-91E55902921F}"/>
                  </a:ext>
                </a:extLst>
              </p:cNvPr>
              <p:cNvSpPr>
                <a:spLocks noChangeArrowheads="1"/>
              </p:cNvSpPr>
              <p:nvPr/>
            </p:nvSpPr>
            <p:spPr bwMode="auto">
              <a:xfrm>
                <a:off x="2284423" y="3180329"/>
                <a:ext cx="730249" cy="730190"/>
              </a:xfrm>
              <a:prstGeom prst="ellipse">
                <a:avLst/>
              </a:prstGeom>
              <a:solidFill>
                <a:schemeClr val="accent1">
                  <a:lumMod val="20000"/>
                  <a:lumOff val="80000"/>
                </a:schemeClr>
              </a:solidFill>
              <a:ln w="2857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a:p>
            </p:txBody>
          </p:sp>
          <p:sp>
            <p:nvSpPr>
              <p:cNvPr id="86029" name="TextBox 36">
                <a:extLst>
                  <a:ext uri="{FF2B5EF4-FFF2-40B4-BE49-F238E27FC236}">
                    <a16:creationId xmlns:a16="http://schemas.microsoft.com/office/drawing/2014/main" id="{C21B0F30-0936-A7D4-63F6-FA48822F75B8}"/>
                  </a:ext>
                </a:extLst>
              </p:cNvPr>
              <p:cNvSpPr txBox="1">
                <a:spLocks noChangeArrowheads="1"/>
              </p:cNvSpPr>
              <p:nvPr/>
            </p:nvSpPr>
            <p:spPr bwMode="auto">
              <a:xfrm>
                <a:off x="2272080" y="3327075"/>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Ack</a:t>
                </a:r>
                <a:r>
                  <a:rPr lang="en-US" altLang="en-US" baseline="-25000"/>
                  <a:t>2</a:t>
                </a:r>
                <a:endParaRPr lang="en-GB" altLang="en-US" baseline="-25000"/>
              </a:p>
            </p:txBody>
          </p:sp>
          <p:cxnSp>
            <p:nvCxnSpPr>
              <p:cNvPr id="86030" name="Straight Arrow Connector 37">
                <a:extLst>
                  <a:ext uri="{FF2B5EF4-FFF2-40B4-BE49-F238E27FC236}">
                    <a16:creationId xmlns:a16="http://schemas.microsoft.com/office/drawing/2014/main" id="{75DD467F-E107-B799-F62F-398AE737A14A}"/>
                  </a:ext>
                </a:extLst>
              </p:cNvPr>
              <p:cNvCxnSpPr>
                <a:cxnSpLocks noChangeShapeType="1"/>
              </p:cNvCxnSpPr>
              <p:nvPr/>
            </p:nvCxnSpPr>
            <p:spPr bwMode="auto">
              <a:xfrm rot="5400000" flipH="1" flipV="1">
                <a:off x="1517369" y="3349531"/>
                <a:ext cx="228600"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6031" name="Straight Arrow Connector 38">
                <a:extLst>
                  <a:ext uri="{FF2B5EF4-FFF2-40B4-BE49-F238E27FC236}">
                    <a16:creationId xmlns:a16="http://schemas.microsoft.com/office/drawing/2014/main" id="{553FAB97-D235-09E8-5161-19E498A63367}"/>
                  </a:ext>
                </a:extLst>
              </p:cNvPr>
              <p:cNvCxnSpPr>
                <a:cxnSpLocks noChangeShapeType="1"/>
              </p:cNvCxnSpPr>
              <p:nvPr/>
            </p:nvCxnSpPr>
            <p:spPr bwMode="auto">
              <a:xfrm rot="5400000" flipH="1" flipV="1">
                <a:off x="2775989" y="3504016"/>
                <a:ext cx="274320"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6032" name="Straight Arrow Connector 39">
                <a:extLst>
                  <a:ext uri="{FF2B5EF4-FFF2-40B4-BE49-F238E27FC236}">
                    <a16:creationId xmlns:a16="http://schemas.microsoft.com/office/drawing/2014/main" id="{D8CEABF8-EB64-69A4-22AC-DAD2923FB6AF}"/>
                  </a:ext>
                </a:extLst>
              </p:cNvPr>
              <p:cNvCxnSpPr>
                <a:cxnSpLocks noChangeShapeType="1"/>
              </p:cNvCxnSpPr>
              <p:nvPr/>
            </p:nvCxnSpPr>
            <p:spPr bwMode="auto">
              <a:xfrm>
                <a:off x="3017255" y="3538850"/>
                <a:ext cx="5334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33" name="Oval 40">
                <a:extLst>
                  <a:ext uri="{FF2B5EF4-FFF2-40B4-BE49-F238E27FC236}">
                    <a16:creationId xmlns:a16="http://schemas.microsoft.com/office/drawing/2014/main" id="{3AE3AC7B-F7B3-4C2B-A1D8-BE6033104BC5}"/>
                  </a:ext>
                </a:extLst>
              </p:cNvPr>
              <p:cNvSpPr>
                <a:spLocks noChangeArrowheads="1"/>
              </p:cNvSpPr>
              <p:nvPr/>
            </p:nvSpPr>
            <p:spPr bwMode="auto">
              <a:xfrm>
                <a:off x="3548070" y="3221601"/>
                <a:ext cx="731836" cy="731777"/>
              </a:xfrm>
              <a:prstGeom prst="ellipse">
                <a:avLst/>
              </a:prstGeom>
              <a:solidFill>
                <a:schemeClr val="accent1">
                  <a:lumMod val="20000"/>
                  <a:lumOff val="80000"/>
                </a:schemeClr>
              </a:solidFill>
              <a:ln w="2857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a:p>
            </p:txBody>
          </p:sp>
          <p:sp>
            <p:nvSpPr>
              <p:cNvPr id="86034" name="TextBox 41">
                <a:extLst>
                  <a:ext uri="{FF2B5EF4-FFF2-40B4-BE49-F238E27FC236}">
                    <a16:creationId xmlns:a16="http://schemas.microsoft.com/office/drawing/2014/main" id="{5DCDE426-EC28-9FA6-9F68-404E442E87C2}"/>
                  </a:ext>
                </a:extLst>
              </p:cNvPr>
              <p:cNvSpPr txBox="1">
                <a:spLocks noChangeArrowheads="1"/>
              </p:cNvSpPr>
              <p:nvPr/>
            </p:nvSpPr>
            <p:spPr bwMode="auto">
              <a:xfrm>
                <a:off x="3560555" y="3262750"/>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Start</a:t>
                </a:r>
                <a:endParaRPr lang="en-GB" altLang="en-US" sz="1600" baseline="-25000"/>
              </a:p>
            </p:txBody>
          </p:sp>
          <p:cxnSp>
            <p:nvCxnSpPr>
              <p:cNvPr id="86035" name="Straight Arrow Connector 42">
                <a:extLst>
                  <a:ext uri="{FF2B5EF4-FFF2-40B4-BE49-F238E27FC236}">
                    <a16:creationId xmlns:a16="http://schemas.microsoft.com/office/drawing/2014/main" id="{C9CEEEB7-651B-647B-15E2-228F5A02C701}"/>
                  </a:ext>
                </a:extLst>
              </p:cNvPr>
              <p:cNvCxnSpPr>
                <a:cxnSpLocks noChangeShapeType="1"/>
              </p:cNvCxnSpPr>
              <p:nvPr/>
            </p:nvCxnSpPr>
            <p:spPr bwMode="auto">
              <a:xfrm>
                <a:off x="4293855" y="3562600"/>
                <a:ext cx="533400" cy="1588"/>
              </a:xfrm>
              <a:prstGeom prst="straightConnector1">
                <a:avLst/>
              </a:prstGeom>
              <a:noFill/>
              <a:ln w="28575"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sp>
            <p:nvSpPr>
              <p:cNvPr id="86036" name="Oval 43">
                <a:extLst>
                  <a:ext uri="{FF2B5EF4-FFF2-40B4-BE49-F238E27FC236}">
                    <a16:creationId xmlns:a16="http://schemas.microsoft.com/office/drawing/2014/main" id="{C3794772-08DE-4210-88B6-04281205B5EE}"/>
                  </a:ext>
                </a:extLst>
              </p:cNvPr>
              <p:cNvSpPr>
                <a:spLocks noChangeArrowheads="1"/>
              </p:cNvSpPr>
              <p:nvPr/>
            </p:nvSpPr>
            <p:spPr bwMode="auto">
              <a:xfrm>
                <a:off x="4838705" y="3215251"/>
                <a:ext cx="731837" cy="731777"/>
              </a:xfrm>
              <a:prstGeom prst="ellipse">
                <a:avLst/>
              </a:prstGeom>
              <a:solidFill>
                <a:schemeClr val="accent1">
                  <a:lumMod val="20000"/>
                  <a:lumOff val="80000"/>
                </a:schemeClr>
              </a:solidFill>
              <a:ln w="2857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a:p>
            </p:txBody>
          </p:sp>
          <p:sp>
            <p:nvSpPr>
              <p:cNvPr id="86037" name="TextBox 44">
                <a:extLst>
                  <a:ext uri="{FF2B5EF4-FFF2-40B4-BE49-F238E27FC236}">
                    <a16:creationId xmlns:a16="http://schemas.microsoft.com/office/drawing/2014/main" id="{65C6EE6C-B04A-76B8-C23B-9A4F0748EECB}"/>
                  </a:ext>
                </a:extLst>
              </p:cNvPr>
              <p:cNvSpPr txBox="1">
                <a:spLocks noChangeArrowheads="1"/>
              </p:cNvSpPr>
              <p:nvPr/>
            </p:nvSpPr>
            <p:spPr bwMode="auto">
              <a:xfrm>
                <a:off x="4839130" y="3350825"/>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Ack</a:t>
                </a:r>
                <a:r>
                  <a:rPr lang="en-US" altLang="en-US" baseline="-25000"/>
                  <a:t>2</a:t>
                </a:r>
                <a:endParaRPr lang="en-GB" altLang="en-US" baseline="-25000"/>
              </a:p>
            </p:txBody>
          </p:sp>
          <p:cxnSp>
            <p:nvCxnSpPr>
              <p:cNvPr id="86038" name="Straight Arrow Connector 45">
                <a:extLst>
                  <a:ext uri="{FF2B5EF4-FFF2-40B4-BE49-F238E27FC236}">
                    <a16:creationId xmlns:a16="http://schemas.microsoft.com/office/drawing/2014/main" id="{FA9C532C-B486-6D00-83BF-F688E5AAE6CF}"/>
                  </a:ext>
                </a:extLst>
              </p:cNvPr>
              <p:cNvCxnSpPr>
                <a:cxnSpLocks noChangeShapeType="1"/>
              </p:cNvCxnSpPr>
              <p:nvPr/>
            </p:nvCxnSpPr>
            <p:spPr bwMode="auto">
              <a:xfrm rot="5400000" flipH="1" flipV="1">
                <a:off x="4057105" y="3457406"/>
                <a:ext cx="228600" cy="1588"/>
              </a:xfrm>
              <a:prstGeom prst="straightConnector1">
                <a:avLst/>
              </a:prstGeom>
              <a:noFill/>
              <a:ln w="28575" algn="ctr">
                <a:solidFill>
                  <a:srgbClr val="FF0000"/>
                </a:solidFill>
                <a:round/>
                <a:headEnd type="stealth" w="lg" len="lg"/>
                <a:tailEnd/>
              </a:ln>
              <a:extLst>
                <a:ext uri="{909E8E84-426E-40DD-AFC4-6F175D3DCCD1}">
                  <a14:hiddenFill xmlns:a14="http://schemas.microsoft.com/office/drawing/2010/main">
                    <a:noFill/>
                  </a14:hiddenFill>
                </a:ext>
              </a:extLst>
            </p:spPr>
          </p:cxnSp>
          <p:cxnSp>
            <p:nvCxnSpPr>
              <p:cNvPr id="86039" name="Straight Arrow Connector 46">
                <a:extLst>
                  <a:ext uri="{FF2B5EF4-FFF2-40B4-BE49-F238E27FC236}">
                    <a16:creationId xmlns:a16="http://schemas.microsoft.com/office/drawing/2014/main" id="{E9658607-0161-4E9A-7567-879F3F21A6FC}"/>
                  </a:ext>
                </a:extLst>
              </p:cNvPr>
              <p:cNvCxnSpPr>
                <a:cxnSpLocks noChangeShapeType="1"/>
              </p:cNvCxnSpPr>
              <p:nvPr/>
            </p:nvCxnSpPr>
            <p:spPr bwMode="auto">
              <a:xfrm rot="5400000" flipH="1" flipV="1">
                <a:off x="5314339" y="3551516"/>
                <a:ext cx="274320" cy="1588"/>
              </a:xfrm>
              <a:prstGeom prst="straightConnector1">
                <a:avLst/>
              </a:prstGeom>
              <a:noFill/>
              <a:ln w="28575"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48" name="Arc 47">
                <a:extLst>
                  <a:ext uri="{FF2B5EF4-FFF2-40B4-BE49-F238E27FC236}">
                    <a16:creationId xmlns:a16="http://schemas.microsoft.com/office/drawing/2014/main" id="{94AB396C-6406-48EC-A2F0-1E9D2D5D0214}"/>
                  </a:ext>
                </a:extLst>
              </p:cNvPr>
              <p:cNvSpPr/>
              <p:nvPr/>
            </p:nvSpPr>
            <p:spPr bwMode="auto">
              <a:xfrm rot="21186237">
                <a:off x="4329119" y="3510502"/>
                <a:ext cx="1676397" cy="804796"/>
              </a:xfrm>
              <a:prstGeom prst="arc">
                <a:avLst>
                  <a:gd name="adj1" fmla="val 19249216"/>
                  <a:gd name="adj2" fmla="val 3481454"/>
                </a:avLst>
              </a:prstGeom>
              <a:no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49" name="Arc 48">
                <a:extLst>
                  <a:ext uri="{FF2B5EF4-FFF2-40B4-BE49-F238E27FC236}">
                    <a16:creationId xmlns:a16="http://schemas.microsoft.com/office/drawing/2014/main" id="{B5CA1638-4159-4E22-85CB-5A23E6AC612E}"/>
                  </a:ext>
                </a:extLst>
              </p:cNvPr>
              <p:cNvSpPr/>
              <p:nvPr/>
            </p:nvSpPr>
            <p:spPr bwMode="auto">
              <a:xfrm rot="11815589">
                <a:off x="496901" y="3527963"/>
                <a:ext cx="1682747" cy="890514"/>
              </a:xfrm>
              <a:prstGeom prst="arc">
                <a:avLst>
                  <a:gd name="adj1" fmla="val 18547848"/>
                  <a:gd name="adj2" fmla="val 2525550"/>
                </a:avLst>
              </a:prstGeom>
              <a:noFill/>
              <a:ln w="28575" cap="flat" cmpd="sng" algn="ctr">
                <a:solidFill>
                  <a:schemeClr val="tx1"/>
                </a:solidFill>
                <a:prstDash val="solid"/>
                <a:round/>
                <a:headEnd type="none" w="lg" len="lg"/>
                <a:tailEnd type="triangle" w="lg" len="lg"/>
              </a:ln>
              <a:effectLst/>
            </p:spPr>
            <p:txBody>
              <a:bodyPr anchor="ctr"/>
              <a:lstStyle/>
              <a:p>
                <a:pPr eaLnBrk="1" hangingPunct="1">
                  <a:defRPr/>
                </a:pPr>
                <a:endParaRPr lang="en-GB">
                  <a:latin typeface="Arial" charset="0"/>
                  <a:cs typeface="Arial" charset="0"/>
                </a:endParaRPr>
              </a:p>
            </p:txBody>
          </p:sp>
          <p:cxnSp>
            <p:nvCxnSpPr>
              <p:cNvPr id="86042" name="Straight Connector 49">
                <a:extLst>
                  <a:ext uri="{FF2B5EF4-FFF2-40B4-BE49-F238E27FC236}">
                    <a16:creationId xmlns:a16="http://schemas.microsoft.com/office/drawing/2014/main" id="{35AA17A9-869E-6C02-5E2F-E638C22D154F}"/>
                  </a:ext>
                </a:extLst>
              </p:cNvPr>
              <p:cNvCxnSpPr>
                <a:cxnSpLocks noChangeShapeType="1"/>
              </p:cNvCxnSpPr>
              <p:nvPr/>
            </p:nvCxnSpPr>
            <p:spPr bwMode="auto">
              <a:xfrm rot="16200000" flipH="1">
                <a:off x="3164775" y="1974275"/>
                <a:ext cx="0" cy="4572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6043" name="Straight Arrow Connector 51">
                <a:extLst>
                  <a:ext uri="{FF2B5EF4-FFF2-40B4-BE49-F238E27FC236}">
                    <a16:creationId xmlns:a16="http://schemas.microsoft.com/office/drawing/2014/main" id="{79CD2228-0231-7098-2084-1647D22BE91D}"/>
                  </a:ext>
                </a:extLst>
              </p:cNvPr>
              <p:cNvCxnSpPr>
                <a:cxnSpLocks noChangeShapeType="1"/>
                <a:stCxn id="3" idx="4"/>
                <a:endCxn id="86025" idx="0"/>
              </p:cNvCxnSpPr>
              <p:nvPr/>
            </p:nvCxnSpPr>
            <p:spPr bwMode="auto">
              <a:xfrm rot="5400000">
                <a:off x="1124395" y="2925885"/>
                <a:ext cx="4975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44" name="Straight Arrow Connector 52">
                <a:extLst>
                  <a:ext uri="{FF2B5EF4-FFF2-40B4-BE49-F238E27FC236}">
                    <a16:creationId xmlns:a16="http://schemas.microsoft.com/office/drawing/2014/main" id="{52297166-2146-7CF5-35D8-0B7CCCFCB74E}"/>
                  </a:ext>
                </a:extLst>
              </p:cNvPr>
              <p:cNvCxnSpPr>
                <a:cxnSpLocks noChangeShapeType="1"/>
              </p:cNvCxnSpPr>
              <p:nvPr/>
            </p:nvCxnSpPr>
            <p:spPr bwMode="auto">
              <a:xfrm rot="5400000">
                <a:off x="3684910" y="2980115"/>
                <a:ext cx="4975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45" name="TextBox 53">
                <a:extLst>
                  <a:ext uri="{FF2B5EF4-FFF2-40B4-BE49-F238E27FC236}">
                    <a16:creationId xmlns:a16="http://schemas.microsoft.com/office/drawing/2014/main" id="{53508EE8-9319-24A6-9515-AA208EFD174D}"/>
                  </a:ext>
                </a:extLst>
              </p:cNvPr>
              <p:cNvSpPr txBox="1">
                <a:spLocks noChangeArrowheads="1"/>
              </p:cNvSpPr>
              <p:nvPr/>
            </p:nvSpPr>
            <p:spPr bwMode="auto">
              <a:xfrm>
                <a:off x="990600" y="3505200"/>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Req</a:t>
                </a:r>
                <a:r>
                  <a:rPr lang="en-US" altLang="en-US" sz="1600" baseline="-25000"/>
                  <a:t>2</a:t>
                </a:r>
                <a:endParaRPr lang="en-GB" altLang="en-US" sz="1600" baseline="-25000"/>
              </a:p>
            </p:txBody>
          </p:sp>
          <p:cxnSp>
            <p:nvCxnSpPr>
              <p:cNvPr id="86046" name="Straight Arrow Connector 54">
                <a:extLst>
                  <a:ext uri="{FF2B5EF4-FFF2-40B4-BE49-F238E27FC236}">
                    <a16:creationId xmlns:a16="http://schemas.microsoft.com/office/drawing/2014/main" id="{5BA1752E-586D-AE35-C98A-E3CE3E0537E9}"/>
                  </a:ext>
                </a:extLst>
              </p:cNvPr>
              <p:cNvCxnSpPr>
                <a:cxnSpLocks noChangeShapeType="1"/>
              </p:cNvCxnSpPr>
              <p:nvPr/>
            </p:nvCxnSpPr>
            <p:spPr bwMode="auto">
              <a:xfrm rot="5400000" flipH="1" flipV="1">
                <a:off x="1498569" y="3642456"/>
                <a:ext cx="228600"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86047" name="TextBox 69">
                <a:extLst>
                  <a:ext uri="{FF2B5EF4-FFF2-40B4-BE49-F238E27FC236}">
                    <a16:creationId xmlns:a16="http://schemas.microsoft.com/office/drawing/2014/main" id="{4BF4CF67-FD1B-241D-988D-FC3BCFD187CF}"/>
                  </a:ext>
                </a:extLst>
              </p:cNvPr>
              <p:cNvSpPr txBox="1">
                <a:spLocks noChangeArrowheads="1"/>
              </p:cNvSpPr>
              <p:nvPr/>
            </p:nvSpPr>
            <p:spPr bwMode="auto">
              <a:xfrm>
                <a:off x="3581400" y="3476500"/>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Req</a:t>
                </a:r>
                <a:r>
                  <a:rPr lang="en-US" altLang="en-US" sz="1600" baseline="-25000"/>
                  <a:t>2</a:t>
                </a:r>
                <a:endParaRPr lang="en-GB" altLang="en-US" sz="1600" baseline="-25000"/>
              </a:p>
            </p:txBody>
          </p:sp>
          <p:cxnSp>
            <p:nvCxnSpPr>
              <p:cNvPr id="86048" name="Straight Arrow Connector 70">
                <a:extLst>
                  <a:ext uri="{FF2B5EF4-FFF2-40B4-BE49-F238E27FC236}">
                    <a16:creationId xmlns:a16="http://schemas.microsoft.com/office/drawing/2014/main" id="{443B66BA-F67F-AB4E-84BB-E3C5AD9DF480}"/>
                  </a:ext>
                </a:extLst>
              </p:cNvPr>
              <p:cNvCxnSpPr>
                <a:cxnSpLocks noChangeShapeType="1"/>
              </p:cNvCxnSpPr>
              <p:nvPr/>
            </p:nvCxnSpPr>
            <p:spPr bwMode="auto">
              <a:xfrm rot="5400000" flipH="1" flipV="1">
                <a:off x="4041869" y="3654331"/>
                <a:ext cx="228600" cy="1588"/>
              </a:xfrm>
              <a:prstGeom prst="straightConnector1">
                <a:avLst/>
              </a:prstGeom>
              <a:noFill/>
              <a:ln w="28575" algn="ctr">
                <a:solidFill>
                  <a:srgbClr val="FF0000"/>
                </a:solidFill>
                <a:round/>
                <a:headEnd type="stealth" w="lg" len="lg"/>
                <a:tailEnd/>
              </a:ln>
              <a:extLst>
                <a:ext uri="{909E8E84-426E-40DD-AFC4-6F175D3DCCD1}">
                  <a14:hiddenFill xmlns:a14="http://schemas.microsoft.com/office/drawing/2010/main">
                    <a:noFill/>
                  </a14:hiddenFill>
                </a:ext>
              </a:extLst>
            </p:spPr>
          </p:cxnSp>
        </p:grpSp>
        <p:sp>
          <p:nvSpPr>
            <p:cNvPr id="86022" name="TextBox 66">
              <a:extLst>
                <a:ext uri="{FF2B5EF4-FFF2-40B4-BE49-F238E27FC236}">
                  <a16:creationId xmlns:a16="http://schemas.microsoft.com/office/drawing/2014/main" id="{E2F30615-A660-124A-2D60-EF8271574B84}"/>
                </a:ext>
              </a:extLst>
            </p:cNvPr>
            <p:cNvSpPr txBox="1">
              <a:spLocks noChangeArrowheads="1"/>
            </p:cNvSpPr>
            <p:nvPr/>
          </p:nvSpPr>
          <p:spPr bwMode="auto">
            <a:xfrm>
              <a:off x="6096000" y="2209800"/>
              <a:ext cx="152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C-element 1</a:t>
              </a:r>
              <a:endParaRPr lang="en-GB" altLang="en-US"/>
            </a:p>
          </p:txBody>
        </p:sp>
        <p:sp>
          <p:nvSpPr>
            <p:cNvPr id="86023" name="TextBox 67">
              <a:extLst>
                <a:ext uri="{FF2B5EF4-FFF2-40B4-BE49-F238E27FC236}">
                  <a16:creationId xmlns:a16="http://schemas.microsoft.com/office/drawing/2014/main" id="{5BBD6D6B-7C41-E73D-769B-4E7D3166BB51}"/>
                </a:ext>
              </a:extLst>
            </p:cNvPr>
            <p:cNvSpPr txBox="1">
              <a:spLocks noChangeArrowheads="1"/>
            </p:cNvSpPr>
            <p:nvPr/>
          </p:nvSpPr>
          <p:spPr bwMode="auto">
            <a:xfrm>
              <a:off x="6067300" y="3588325"/>
              <a:ext cx="152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C-element 2</a:t>
              </a:r>
              <a:endParaRPr lang="en-GB" altLang="en-US"/>
            </a:p>
          </p:txBody>
        </p:sp>
      </p:grpSp>
      <p:sp>
        <p:nvSpPr>
          <p:cNvPr id="86020" name="TextBox 71">
            <a:extLst>
              <a:ext uri="{FF2B5EF4-FFF2-40B4-BE49-F238E27FC236}">
                <a16:creationId xmlns:a16="http://schemas.microsoft.com/office/drawing/2014/main" id="{05A32950-0448-8D68-A5F4-F5BDC4367A7D}"/>
              </a:ext>
            </a:extLst>
          </p:cNvPr>
          <p:cNvSpPr txBox="1">
            <a:spLocks noChangeArrowheads="1"/>
          </p:cNvSpPr>
          <p:nvPr/>
        </p:nvSpPr>
        <p:spPr bwMode="auto">
          <a:xfrm>
            <a:off x="1905000" y="4724401"/>
            <a:ext cx="800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Nodes – events,   arrows – dependencies.</a:t>
            </a:r>
          </a:p>
          <a:p>
            <a:pPr eaLnBrk="1" hangingPunct="1"/>
            <a:r>
              <a:rPr lang="en-US" altLang="en-US"/>
              <a:t>dashed arrows -  next cascade</a:t>
            </a:r>
          </a:p>
          <a:p>
            <a:pPr eaLnBrk="1" hangingPunct="1"/>
            <a:endParaRPr lang="en-GB"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578</TotalTime>
  <Words>5028</Words>
  <Application>Microsoft Office PowerPoint</Application>
  <PresentationFormat>Widescreen</PresentationFormat>
  <Paragraphs>1763</Paragraphs>
  <Slides>77</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77</vt:i4>
      </vt:variant>
    </vt:vector>
  </HeadingPairs>
  <TitlesOfParts>
    <vt:vector size="87" baseType="lpstr">
      <vt:lpstr>.Lucida Grande UI Regular</vt:lpstr>
      <vt:lpstr>Arial</vt:lpstr>
      <vt:lpstr>Calibri</vt:lpstr>
      <vt:lpstr>Calibri Light</vt:lpstr>
      <vt:lpstr>Symbol</vt:lpstr>
      <vt:lpstr>System Font Regular</vt:lpstr>
      <vt:lpstr>Times New Roman</vt:lpstr>
      <vt:lpstr>Wingdings</vt:lpstr>
      <vt:lpstr>2_Synopsys_2019</vt:lpstr>
      <vt:lpstr>Custom Design</vt:lpstr>
      <vt:lpstr>Logic Design</vt:lpstr>
      <vt:lpstr>Course Overview</vt:lpstr>
      <vt:lpstr>Asynchronous FSM. Self-Timed Circuits</vt:lpstr>
      <vt:lpstr>FSM Models </vt:lpstr>
      <vt:lpstr>FSM Models (2)</vt:lpstr>
      <vt:lpstr>FSM Models (3)</vt:lpstr>
      <vt:lpstr>Fundamental  Asynchronous FSM</vt:lpstr>
      <vt:lpstr>Asynchronous FSM</vt:lpstr>
      <vt:lpstr>Asynchronous Counter (Example)</vt:lpstr>
      <vt:lpstr>Transition Graph of Asynchronous Counter</vt:lpstr>
      <vt:lpstr>Races of Memory Elements</vt:lpstr>
      <vt:lpstr>Anti-Race Assignment</vt:lpstr>
      <vt:lpstr>Anti-Race Assignment –Gray Code (2)</vt:lpstr>
      <vt:lpstr>Anti-Race Assignment (3)</vt:lpstr>
      <vt:lpstr>Essential (or Functional) Hazards</vt:lpstr>
      <vt:lpstr>Essential (or Functional) Hazards (2)</vt:lpstr>
      <vt:lpstr>Example</vt:lpstr>
      <vt:lpstr>Logical (Timing) Hazards</vt:lpstr>
      <vt:lpstr>Logical (Timing) Hazards (2)</vt:lpstr>
      <vt:lpstr>Static Hazard: Example 1 </vt:lpstr>
      <vt:lpstr>Finding Static Hazard Using Karnaugh Maps</vt:lpstr>
      <vt:lpstr>Example 1</vt:lpstr>
      <vt:lpstr>Example 2</vt:lpstr>
      <vt:lpstr>Example 3</vt:lpstr>
      <vt:lpstr>Dynamic Hazards</vt:lpstr>
      <vt:lpstr>Feedback Sequential Circuits </vt:lpstr>
      <vt:lpstr>General Structure of a Latch</vt:lpstr>
      <vt:lpstr>RS Latch, D Latch</vt:lpstr>
      <vt:lpstr>Hazard-Free D-Latch</vt:lpstr>
      <vt:lpstr>Anti-Race State Assignment</vt:lpstr>
      <vt:lpstr>Anti-Race State Assignment (2)</vt:lpstr>
      <vt:lpstr>Flow-Table </vt:lpstr>
      <vt:lpstr>“One-Hot” State Assignment</vt:lpstr>
      <vt:lpstr>“One-Hot” State Assignment</vt:lpstr>
      <vt:lpstr>Flow Table for “One-Hot” Assignment</vt:lpstr>
      <vt:lpstr>Steps of Desing a Feedback Sequential Circuit</vt:lpstr>
      <vt:lpstr>Example: Asynchronous T Flip-Flop Design</vt:lpstr>
      <vt:lpstr>Asynchronous T Flip-Flop Design </vt:lpstr>
      <vt:lpstr>Excitation Functions Definition</vt:lpstr>
      <vt:lpstr>Asynchronous T Flip-Flop Circuit </vt:lpstr>
      <vt:lpstr>Asynchronous T Flip-Flop Circuit (2)</vt:lpstr>
      <vt:lpstr>Asynchronous T Flip-Flop Circuit (3)</vt:lpstr>
      <vt:lpstr>Asynchronous 3-state Counter Synthesis</vt:lpstr>
      <vt:lpstr>Primitive Flow Table</vt:lpstr>
      <vt:lpstr>Excitation Functions</vt:lpstr>
      <vt:lpstr>Excitation Functions</vt:lpstr>
      <vt:lpstr>Counter Circuit</vt:lpstr>
      <vt:lpstr>Analysis of Asynchronous FSM</vt:lpstr>
      <vt:lpstr>Analysis of Asynchronous FSM (2)</vt:lpstr>
      <vt:lpstr>Analysis of Asynchronous FSM (3)</vt:lpstr>
      <vt:lpstr>Analysis of Asynchronous FSM (3)</vt:lpstr>
      <vt:lpstr>Analysis of Asynchronous FSM (3)</vt:lpstr>
      <vt:lpstr>State Adjacency Diagram</vt:lpstr>
      <vt:lpstr>Anti-Race Assignment</vt:lpstr>
      <vt:lpstr>Other Variants of Assignment</vt:lpstr>
      <vt:lpstr>Comparison on Synchronous and Asynchronous FSM</vt:lpstr>
      <vt:lpstr>Pipeline </vt:lpstr>
      <vt:lpstr>Pipeline (2)</vt:lpstr>
      <vt:lpstr>An Example of Pipelining</vt:lpstr>
      <vt:lpstr>Example</vt:lpstr>
      <vt:lpstr>Pipelined    Addition</vt:lpstr>
      <vt:lpstr>Description  of Pipeline in Verilog</vt:lpstr>
      <vt:lpstr>Synchronous Pipeline</vt:lpstr>
      <vt:lpstr>Asynchronous Pipeline (Self-Timed)</vt:lpstr>
      <vt:lpstr>2-Phase Protocol </vt:lpstr>
      <vt:lpstr>2-Phase Protocol (2)</vt:lpstr>
      <vt:lpstr>Completion Detection: Muller’s C-element </vt:lpstr>
      <vt:lpstr>Implementation of 2-Phase Protocol Using Muller’s C-element</vt:lpstr>
      <vt:lpstr>4-Phase Handshake Protocol</vt:lpstr>
      <vt:lpstr>4-Phase Handshake Protocol (2)</vt:lpstr>
      <vt:lpstr>Implementation of 4-phase Protocol Using C-elements </vt:lpstr>
      <vt:lpstr>Example: Memory Read Cycle </vt:lpstr>
      <vt:lpstr>Example: Memory Read Cycle (2)</vt:lpstr>
      <vt:lpstr>Self-Timed Pipelined Datapath </vt:lpstr>
      <vt:lpstr>Self-Timed Pipelined Datapath (2)</vt:lpstr>
      <vt:lpstr>Diagram  of Transition for  1-st Cascade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2023-12-27T10:14:19Z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